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8"/>
  </p:notesMasterIdLst>
  <p:sldIdLst>
    <p:sldId id="256" r:id="rId2"/>
    <p:sldId id="1550" r:id="rId3"/>
    <p:sldId id="1564" r:id="rId4"/>
    <p:sldId id="1567" r:id="rId5"/>
    <p:sldId id="1568" r:id="rId6"/>
    <p:sldId id="1569" r:id="rId7"/>
    <p:sldId id="1570" r:id="rId8"/>
    <p:sldId id="1571" r:id="rId9"/>
    <p:sldId id="1572" r:id="rId10"/>
    <p:sldId id="1573" r:id="rId11"/>
    <p:sldId id="1574" r:id="rId12"/>
    <p:sldId id="1575" r:id="rId13"/>
    <p:sldId id="1576" r:id="rId14"/>
    <p:sldId id="1577" r:id="rId15"/>
    <p:sldId id="1578" r:id="rId16"/>
    <p:sldId id="1579" r:id="rId17"/>
    <p:sldId id="1580" r:id="rId18"/>
    <p:sldId id="1581" r:id="rId19"/>
    <p:sldId id="1582" r:id="rId20"/>
    <p:sldId id="1583" r:id="rId21"/>
    <p:sldId id="1584" r:id="rId22"/>
    <p:sldId id="1565" r:id="rId23"/>
    <p:sldId id="1585" r:id="rId24"/>
    <p:sldId id="1586" r:id="rId25"/>
    <p:sldId id="1587" r:id="rId26"/>
    <p:sldId id="1588" r:id="rId27"/>
    <p:sldId id="1589" r:id="rId28"/>
    <p:sldId id="1590" r:id="rId29"/>
    <p:sldId id="1591" r:id="rId30"/>
    <p:sldId id="1592" r:id="rId31"/>
    <p:sldId id="1593" r:id="rId32"/>
    <p:sldId id="1594" r:id="rId33"/>
    <p:sldId id="1595" r:id="rId34"/>
    <p:sldId id="1596" r:id="rId35"/>
    <p:sldId id="1597" r:id="rId36"/>
    <p:sldId id="1598" r:id="rId37"/>
    <p:sldId id="1599" r:id="rId38"/>
    <p:sldId id="1600" r:id="rId39"/>
    <p:sldId id="1601" r:id="rId40"/>
    <p:sldId id="1602" r:id="rId41"/>
    <p:sldId id="1603" r:id="rId42"/>
    <p:sldId id="1604" r:id="rId43"/>
    <p:sldId id="1605" r:id="rId44"/>
    <p:sldId id="1606" r:id="rId45"/>
    <p:sldId id="1607" r:id="rId46"/>
    <p:sldId id="1608" r:id="rId47"/>
    <p:sldId id="1609" r:id="rId48"/>
    <p:sldId id="1610" r:id="rId49"/>
    <p:sldId id="1611" r:id="rId50"/>
    <p:sldId id="1612" r:id="rId51"/>
    <p:sldId id="1613" r:id="rId52"/>
    <p:sldId id="1616" r:id="rId53"/>
    <p:sldId id="1614" r:id="rId54"/>
    <p:sldId id="1615" r:id="rId55"/>
    <p:sldId id="1617" r:id="rId56"/>
    <p:sldId id="1618" r:id="rId57"/>
    <p:sldId id="1619" r:id="rId58"/>
    <p:sldId id="1620" r:id="rId59"/>
    <p:sldId id="1621" r:id="rId60"/>
    <p:sldId id="1622" r:id="rId61"/>
    <p:sldId id="1623" r:id="rId62"/>
    <p:sldId id="1624" r:id="rId63"/>
    <p:sldId id="1625" r:id="rId64"/>
    <p:sldId id="1626" r:id="rId65"/>
    <p:sldId id="1627" r:id="rId66"/>
    <p:sldId id="1628" r:id="rId67"/>
    <p:sldId id="1629" r:id="rId68"/>
    <p:sldId id="1630" r:id="rId69"/>
    <p:sldId id="1631" r:id="rId70"/>
    <p:sldId id="1632" r:id="rId71"/>
    <p:sldId id="1633" r:id="rId72"/>
    <p:sldId id="1634" r:id="rId73"/>
    <p:sldId id="1635" r:id="rId74"/>
    <p:sldId id="1566" r:id="rId75"/>
    <p:sldId id="1237" r:id="rId76"/>
    <p:sldId id="1239" r:id="rId77"/>
    <p:sldId id="1240" r:id="rId78"/>
    <p:sldId id="347" r:id="rId79"/>
    <p:sldId id="348" r:id="rId80"/>
    <p:sldId id="1228" r:id="rId81"/>
    <p:sldId id="349" r:id="rId82"/>
    <p:sldId id="1242" r:id="rId83"/>
    <p:sldId id="354" r:id="rId84"/>
    <p:sldId id="373" r:id="rId85"/>
    <p:sldId id="1243" r:id="rId86"/>
    <p:sldId id="355" r:id="rId87"/>
    <p:sldId id="375" r:id="rId88"/>
    <p:sldId id="356" r:id="rId89"/>
    <p:sldId id="640" r:id="rId90"/>
    <p:sldId id="357" r:id="rId91"/>
    <p:sldId id="389" r:id="rId92"/>
    <p:sldId id="358" r:id="rId93"/>
    <p:sldId id="359" r:id="rId94"/>
    <p:sldId id="466" r:id="rId95"/>
    <p:sldId id="390" r:id="rId96"/>
    <p:sldId id="391" r:id="rId9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30433D-D16E-4B9B-8F38-7DC414B86444}" v="161" dt="2025-09-16T01:53:07.3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325" autoAdjust="0"/>
  </p:normalViewPr>
  <p:slideViewPr>
    <p:cSldViewPr snapToGrid="0">
      <p:cViewPr varScale="1">
        <p:scale>
          <a:sx n="79" d="100"/>
          <a:sy n="79" d="100"/>
        </p:scale>
        <p:origin x="504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D5264D65-6749-46FB-A42B-B538352913ED}"/>
    <pc:docChg chg="custSel addSld delSld modSld">
      <pc:chgData name="Sanmukh Kuppannagari" userId="ad215094-da36-4b66-9c79-369a17aea26b" providerId="ADAL" clId="{D5264D65-6749-46FB-A42B-B538352913ED}" dt="2025-09-11T15:46:21.606" v="746" actId="20577"/>
      <pc:docMkLst>
        <pc:docMk/>
      </pc:docMkLst>
      <pc:sldChg chg="modSp mod">
        <pc:chgData name="Sanmukh Kuppannagari" userId="ad215094-da36-4b66-9c79-369a17aea26b" providerId="ADAL" clId="{D5264D65-6749-46FB-A42B-B538352913ED}" dt="2025-09-10T22:36:48.908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D5264D65-6749-46FB-A42B-B538352913ED}" dt="2025-09-10T22:36:48.908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D5264D65-6749-46FB-A42B-B538352913ED}" dt="2025-09-10T23:06:28.259" v="467" actId="20577"/>
        <pc:sldMkLst>
          <pc:docMk/>
          <pc:sldMk cId="2017305151" sldId="261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934877374" sldId="311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4187268836" sldId="311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948882311" sldId="31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900292229" sldId="313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792375850" sldId="316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068819567" sldId="31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050363261" sldId="320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92042211" sldId="354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4027598911" sldId="363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862547967" sldId="367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860408076" sldId="371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4086263254" sldId="371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689515720" sldId="372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834613010" sldId="372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138363999" sldId="382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276596942" sldId="384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448897429" sldId="385"/>
        </pc:sldMkLst>
      </pc:sldChg>
      <pc:sldChg chg="modSp mod">
        <pc:chgData name="Sanmukh Kuppannagari" userId="ad215094-da36-4b66-9c79-369a17aea26b" providerId="ADAL" clId="{D5264D65-6749-46FB-A42B-B538352913ED}" dt="2025-09-10T23:05:06.399" v="458" actId="20577"/>
        <pc:sldMkLst>
          <pc:docMk/>
          <pc:sldMk cId="3837875043" sldId="390"/>
        </pc:sldMkLst>
        <pc:spChg chg="mod">
          <ac:chgData name="Sanmukh Kuppannagari" userId="ad215094-da36-4b66-9c79-369a17aea26b" providerId="ADAL" clId="{D5264D65-6749-46FB-A42B-B538352913ED}" dt="2025-09-10T23:05:06.399" v="458" actId="20577"/>
          <ac:spMkLst>
            <pc:docMk/>
            <pc:sldMk cId="3837875043" sldId="390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723334491" sldId="404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591707136" sldId="41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319194896" sldId="41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960352853" sldId="41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217257073" sldId="437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213531832" sldId="43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736426824" sldId="438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866383142" sldId="43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088400427" sldId="441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275163260" sldId="450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678674455" sldId="450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491181849" sldId="122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3699708138" sldId="1229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1637347087" sldId="1230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850505590" sldId="1232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977426158" sldId="1233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1479534324" sldId="1233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2415101111" sldId="123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98821804" sldId="125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845386772" sldId="125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165850574" sldId="125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597049400" sldId="1253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83670839" sldId="125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046013639" sldId="125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45424200" sldId="125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737508368" sldId="125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787861397" sldId="125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168956462" sldId="125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188446032" sldId="125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689973910" sldId="125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706379635" sldId="125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52986395" sldId="125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48605205" sldId="1257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188572601" sldId="125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16017855" sldId="125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264548591" sldId="125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911274223" sldId="125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101850939" sldId="125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22520264" sldId="1259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605325959" sldId="1259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707449045" sldId="126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225422294" sldId="126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321271280" sldId="126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696076742" sldId="126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68428163" sldId="126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962306419" sldId="126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948517564" sldId="1262"/>
        </pc:sldMkLst>
      </pc:sldChg>
      <pc:sldChg chg="add del">
        <pc:chgData name="Sanmukh Kuppannagari" userId="ad215094-da36-4b66-9c79-369a17aea26b" providerId="ADAL" clId="{D5264D65-6749-46FB-A42B-B538352913ED}" dt="2025-09-10T22:53:01.864" v="112" actId="47"/>
        <pc:sldMkLst>
          <pc:docMk/>
          <pc:sldMk cId="1103459217" sldId="1263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163333809" sldId="1263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1644012802" sldId="126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061059533" sldId="1264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1110455577" sldId="126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1496660" sldId="1266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3989448097" sldId="126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949417311" sldId="1267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3169208756" sldId="1267"/>
        </pc:sldMkLst>
      </pc:sldChg>
      <pc:sldChg chg="add del">
        <pc:chgData name="Sanmukh Kuppannagari" userId="ad215094-da36-4b66-9c79-369a17aea26b" providerId="ADAL" clId="{D5264D65-6749-46FB-A42B-B538352913ED}" dt="2025-09-10T22:52:37.336" v="111" actId="47"/>
        <pc:sldMkLst>
          <pc:docMk/>
          <pc:sldMk cId="854143597" sldId="126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87788205" sldId="1269"/>
        </pc:sldMkLst>
      </pc:sldChg>
      <pc:sldChg chg="delSp modSp add del mod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706860889" sldId="126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31928718" sldId="1269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2956120002" sldId="127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224902270" sldId="1270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1812121994" sldId="12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564167782" sldId="1272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3521633014" sldId="127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926195366" sldId="1273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3253862243" sldId="1273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1180512117" sldId="127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115725712" sldId="1274"/>
        </pc:sldMkLst>
      </pc:sldChg>
      <pc:sldChg chg="add del">
        <pc:chgData name="Sanmukh Kuppannagari" userId="ad215094-da36-4b66-9c79-369a17aea26b" providerId="ADAL" clId="{D5264D65-6749-46FB-A42B-B538352913ED}" dt="2025-09-10T22:56:57.540" v="358" actId="47"/>
        <pc:sldMkLst>
          <pc:docMk/>
          <pc:sldMk cId="942695811" sldId="127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906755194" sldId="1371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343333752" sldId="137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421149001" sldId="141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986795981" sldId="142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650456059" sldId="142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117821889" sldId="142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904943760" sldId="142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33693675" sldId="1432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94595350" sldId="143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429203707" sldId="143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95113626" sldId="143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008884569" sldId="143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065455456" sldId="143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553036157" sldId="143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49774978" sldId="143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116751454" sldId="143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744848553" sldId="143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00706830" sldId="1439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448580318" sldId="1447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909101289" sldId="144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002584918" sldId="145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66141272" sldId="145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407279723" sldId="145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04688627" sldId="145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37042343" sldId="1454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125019376" sldId="145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01611775" sldId="1456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072072675" sldId="1456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32978893" sldId="1457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4162351877" sldId="1457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48027006" sldId="145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026247998" sldId="1459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066544899" sldId="1459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832169234" sldId="146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428985795" sldId="1461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571166016" sldId="1461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944018917" sldId="146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373048709" sldId="146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353109274" sldId="1463"/>
        </pc:sldMkLst>
      </pc:sldChg>
      <pc:sldChg chg="add del">
        <pc:chgData name="Sanmukh Kuppannagari" userId="ad215094-da36-4b66-9c79-369a17aea26b" providerId="ADAL" clId="{D5264D65-6749-46FB-A42B-B538352913ED}" dt="2025-09-10T22:40:59.538" v="108" actId="47"/>
        <pc:sldMkLst>
          <pc:docMk/>
          <pc:sldMk cId="2600013151" sldId="146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872022406" sldId="1465"/>
        </pc:sldMkLst>
      </pc:sldChg>
      <pc:sldChg chg="add del">
        <pc:chgData name="Sanmukh Kuppannagari" userId="ad215094-da36-4b66-9c79-369a17aea26b" providerId="ADAL" clId="{D5264D65-6749-46FB-A42B-B538352913ED}" dt="2025-09-10T22:41:03.404" v="109" actId="47"/>
        <pc:sldMkLst>
          <pc:docMk/>
          <pc:sldMk cId="3858424326" sldId="1465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185928593" sldId="1469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3714976936" sldId="1470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4190536048" sldId="1470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566887623" sldId="14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84454124" sldId="1472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491429860" sldId="1472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095382800" sldId="147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2487626268" sldId="1473"/>
        </pc:sldMkLst>
      </pc:sldChg>
      <pc:sldChg chg="add del">
        <pc:chgData name="Sanmukh Kuppannagari" userId="ad215094-da36-4b66-9c79-369a17aea26b" providerId="ADAL" clId="{D5264D65-6749-46FB-A42B-B538352913ED}" dt="2025-09-10T23:04:15.189" v="439" actId="47"/>
        <pc:sldMkLst>
          <pc:docMk/>
          <pc:sldMk cId="403300793" sldId="1474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702332589" sldId="1474"/>
        </pc:sldMkLst>
      </pc:sldChg>
      <pc:sldChg chg="add del">
        <pc:chgData name="Sanmukh Kuppannagari" userId="ad215094-da36-4b66-9c79-369a17aea26b" providerId="ADAL" clId="{D5264D65-6749-46FB-A42B-B538352913ED}" dt="2025-09-10T22:40:21.722" v="107" actId="47"/>
        <pc:sldMkLst>
          <pc:docMk/>
          <pc:sldMk cId="1411035613" sldId="1475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3957084145" sldId="1475"/>
        </pc:sldMkLst>
      </pc:sldChg>
      <pc:sldChg chg="del">
        <pc:chgData name="Sanmukh Kuppannagari" userId="ad215094-da36-4b66-9c79-369a17aea26b" providerId="ADAL" clId="{D5264D65-6749-46FB-A42B-B538352913ED}" dt="2025-09-10T22:37:50.221" v="102" actId="47"/>
        <pc:sldMkLst>
          <pc:docMk/>
          <pc:sldMk cId="1153323968" sldId="147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074744528" sldId="1477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42375889" sldId="147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212228027" sldId="147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464363143" sldId="1480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98051160" sldId="1481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085705961" sldId="1482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53304078" sldId="1483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3599459913" sldId="1484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2876298692" sldId="1485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4022472247" sldId="1486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727045602" sldId="1488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826709794" sldId="1489"/>
        </pc:sldMkLst>
      </pc:sldChg>
      <pc:sldChg chg="del">
        <pc:chgData name="Sanmukh Kuppannagari" userId="ad215094-da36-4b66-9c79-369a17aea26b" providerId="ADAL" clId="{D5264D65-6749-46FB-A42B-B538352913ED}" dt="2025-09-10T22:39:39.569" v="106" actId="47"/>
        <pc:sldMkLst>
          <pc:docMk/>
          <pc:sldMk cId="1631647593" sldId="149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916295574" sldId="149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201173000" sldId="1491"/>
        </pc:sldMkLst>
      </pc:sldChg>
      <pc:sldChg chg="del">
        <pc:chgData name="Sanmukh Kuppannagari" userId="ad215094-da36-4b66-9c79-369a17aea26b" providerId="ADAL" clId="{D5264D65-6749-46FB-A42B-B538352913ED}" dt="2025-09-10T22:39:02.569" v="104" actId="2696"/>
        <pc:sldMkLst>
          <pc:docMk/>
          <pc:sldMk cId="1645953309" sldId="149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293627064" sldId="149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28356453" sldId="149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048702013" sldId="1494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59895228" sldId="149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83901888" sldId="149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308347359" sldId="1495"/>
        </pc:sldMkLst>
      </pc:sldChg>
      <pc:sldChg chg="add del">
        <pc:chgData name="Sanmukh Kuppannagari" userId="ad215094-da36-4b66-9c79-369a17aea26b" providerId="ADAL" clId="{D5264D65-6749-46FB-A42B-B538352913ED}" dt="2025-09-10T23:16:12.319" v="584" actId="47"/>
        <pc:sldMkLst>
          <pc:docMk/>
          <pc:sldMk cId="1253810203" sldId="149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607590641" sldId="1496"/>
        </pc:sldMkLst>
      </pc:sldChg>
      <pc:sldChg chg="add del">
        <pc:chgData name="Sanmukh Kuppannagari" userId="ad215094-da36-4b66-9c79-369a17aea26b" providerId="ADAL" clId="{D5264D65-6749-46FB-A42B-B538352913ED}" dt="2025-09-10T23:12:26.454" v="583" actId="47"/>
        <pc:sldMkLst>
          <pc:docMk/>
          <pc:sldMk cId="688188963" sldId="149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16366971" sldId="149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652514167" sldId="149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466822053" sldId="149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18329734" sldId="149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715567127" sldId="149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26655840" sldId="150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356971427" sldId="150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7212678" sldId="150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018545262" sldId="150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077529277" sldId="150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635305440" sldId="150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62232055" sldId="150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450447005" sldId="150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591644866" sldId="1504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227760560" sldId="1504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212071811" sldId="150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26465458" sldId="150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598018404" sldId="150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571495037" sldId="150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01638297" sldId="150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267279555" sldId="1507"/>
        </pc:sldMkLst>
      </pc:sldChg>
      <pc:sldChg chg="add del">
        <pc:chgData name="Sanmukh Kuppannagari" userId="ad215094-da36-4b66-9c79-369a17aea26b" providerId="ADAL" clId="{D5264D65-6749-46FB-A42B-B538352913ED}" dt="2025-09-10T23:06:04.027" v="461" actId="2696"/>
        <pc:sldMkLst>
          <pc:docMk/>
          <pc:sldMk cId="2170564833" sldId="1518"/>
        </pc:sldMkLst>
      </pc:sldChg>
      <pc:sldChg chg="add">
        <pc:chgData name="Sanmukh Kuppannagari" userId="ad215094-da36-4b66-9c79-369a17aea26b" providerId="ADAL" clId="{D5264D65-6749-46FB-A42B-B538352913ED}" dt="2025-09-10T23:06:07.644" v="462"/>
        <pc:sldMkLst>
          <pc:docMk/>
          <pc:sldMk cId="3299013440" sldId="151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63376498" sldId="152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642895397" sldId="152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29791837" sldId="152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053644715" sldId="152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878398838" sldId="152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478953036" sldId="1526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827224132" sldId="152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748655273" sldId="152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97830899" sldId="1528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759786652" sldId="152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863297826" sldId="152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191244788" sldId="152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967293412" sldId="153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983326334" sldId="153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897297747" sldId="153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03019850" sldId="1531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72806902" sldId="153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356911560" sldId="153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504945781" sldId="153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249077636" sldId="153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335340187" sldId="153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817724723" sldId="153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563148363" sldId="153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131741157" sldId="153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388022651" sldId="1537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4060344090" sldId="1537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76475451" sldId="153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917529413" sldId="1538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364603884" sldId="1539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673207567" sldId="1539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96873436" sldId="1540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18889183" sldId="1540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873707918" sldId="154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72620163" sldId="1541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969073321" sldId="1542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634998908" sldId="1542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1104520475" sldId="1543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27029584" sldId="1543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081662651" sldId="154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2963799951" sldId="1544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64679798" sldId="1545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2145827830" sldId="1545"/>
        </pc:sldMkLst>
      </pc:sldChg>
      <pc:sldChg chg="add del">
        <pc:chgData name="Sanmukh Kuppannagari" userId="ad215094-da36-4b66-9c79-369a17aea26b" providerId="ADAL" clId="{D5264D65-6749-46FB-A42B-B538352913ED}" dt="2025-09-10T23:05:32.461" v="459" actId="2696"/>
        <pc:sldMkLst>
          <pc:docMk/>
          <pc:sldMk cId="1378971665" sldId="1546"/>
        </pc:sldMkLst>
      </pc:sldChg>
      <pc:sldChg chg="add">
        <pc:chgData name="Sanmukh Kuppannagari" userId="ad215094-da36-4b66-9c79-369a17aea26b" providerId="ADAL" clId="{D5264D65-6749-46FB-A42B-B538352913ED}" dt="2025-09-10T23:05:39.715" v="460"/>
        <pc:sldMkLst>
          <pc:docMk/>
          <pc:sldMk cId="4051093672" sldId="1546"/>
        </pc:sldMkLst>
      </pc:sldChg>
      <pc:sldChg chg="modSp new mod">
        <pc:chgData name="Sanmukh Kuppannagari" userId="ad215094-da36-4b66-9c79-369a17aea26b" providerId="ADAL" clId="{D5264D65-6749-46FB-A42B-B538352913ED}" dt="2025-09-10T23:08:40.455" v="582" actId="20577"/>
        <pc:sldMkLst>
          <pc:docMk/>
          <pc:sldMk cId="3930430491" sldId="1547"/>
        </pc:sldMkLst>
      </pc:sldChg>
      <pc:sldChg chg="add del">
        <pc:chgData name="Sanmukh Kuppannagari" userId="ad215094-da36-4b66-9c79-369a17aea26b" providerId="ADAL" clId="{D5264D65-6749-46FB-A42B-B538352913ED}" dt="2025-09-10T23:03:24.568" v="438" actId="47"/>
        <pc:sldMkLst>
          <pc:docMk/>
          <pc:sldMk cId="2055355578" sldId="1548"/>
        </pc:sldMkLst>
      </pc:sldChg>
      <pc:sldChg chg="add del">
        <pc:chgData name="Sanmukh Kuppannagari" userId="ad215094-da36-4b66-9c79-369a17aea26b" providerId="ADAL" clId="{D5264D65-6749-46FB-A42B-B538352913ED}" dt="2025-09-10T23:03:18.620" v="437" actId="47"/>
        <pc:sldMkLst>
          <pc:docMk/>
          <pc:sldMk cId="3972000199" sldId="1549"/>
        </pc:sldMkLst>
      </pc:sldChg>
      <pc:sldChg chg="modSp add mod">
        <pc:chgData name="Sanmukh Kuppannagari" userId="ad215094-da36-4b66-9c79-369a17aea26b" providerId="ADAL" clId="{D5264D65-6749-46FB-A42B-B538352913ED}" dt="2025-09-10T23:06:47.502" v="473"/>
        <pc:sldMkLst>
          <pc:docMk/>
          <pc:sldMk cId="881403126" sldId="1550"/>
        </pc:sldMkLst>
        <pc:spChg chg="mod">
          <ac:chgData name="Sanmukh Kuppannagari" userId="ad215094-da36-4b66-9c79-369a17aea26b" providerId="ADAL" clId="{D5264D65-6749-46FB-A42B-B538352913ED}" dt="2025-09-10T23:06:47.502" v="473"/>
          <ac:spMkLst>
            <pc:docMk/>
            <pc:sldMk cId="881403126" sldId="1550"/>
            <ac:spMk id="3" creationId="{B4E4496E-1B99-6288-D0C9-F1662103E37C}"/>
          </ac:spMkLst>
        </pc:spChg>
      </pc:sldChg>
      <pc:sldChg chg="modSp add mod">
        <pc:chgData name="Sanmukh Kuppannagari" userId="ad215094-da36-4b66-9c79-369a17aea26b" providerId="ADAL" clId="{D5264D65-6749-46FB-A42B-B538352913ED}" dt="2025-09-10T23:07:07.367" v="480" actId="207"/>
        <pc:sldMkLst>
          <pc:docMk/>
          <pc:sldMk cId="835336268" sldId="1551"/>
        </pc:sldMkLst>
      </pc:sldChg>
      <pc:sldChg chg="modSp new mod">
        <pc:chgData name="Sanmukh Kuppannagari" userId="ad215094-da36-4b66-9c79-369a17aea26b" providerId="ADAL" clId="{D5264D65-6749-46FB-A42B-B538352913ED}" dt="2025-09-11T15:46:21.606" v="746" actId="20577"/>
        <pc:sldMkLst>
          <pc:docMk/>
          <pc:sldMk cId="1646034839" sldId="1552"/>
        </pc:sldMkLst>
        <pc:spChg chg="mod">
          <ac:chgData name="Sanmukh Kuppannagari" userId="ad215094-da36-4b66-9c79-369a17aea26b" providerId="ADAL" clId="{D5264D65-6749-46FB-A42B-B538352913ED}" dt="2025-09-11T15:42:37.696" v="598" actId="20577"/>
          <ac:spMkLst>
            <pc:docMk/>
            <pc:sldMk cId="1646034839" sldId="1552"/>
            <ac:spMk id="2" creationId="{28BFE64F-1E89-4C38-B204-BF514611ED72}"/>
          </ac:spMkLst>
        </pc:spChg>
        <pc:spChg chg="mod">
          <ac:chgData name="Sanmukh Kuppannagari" userId="ad215094-da36-4b66-9c79-369a17aea26b" providerId="ADAL" clId="{D5264D65-6749-46FB-A42B-B538352913ED}" dt="2025-09-11T15:46:21.606" v="746" actId="20577"/>
          <ac:spMkLst>
            <pc:docMk/>
            <pc:sldMk cId="1646034839" sldId="1552"/>
            <ac:spMk id="3" creationId="{E8475099-3787-A229-83F4-4633611A7F32}"/>
          </ac:spMkLst>
        </pc:spChg>
      </pc:sldChg>
      <pc:sldMasterChg chg="delSldLayout">
        <pc:chgData name="Sanmukh Kuppannagari" userId="ad215094-da36-4b66-9c79-369a17aea26b" providerId="ADAL" clId="{D5264D65-6749-46FB-A42B-B538352913ED}" dt="2025-09-10T23:06:04.027" v="461" actId="2696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D5264D65-6749-46FB-A42B-B538352913ED}" dt="2025-09-10T23:06:04.027" v="461" actId="2696"/>
          <pc:sldLayoutMkLst>
            <pc:docMk/>
            <pc:sldMasterMk cId="1728476084" sldId="2147483648"/>
            <pc:sldLayoutMk cId="3609125640" sldId="2147483660"/>
          </pc:sldLayoutMkLst>
        </pc:sldLayoutChg>
      </pc:sldMaster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CB24E3B9-6C37-4362-9284-D752EC06246D}"/>
    <pc:docChg chg="undo custSel addSld delSld modSld sldOrd">
      <pc:chgData name="Sanmukh Kuppannagari" userId="ad215094-da36-4b66-9c79-369a17aea26b" providerId="ADAL" clId="{CB24E3B9-6C37-4362-9284-D752EC06246D}" dt="2025-09-02T02:49:59.964" v="2509" actId="14100"/>
      <pc:docMkLst>
        <pc:docMk/>
      </pc:docMkLst>
      <pc:sldChg chg="modSp mod">
        <pc:chgData name="Sanmukh Kuppannagari" userId="ad215094-da36-4b66-9c79-369a17aea26b" providerId="ADAL" clId="{CB24E3B9-6C37-4362-9284-D752EC06246D}" dt="2025-09-02T01:29:34.227" v="1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CB24E3B9-6C37-4362-9284-D752EC06246D}" dt="2025-09-02T01:29:34.227" v="1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CB24E3B9-6C37-4362-9284-D752EC06246D}" dt="2025-09-02T01:54:32.592" v="413" actId="20577"/>
        <pc:sldMkLst>
          <pc:docMk/>
          <pc:sldMk cId="4158598040" sldId="394"/>
        </pc:sldMkLst>
      </pc:sldChg>
      <pc:sldChg chg="modSp mod">
        <pc:chgData name="Sanmukh Kuppannagari" userId="ad215094-da36-4b66-9c79-369a17aea26b" providerId="ADAL" clId="{CB24E3B9-6C37-4362-9284-D752EC06246D}" dt="2025-09-02T01:55:54.936" v="539" actId="20577"/>
        <pc:sldMkLst>
          <pc:docMk/>
          <pc:sldMk cId="854907447" sldId="395"/>
        </pc:sldMkLst>
      </pc:sldChg>
      <pc:sldChg chg="modSp">
        <pc:chgData name="Sanmukh Kuppannagari" userId="ad215094-da36-4b66-9c79-369a17aea26b" providerId="ADAL" clId="{CB24E3B9-6C37-4362-9284-D752EC06246D}" dt="2025-09-02T01:57:24.524" v="570"/>
        <pc:sldMkLst>
          <pc:docMk/>
          <pc:sldMk cId="3473456708" sldId="1344"/>
        </pc:sldMkLst>
      </pc:sldChg>
      <pc:sldChg chg="modSp">
        <pc:chgData name="Sanmukh Kuppannagari" userId="ad215094-da36-4b66-9c79-369a17aea26b" providerId="ADAL" clId="{CB24E3B9-6C37-4362-9284-D752EC06246D}" dt="2025-09-02T01:57:28.360" v="571"/>
        <pc:sldMkLst>
          <pc:docMk/>
          <pc:sldMk cId="3462074433" sldId="1345"/>
        </pc:sldMkLst>
      </pc:sldChg>
      <pc:sldChg chg="modSp">
        <pc:chgData name="Sanmukh Kuppannagari" userId="ad215094-da36-4b66-9c79-369a17aea26b" providerId="ADAL" clId="{CB24E3B9-6C37-4362-9284-D752EC06246D}" dt="2025-09-02T01:57:32.113" v="572"/>
        <pc:sldMkLst>
          <pc:docMk/>
          <pc:sldMk cId="3585318733" sldId="1346"/>
        </pc:sldMkLst>
      </pc:sldChg>
      <pc:sldChg chg="modSp mod">
        <pc:chgData name="Sanmukh Kuppannagari" userId="ad215094-da36-4b66-9c79-369a17aea26b" providerId="ADAL" clId="{CB24E3B9-6C37-4362-9284-D752EC06246D}" dt="2025-09-02T02:08:39.470" v="1010" actId="20577"/>
        <pc:sldMkLst>
          <pc:docMk/>
          <pc:sldMk cId="3890367929" sldId="1347"/>
        </pc:sldMkLst>
      </pc:sldChg>
      <pc:sldChg chg="modSp mod">
        <pc:chgData name="Sanmukh Kuppannagari" userId="ad215094-da36-4b66-9c79-369a17aea26b" providerId="ADAL" clId="{CB24E3B9-6C37-4362-9284-D752EC06246D}" dt="2025-09-02T02:09:16.682" v="1013" actId="20577"/>
        <pc:sldMkLst>
          <pc:docMk/>
          <pc:sldMk cId="1799099576" sldId="1348"/>
        </pc:sldMkLst>
      </pc:sldChg>
      <pc:sldChg chg="modSp">
        <pc:chgData name="Sanmukh Kuppannagari" userId="ad215094-da36-4b66-9c79-369a17aea26b" providerId="ADAL" clId="{CB24E3B9-6C37-4362-9284-D752EC06246D}" dt="2025-09-02T01:57:36.778" v="573"/>
        <pc:sldMkLst>
          <pc:docMk/>
          <pc:sldMk cId="4227676260" sldId="1349"/>
        </pc:sldMkLst>
      </pc:sldChg>
      <pc:sldChg chg="delSp modSp mod">
        <pc:chgData name="Sanmukh Kuppannagari" userId="ad215094-da36-4b66-9c79-369a17aea26b" providerId="ADAL" clId="{CB24E3B9-6C37-4362-9284-D752EC06246D}" dt="2025-09-02T02:44:01.946" v="2246" actId="478"/>
        <pc:sldMkLst>
          <pc:docMk/>
          <pc:sldMk cId="2262656913" sldId="1352"/>
        </pc:sldMkLst>
      </pc:sldChg>
      <pc:sldChg chg="addSp delSp modSp mod">
        <pc:chgData name="Sanmukh Kuppannagari" userId="ad215094-da36-4b66-9c79-369a17aea26b" providerId="ADAL" clId="{CB24E3B9-6C37-4362-9284-D752EC06246D}" dt="2025-09-02T02:44:32.999" v="2250" actId="478"/>
        <pc:sldMkLst>
          <pc:docMk/>
          <pc:sldMk cId="167355194" sldId="1353"/>
        </pc:sldMkLst>
      </pc:sldChg>
      <pc:sldChg chg="modSp">
        <pc:chgData name="Sanmukh Kuppannagari" userId="ad215094-da36-4b66-9c79-369a17aea26b" providerId="ADAL" clId="{CB24E3B9-6C37-4362-9284-D752EC06246D}" dt="2025-09-02T02:35:09.305" v="1898"/>
        <pc:sldMkLst>
          <pc:docMk/>
          <pc:sldMk cId="2804131373" sldId="1354"/>
        </pc:sldMkLst>
      </pc:sldChg>
      <pc:sldChg chg="modSp mod">
        <pc:chgData name="Sanmukh Kuppannagari" userId="ad215094-da36-4b66-9c79-369a17aea26b" providerId="ADAL" clId="{CB24E3B9-6C37-4362-9284-D752EC06246D}" dt="2025-09-02T02:49:05.744" v="2506" actId="20577"/>
        <pc:sldMkLst>
          <pc:docMk/>
          <pc:sldMk cId="3834269155" sldId="1355"/>
        </pc:sldMkLst>
      </pc:sldChg>
      <pc:sldChg chg="add del">
        <pc:chgData name="Sanmukh Kuppannagari" userId="ad215094-da36-4b66-9c79-369a17aea26b" providerId="ADAL" clId="{CB24E3B9-6C37-4362-9284-D752EC06246D}" dt="2025-09-02T02:48:42.567" v="2410" actId="47"/>
        <pc:sldMkLst>
          <pc:docMk/>
          <pc:sldMk cId="1967107891" sldId="1356"/>
        </pc:sldMkLst>
      </pc:sldChg>
      <pc:sldChg chg="modSp mod">
        <pc:chgData name="Sanmukh Kuppannagari" userId="ad215094-da36-4b66-9c79-369a17aea26b" providerId="ADAL" clId="{CB24E3B9-6C37-4362-9284-D752EC06246D}" dt="2025-09-02T01:56:24.016" v="566" actId="20577"/>
        <pc:sldMkLst>
          <pc:docMk/>
          <pc:sldMk cId="518010934" sldId="1373"/>
        </pc:sldMkLst>
      </pc:sldChg>
      <pc:sldChg chg="modSp mod">
        <pc:chgData name="Sanmukh Kuppannagari" userId="ad215094-da36-4b66-9c79-369a17aea26b" providerId="ADAL" clId="{CB24E3B9-6C37-4362-9284-D752EC06246D}" dt="2025-09-02T01:57:18.986" v="569" actId="20577"/>
        <pc:sldMkLst>
          <pc:docMk/>
          <pc:sldMk cId="2532106449" sldId="1374"/>
        </pc:sldMkLst>
      </pc:sldChg>
      <pc:sldChg chg="modSp mod">
        <pc:chgData name="Sanmukh Kuppannagari" userId="ad215094-da36-4b66-9c79-369a17aea26b" providerId="ADAL" clId="{CB24E3B9-6C37-4362-9284-D752EC06246D}" dt="2025-09-02T02:49:59.964" v="2509" actId="14100"/>
        <pc:sldMkLst>
          <pc:docMk/>
          <pc:sldMk cId="2155445605" sldId="1376"/>
        </pc:sldMkLst>
      </pc:sldChg>
      <pc:sldChg chg="modSp mod">
        <pc:chgData name="Sanmukh Kuppannagari" userId="ad215094-da36-4b66-9c79-369a17aea26b" providerId="ADAL" clId="{CB24E3B9-6C37-4362-9284-D752EC06246D}" dt="2025-09-02T01:31:37.470" v="28" actId="20577"/>
        <pc:sldMkLst>
          <pc:docMk/>
          <pc:sldMk cId="2646681002" sldId="1418"/>
        </pc:sldMkLst>
      </pc:sldChg>
      <pc:sldChg chg="modSp new mod ord">
        <pc:chgData name="Sanmukh Kuppannagari" userId="ad215094-da36-4b66-9c79-369a17aea26b" providerId="ADAL" clId="{CB24E3B9-6C37-4362-9284-D752EC06246D}" dt="2025-09-02T02:08:02.671" v="1005" actId="113"/>
        <pc:sldMkLst>
          <pc:docMk/>
          <pc:sldMk cId="1421149001" sldId="1419"/>
        </pc:sldMkLst>
      </pc:sldChg>
      <pc:sldChg chg="del">
        <pc:chgData name="Sanmukh Kuppannagari" userId="ad215094-da36-4b66-9c79-369a17aea26b" providerId="ADAL" clId="{CB24E3B9-6C37-4362-9284-D752EC06246D}" dt="2025-09-02T01:31:15.028" v="9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CB24E3B9-6C37-4362-9284-D752EC06246D}" dt="2025-09-02T01:31:09.493" v="7" actId="47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CB24E3B9-6C37-4362-9284-D752EC06246D}" dt="2025-09-02T02:19:14.736" v="1240" actId="20577"/>
        <pc:sldMkLst>
          <pc:docMk/>
          <pc:sldMk cId="3986795981" sldId="1420"/>
        </pc:sldMkLst>
      </pc:sldChg>
      <pc:sldChg chg="modSp new mod">
        <pc:chgData name="Sanmukh Kuppannagari" userId="ad215094-da36-4b66-9c79-369a17aea26b" providerId="ADAL" clId="{CB24E3B9-6C37-4362-9284-D752EC06246D}" dt="2025-09-02T02:34:50.033" v="1875" actId="20577"/>
        <pc:sldMkLst>
          <pc:docMk/>
          <pc:sldMk cId="2650456059" sldId="1421"/>
        </pc:sldMkLst>
      </pc:sldChg>
      <pc:sldChg chg="del">
        <pc:chgData name="Sanmukh Kuppannagari" userId="ad215094-da36-4b66-9c79-369a17aea26b" providerId="ADAL" clId="{CB24E3B9-6C37-4362-9284-D752EC06246D}" dt="2025-09-02T01:31:12.502" v="8" actId="47"/>
        <pc:sldMkLst>
          <pc:docMk/>
          <pc:sldMk cId="3752423486" sldId="1421"/>
        </pc:sldMkLst>
      </pc:sldChg>
      <pc:sldChg chg="modSp new mod">
        <pc:chgData name="Sanmukh Kuppannagari" userId="ad215094-da36-4b66-9c79-369a17aea26b" providerId="ADAL" clId="{CB24E3B9-6C37-4362-9284-D752EC06246D}" dt="2025-09-02T02:42:19.442" v="2150" actId="20577"/>
        <pc:sldMkLst>
          <pc:docMk/>
          <pc:sldMk cId="4197653838" sldId="1422"/>
        </pc:sldMkLst>
      </pc:sldChg>
      <pc:sldChg chg="delSp add mod">
        <pc:chgData name="Sanmukh Kuppannagari" userId="ad215094-da36-4b66-9c79-369a17aea26b" providerId="ADAL" clId="{CB24E3B9-6C37-4362-9284-D752EC06246D}" dt="2025-09-02T02:43:57.913" v="2245" actId="478"/>
        <pc:sldMkLst>
          <pc:docMk/>
          <pc:sldMk cId="638052932" sldId="1423"/>
        </pc:sldMkLst>
      </pc:sldChg>
      <pc:sldChg chg="delSp modSp add mod">
        <pc:chgData name="Sanmukh Kuppannagari" userId="ad215094-da36-4b66-9c79-369a17aea26b" providerId="ADAL" clId="{CB24E3B9-6C37-4362-9284-D752EC06246D}" dt="2025-09-02T02:44:12.399" v="2248" actId="478"/>
        <pc:sldMkLst>
          <pc:docMk/>
          <pc:sldMk cId="3770645963" sldId="1424"/>
        </pc:sldMkLst>
      </pc:sldChg>
      <pc:sldChg chg="modSp add mod">
        <pc:chgData name="Sanmukh Kuppannagari" userId="ad215094-da36-4b66-9c79-369a17aea26b" providerId="ADAL" clId="{CB24E3B9-6C37-4362-9284-D752EC06246D}" dt="2025-09-02T02:45:01.810" v="2253" actId="20577"/>
        <pc:sldMkLst>
          <pc:docMk/>
          <pc:sldMk cId="3081440398" sldId="1425"/>
        </pc:sldMkLst>
      </pc:sldChg>
      <pc:sldChg chg="modSp add mod">
        <pc:chgData name="Sanmukh Kuppannagari" userId="ad215094-da36-4b66-9c79-369a17aea26b" providerId="ADAL" clId="{CB24E3B9-6C37-4362-9284-D752EC06246D}" dt="2025-09-02T02:45:21.156" v="2257" actId="20577"/>
        <pc:sldMkLst>
          <pc:docMk/>
          <pc:sldMk cId="1955316302" sldId="1426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CFA3EDFF-FC1B-4308-BDA8-618996672508}"/>
    <pc:docChg chg="undo custSel addSld delSld modSld">
      <pc:chgData name="Sanmukh Kuppannagari" userId="ad215094-da36-4b66-9c79-369a17aea26b" providerId="ADAL" clId="{CFA3EDFF-FC1B-4308-BDA8-618996672508}" dt="2025-09-11T17:21:12.493" v="1862" actId="20577"/>
      <pc:docMkLst>
        <pc:docMk/>
      </pc:docMkLst>
      <pc:sldChg chg="modSp mod">
        <pc:chgData name="Sanmukh Kuppannagari" userId="ad215094-da36-4b66-9c79-369a17aea26b" providerId="ADAL" clId="{CFA3EDFF-FC1B-4308-BDA8-618996672508}" dt="2025-09-11T17:18:39.615" v="1825" actId="20577"/>
        <pc:sldMkLst>
          <pc:docMk/>
          <pc:sldMk cId="3862547967" sldId="367"/>
        </pc:sldMkLst>
      </pc:sldChg>
      <pc:sldChg chg="modSp mod">
        <pc:chgData name="Sanmukh Kuppannagari" userId="ad215094-da36-4b66-9c79-369a17aea26b" providerId="ADAL" clId="{CFA3EDFF-FC1B-4308-BDA8-618996672508}" dt="2025-09-11T17:21:12.493" v="1862" actId="20577"/>
        <pc:sldMkLst>
          <pc:docMk/>
          <pc:sldMk cId="1689515720" sldId="372"/>
        </pc:sldMkLst>
      </pc:sldChg>
      <pc:sldChg chg="modSp mod">
        <pc:chgData name="Sanmukh Kuppannagari" userId="ad215094-da36-4b66-9c79-369a17aea26b" providerId="ADAL" clId="{CFA3EDFF-FC1B-4308-BDA8-618996672508}" dt="2025-09-11T17:09:27.485" v="1811" actId="20577"/>
        <pc:sldMkLst>
          <pc:docMk/>
          <pc:sldMk cId="2723334491" sldId="404"/>
        </pc:sldMkLst>
      </pc:sldChg>
      <pc:sldChg chg="addSp modSp mod">
        <pc:chgData name="Sanmukh Kuppannagari" userId="ad215094-da36-4b66-9c79-369a17aea26b" providerId="ADAL" clId="{CFA3EDFF-FC1B-4308-BDA8-618996672508}" dt="2025-09-11T17:12:24.030" v="1820" actId="167"/>
        <pc:sldMkLst>
          <pc:docMk/>
          <pc:sldMk cId="1637347087" sldId="1230"/>
        </pc:sldMkLst>
      </pc:sldChg>
      <pc:sldChg chg="modSp mod">
        <pc:chgData name="Sanmukh Kuppannagari" userId="ad215094-da36-4b66-9c79-369a17aea26b" providerId="ADAL" clId="{CFA3EDFF-FC1B-4308-BDA8-618996672508}" dt="2025-09-11T16:20:55.933" v="230" actId="20577"/>
        <pc:sldMkLst>
          <pc:docMk/>
          <pc:sldMk cId="198821804" sldId="1252"/>
        </pc:sldMkLst>
      </pc:sldChg>
      <pc:sldChg chg="modSp mod">
        <pc:chgData name="Sanmukh Kuppannagari" userId="ad215094-da36-4b66-9c79-369a17aea26b" providerId="ADAL" clId="{CFA3EDFF-FC1B-4308-BDA8-618996672508}" dt="2025-09-11T16:20:32.120" v="179" actId="207"/>
        <pc:sldMkLst>
          <pc:docMk/>
          <pc:sldMk cId="916295574" sldId="1491"/>
        </pc:sldMkLst>
      </pc:sldChg>
      <pc:sldChg chg="modSp">
        <pc:chgData name="Sanmukh Kuppannagari" userId="ad215094-da36-4b66-9c79-369a17aea26b" providerId="ADAL" clId="{CFA3EDFF-FC1B-4308-BDA8-618996672508}" dt="2025-09-11T16:28:44.882" v="463" actId="20577"/>
        <pc:sldMkLst>
          <pc:docMk/>
          <pc:sldMk cId="1652514167" sldId="1498"/>
        </pc:sldMkLst>
      </pc:sldChg>
      <pc:sldChg chg="addSp modSp mod">
        <pc:chgData name="Sanmukh Kuppannagari" userId="ad215094-da36-4b66-9c79-369a17aea26b" providerId="ADAL" clId="{CFA3EDFF-FC1B-4308-BDA8-618996672508}" dt="2025-09-11T16:31:18.147" v="486" actId="14100"/>
        <pc:sldMkLst>
          <pc:docMk/>
          <pc:sldMk cId="17212678" sldId="1501"/>
        </pc:sldMkLst>
      </pc:sldChg>
      <pc:sldChg chg="addSp modSp mod">
        <pc:chgData name="Sanmukh Kuppannagari" userId="ad215094-da36-4b66-9c79-369a17aea26b" providerId="ADAL" clId="{CFA3EDFF-FC1B-4308-BDA8-618996672508}" dt="2025-09-11T16:32:47.808" v="490" actId="1076"/>
        <pc:sldMkLst>
          <pc:docMk/>
          <pc:sldMk cId="1227760560" sldId="1504"/>
        </pc:sldMkLst>
      </pc:sldChg>
      <pc:sldChg chg="addSp modSp">
        <pc:chgData name="Sanmukh Kuppannagari" userId="ad215094-da36-4b66-9c79-369a17aea26b" providerId="ADAL" clId="{CFA3EDFF-FC1B-4308-BDA8-618996672508}" dt="2025-09-11T16:32:53.743" v="491"/>
        <pc:sldMkLst>
          <pc:docMk/>
          <pc:sldMk cId="3212071811" sldId="1505"/>
        </pc:sldMkLst>
      </pc:sldChg>
      <pc:sldChg chg="del">
        <pc:chgData name="Sanmukh Kuppannagari" userId="ad215094-da36-4b66-9c79-369a17aea26b" providerId="ADAL" clId="{CFA3EDFF-FC1B-4308-BDA8-618996672508}" dt="2025-09-11T16:39:53.052" v="631" actId="47"/>
        <pc:sldMkLst>
          <pc:docMk/>
          <pc:sldMk cId="598018404" sldId="1506"/>
        </pc:sldMkLst>
      </pc:sldChg>
      <pc:sldChg chg="addSp modSp mod">
        <pc:chgData name="Sanmukh Kuppannagari" userId="ad215094-da36-4b66-9c79-369a17aea26b" providerId="ADAL" clId="{CFA3EDFF-FC1B-4308-BDA8-618996672508}" dt="2025-09-11T16:44:23.705" v="955" actId="20577"/>
        <pc:sldMkLst>
          <pc:docMk/>
          <pc:sldMk cId="1101638297" sldId="1507"/>
        </pc:sldMkLst>
      </pc:sldChg>
      <pc:sldChg chg="del">
        <pc:chgData name="Sanmukh Kuppannagari" userId="ad215094-da36-4b66-9c79-369a17aea26b" providerId="ADAL" clId="{CFA3EDFF-FC1B-4308-BDA8-618996672508}" dt="2025-09-11T17:13:28.232" v="1821" actId="47"/>
        <pc:sldMkLst>
          <pc:docMk/>
          <pc:sldMk cId="3299013440" sldId="1518"/>
        </pc:sldMkLst>
      </pc:sldChg>
      <pc:sldChg chg="modSp mod">
        <pc:chgData name="Sanmukh Kuppannagari" userId="ad215094-da36-4b66-9c79-369a17aea26b" providerId="ADAL" clId="{CFA3EDFF-FC1B-4308-BDA8-618996672508}" dt="2025-09-11T16:49:21.282" v="1542" actId="20577"/>
        <pc:sldMkLst>
          <pc:docMk/>
          <pc:sldMk cId="1642895397" sldId="1520"/>
        </pc:sldMkLst>
      </pc:sldChg>
      <pc:sldChg chg="modSp mod">
        <pc:chgData name="Sanmukh Kuppannagari" userId="ad215094-da36-4b66-9c79-369a17aea26b" providerId="ADAL" clId="{CFA3EDFF-FC1B-4308-BDA8-618996672508}" dt="2025-09-11T17:03:51.281" v="1701" actId="20577"/>
        <pc:sldMkLst>
          <pc:docMk/>
          <pc:sldMk cId="4051093672" sldId="1546"/>
        </pc:sldMkLst>
      </pc:sldChg>
      <pc:sldChg chg="add">
        <pc:chgData name="Sanmukh Kuppannagari" userId="ad215094-da36-4b66-9c79-369a17aea26b" providerId="ADAL" clId="{CFA3EDFF-FC1B-4308-BDA8-618996672508}" dt="2025-09-11T17:14:46.959" v="1822"/>
        <pc:sldMkLst>
          <pc:docMk/>
          <pc:sldMk cId="3972000199" sldId="1548"/>
        </pc:sldMkLst>
      </pc:sldChg>
      <pc:sldChg chg="modSp mod">
        <pc:chgData name="Sanmukh Kuppannagari" userId="ad215094-da36-4b66-9c79-369a17aea26b" providerId="ADAL" clId="{CFA3EDFF-FC1B-4308-BDA8-618996672508}" dt="2025-09-11T16:27:10.657" v="455" actId="20577"/>
        <pc:sldMkLst>
          <pc:docMk/>
          <pc:sldMk cId="1646034839" sldId="1552"/>
        </pc:sldMkLst>
        <pc:spChg chg="mod">
          <ac:chgData name="Sanmukh Kuppannagari" userId="ad215094-da36-4b66-9c79-369a17aea26b" providerId="ADAL" clId="{CFA3EDFF-FC1B-4308-BDA8-618996672508}" dt="2025-09-11T16:27:10.657" v="455" actId="20577"/>
          <ac:spMkLst>
            <pc:docMk/>
            <pc:sldMk cId="1646034839" sldId="1552"/>
            <ac:spMk id="3" creationId="{E8475099-3787-A229-83F4-4633611A7F32}"/>
          </ac:spMkLst>
        </pc:spChg>
      </pc:sldChg>
      <pc:sldChg chg="modSp new mod">
        <pc:chgData name="Sanmukh Kuppannagari" userId="ad215094-da36-4b66-9c79-369a17aea26b" providerId="ADAL" clId="{CFA3EDFF-FC1B-4308-BDA8-618996672508}" dt="2025-09-11T16:17:36.773" v="38" actId="20577"/>
        <pc:sldMkLst>
          <pc:docMk/>
          <pc:sldMk cId="2799768644" sldId="1553"/>
        </pc:sldMkLst>
      </pc:sldChg>
      <pc:sldChg chg="addSp delSp modSp add mod">
        <pc:chgData name="Sanmukh Kuppannagari" userId="ad215094-da36-4b66-9c79-369a17aea26b" providerId="ADAL" clId="{CFA3EDFF-FC1B-4308-BDA8-618996672508}" dt="2025-09-11T16:19:50.369" v="156" actId="1076"/>
        <pc:sldMkLst>
          <pc:docMk/>
          <pc:sldMk cId="1671836130" sldId="1554"/>
        </pc:sldMkLst>
      </pc:sldChg>
      <pc:sldChg chg="addSp delSp modSp new mod">
        <pc:chgData name="Sanmukh Kuppannagari" userId="ad215094-da36-4b66-9c79-369a17aea26b" providerId="ADAL" clId="{CFA3EDFF-FC1B-4308-BDA8-618996672508}" dt="2025-09-11T16:41:56.561" v="732" actId="14100"/>
        <pc:sldMkLst>
          <pc:docMk/>
          <pc:sldMk cId="3865655179" sldId="1555"/>
        </pc:sldMkLst>
      </pc:sldChg>
      <pc:sldChg chg="addSp modSp add mod">
        <pc:chgData name="Sanmukh Kuppannagari" userId="ad215094-da36-4b66-9c79-369a17aea26b" providerId="ADAL" clId="{CFA3EDFF-FC1B-4308-BDA8-618996672508}" dt="2025-09-11T16:42:08.047" v="733"/>
        <pc:sldMkLst>
          <pc:docMk/>
          <pc:sldMk cId="3315746954" sldId="1556"/>
        </pc:sldMkLst>
      </pc:sldChg>
      <pc:sldChg chg="addSp modSp add">
        <pc:chgData name="Sanmukh Kuppannagari" userId="ad215094-da36-4b66-9c79-369a17aea26b" providerId="ADAL" clId="{CFA3EDFF-FC1B-4308-BDA8-618996672508}" dt="2025-09-11T16:42:12.398" v="735"/>
        <pc:sldMkLst>
          <pc:docMk/>
          <pc:sldMk cId="2119507333" sldId="1557"/>
        </pc:sldMkLst>
      </pc:sldChg>
      <pc:sldChg chg="addSp modSp add mod">
        <pc:chgData name="Sanmukh Kuppannagari" userId="ad215094-da36-4b66-9c79-369a17aea26b" providerId="ADAL" clId="{CFA3EDFF-FC1B-4308-BDA8-618996672508}" dt="2025-09-11T16:42:10.480" v="734"/>
        <pc:sldMkLst>
          <pc:docMk/>
          <pc:sldMk cId="539525944" sldId="1558"/>
        </pc:sldMkLst>
      </pc:sldChg>
      <pc:sldChg chg="addSp modSp add mod">
        <pc:chgData name="Sanmukh Kuppannagari" userId="ad215094-da36-4b66-9c79-369a17aea26b" providerId="ADAL" clId="{CFA3EDFF-FC1B-4308-BDA8-618996672508}" dt="2025-09-11T16:42:14.530" v="736"/>
        <pc:sldMkLst>
          <pc:docMk/>
          <pc:sldMk cId="3123141350" sldId="1559"/>
        </pc:sldMkLst>
      </pc:sldChg>
      <pc:sldChg chg="addSp modSp add mod">
        <pc:chgData name="Sanmukh Kuppannagari" userId="ad215094-da36-4b66-9c79-369a17aea26b" providerId="ADAL" clId="{CFA3EDFF-FC1B-4308-BDA8-618996672508}" dt="2025-09-11T16:43:37.729" v="949" actId="1076"/>
        <pc:sldMkLst>
          <pc:docMk/>
          <pc:sldMk cId="1691093609" sldId="1560"/>
        </pc:sldMkLst>
      </pc:sldChg>
      <pc:sldChg chg="delSp modSp add mod">
        <pc:chgData name="Sanmukh Kuppannagari" userId="ad215094-da36-4b66-9c79-369a17aea26b" providerId="ADAL" clId="{CFA3EDFF-FC1B-4308-BDA8-618996672508}" dt="2025-09-11T16:48:26.679" v="1525" actId="20577"/>
        <pc:sldMkLst>
          <pc:docMk/>
          <pc:sldMk cId="1479754735" sldId="1561"/>
        </pc:sldMkLst>
      </pc:sldChg>
      <pc:sldChg chg="modSp new mod">
        <pc:chgData name="Sanmukh Kuppannagari" userId="ad215094-da36-4b66-9c79-369a17aea26b" providerId="ADAL" clId="{CFA3EDFF-FC1B-4308-BDA8-618996672508}" dt="2025-09-11T17:04:41.459" v="1778" actId="20577"/>
        <pc:sldMkLst>
          <pc:docMk/>
          <pc:sldMk cId="2776038813" sldId="1562"/>
        </pc:sldMkLst>
      </pc:sldChg>
      <pc:sldChg chg="modSp add mod">
        <pc:chgData name="Sanmukh Kuppannagari" userId="ad215094-da36-4b66-9c79-369a17aea26b" providerId="ADAL" clId="{CFA3EDFF-FC1B-4308-BDA8-618996672508}" dt="2025-09-11T17:15:46.886" v="1824" actId="27636"/>
        <pc:sldMkLst>
          <pc:docMk/>
          <pc:sldMk cId="2055355578" sldId="1563"/>
        </pc:sldMkLst>
      </pc:sldChg>
    </pc:docChg>
  </pc:docChgLst>
  <pc:docChgLst>
    <pc:chgData name="Sanmukh Kuppannagari" userId="ad215094-da36-4b66-9c79-369a17aea26b" providerId="ADAL" clId="{B530433D-D16E-4B9B-8F38-7DC414B86444}"/>
    <pc:docChg chg="custSel addSld delSld modSld">
      <pc:chgData name="Sanmukh Kuppannagari" userId="ad215094-da36-4b66-9c79-369a17aea26b" providerId="ADAL" clId="{B530433D-D16E-4B9B-8F38-7DC414B86444}" dt="2025-09-16T01:53:35.702" v="1089" actId="478"/>
      <pc:docMkLst>
        <pc:docMk/>
      </pc:docMkLst>
      <pc:sldChg chg="modSp mod">
        <pc:chgData name="Sanmukh Kuppannagari" userId="ad215094-da36-4b66-9c79-369a17aea26b" providerId="ADAL" clId="{B530433D-D16E-4B9B-8F38-7DC414B86444}" dt="2025-09-16T00:36:38.786" v="3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B530433D-D16E-4B9B-8F38-7DC414B86444}" dt="2025-09-16T00:36:38.786" v="3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187268836" sldId="31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948882311" sldId="31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900292229" sldId="31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792375850" sldId="316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068819567" sldId="31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050363261" sldId="320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2430606432" sldId="354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282194659" sldId="35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027598911" sldId="36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862547967" sldId="36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860408076" sldId="37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689515720" sldId="372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272326915" sldId="37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138363999" sldId="38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276596942" sldId="38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448897429" sldId="385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B530433D-D16E-4B9B-8F38-7DC414B86444}" dt="2025-09-16T01:34:04.028" v="953" actId="20577"/>
        <pc:sldMkLst>
          <pc:docMk/>
          <pc:sldMk cId="3837875043" sldId="390"/>
        </pc:sldMkLst>
        <pc:spChg chg="mod">
          <ac:chgData name="Sanmukh Kuppannagari" userId="ad215094-da36-4b66-9c79-369a17aea26b" providerId="ADAL" clId="{B530433D-D16E-4B9B-8F38-7DC414B86444}" dt="2025-09-16T01:34:04.028" v="953" actId="20577"/>
          <ac:spMkLst>
            <pc:docMk/>
            <pc:sldMk cId="3837875043" sldId="390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723334491" sldId="40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591707136" sldId="41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960352853" sldId="41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217257073" sldId="43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213531832" sldId="43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866383142" sldId="43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088400427" sldId="44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678674455" sldId="450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3233672176" sldId="122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491181849" sldId="122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637347087" sldId="1230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850505590" sldId="123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977426158" sldId="1233"/>
        </pc:sldMkLst>
      </pc:sldChg>
      <pc:sldChg chg="modSp add mod">
        <pc:chgData name="Sanmukh Kuppannagari" userId="ad215094-da36-4b66-9c79-369a17aea26b" providerId="ADAL" clId="{B530433D-D16E-4B9B-8F38-7DC414B86444}" dt="2025-09-16T01:31:24.766" v="946" actId="27636"/>
        <pc:sldMkLst>
          <pc:docMk/>
          <pc:sldMk cId="4246288794" sldId="1237"/>
        </pc:sldMkLst>
        <pc:spChg chg="mod">
          <ac:chgData name="Sanmukh Kuppannagari" userId="ad215094-da36-4b66-9c79-369a17aea26b" providerId="ADAL" clId="{B530433D-D16E-4B9B-8F38-7DC414B86444}" dt="2025-09-16T01:31:24.766" v="946" actId="27636"/>
          <ac:spMkLst>
            <pc:docMk/>
            <pc:sldMk cId="4246288794" sldId="1237"/>
            <ac:spMk id="3" creationId="{1398434E-9930-60DB-1859-E4FE0EB126DE}"/>
          </ac:spMkLst>
        </pc:spChg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415101111" sldId="1238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4095821644" sldId="1240"/>
        </pc:sldMkLst>
      </pc:sldChg>
      <pc:sldChg chg="add del">
        <pc:chgData name="Sanmukh Kuppannagari" userId="ad215094-da36-4b66-9c79-369a17aea26b" providerId="ADAL" clId="{B530433D-D16E-4B9B-8F38-7DC414B86444}" dt="2025-09-16T01:32:22.626" v="947" actId="47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B530433D-D16E-4B9B-8F38-7DC414B86444}" dt="2025-09-16T01:16:25.433" v="37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98821804" sldId="125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597049400" sldId="125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145424200" sldId="125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188446032" sldId="125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689973910" sldId="1256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148605205" sldId="125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264548591" sldId="125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22520264" sldId="125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707449045" sldId="1260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321271280" sldId="126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962306419" sldId="126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031928718" sldId="126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429203707" sldId="143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008884569" sldId="1436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553036157" sldId="143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116751454" sldId="143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00706830" sldId="143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407279723" sldId="145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916295574" sldId="149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293627064" sldId="149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059895228" sldId="149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308347359" sldId="149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652514167" sldId="149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715567127" sldId="149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26655840" sldId="1500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7212678" sldId="150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077529277" sldId="150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62232055" sldId="150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227760560" sldId="150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212071811" sldId="150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101638297" sldId="150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642895397" sldId="1520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053644715" sldId="152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478953036" sldId="1526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748655273" sldId="152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759786652" sldId="152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191244788" sldId="152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967293412" sldId="1530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003019850" sldId="153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356911560" sldId="153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504945781" sldId="153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817724723" sldId="153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131741157" sldId="1536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88022651" sldId="153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76475451" sldId="153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673207567" sldId="153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018889183" sldId="1540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072620163" sldId="154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969073321" sldId="154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104520475" sldId="154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081662651" sldId="154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145827830" sldId="154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4051093672" sldId="1546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930430491" sldId="154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972000199" sldId="1548"/>
        </pc:sldMkLst>
      </pc:sldChg>
      <pc:sldChg chg="modSp mod">
        <pc:chgData name="Sanmukh Kuppannagari" userId="ad215094-da36-4b66-9c79-369a17aea26b" providerId="ADAL" clId="{B530433D-D16E-4B9B-8F38-7DC414B86444}" dt="2025-09-16T00:37:52.122" v="104" actId="20577"/>
        <pc:sldMkLst>
          <pc:docMk/>
          <pc:sldMk cId="881403126" sldId="1550"/>
        </pc:sldMkLst>
        <pc:spChg chg="mod">
          <ac:chgData name="Sanmukh Kuppannagari" userId="ad215094-da36-4b66-9c79-369a17aea26b" providerId="ADAL" clId="{B530433D-D16E-4B9B-8F38-7DC414B86444}" dt="2025-09-16T00:37:52.122" v="104" actId="20577"/>
          <ac:spMkLst>
            <pc:docMk/>
            <pc:sldMk cId="881403126" sldId="1550"/>
            <ac:spMk id="3" creationId="{B4E4496E-1B99-6288-D0C9-F1662103E37C}"/>
          </ac:spMkLst>
        </pc:spChg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835336268" sldId="1551"/>
        </pc:sldMkLst>
      </pc:sldChg>
      <pc:sldChg chg="modSp mod">
        <pc:chgData name="Sanmukh Kuppannagari" userId="ad215094-da36-4b66-9c79-369a17aea26b" providerId="ADAL" clId="{B530433D-D16E-4B9B-8F38-7DC414B86444}" dt="2025-09-16T01:08:03.266" v="143" actId="27636"/>
        <pc:sldMkLst>
          <pc:docMk/>
          <pc:sldMk cId="1646034839" sldId="1552"/>
        </pc:sldMkLst>
        <pc:spChg chg="mod">
          <ac:chgData name="Sanmukh Kuppannagari" userId="ad215094-da36-4b66-9c79-369a17aea26b" providerId="ADAL" clId="{B530433D-D16E-4B9B-8F38-7DC414B86444}" dt="2025-09-16T01:08:03.266" v="143" actId="27636"/>
          <ac:spMkLst>
            <pc:docMk/>
            <pc:sldMk cId="1646034839" sldId="1552"/>
            <ac:spMk id="3" creationId="{E8475099-3787-A229-83F4-4633611A7F32}"/>
          </ac:spMkLst>
        </pc:spChg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799768644" sldId="1553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671836130" sldId="1554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865655179" sldId="1555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315746954" sldId="1556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119507333" sldId="1557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539525944" sldId="1558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3123141350" sldId="1559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691093609" sldId="1560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1479754735" sldId="1561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776038813" sldId="1562"/>
        </pc:sldMkLst>
      </pc:sldChg>
      <pc:sldChg chg="del">
        <pc:chgData name="Sanmukh Kuppannagari" userId="ad215094-da36-4b66-9c79-369a17aea26b" providerId="ADAL" clId="{B530433D-D16E-4B9B-8F38-7DC414B86444}" dt="2025-09-16T01:33:05.365" v="948" actId="47"/>
        <pc:sldMkLst>
          <pc:docMk/>
          <pc:sldMk cId="2055355578" sldId="1563"/>
        </pc:sldMkLst>
      </pc:sldChg>
      <pc:sldChg chg="modSp add mod">
        <pc:chgData name="Sanmukh Kuppannagari" userId="ad215094-da36-4b66-9c79-369a17aea26b" providerId="ADAL" clId="{B530433D-D16E-4B9B-8F38-7DC414B86444}" dt="2025-09-16T01:08:20.769" v="145" actId="207"/>
        <pc:sldMkLst>
          <pc:docMk/>
          <pc:sldMk cId="2200718263" sldId="1564"/>
        </pc:sldMkLst>
        <pc:spChg chg="mod">
          <ac:chgData name="Sanmukh Kuppannagari" userId="ad215094-da36-4b66-9c79-369a17aea26b" providerId="ADAL" clId="{B530433D-D16E-4B9B-8F38-7DC414B86444}" dt="2025-09-16T01:08:20.769" v="145" actId="207"/>
          <ac:spMkLst>
            <pc:docMk/>
            <pc:sldMk cId="2200718263" sldId="1564"/>
            <ac:spMk id="3" creationId="{056C0706-C080-2653-C5CF-5E6852F31B17}"/>
          </ac:spMkLst>
        </pc:spChg>
      </pc:sldChg>
      <pc:sldChg chg="modSp add mod">
        <pc:chgData name="Sanmukh Kuppannagari" userId="ad215094-da36-4b66-9c79-369a17aea26b" providerId="ADAL" clId="{B530433D-D16E-4B9B-8F38-7DC414B86444}" dt="2025-09-16T01:08:32.385" v="148" actId="207"/>
        <pc:sldMkLst>
          <pc:docMk/>
          <pc:sldMk cId="733700071" sldId="1565"/>
        </pc:sldMkLst>
        <pc:spChg chg="mod">
          <ac:chgData name="Sanmukh Kuppannagari" userId="ad215094-da36-4b66-9c79-369a17aea26b" providerId="ADAL" clId="{B530433D-D16E-4B9B-8F38-7DC414B86444}" dt="2025-09-16T01:08:32.385" v="148" actId="207"/>
          <ac:spMkLst>
            <pc:docMk/>
            <pc:sldMk cId="733700071" sldId="1565"/>
            <ac:spMk id="3" creationId="{2250FA3E-E621-4724-ACB2-54BDBBEBAC6C}"/>
          </ac:spMkLst>
        </pc:spChg>
      </pc:sldChg>
      <pc:sldChg chg="modSp add mod">
        <pc:chgData name="Sanmukh Kuppannagari" userId="ad215094-da36-4b66-9c79-369a17aea26b" providerId="ADAL" clId="{B530433D-D16E-4B9B-8F38-7DC414B86444}" dt="2025-09-16T01:08:40.534" v="150" actId="207"/>
        <pc:sldMkLst>
          <pc:docMk/>
          <pc:sldMk cId="1351404533" sldId="1566"/>
        </pc:sldMkLst>
        <pc:spChg chg="mod">
          <ac:chgData name="Sanmukh Kuppannagari" userId="ad215094-da36-4b66-9c79-369a17aea26b" providerId="ADAL" clId="{B530433D-D16E-4B9B-8F38-7DC414B86444}" dt="2025-09-16T01:08:40.534" v="150" actId="207"/>
          <ac:spMkLst>
            <pc:docMk/>
            <pc:sldMk cId="1351404533" sldId="1566"/>
            <ac:spMk id="3" creationId="{90AFEF12-96D0-3E96-B8C7-FEE28A030184}"/>
          </ac:spMkLst>
        </pc:spChg>
      </pc:sldChg>
      <pc:sldChg chg="modSp add mod">
        <pc:chgData name="Sanmukh Kuppannagari" userId="ad215094-da36-4b66-9c79-369a17aea26b" providerId="ADAL" clId="{B530433D-D16E-4B9B-8F38-7DC414B86444}" dt="2025-09-16T01:10:24.116" v="361" actId="20577"/>
        <pc:sldMkLst>
          <pc:docMk/>
          <pc:sldMk cId="1497103872" sldId="1567"/>
        </pc:sldMkLst>
        <pc:spChg chg="mod">
          <ac:chgData name="Sanmukh Kuppannagari" userId="ad215094-da36-4b66-9c79-369a17aea26b" providerId="ADAL" clId="{B530433D-D16E-4B9B-8F38-7DC414B86444}" dt="2025-09-16T01:10:24.116" v="361" actId="20577"/>
          <ac:spMkLst>
            <pc:docMk/>
            <pc:sldMk cId="1497103872" sldId="1567"/>
            <ac:spMk id="3" creationId="{3281E6F8-2B59-D4B7-E519-F47C9D21C4A5}"/>
          </ac:spMkLst>
        </pc:spChg>
      </pc:sldChg>
      <pc:sldChg chg="modSp add mod">
        <pc:chgData name="Sanmukh Kuppannagari" userId="ad215094-da36-4b66-9c79-369a17aea26b" providerId="ADAL" clId="{B530433D-D16E-4B9B-8F38-7DC414B86444}" dt="2025-09-16T01:11:04.507" v="366" actId="20577"/>
        <pc:sldMkLst>
          <pc:docMk/>
          <pc:sldMk cId="3390878866" sldId="1568"/>
        </pc:sldMkLst>
        <pc:spChg chg="mod">
          <ac:chgData name="Sanmukh Kuppannagari" userId="ad215094-da36-4b66-9c79-369a17aea26b" providerId="ADAL" clId="{B530433D-D16E-4B9B-8F38-7DC414B86444}" dt="2025-09-16T01:11:04.507" v="366" actId="20577"/>
          <ac:spMkLst>
            <pc:docMk/>
            <pc:sldMk cId="3390878866" sldId="1568"/>
            <ac:spMk id="2" creationId="{908FCA44-C065-71C9-88A5-747C78C390EE}"/>
          </ac:spMkLst>
        </pc:spChg>
      </pc:sldChg>
      <pc:sldChg chg="add">
        <pc:chgData name="Sanmukh Kuppannagari" userId="ad215094-da36-4b66-9c79-369a17aea26b" providerId="ADAL" clId="{B530433D-D16E-4B9B-8F38-7DC414B86444}" dt="2025-09-16T01:11:42.822" v="367"/>
        <pc:sldMkLst>
          <pc:docMk/>
          <pc:sldMk cId="3970729805" sldId="1569"/>
        </pc:sldMkLst>
      </pc:sldChg>
      <pc:sldChg chg="add">
        <pc:chgData name="Sanmukh Kuppannagari" userId="ad215094-da36-4b66-9c79-369a17aea26b" providerId="ADAL" clId="{B530433D-D16E-4B9B-8F38-7DC414B86444}" dt="2025-09-16T01:12:00.165" v="368"/>
        <pc:sldMkLst>
          <pc:docMk/>
          <pc:sldMk cId="3133203076" sldId="1570"/>
        </pc:sldMkLst>
      </pc:sldChg>
      <pc:sldChg chg="modSp add mod">
        <pc:chgData name="Sanmukh Kuppannagari" userId="ad215094-da36-4b66-9c79-369a17aea26b" providerId="ADAL" clId="{B530433D-D16E-4B9B-8F38-7DC414B86444}" dt="2025-09-16T01:12:49.479" v="371" actId="20577"/>
        <pc:sldMkLst>
          <pc:docMk/>
          <pc:sldMk cId="2609436368" sldId="1571"/>
        </pc:sldMkLst>
        <pc:spChg chg="mod">
          <ac:chgData name="Sanmukh Kuppannagari" userId="ad215094-da36-4b66-9c79-369a17aea26b" providerId="ADAL" clId="{B530433D-D16E-4B9B-8F38-7DC414B86444}" dt="2025-09-16T01:12:49.479" v="371" actId="20577"/>
          <ac:spMkLst>
            <pc:docMk/>
            <pc:sldMk cId="2609436368" sldId="1571"/>
            <ac:spMk id="3" creationId="{96CEB8B5-47F5-F348-A9A7-B159BC981FE8}"/>
          </ac:spMkLst>
        </pc:spChg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102882929" sldId="1572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3886093900" sldId="1573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3679516116" sldId="1574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287292828" sldId="1575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308722783" sldId="1576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2390499508" sldId="1577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1114198756" sldId="1578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3653719457" sldId="1579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139621931" sldId="1580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193119070" sldId="1581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2530847625" sldId="1582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3242777754" sldId="1583"/>
        </pc:sldMkLst>
      </pc:sldChg>
      <pc:sldChg chg="add">
        <pc:chgData name="Sanmukh Kuppannagari" userId="ad215094-da36-4b66-9c79-369a17aea26b" providerId="ADAL" clId="{B530433D-D16E-4B9B-8F38-7DC414B86444}" dt="2025-09-16T01:12:37.480" v="369"/>
        <pc:sldMkLst>
          <pc:docMk/>
          <pc:sldMk cId="3694732369" sldId="1584"/>
        </pc:sldMkLst>
      </pc:sldChg>
      <pc:sldChg chg="add">
        <pc:chgData name="Sanmukh Kuppannagari" userId="ad215094-da36-4b66-9c79-369a17aea26b" providerId="ADAL" clId="{B530433D-D16E-4B9B-8F38-7DC414B86444}" dt="2025-09-16T01:16:58.317" v="373"/>
        <pc:sldMkLst>
          <pc:docMk/>
          <pc:sldMk cId="482993558" sldId="1585"/>
        </pc:sldMkLst>
      </pc:sldChg>
      <pc:sldChg chg="add">
        <pc:chgData name="Sanmukh Kuppannagari" userId="ad215094-da36-4b66-9c79-369a17aea26b" providerId="ADAL" clId="{B530433D-D16E-4B9B-8F38-7DC414B86444}" dt="2025-09-16T01:17:53.417" v="374"/>
        <pc:sldMkLst>
          <pc:docMk/>
          <pc:sldMk cId="370307291" sldId="1586"/>
        </pc:sldMkLst>
      </pc:sldChg>
      <pc:sldChg chg="addSp modSp add mod">
        <pc:chgData name="Sanmukh Kuppannagari" userId="ad215094-da36-4b66-9c79-369a17aea26b" providerId="ADAL" clId="{B530433D-D16E-4B9B-8F38-7DC414B86444}" dt="2025-09-16T01:18:41.399" v="397" actId="14100"/>
        <pc:sldMkLst>
          <pc:docMk/>
          <pc:sldMk cId="1260299034" sldId="1587"/>
        </pc:sldMkLst>
        <pc:spChg chg="add mod">
          <ac:chgData name="Sanmukh Kuppannagari" userId="ad215094-da36-4b66-9c79-369a17aea26b" providerId="ADAL" clId="{B530433D-D16E-4B9B-8F38-7DC414B86444}" dt="2025-09-16T01:18:41.399" v="397" actId="14100"/>
          <ac:spMkLst>
            <pc:docMk/>
            <pc:sldMk cId="1260299034" sldId="1587"/>
            <ac:spMk id="3" creationId="{C5123800-DA16-795F-3B02-452B1FE3113A}"/>
          </ac:spMkLst>
        </pc:spChg>
      </pc:sldChg>
      <pc:sldChg chg="addSp modSp add">
        <pc:chgData name="Sanmukh Kuppannagari" userId="ad215094-da36-4b66-9c79-369a17aea26b" providerId="ADAL" clId="{B530433D-D16E-4B9B-8F38-7DC414B86444}" dt="2025-09-16T01:18:46.015" v="398"/>
        <pc:sldMkLst>
          <pc:docMk/>
          <pc:sldMk cId="469439934" sldId="1588"/>
        </pc:sldMkLst>
        <pc:spChg chg="add mod">
          <ac:chgData name="Sanmukh Kuppannagari" userId="ad215094-da36-4b66-9c79-369a17aea26b" providerId="ADAL" clId="{B530433D-D16E-4B9B-8F38-7DC414B86444}" dt="2025-09-16T01:18:46.015" v="398"/>
          <ac:spMkLst>
            <pc:docMk/>
            <pc:sldMk cId="469439934" sldId="1588"/>
            <ac:spMk id="25" creationId="{636DADCB-2853-E892-F074-C34BC265260F}"/>
          </ac:spMkLst>
        </pc:spChg>
      </pc:sldChg>
      <pc:sldChg chg="addSp modSp add">
        <pc:chgData name="Sanmukh Kuppannagari" userId="ad215094-da36-4b66-9c79-369a17aea26b" providerId="ADAL" clId="{B530433D-D16E-4B9B-8F38-7DC414B86444}" dt="2025-09-16T01:18:48.101" v="399"/>
        <pc:sldMkLst>
          <pc:docMk/>
          <pc:sldMk cId="332287244" sldId="1589"/>
        </pc:sldMkLst>
        <pc:spChg chg="add mod">
          <ac:chgData name="Sanmukh Kuppannagari" userId="ad215094-da36-4b66-9c79-369a17aea26b" providerId="ADAL" clId="{B530433D-D16E-4B9B-8F38-7DC414B86444}" dt="2025-09-16T01:18:48.101" v="399"/>
          <ac:spMkLst>
            <pc:docMk/>
            <pc:sldMk cId="332287244" sldId="1589"/>
            <ac:spMk id="25" creationId="{F8EF752F-C126-330A-F06E-247734FD1CBF}"/>
          </ac:spMkLst>
        </pc:spChg>
      </pc:sldChg>
      <pc:sldChg chg="addSp modSp add">
        <pc:chgData name="Sanmukh Kuppannagari" userId="ad215094-da36-4b66-9c79-369a17aea26b" providerId="ADAL" clId="{B530433D-D16E-4B9B-8F38-7DC414B86444}" dt="2025-09-16T01:18:50.238" v="400"/>
        <pc:sldMkLst>
          <pc:docMk/>
          <pc:sldMk cId="1261185426" sldId="1590"/>
        </pc:sldMkLst>
        <pc:spChg chg="add mod">
          <ac:chgData name="Sanmukh Kuppannagari" userId="ad215094-da36-4b66-9c79-369a17aea26b" providerId="ADAL" clId="{B530433D-D16E-4B9B-8F38-7DC414B86444}" dt="2025-09-16T01:18:50.238" v="400"/>
          <ac:spMkLst>
            <pc:docMk/>
            <pc:sldMk cId="1261185426" sldId="1590"/>
            <ac:spMk id="25" creationId="{BC264F4D-7540-AABC-93F6-CB638E1BB23F}"/>
          </ac:spMkLst>
        </pc:spChg>
      </pc:sldChg>
      <pc:sldChg chg="addSp delSp modSp new mod">
        <pc:chgData name="Sanmukh Kuppannagari" userId="ad215094-da36-4b66-9c79-369a17aea26b" providerId="ADAL" clId="{B530433D-D16E-4B9B-8F38-7DC414B86444}" dt="2025-09-16T01:22:19.244" v="437" actId="207"/>
        <pc:sldMkLst>
          <pc:docMk/>
          <pc:sldMk cId="207718080" sldId="1591"/>
        </pc:sldMkLst>
        <pc:spChg chg="mod">
          <ac:chgData name="Sanmukh Kuppannagari" userId="ad215094-da36-4b66-9c79-369a17aea26b" providerId="ADAL" clId="{B530433D-D16E-4B9B-8F38-7DC414B86444}" dt="2025-09-16T01:18:05.774" v="376"/>
          <ac:spMkLst>
            <pc:docMk/>
            <pc:sldMk cId="207718080" sldId="1591"/>
            <ac:spMk id="2" creationId="{01916A84-0C49-0311-5FC0-F5BBA363F839}"/>
          </ac:spMkLst>
        </pc:spChg>
        <pc:spChg chg="del">
          <ac:chgData name="Sanmukh Kuppannagari" userId="ad215094-da36-4b66-9c79-369a17aea26b" providerId="ADAL" clId="{B530433D-D16E-4B9B-8F38-7DC414B86444}" dt="2025-09-16T01:19:14.997" v="401" actId="478"/>
          <ac:spMkLst>
            <pc:docMk/>
            <pc:sldMk cId="207718080" sldId="1591"/>
            <ac:spMk id="3" creationId="{169FE644-B4E2-BCA7-A569-5758DE9FE748}"/>
          </ac:spMkLst>
        </pc:spChg>
        <pc:spChg chg="del mod topLvl">
          <ac:chgData name="Sanmukh Kuppannagari" userId="ad215094-da36-4b66-9c79-369a17aea26b" providerId="ADAL" clId="{B530433D-D16E-4B9B-8F38-7DC414B86444}" dt="2025-09-16T01:20:29.216" v="422" actId="478"/>
          <ac:spMkLst>
            <pc:docMk/>
            <pc:sldMk cId="207718080" sldId="1591"/>
            <ac:spMk id="5" creationId="{268708E7-CC49-B0F9-980E-77DF256C6328}"/>
          </ac:spMkLst>
        </pc:spChg>
        <pc:spChg chg="mod topLvl">
          <ac:chgData name="Sanmukh Kuppannagari" userId="ad215094-da36-4b66-9c79-369a17aea26b" providerId="ADAL" clId="{B530433D-D16E-4B9B-8F38-7DC414B86444}" dt="2025-09-16T01:19:52.410" v="410" actId="14100"/>
          <ac:spMkLst>
            <pc:docMk/>
            <pc:sldMk cId="207718080" sldId="1591"/>
            <ac:spMk id="6" creationId="{93548DE7-5D2D-A625-9CEF-420412725DF3}"/>
          </ac:spMkLst>
        </pc:spChg>
        <pc:spChg chg="mod topLvl">
          <ac:chgData name="Sanmukh Kuppannagari" userId="ad215094-da36-4b66-9c79-369a17aea26b" providerId="ADAL" clId="{B530433D-D16E-4B9B-8F38-7DC414B86444}" dt="2025-09-16T01:21:17.416" v="428" actId="1076"/>
          <ac:spMkLst>
            <pc:docMk/>
            <pc:sldMk cId="207718080" sldId="1591"/>
            <ac:spMk id="7" creationId="{87AD7252-F809-D250-B577-E4FC7F19D5D4}"/>
          </ac:spMkLst>
        </pc:spChg>
        <pc:spChg chg="add del mod">
          <ac:chgData name="Sanmukh Kuppannagari" userId="ad215094-da36-4b66-9c79-369a17aea26b" providerId="ADAL" clId="{B530433D-D16E-4B9B-8F38-7DC414B86444}" dt="2025-09-16T01:19:22.339" v="403" actId="478"/>
          <ac:spMkLst>
            <pc:docMk/>
            <pc:sldMk cId="207718080" sldId="1591"/>
            <ac:spMk id="8" creationId="{EC092A8E-AA7E-D398-561B-E2A52CDCD1AE}"/>
          </ac:spMkLst>
        </pc:spChg>
        <pc:spChg chg="add mod">
          <ac:chgData name="Sanmukh Kuppannagari" userId="ad215094-da36-4b66-9c79-369a17aea26b" providerId="ADAL" clId="{B530433D-D16E-4B9B-8F38-7DC414B86444}" dt="2025-09-16T01:19:56.213" v="412" actId="1076"/>
          <ac:spMkLst>
            <pc:docMk/>
            <pc:sldMk cId="207718080" sldId="1591"/>
            <ac:spMk id="9" creationId="{DFF60336-1182-8BA1-54B0-1C495D50CDBD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0" creationId="{AFF7D442-7A79-E37D-AECA-6840DEC3E76F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1" creationId="{2A3598C1-760D-92BB-824B-7589816AB502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2" creationId="{C6F3A43A-A204-8102-D967-584147278AD0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3" creationId="{E08DDC87-FCA9-62CA-5806-CD2A515882B8}"/>
          </ac:spMkLst>
        </pc:spChg>
        <pc:spChg chg="add mod">
          <ac:chgData name="Sanmukh Kuppannagari" userId="ad215094-da36-4b66-9c79-369a17aea26b" providerId="ADAL" clId="{B530433D-D16E-4B9B-8F38-7DC414B86444}" dt="2025-09-16T01:20:15.040" v="419" actId="1076"/>
          <ac:spMkLst>
            <pc:docMk/>
            <pc:sldMk cId="207718080" sldId="1591"/>
            <ac:spMk id="14" creationId="{9E1949F8-413F-01AC-BEFC-D5B365820CD4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5" creationId="{94EC60D3-710B-4F5E-7BAD-A8884E9A5D0A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6" creationId="{CD31A2DD-8AB2-710F-9F95-02D7BF16E054}"/>
          </ac:spMkLst>
        </pc:spChg>
        <pc:spChg chg="add mod">
          <ac:chgData name="Sanmukh Kuppannagari" userId="ad215094-da36-4b66-9c79-369a17aea26b" providerId="ADAL" clId="{B530433D-D16E-4B9B-8F38-7DC414B86444}" dt="2025-09-16T01:20:26.553" v="421" actId="1076"/>
          <ac:spMkLst>
            <pc:docMk/>
            <pc:sldMk cId="207718080" sldId="1591"/>
            <ac:spMk id="17" creationId="{7FF6B8F7-0690-D978-03C2-E151F750A9BE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8" creationId="{B5E46A2D-4DCE-E0E5-5F35-AB431D700A6B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19" creationId="{C008AF49-DF6B-C82E-5DF8-D0743EEAE8E1}"/>
          </ac:spMkLst>
        </pc:spChg>
        <pc:spChg chg="add mod">
          <ac:chgData name="Sanmukh Kuppannagari" userId="ad215094-da36-4b66-9c79-369a17aea26b" providerId="ADAL" clId="{B530433D-D16E-4B9B-8F38-7DC414B86444}" dt="2025-09-16T01:20:26.553" v="421" actId="1076"/>
          <ac:spMkLst>
            <pc:docMk/>
            <pc:sldMk cId="207718080" sldId="1591"/>
            <ac:spMk id="20" creationId="{CA68A265-C23C-9F95-4F0A-DD26BB697D08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21" creationId="{053D4BAF-D4A7-4D9C-694D-3DE3433D4945}"/>
          </ac:spMkLst>
        </pc:spChg>
        <pc:spChg chg="add mod">
          <ac:chgData name="Sanmukh Kuppannagari" userId="ad215094-da36-4b66-9c79-369a17aea26b" providerId="ADAL" clId="{B530433D-D16E-4B9B-8F38-7DC414B86444}" dt="2025-09-16T01:20:26.553" v="421" actId="1076"/>
          <ac:spMkLst>
            <pc:docMk/>
            <pc:sldMk cId="207718080" sldId="1591"/>
            <ac:spMk id="22" creationId="{938593AA-6869-26F2-6B80-0CB982F4F693}"/>
          </ac:spMkLst>
        </pc:spChg>
        <pc:spChg chg="add mod">
          <ac:chgData name="Sanmukh Kuppannagari" userId="ad215094-da36-4b66-9c79-369a17aea26b" providerId="ADAL" clId="{B530433D-D16E-4B9B-8F38-7DC414B86444}" dt="2025-09-16T01:22:19.244" v="437" actId="207"/>
          <ac:spMkLst>
            <pc:docMk/>
            <pc:sldMk cId="207718080" sldId="1591"/>
            <ac:spMk id="23" creationId="{5E5EB1DE-846E-433C-41A0-D5FA88851A44}"/>
          </ac:spMkLst>
        </pc:spChg>
        <pc:spChg chg="add mod">
          <ac:chgData name="Sanmukh Kuppannagari" userId="ad215094-da36-4b66-9c79-369a17aea26b" providerId="ADAL" clId="{B530433D-D16E-4B9B-8F38-7DC414B86444}" dt="2025-09-16T01:21:27.952" v="432" actId="14100"/>
          <ac:spMkLst>
            <pc:docMk/>
            <pc:sldMk cId="207718080" sldId="1591"/>
            <ac:spMk id="24" creationId="{6BCB94DA-5D56-5DBD-B2BF-0BB2F2425550}"/>
          </ac:spMkLst>
        </pc:spChg>
        <pc:grpChg chg="add del mod">
          <ac:chgData name="Sanmukh Kuppannagari" userId="ad215094-da36-4b66-9c79-369a17aea26b" providerId="ADAL" clId="{B530433D-D16E-4B9B-8F38-7DC414B86444}" dt="2025-09-16T01:19:33.787" v="406" actId="165"/>
          <ac:grpSpMkLst>
            <pc:docMk/>
            <pc:sldMk cId="207718080" sldId="1591"/>
            <ac:grpSpMk id="4" creationId="{82B937A7-2FEE-0503-3881-128BEF8B5BFF}"/>
          </ac:grpSpMkLst>
        </pc:grpChg>
      </pc:sldChg>
      <pc:sldChg chg="modSp add">
        <pc:chgData name="Sanmukh Kuppannagari" userId="ad215094-da36-4b66-9c79-369a17aea26b" providerId="ADAL" clId="{B530433D-D16E-4B9B-8F38-7DC414B86444}" dt="2025-09-16T01:22:40.745" v="439" actId="20577"/>
        <pc:sldMkLst>
          <pc:docMk/>
          <pc:sldMk cId="4288079091" sldId="1592"/>
        </pc:sldMkLst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6" creationId="{2D07942D-355F-365F-6315-CEDF46D7DDA4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0" creationId="{EBEFF9BD-EE5C-F7EE-4B39-618C7DB496BC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1" creationId="{1A94B583-8AF0-3E26-3909-C59B171C072D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2" creationId="{D886D950-B60D-8792-2DE0-0890D3B76233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3" creationId="{F9F7CABD-A745-CC70-F732-1225BD7FA06A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4" creationId="{B88B8F82-0DA9-33AF-1E74-EB8E9A1246A5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5" creationId="{59D7CACB-DE9F-4C0D-37C6-7B10EF3F3F9A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6" creationId="{E140DE42-2F4E-B625-C429-1214D631058F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19" creationId="{7BACC861-D07F-0718-5FAB-2FB9862D9204}"/>
          </ac:spMkLst>
        </pc:spChg>
        <pc:spChg chg="mod">
          <ac:chgData name="Sanmukh Kuppannagari" userId="ad215094-da36-4b66-9c79-369a17aea26b" providerId="ADAL" clId="{B530433D-D16E-4B9B-8F38-7DC414B86444}" dt="2025-09-16T01:22:35.241" v="438" actId="207"/>
          <ac:spMkLst>
            <pc:docMk/>
            <pc:sldMk cId="4288079091" sldId="1592"/>
            <ac:spMk id="21" creationId="{704E5566-860F-9911-4F93-A23C42557CF6}"/>
          </ac:spMkLst>
        </pc:spChg>
        <pc:spChg chg="mod">
          <ac:chgData name="Sanmukh Kuppannagari" userId="ad215094-da36-4b66-9c79-369a17aea26b" providerId="ADAL" clId="{B530433D-D16E-4B9B-8F38-7DC414B86444}" dt="2025-09-16T01:22:40.745" v="439" actId="20577"/>
          <ac:spMkLst>
            <pc:docMk/>
            <pc:sldMk cId="4288079091" sldId="1592"/>
            <ac:spMk id="24" creationId="{5D836DD7-EA02-1AB9-166B-34EBE80528AA}"/>
          </ac:spMkLst>
        </pc:spChg>
      </pc:sldChg>
      <pc:sldChg chg="modSp add">
        <pc:chgData name="Sanmukh Kuppannagari" userId="ad215094-da36-4b66-9c79-369a17aea26b" providerId="ADAL" clId="{B530433D-D16E-4B9B-8F38-7DC414B86444}" dt="2025-09-16T01:23:01.846" v="441" actId="207"/>
        <pc:sldMkLst>
          <pc:docMk/>
          <pc:sldMk cId="3587914618" sldId="1593"/>
        </pc:sldMkLst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6" creationId="{CBE0DF83-FA39-674F-8E62-4E6FBB1E6F71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9" creationId="{C92F553C-933C-EB11-C1B1-CFCE35BFFBEE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11" creationId="{71EAC355-A472-520C-760B-46C27DCEE4A7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12" creationId="{0C8A7174-9D4A-190C-881E-425A3B6ED172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14" creationId="{CBFCEBD9-EB64-F225-2D46-68E6EA307726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15" creationId="{2E80004B-DE48-8890-B3C1-4F7F7D2C0953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16" creationId="{85B430E7-8A52-706D-C0B6-C8642AD47645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17" creationId="{1FFCF59D-B495-7137-7397-F2D18F12D8EE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19" creationId="{07A8F83F-DD10-66B2-0135-9DD3D9CAC97C}"/>
          </ac:spMkLst>
        </pc:spChg>
        <pc:spChg chg="mod">
          <ac:chgData name="Sanmukh Kuppannagari" userId="ad215094-da36-4b66-9c79-369a17aea26b" providerId="ADAL" clId="{B530433D-D16E-4B9B-8F38-7DC414B86444}" dt="2025-09-16T01:23:01.846" v="441" actId="207"/>
          <ac:spMkLst>
            <pc:docMk/>
            <pc:sldMk cId="3587914618" sldId="1593"/>
            <ac:spMk id="22" creationId="{7285AEEC-CF41-8E6F-B555-B2CF099542C6}"/>
          </ac:spMkLst>
        </pc:spChg>
        <pc:spChg chg="mod">
          <ac:chgData name="Sanmukh Kuppannagari" userId="ad215094-da36-4b66-9c79-369a17aea26b" providerId="ADAL" clId="{B530433D-D16E-4B9B-8F38-7DC414B86444}" dt="2025-09-16T01:22:49.902" v="440" actId="20577"/>
          <ac:spMkLst>
            <pc:docMk/>
            <pc:sldMk cId="3587914618" sldId="1593"/>
            <ac:spMk id="24" creationId="{48BAE010-A84B-45BC-464C-B05A21E66675}"/>
          </ac:spMkLst>
        </pc:spChg>
      </pc:sldChg>
      <pc:sldChg chg="modSp add">
        <pc:chgData name="Sanmukh Kuppannagari" userId="ad215094-da36-4b66-9c79-369a17aea26b" providerId="ADAL" clId="{B530433D-D16E-4B9B-8F38-7DC414B86444}" dt="2025-09-16T01:23:19.458" v="443" actId="207"/>
        <pc:sldMkLst>
          <pc:docMk/>
          <pc:sldMk cId="369316752" sldId="1594"/>
        </pc:sldMkLst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6" creationId="{C0B46E8A-61CE-8BA1-C03E-47B5BB4FB14B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9" creationId="{738BC764-838A-A000-BCE2-39A9D07FDA63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10" creationId="{FB3CE8C2-C92F-7A8F-814A-5AF3B2066D7F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12" creationId="{00B5966D-1C8A-0B4C-BDA2-CD39D23A5EC1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14" creationId="{F18EF5FF-0E82-5DEE-C93E-BF5A3B4A7669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15" creationId="{C07492DC-AA75-17F1-6F52-796266CC89A2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16" creationId="{F1259EB4-5A65-23BA-8449-363DBEC1CEB9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17" creationId="{9EF42E73-5E80-965B-9604-DE96067B7307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19" creationId="{3906D67E-2624-0E20-CFBF-8A6E8D123C3B}"/>
          </ac:spMkLst>
        </pc:spChg>
        <pc:spChg chg="mod">
          <ac:chgData name="Sanmukh Kuppannagari" userId="ad215094-da36-4b66-9c79-369a17aea26b" providerId="ADAL" clId="{B530433D-D16E-4B9B-8F38-7DC414B86444}" dt="2025-09-16T01:23:19.458" v="443" actId="207"/>
          <ac:spMkLst>
            <pc:docMk/>
            <pc:sldMk cId="369316752" sldId="1594"/>
            <ac:spMk id="21" creationId="{D090BED3-6272-EB1F-4674-C6B5A8658B0E}"/>
          </ac:spMkLst>
        </pc:spChg>
        <pc:spChg chg="mod">
          <ac:chgData name="Sanmukh Kuppannagari" userId="ad215094-da36-4b66-9c79-369a17aea26b" providerId="ADAL" clId="{B530433D-D16E-4B9B-8F38-7DC414B86444}" dt="2025-09-16T01:23:07.536" v="442" actId="20577"/>
          <ac:spMkLst>
            <pc:docMk/>
            <pc:sldMk cId="369316752" sldId="1594"/>
            <ac:spMk id="24" creationId="{3C1F2267-47F9-934A-30EB-7604A31B6EBA}"/>
          </ac:spMkLst>
        </pc:spChg>
      </pc:sldChg>
      <pc:sldChg chg="modSp add">
        <pc:chgData name="Sanmukh Kuppannagari" userId="ad215094-da36-4b66-9c79-369a17aea26b" providerId="ADAL" clId="{B530433D-D16E-4B9B-8F38-7DC414B86444}" dt="2025-09-16T01:23:47.887" v="448" actId="207"/>
        <pc:sldMkLst>
          <pc:docMk/>
          <pc:sldMk cId="4084308660" sldId="1595"/>
        </pc:sldMkLst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6" creationId="{4CCE504F-EF18-8B91-B73D-590C6D69B970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10" creationId="{5C5BF2FF-0022-9C53-A975-6704E79447B0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11" creationId="{F8F4DBAC-900F-A1F8-925C-E945E2A2A18A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12" creationId="{ECE3989E-A2B9-373D-9B87-0476725B7616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13" creationId="{B5EC1711-61B6-DE2B-AE39-2995A8764FCE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15" creationId="{167A2FC7-5496-5BBB-328E-7419549129F0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16" creationId="{AB6D62FC-BE03-8648-B1D0-1E1BD416FD0A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18" creationId="{AD11443D-2F9A-44CE-8DBD-A6D0ED6F31B6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20" creationId="{6BF216D4-B943-E12A-FAF1-535B59722EF3}"/>
          </ac:spMkLst>
        </pc:spChg>
        <pc:spChg chg="mod">
          <ac:chgData name="Sanmukh Kuppannagari" userId="ad215094-da36-4b66-9c79-369a17aea26b" providerId="ADAL" clId="{B530433D-D16E-4B9B-8F38-7DC414B86444}" dt="2025-09-16T01:23:47.887" v="448" actId="207"/>
          <ac:spMkLst>
            <pc:docMk/>
            <pc:sldMk cId="4084308660" sldId="1595"/>
            <ac:spMk id="21" creationId="{5A0BEFB3-B99A-E951-1638-78CD76241E0F}"/>
          </ac:spMkLst>
        </pc:spChg>
        <pc:spChg chg="mod">
          <ac:chgData name="Sanmukh Kuppannagari" userId="ad215094-da36-4b66-9c79-369a17aea26b" providerId="ADAL" clId="{B530433D-D16E-4B9B-8F38-7DC414B86444}" dt="2025-09-16T01:23:33.814" v="447" actId="207"/>
          <ac:spMkLst>
            <pc:docMk/>
            <pc:sldMk cId="4084308660" sldId="1595"/>
            <ac:spMk id="24" creationId="{2091F9EA-551A-C3BA-CEBF-25FFF1D439F9}"/>
          </ac:spMkLst>
        </pc:spChg>
      </pc:sldChg>
      <pc:sldChg chg="addSp modSp add mod">
        <pc:chgData name="Sanmukh Kuppannagari" userId="ad215094-da36-4b66-9c79-369a17aea26b" providerId="ADAL" clId="{B530433D-D16E-4B9B-8F38-7DC414B86444}" dt="2025-09-16T01:30:55.536" v="944" actId="1076"/>
        <pc:sldMkLst>
          <pc:docMk/>
          <pc:sldMk cId="3831016014" sldId="1596"/>
        </pc:sldMkLst>
        <pc:spChg chg="add mod">
          <ac:chgData name="Sanmukh Kuppannagari" userId="ad215094-da36-4b66-9c79-369a17aea26b" providerId="ADAL" clId="{B530433D-D16E-4B9B-8F38-7DC414B86444}" dt="2025-09-16T01:30:55.536" v="944" actId="1076"/>
          <ac:spMkLst>
            <pc:docMk/>
            <pc:sldMk cId="3831016014" sldId="1596"/>
            <ac:spMk id="3" creationId="{BE272C4A-93B4-F54C-50A9-C4E7243AA5D2}"/>
          </ac:spMkLst>
        </pc:spChg>
        <pc:spChg chg="mod">
          <ac:chgData name="Sanmukh Kuppannagari" userId="ad215094-da36-4b66-9c79-369a17aea26b" providerId="ADAL" clId="{B530433D-D16E-4B9B-8F38-7DC414B86444}" dt="2025-09-16T01:24:52.090" v="515" actId="20577"/>
          <ac:spMkLst>
            <pc:docMk/>
            <pc:sldMk cId="3831016014" sldId="1596"/>
            <ac:spMk id="24" creationId="{C6547527-E8D4-2593-6FC1-9C932DFE98AB}"/>
          </ac:spMkLst>
        </pc:spChg>
      </pc:sldChg>
      <pc:sldChg chg="addSp delSp modSp new mod">
        <pc:chgData name="Sanmukh Kuppannagari" userId="ad215094-da36-4b66-9c79-369a17aea26b" providerId="ADAL" clId="{B530433D-D16E-4B9B-8F38-7DC414B86444}" dt="2025-09-16T01:52:52.914" v="1082" actId="478"/>
        <pc:sldMkLst>
          <pc:docMk/>
          <pc:sldMk cId="330647723" sldId="1597"/>
        </pc:sldMkLst>
        <pc:spChg chg="mod">
          <ac:chgData name="Sanmukh Kuppannagari" userId="ad215094-da36-4b66-9c79-369a17aea26b" providerId="ADAL" clId="{B530433D-D16E-4B9B-8F38-7DC414B86444}" dt="2025-09-16T01:47:28.537" v="971" actId="20577"/>
          <ac:spMkLst>
            <pc:docMk/>
            <pc:sldMk cId="330647723" sldId="1597"/>
            <ac:spMk id="2" creationId="{1CE29A99-A806-614C-05EB-2A14B670138E}"/>
          </ac:spMkLst>
        </pc:spChg>
        <pc:spChg chg="mod">
          <ac:chgData name="Sanmukh Kuppannagari" userId="ad215094-da36-4b66-9c79-369a17aea26b" providerId="ADAL" clId="{B530433D-D16E-4B9B-8F38-7DC414B86444}" dt="2025-09-16T01:49:05.809" v="1045" actId="14100"/>
          <ac:spMkLst>
            <pc:docMk/>
            <pc:sldMk cId="330647723" sldId="1597"/>
            <ac:spMk id="3" creationId="{65CED7AB-3931-5C68-5EFC-A8BEED29FB48}"/>
          </ac:spMkLst>
        </pc:spChg>
        <pc:spChg chg="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13" creationId="{F56F4341-A210-7FD1-06D3-05A6C7870B8A}"/>
          </ac:spMkLst>
        </pc:spChg>
        <pc:spChg chg="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14" creationId="{569D6205-64CE-0BD9-9DC9-66B9A7D24545}"/>
          </ac:spMkLst>
        </pc:spChg>
        <pc:spChg chg="add 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15" creationId="{317013DA-2BD4-E220-D73A-23BF37343FD8}"/>
          </ac:spMkLst>
        </pc:spChg>
        <pc:spChg chg="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16" creationId="{57F75F6A-5361-8278-F355-C12D67FF377D}"/>
          </ac:spMkLst>
        </pc:spChg>
        <pc:spChg chg="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17" creationId="{6C6E0B80-DF3B-F366-47CB-B7D515240662}"/>
          </ac:spMkLst>
        </pc:spChg>
        <pc:spChg chg="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18" creationId="{97F36B6A-5CA2-6688-D548-56B13E2D900E}"/>
          </ac:spMkLst>
        </pc:spChg>
        <pc:spChg chg="add 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19" creationId="{9F0FC205-1A7F-B075-44ED-E6C8D37EEC48}"/>
          </ac:spMkLst>
        </pc:spChg>
        <pc:spChg chg="add 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20" creationId="{4EA2302F-E02C-3B8E-EF99-7944804C8936}"/>
          </ac:spMkLst>
        </pc:spChg>
        <pc:spChg chg="mod">
          <ac:chgData name="Sanmukh Kuppannagari" userId="ad215094-da36-4b66-9c79-369a17aea26b" providerId="ADAL" clId="{B530433D-D16E-4B9B-8F38-7DC414B86444}" dt="2025-09-16T01:49:07.969" v="1046"/>
          <ac:spMkLst>
            <pc:docMk/>
            <pc:sldMk cId="330647723" sldId="1597"/>
            <ac:spMk id="23" creationId="{73B5B089-719E-387E-1114-5EA0853B1A17}"/>
          </ac:spMkLst>
        </pc:spChg>
        <pc:spChg chg="mod">
          <ac:chgData name="Sanmukh Kuppannagari" userId="ad215094-da36-4b66-9c79-369a17aea26b" providerId="ADAL" clId="{B530433D-D16E-4B9B-8F38-7DC414B86444}" dt="2025-09-16T01:49:07.969" v="1046"/>
          <ac:spMkLst>
            <pc:docMk/>
            <pc:sldMk cId="330647723" sldId="1597"/>
            <ac:spMk id="25" creationId="{F0C103C5-5346-1B4F-593E-C2355623B331}"/>
          </ac:spMkLst>
        </pc:spChg>
        <pc:spChg chg="mod">
          <ac:chgData name="Sanmukh Kuppannagari" userId="ad215094-da36-4b66-9c79-369a17aea26b" providerId="ADAL" clId="{B530433D-D16E-4B9B-8F38-7DC414B86444}" dt="2025-09-16T01:49:07.969" v="1046"/>
          <ac:spMkLst>
            <pc:docMk/>
            <pc:sldMk cId="330647723" sldId="1597"/>
            <ac:spMk id="31" creationId="{FFAF17D9-6E5C-A8B5-8BD8-BABEADC33BB4}"/>
          </ac:spMkLst>
        </pc:spChg>
        <pc:spChg chg="mod">
          <ac:chgData name="Sanmukh Kuppannagari" userId="ad215094-da36-4b66-9c79-369a17aea26b" providerId="ADAL" clId="{B530433D-D16E-4B9B-8F38-7DC414B86444}" dt="2025-09-16T01:49:07.969" v="1046"/>
          <ac:spMkLst>
            <pc:docMk/>
            <pc:sldMk cId="330647723" sldId="1597"/>
            <ac:spMk id="37" creationId="{681259D0-FD69-F5A5-EC31-00B4750F68ED}"/>
          </ac:spMkLst>
        </pc:spChg>
        <pc:spChg chg="mod">
          <ac:chgData name="Sanmukh Kuppannagari" userId="ad215094-da36-4b66-9c79-369a17aea26b" providerId="ADAL" clId="{B530433D-D16E-4B9B-8F38-7DC414B86444}" dt="2025-09-16T01:49:07.969" v="1046"/>
          <ac:spMkLst>
            <pc:docMk/>
            <pc:sldMk cId="330647723" sldId="1597"/>
            <ac:spMk id="41" creationId="{C607B51C-0E1B-D23A-6040-20601A2569CF}"/>
          </ac:spMkLst>
        </pc:spChg>
        <pc:spChg chg="mod">
          <ac:chgData name="Sanmukh Kuppannagari" userId="ad215094-da36-4b66-9c79-369a17aea26b" providerId="ADAL" clId="{B530433D-D16E-4B9B-8F38-7DC414B86444}" dt="2025-09-16T01:49:07.969" v="1046"/>
          <ac:spMkLst>
            <pc:docMk/>
            <pc:sldMk cId="330647723" sldId="1597"/>
            <ac:spMk id="43" creationId="{0A43337B-31C4-1BD7-360F-FE2228EBBC4D}"/>
          </ac:spMkLst>
        </pc:spChg>
        <pc:spChg chg="add 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45" creationId="{B2FC9BDF-CBF1-0951-889A-B125D8C16F9F}"/>
          </ac:spMkLst>
        </pc:spChg>
        <pc:spChg chg="mod">
          <ac:chgData name="Sanmukh Kuppannagari" userId="ad215094-da36-4b66-9c79-369a17aea26b" providerId="ADAL" clId="{B530433D-D16E-4B9B-8F38-7DC414B86444}" dt="2025-09-16T01:49:11.927" v="1047" actId="1076"/>
          <ac:spMkLst>
            <pc:docMk/>
            <pc:sldMk cId="330647723" sldId="1597"/>
            <ac:spMk id="46" creationId="{45421033-B3C3-5CF8-6ABE-6A69F3196DE6}"/>
          </ac:spMkLst>
        </pc:spChg>
        <pc:spChg chg="add mod">
          <ac:chgData name="Sanmukh Kuppannagari" userId="ad215094-da36-4b66-9c79-369a17aea26b" providerId="ADAL" clId="{B530433D-D16E-4B9B-8F38-7DC414B86444}" dt="2025-09-16T01:49:47.183" v="1054" actId="14100"/>
          <ac:spMkLst>
            <pc:docMk/>
            <pc:sldMk cId="330647723" sldId="1597"/>
            <ac:spMk id="47" creationId="{C6C50CBD-BBD4-A395-189B-60A753C2786C}"/>
          </ac:spMkLst>
        </pc:spChg>
        <pc:spChg chg="add mod">
          <ac:chgData name="Sanmukh Kuppannagari" userId="ad215094-da36-4b66-9c79-369a17aea26b" providerId="ADAL" clId="{B530433D-D16E-4B9B-8F38-7DC414B86444}" dt="2025-09-16T01:49:56.082" v="1056" actId="1076"/>
          <ac:spMkLst>
            <pc:docMk/>
            <pc:sldMk cId="330647723" sldId="1597"/>
            <ac:spMk id="48" creationId="{655F9929-2F42-3AEF-2AA0-3F16CBE9FEB1}"/>
          </ac:spMkLst>
        </pc:spChg>
        <pc:spChg chg="add mod">
          <ac:chgData name="Sanmukh Kuppannagari" userId="ad215094-da36-4b66-9c79-369a17aea26b" providerId="ADAL" clId="{B530433D-D16E-4B9B-8F38-7DC414B86444}" dt="2025-09-16T01:50:07.688" v="1058" actId="1076"/>
          <ac:spMkLst>
            <pc:docMk/>
            <pc:sldMk cId="330647723" sldId="1597"/>
            <ac:spMk id="49" creationId="{00957DAA-A060-A0E7-B3ED-34CE2C7F7426}"/>
          </ac:spMkLst>
        </pc:spChg>
        <pc:spChg chg="add mod">
          <ac:chgData name="Sanmukh Kuppannagari" userId="ad215094-da36-4b66-9c79-369a17aea26b" providerId="ADAL" clId="{B530433D-D16E-4B9B-8F38-7DC414B86444}" dt="2025-09-16T01:50:07.688" v="1058" actId="1076"/>
          <ac:spMkLst>
            <pc:docMk/>
            <pc:sldMk cId="330647723" sldId="1597"/>
            <ac:spMk id="50" creationId="{BD46A6E6-888F-D18E-4ABE-35BD39ADF619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52" creationId="{480A36CA-4F42-1753-C96B-B977F1D2FBCD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53" creationId="{60B0118F-EFAA-FC09-5CF2-0D436D347DDD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56" creationId="{74E406BD-66DF-87D6-E7F9-A81756EFB768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58" creationId="{CBB9CEF9-18D5-CB2B-5ACE-6C278F211B42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59" creationId="{890DDD40-8E9C-7309-DC54-4B5178F0FA90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62" creationId="{C0187FC6-28DF-A52F-1D4D-AD85EF9FF9E8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64" creationId="{52953E48-00C9-DD5E-7CDF-08CCC761F898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65" creationId="{E957F078-C171-AD2B-167F-1885FA191449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68" creationId="{37426146-B916-35A7-393B-C31CED0B72C5}"/>
          </ac:spMkLst>
        </pc:spChg>
        <pc:spChg chg="mod">
          <ac:chgData name="Sanmukh Kuppannagari" userId="ad215094-da36-4b66-9c79-369a17aea26b" providerId="ADAL" clId="{B530433D-D16E-4B9B-8F38-7DC414B86444}" dt="2025-09-16T01:50:44.071" v="1060"/>
          <ac:spMkLst>
            <pc:docMk/>
            <pc:sldMk cId="330647723" sldId="1597"/>
            <ac:spMk id="71" creationId="{81D77F68-9129-23D5-A642-D90C605D279C}"/>
          </ac:spMkLst>
        </pc:s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21" creationId="{CF56C329-F77B-B5D0-663D-800E7A174A7F}"/>
          </ac:grpSpMkLst>
        </pc:gr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24" creationId="{190158C2-02B5-124A-81BA-8803F0A9CAA9}"/>
          </ac:grpSpMkLst>
        </pc:gr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27" creationId="{1D079382-5D7A-90E1-2517-A6C4E401F8EB}"/>
          </ac:grpSpMkLst>
        </pc:gr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30" creationId="{26578C71-1645-6708-FF12-9EBB472AC101}"/>
          </ac:grpSpMkLst>
        </pc:gr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33" creationId="{DF3E941B-E30A-B87D-84CA-BC1223FED6C3}"/>
          </ac:grpSpMkLst>
        </pc:gr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36" creationId="{3061665D-BB61-375D-9C80-268B2C36E2BB}"/>
          </ac:grpSpMkLst>
        </pc:gr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39" creationId="{9D354B4B-A93A-3508-87F3-EBF6E6332C06}"/>
          </ac:grpSpMkLst>
        </pc:grpChg>
        <pc:grpChg chg="del">
          <ac:chgData name="Sanmukh Kuppannagari" userId="ad215094-da36-4b66-9c79-369a17aea26b" providerId="ADAL" clId="{B530433D-D16E-4B9B-8F38-7DC414B86444}" dt="2025-09-16T01:50:42.806" v="1059" actId="478"/>
          <ac:grpSpMkLst>
            <pc:docMk/>
            <pc:sldMk cId="330647723" sldId="1597"/>
            <ac:grpSpMk id="42" creationId="{56D7AB2B-F707-B4ED-8DBD-35B03852CEC2}"/>
          </ac:grpSpMkLst>
        </pc:grpChg>
        <pc:grpChg chg="del mod">
          <ac:chgData name="Sanmukh Kuppannagari" userId="ad215094-da36-4b66-9c79-369a17aea26b" providerId="ADAL" clId="{B530433D-D16E-4B9B-8F38-7DC414B86444}" dt="2025-09-16T01:52:52.914" v="1082" actId="478"/>
          <ac:grpSpMkLst>
            <pc:docMk/>
            <pc:sldMk cId="330647723" sldId="1597"/>
            <ac:grpSpMk id="51" creationId="{0831566B-0464-6BDA-FF23-FEF29E64D1D4}"/>
          </ac:grpSpMkLst>
        </pc:grpChg>
        <pc:grpChg chg="mod">
          <ac:chgData name="Sanmukh Kuppannagari" userId="ad215094-da36-4b66-9c79-369a17aea26b" providerId="ADAL" clId="{B530433D-D16E-4B9B-8F38-7DC414B86444}" dt="2025-09-16T01:50:51.047" v="1061" actId="1076"/>
          <ac:grpSpMkLst>
            <pc:docMk/>
            <pc:sldMk cId="330647723" sldId="1597"/>
            <ac:grpSpMk id="54" creationId="{813A48C7-80CE-B539-331C-FFDC40E18B69}"/>
          </ac:grpSpMkLst>
        </pc:grpChg>
        <pc:grpChg chg="del mod">
          <ac:chgData name="Sanmukh Kuppannagari" userId="ad215094-da36-4b66-9c79-369a17aea26b" providerId="ADAL" clId="{B530433D-D16E-4B9B-8F38-7DC414B86444}" dt="2025-09-16T01:52:52.914" v="1082" actId="478"/>
          <ac:grpSpMkLst>
            <pc:docMk/>
            <pc:sldMk cId="330647723" sldId="1597"/>
            <ac:grpSpMk id="57" creationId="{BAB9DBC2-A6DD-24C3-8179-D2C13DB898A4}"/>
          </ac:grpSpMkLst>
        </pc:grpChg>
        <pc:grpChg chg="mod">
          <ac:chgData name="Sanmukh Kuppannagari" userId="ad215094-da36-4b66-9c79-369a17aea26b" providerId="ADAL" clId="{B530433D-D16E-4B9B-8F38-7DC414B86444}" dt="2025-09-16T01:50:51.047" v="1061" actId="1076"/>
          <ac:grpSpMkLst>
            <pc:docMk/>
            <pc:sldMk cId="330647723" sldId="1597"/>
            <ac:grpSpMk id="60" creationId="{848FFE67-F3DC-DACC-2C70-F342DA3A64F0}"/>
          </ac:grpSpMkLst>
        </pc:grpChg>
        <pc:grpChg chg="del mod">
          <ac:chgData name="Sanmukh Kuppannagari" userId="ad215094-da36-4b66-9c79-369a17aea26b" providerId="ADAL" clId="{B530433D-D16E-4B9B-8F38-7DC414B86444}" dt="2025-09-16T01:52:52.914" v="1082" actId="478"/>
          <ac:grpSpMkLst>
            <pc:docMk/>
            <pc:sldMk cId="330647723" sldId="1597"/>
            <ac:grpSpMk id="63" creationId="{8B78ED66-A2D0-42EF-D14F-B1FEC5E73378}"/>
          </ac:grpSpMkLst>
        </pc:grpChg>
        <pc:grpChg chg="mod">
          <ac:chgData name="Sanmukh Kuppannagari" userId="ad215094-da36-4b66-9c79-369a17aea26b" providerId="ADAL" clId="{B530433D-D16E-4B9B-8F38-7DC414B86444}" dt="2025-09-16T01:50:51.047" v="1061" actId="1076"/>
          <ac:grpSpMkLst>
            <pc:docMk/>
            <pc:sldMk cId="330647723" sldId="1597"/>
            <ac:grpSpMk id="66" creationId="{414D1914-FBF6-6129-8D6D-0B839A272425}"/>
          </ac:grpSpMkLst>
        </pc:grpChg>
        <pc:grpChg chg="del mod">
          <ac:chgData name="Sanmukh Kuppannagari" userId="ad215094-da36-4b66-9c79-369a17aea26b" providerId="ADAL" clId="{B530433D-D16E-4B9B-8F38-7DC414B86444}" dt="2025-09-16T01:52:52.914" v="1082" actId="478"/>
          <ac:grpSpMkLst>
            <pc:docMk/>
            <pc:sldMk cId="330647723" sldId="1597"/>
            <ac:grpSpMk id="69" creationId="{1A093814-EBB3-5EEB-302D-E2A142A92F54}"/>
          </ac:grpSpMkLst>
        </pc:grpChg>
        <pc:grpChg chg="mod">
          <ac:chgData name="Sanmukh Kuppannagari" userId="ad215094-da36-4b66-9c79-369a17aea26b" providerId="ADAL" clId="{B530433D-D16E-4B9B-8F38-7DC414B86444}" dt="2025-09-16T01:50:51.047" v="1061" actId="1076"/>
          <ac:grpSpMkLst>
            <pc:docMk/>
            <pc:sldMk cId="330647723" sldId="1597"/>
            <ac:grpSpMk id="72" creationId="{4787A2B3-FF51-8CA9-8706-69B36A7E3A23}"/>
          </ac:grpSpMkLst>
        </pc:grpChg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630970957" sldId="1597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3261808455" sldId="1598"/>
        </pc:sldMkLst>
      </pc:sldChg>
      <pc:sldChg chg="delSp modSp add mod">
        <pc:chgData name="Sanmukh Kuppannagari" userId="ad215094-da36-4b66-9c79-369a17aea26b" providerId="ADAL" clId="{B530433D-D16E-4B9B-8F38-7DC414B86444}" dt="2025-09-16T01:53:02.593" v="1083" actId="478"/>
        <pc:sldMkLst>
          <pc:docMk/>
          <pc:sldMk cId="4045898174" sldId="1598"/>
        </pc:sldMkLst>
        <pc:spChg chg="del mod">
          <ac:chgData name="Sanmukh Kuppannagari" userId="ad215094-da36-4b66-9c79-369a17aea26b" providerId="ADAL" clId="{B530433D-D16E-4B9B-8F38-7DC414B86444}" dt="2025-09-16T01:52:28.379" v="1078" actId="478"/>
          <ac:spMkLst>
            <pc:docMk/>
            <pc:sldMk cId="4045898174" sldId="1598"/>
            <ac:spMk id="13" creationId="{9B20C5B4-3D96-40A6-3106-0E4710822A82}"/>
          </ac:spMkLst>
        </pc:spChg>
        <pc:spChg chg="mod">
          <ac:chgData name="Sanmukh Kuppannagari" userId="ad215094-da36-4b66-9c79-369a17aea26b" providerId="ADAL" clId="{B530433D-D16E-4B9B-8F38-7DC414B86444}" dt="2025-09-16T01:52:06.667" v="1068" actId="20577"/>
          <ac:spMkLst>
            <pc:docMk/>
            <pc:sldMk cId="4045898174" sldId="1598"/>
            <ac:spMk id="14" creationId="{3FEDEE32-D5E8-587B-4DB3-7A10A232900B}"/>
          </ac:spMkLst>
        </pc:spChg>
        <pc:spChg chg="del">
          <ac:chgData name="Sanmukh Kuppannagari" userId="ad215094-da36-4b66-9c79-369a17aea26b" providerId="ADAL" clId="{B530433D-D16E-4B9B-8F38-7DC414B86444}" dt="2025-09-16T01:52:32.611" v="1079" actId="478"/>
          <ac:spMkLst>
            <pc:docMk/>
            <pc:sldMk cId="4045898174" sldId="1598"/>
            <ac:spMk id="15" creationId="{4281F5F6-BF7C-598D-1109-603B055CA800}"/>
          </ac:spMkLst>
        </pc:spChg>
        <pc:spChg chg="mod">
          <ac:chgData name="Sanmukh Kuppannagari" userId="ad215094-da36-4b66-9c79-369a17aea26b" providerId="ADAL" clId="{B530433D-D16E-4B9B-8F38-7DC414B86444}" dt="2025-09-16T01:52:10.438" v="1070" actId="20577"/>
          <ac:spMkLst>
            <pc:docMk/>
            <pc:sldMk cId="4045898174" sldId="1598"/>
            <ac:spMk id="16" creationId="{62D57618-0F18-6151-DE5E-B6C0F36AB6F7}"/>
          </ac:spMkLst>
        </pc:spChg>
        <pc:spChg chg="del">
          <ac:chgData name="Sanmukh Kuppannagari" userId="ad215094-da36-4b66-9c79-369a17aea26b" providerId="ADAL" clId="{B530433D-D16E-4B9B-8F38-7DC414B86444}" dt="2025-09-16T01:52:39.101" v="1080" actId="478"/>
          <ac:spMkLst>
            <pc:docMk/>
            <pc:sldMk cId="4045898174" sldId="1598"/>
            <ac:spMk id="17" creationId="{C56447A0-F30B-F9C3-F357-98F80C969B66}"/>
          </ac:spMkLst>
        </pc:spChg>
        <pc:spChg chg="mod">
          <ac:chgData name="Sanmukh Kuppannagari" userId="ad215094-da36-4b66-9c79-369a17aea26b" providerId="ADAL" clId="{B530433D-D16E-4B9B-8F38-7DC414B86444}" dt="2025-09-16T01:52:13.099" v="1073" actId="20577"/>
          <ac:spMkLst>
            <pc:docMk/>
            <pc:sldMk cId="4045898174" sldId="1598"/>
            <ac:spMk id="18" creationId="{62AE0554-8C4F-165B-CA6A-C94D752251BE}"/>
          </ac:spMkLst>
        </pc:spChg>
        <pc:spChg chg="del">
          <ac:chgData name="Sanmukh Kuppannagari" userId="ad215094-da36-4b66-9c79-369a17aea26b" providerId="ADAL" clId="{B530433D-D16E-4B9B-8F38-7DC414B86444}" dt="2025-09-16T01:52:44.390" v="1081" actId="478"/>
          <ac:spMkLst>
            <pc:docMk/>
            <pc:sldMk cId="4045898174" sldId="1598"/>
            <ac:spMk id="19" creationId="{E32A2AC6-DE76-2AD9-2E47-B1E11AB704D6}"/>
          </ac:spMkLst>
        </pc:spChg>
        <pc:spChg chg="mod">
          <ac:chgData name="Sanmukh Kuppannagari" userId="ad215094-da36-4b66-9c79-369a17aea26b" providerId="ADAL" clId="{B530433D-D16E-4B9B-8F38-7DC414B86444}" dt="2025-09-16T01:52:16.603" v="1076" actId="20577"/>
          <ac:spMkLst>
            <pc:docMk/>
            <pc:sldMk cId="4045898174" sldId="1598"/>
            <ac:spMk id="20" creationId="{30A813A2-1EAC-1037-7D61-DF995508EFEA}"/>
          </ac:spMkLst>
        </pc:spChg>
        <pc:spChg chg="mod">
          <ac:chgData name="Sanmukh Kuppannagari" userId="ad215094-da36-4b66-9c79-369a17aea26b" providerId="ADAL" clId="{B530433D-D16E-4B9B-8F38-7DC414B86444}" dt="2025-09-16T01:51:44.275" v="1064" actId="14100"/>
          <ac:spMkLst>
            <pc:docMk/>
            <pc:sldMk cId="4045898174" sldId="1598"/>
            <ac:spMk id="47" creationId="{C5C1E009-17FA-8090-54E8-5F3340761FF0}"/>
          </ac:spMkLst>
        </pc:spChg>
        <pc:spChg chg="del">
          <ac:chgData name="Sanmukh Kuppannagari" userId="ad215094-da36-4b66-9c79-369a17aea26b" providerId="ADAL" clId="{B530433D-D16E-4B9B-8F38-7DC414B86444}" dt="2025-09-16T01:51:31.711" v="1063" actId="478"/>
          <ac:spMkLst>
            <pc:docMk/>
            <pc:sldMk cId="4045898174" sldId="1598"/>
            <ac:spMk id="48" creationId="{712389E2-70CF-9C61-2EB4-289E7025A832}"/>
          </ac:spMkLst>
        </pc:spChg>
        <pc:spChg chg="mod">
          <ac:chgData name="Sanmukh Kuppannagari" userId="ad215094-da36-4b66-9c79-369a17aea26b" providerId="ADAL" clId="{B530433D-D16E-4B9B-8F38-7DC414B86444}" dt="2025-09-16T01:51:52.254" v="1066" actId="14100"/>
          <ac:spMkLst>
            <pc:docMk/>
            <pc:sldMk cId="4045898174" sldId="1598"/>
            <ac:spMk id="49" creationId="{7DE8E64E-A781-99D9-12D2-91C6B114DD67}"/>
          </ac:spMkLst>
        </pc:spChg>
        <pc:spChg chg="del">
          <ac:chgData name="Sanmukh Kuppannagari" userId="ad215094-da36-4b66-9c79-369a17aea26b" providerId="ADAL" clId="{B530433D-D16E-4B9B-8F38-7DC414B86444}" dt="2025-09-16T01:51:47.085" v="1065" actId="478"/>
          <ac:spMkLst>
            <pc:docMk/>
            <pc:sldMk cId="4045898174" sldId="1598"/>
            <ac:spMk id="50" creationId="{3CD9752D-BBCC-B369-4573-B24A9D91988A}"/>
          </ac:spMkLst>
        </pc:spChg>
        <pc:grpChg chg="del">
          <ac:chgData name="Sanmukh Kuppannagari" userId="ad215094-da36-4b66-9c79-369a17aea26b" providerId="ADAL" clId="{B530433D-D16E-4B9B-8F38-7DC414B86444}" dt="2025-09-16T01:53:02.593" v="1083" actId="478"/>
          <ac:grpSpMkLst>
            <pc:docMk/>
            <pc:sldMk cId="4045898174" sldId="1598"/>
            <ac:grpSpMk id="51" creationId="{6C3CC46B-E358-3223-82A7-5A3E553F3B1E}"/>
          </ac:grpSpMkLst>
        </pc:grpChg>
        <pc:grpChg chg="del">
          <ac:chgData name="Sanmukh Kuppannagari" userId="ad215094-da36-4b66-9c79-369a17aea26b" providerId="ADAL" clId="{B530433D-D16E-4B9B-8F38-7DC414B86444}" dt="2025-09-16T01:53:02.593" v="1083" actId="478"/>
          <ac:grpSpMkLst>
            <pc:docMk/>
            <pc:sldMk cId="4045898174" sldId="1598"/>
            <ac:grpSpMk id="54" creationId="{EA2C9DAC-F3E1-8552-A4F2-711F0A3ECDBA}"/>
          </ac:grpSpMkLst>
        </pc:grpChg>
        <pc:grpChg chg="del">
          <ac:chgData name="Sanmukh Kuppannagari" userId="ad215094-da36-4b66-9c79-369a17aea26b" providerId="ADAL" clId="{B530433D-D16E-4B9B-8F38-7DC414B86444}" dt="2025-09-16T01:53:02.593" v="1083" actId="478"/>
          <ac:grpSpMkLst>
            <pc:docMk/>
            <pc:sldMk cId="4045898174" sldId="1598"/>
            <ac:grpSpMk id="57" creationId="{38EDBC27-DEAC-AF01-402D-2479E1F38861}"/>
          </ac:grpSpMkLst>
        </pc:grpChg>
        <pc:grpChg chg="del">
          <ac:chgData name="Sanmukh Kuppannagari" userId="ad215094-da36-4b66-9c79-369a17aea26b" providerId="ADAL" clId="{B530433D-D16E-4B9B-8F38-7DC414B86444}" dt="2025-09-16T01:53:02.593" v="1083" actId="478"/>
          <ac:grpSpMkLst>
            <pc:docMk/>
            <pc:sldMk cId="4045898174" sldId="1598"/>
            <ac:grpSpMk id="63" creationId="{AA3BA01D-3679-ADF1-BE79-6B903A9E5CDD}"/>
          </ac:grpSpMkLst>
        </pc:grpChg>
        <pc:grpChg chg="del">
          <ac:chgData name="Sanmukh Kuppannagari" userId="ad215094-da36-4b66-9c79-369a17aea26b" providerId="ADAL" clId="{B530433D-D16E-4B9B-8F38-7DC414B86444}" dt="2025-09-16T01:53:02.593" v="1083" actId="478"/>
          <ac:grpSpMkLst>
            <pc:docMk/>
            <pc:sldMk cId="4045898174" sldId="1598"/>
            <ac:grpSpMk id="66" creationId="{0D2108A3-7A70-DDD4-B794-69327D938F65}"/>
          </ac:grpSpMkLst>
        </pc:grpChg>
        <pc:grpChg chg="del">
          <ac:chgData name="Sanmukh Kuppannagari" userId="ad215094-da36-4b66-9c79-369a17aea26b" providerId="ADAL" clId="{B530433D-D16E-4B9B-8F38-7DC414B86444}" dt="2025-09-16T01:53:02.593" v="1083" actId="478"/>
          <ac:grpSpMkLst>
            <pc:docMk/>
            <pc:sldMk cId="4045898174" sldId="1598"/>
            <ac:grpSpMk id="69" creationId="{B79A7BB6-0510-E56C-57C9-003242D0A8C8}"/>
          </ac:grpSpMkLst>
        </pc:grpChg>
      </pc:sldChg>
      <pc:sldChg chg="delSp modSp add mod">
        <pc:chgData name="Sanmukh Kuppannagari" userId="ad215094-da36-4b66-9c79-369a17aea26b" providerId="ADAL" clId="{B530433D-D16E-4B9B-8F38-7DC414B86444}" dt="2025-09-16T01:53:35.702" v="1089" actId="478"/>
        <pc:sldMkLst>
          <pc:docMk/>
          <pc:sldMk cId="2731223021" sldId="1599"/>
        </pc:sldMkLst>
        <pc:spChg chg="del">
          <ac:chgData name="Sanmukh Kuppannagari" userId="ad215094-da36-4b66-9c79-369a17aea26b" providerId="ADAL" clId="{B530433D-D16E-4B9B-8F38-7DC414B86444}" dt="2025-09-16T01:53:28.441" v="1087" actId="478"/>
          <ac:spMkLst>
            <pc:docMk/>
            <pc:sldMk cId="2731223021" sldId="1599"/>
            <ac:spMk id="14" creationId="{E86B83D1-DD24-1B75-A66B-CA911D4931C5}"/>
          </ac:spMkLst>
        </pc:spChg>
        <pc:spChg chg="del">
          <ac:chgData name="Sanmukh Kuppannagari" userId="ad215094-da36-4b66-9c79-369a17aea26b" providerId="ADAL" clId="{B530433D-D16E-4B9B-8F38-7DC414B86444}" dt="2025-09-16T01:53:32.096" v="1088" actId="478"/>
          <ac:spMkLst>
            <pc:docMk/>
            <pc:sldMk cId="2731223021" sldId="1599"/>
            <ac:spMk id="18" creationId="{479D85AD-0AAA-2A88-484B-F91A8C255BAF}"/>
          </ac:spMkLst>
        </pc:spChg>
        <pc:spChg chg="mod">
          <ac:chgData name="Sanmukh Kuppannagari" userId="ad215094-da36-4b66-9c79-369a17aea26b" providerId="ADAL" clId="{B530433D-D16E-4B9B-8F38-7DC414B86444}" dt="2025-09-16T01:53:22.168" v="1086" actId="14100"/>
          <ac:spMkLst>
            <pc:docMk/>
            <pc:sldMk cId="2731223021" sldId="1599"/>
            <ac:spMk id="47" creationId="{0428C7CF-06D1-F657-3F05-7B87EEE3D367}"/>
          </ac:spMkLst>
        </pc:spChg>
        <pc:spChg chg="del">
          <ac:chgData name="Sanmukh Kuppannagari" userId="ad215094-da36-4b66-9c79-369a17aea26b" providerId="ADAL" clId="{B530433D-D16E-4B9B-8F38-7DC414B86444}" dt="2025-09-16T01:53:10.235" v="1085" actId="478"/>
          <ac:spMkLst>
            <pc:docMk/>
            <pc:sldMk cId="2731223021" sldId="1599"/>
            <ac:spMk id="49" creationId="{D5367723-8066-D6B7-3F6C-89CFF68D72DD}"/>
          </ac:spMkLst>
        </pc:spChg>
        <pc:grpChg chg="del">
          <ac:chgData name="Sanmukh Kuppannagari" userId="ad215094-da36-4b66-9c79-369a17aea26b" providerId="ADAL" clId="{B530433D-D16E-4B9B-8F38-7DC414B86444}" dt="2025-09-16T01:53:35.702" v="1089" actId="478"/>
          <ac:grpSpMkLst>
            <pc:docMk/>
            <pc:sldMk cId="2731223021" sldId="1599"/>
            <ac:grpSpMk id="60" creationId="{C4EFA024-AE92-611D-742A-762BD71C7088}"/>
          </ac:grpSpMkLst>
        </pc:grpChg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3882636439" sldId="1599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3984947241" sldId="1600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2995874394" sldId="1601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205342181" sldId="1602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1528340615" sldId="1603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2320513400" sldId="1604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2153382333" sldId="1605"/>
        </pc:sldMkLst>
      </pc:sldChg>
      <pc:sldChg chg="add del">
        <pc:chgData name="Sanmukh Kuppannagari" userId="ad215094-da36-4b66-9c79-369a17aea26b" providerId="ADAL" clId="{B530433D-D16E-4B9B-8F38-7DC414B86444}" dt="2025-09-16T01:23:57.306" v="449" actId="47"/>
        <pc:sldMkLst>
          <pc:docMk/>
          <pc:sldMk cId="707665351" sldId="1606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D5E25D0F-35C1-45CD-9B25-657D6CF8E654}"/>
    <pc:docChg chg="custSel addSld delSld modSld">
      <pc:chgData name="Sanmukh Kuppannagari" userId="ad215094-da36-4b66-9c79-369a17aea26b" providerId="ADAL" clId="{D5E25D0F-35C1-45CD-9B25-657D6CF8E654}" dt="2025-09-04T14:33:06.038" v="1748" actId="20577"/>
      <pc:docMkLst>
        <pc:docMk/>
      </pc:docMkLst>
      <pc:sldChg chg="modSp mod">
        <pc:chgData name="Sanmukh Kuppannagari" userId="ad215094-da36-4b66-9c79-369a17aea26b" providerId="ADAL" clId="{D5E25D0F-35C1-45CD-9B25-657D6CF8E654}" dt="2025-09-04T12:46:44.620" v="29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D5E25D0F-35C1-45CD-9B25-657D6CF8E654}" dt="2025-09-04T12:46:44.620" v="29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D5E25D0F-35C1-45CD-9B25-657D6CF8E654}" dt="2025-09-04T12:47:11.046" v="34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D5E25D0F-35C1-45CD-9B25-657D6CF8E654}" dt="2025-09-04T12:47:57.975" v="40" actId="47"/>
        <pc:sldMkLst>
          <pc:docMk/>
          <pc:sldMk cId="276729432" sldId="309"/>
        </pc:sldMkLst>
      </pc:sldChg>
      <pc:sldChg chg="add del">
        <pc:chgData name="Sanmukh Kuppannagari" userId="ad215094-da36-4b66-9c79-369a17aea26b" providerId="ADAL" clId="{D5E25D0F-35C1-45CD-9B25-657D6CF8E654}" dt="2025-09-04T12:50:30.522" v="47"/>
        <pc:sldMkLst>
          <pc:docMk/>
          <pc:sldMk cId="2950079441" sldId="328"/>
        </pc:sldMkLst>
      </pc:sldChg>
      <pc:sldChg chg="add del">
        <pc:chgData name="Sanmukh Kuppannagari" userId="ad215094-da36-4b66-9c79-369a17aea26b" providerId="ADAL" clId="{D5E25D0F-35C1-45CD-9B25-657D6CF8E654}" dt="2025-09-04T12:51:31.198" v="49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D5E25D0F-35C1-45CD-9B25-657D6CF8E654}" dt="2025-09-04T13:02:21.434" v="164" actId="20577"/>
        <pc:sldMkLst>
          <pc:docMk/>
          <pc:sldMk cId="3837875043" sldId="390"/>
        </pc:sldMkLst>
        <pc:spChg chg="mod">
          <ac:chgData name="Sanmukh Kuppannagari" userId="ad215094-da36-4b66-9c79-369a17aea26b" providerId="ADAL" clId="{D5E25D0F-35C1-45CD-9B25-657D6CF8E654}" dt="2025-09-04T13:02:21.434" v="164" actId="20577"/>
          <ac:spMkLst>
            <pc:docMk/>
            <pc:sldMk cId="3837875043" sldId="390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D5E25D0F-35C1-45CD-9B25-657D6CF8E654}" dt="2025-09-04T12:47:55.626" v="39" actId="47"/>
        <pc:sldMkLst>
          <pc:docMk/>
          <pc:sldMk cId="2314761624" sldId="392"/>
        </pc:sldMkLst>
      </pc:sldChg>
      <pc:sldChg chg="modSp mod">
        <pc:chgData name="Sanmukh Kuppannagari" userId="ad215094-da36-4b66-9c79-369a17aea26b" providerId="ADAL" clId="{D5E25D0F-35C1-45CD-9B25-657D6CF8E654}" dt="2025-09-04T13:07:31.950" v="226" actId="2057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D5E25D0F-35C1-45CD-9B25-657D6CF8E654}" dt="2025-09-04T13:01:26.886" v="91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284771599" sldId="1370"/>
        </pc:sldMkLst>
      </pc:sldChg>
      <pc:sldChg chg="modSp mod">
        <pc:chgData name="Sanmukh Kuppannagari" userId="ad215094-da36-4b66-9c79-369a17aea26b" providerId="ADAL" clId="{D5E25D0F-35C1-45CD-9B25-657D6CF8E654}" dt="2025-09-04T14:04:35.630" v="535" actId="27636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D5E25D0F-35C1-45CD-9B25-657D6CF8E654}" dt="2025-09-04T12:48:12.621" v="41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D5E25D0F-35C1-45CD-9B25-657D6CF8E654}" dt="2025-09-04T12:48:24.788" v="42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63097358" sldId="1375"/>
        </pc:sldMkLst>
      </pc:sldChg>
      <pc:sldChg chg="add del">
        <pc:chgData name="Sanmukh Kuppannagari" userId="ad215094-da36-4b66-9c79-369a17aea26b" providerId="ADAL" clId="{D5E25D0F-35C1-45CD-9B25-657D6CF8E654}" dt="2025-09-04T12:56:20.161" v="88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D5E25D0F-35C1-45CD-9B25-657D6CF8E654}" dt="2025-09-04T12:53:59.399" v="87" actId="47"/>
        <pc:sldMkLst>
          <pc:docMk/>
          <pc:sldMk cId="1406617072" sldId="1388"/>
        </pc:sldMkLst>
      </pc:sldChg>
      <pc:sldChg chg="add del">
        <pc:chgData name="Sanmukh Kuppannagari" userId="ad215094-da36-4b66-9c79-369a17aea26b" providerId="ADAL" clId="{D5E25D0F-35C1-45CD-9B25-657D6CF8E654}" dt="2025-09-04T12:52:10.730" v="50"/>
        <pc:sldMkLst>
          <pc:docMk/>
          <pc:sldMk cId="15178750" sldId="1389"/>
        </pc:sldMkLst>
      </pc:sldChg>
      <pc:sldChg chg="modSp mod">
        <pc:chgData name="Sanmukh Kuppannagari" userId="ad215094-da36-4b66-9c79-369a17aea26b" providerId="ADAL" clId="{D5E25D0F-35C1-45CD-9B25-657D6CF8E654}" dt="2025-09-04T12:52:37.747" v="83" actId="2057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100405277" sldId="1402"/>
        </pc:sldMkLst>
      </pc:sldChg>
      <pc:sldChg chg="del">
        <pc:chgData name="Sanmukh Kuppannagari" userId="ad215094-da36-4b66-9c79-369a17aea26b" providerId="ADAL" clId="{D5E25D0F-35C1-45CD-9B25-657D6CF8E654}" dt="2025-09-04T12:47:37.469" v="38" actId="47"/>
        <pc:sldMkLst>
          <pc:docMk/>
          <pc:sldMk cId="2967499912" sldId="1403"/>
        </pc:sldMkLst>
      </pc:sldChg>
      <pc:sldChg chg="modSp mod">
        <pc:chgData name="Sanmukh Kuppannagari" userId="ad215094-da36-4b66-9c79-369a17aea26b" providerId="ADAL" clId="{D5E25D0F-35C1-45CD-9B25-657D6CF8E654}" dt="2025-09-04T13:29:35.654" v="235" actId="2057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D5E25D0F-35C1-45CD-9B25-657D6CF8E654}" dt="2025-09-02T02:52:13.524" v="0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D5E25D0F-35C1-45CD-9B25-657D6CF8E654}" dt="2025-09-04T13:56:38.746" v="434" actId="47"/>
        <pc:sldMkLst>
          <pc:docMk/>
          <pc:sldMk cId="2077281943" sldId="1417"/>
        </pc:sldMkLst>
      </pc:sldChg>
      <pc:sldChg chg="modSp del mod">
        <pc:chgData name="Sanmukh Kuppannagari" userId="ad215094-da36-4b66-9c79-369a17aea26b" providerId="ADAL" clId="{D5E25D0F-35C1-45CD-9B25-657D6CF8E654}" dt="2025-09-04T12:47:24.548" v="35" actId="4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D5E25D0F-35C1-45CD-9B25-657D6CF8E654}" dt="2025-09-04T13:08:14.476" v="229" actId="20577"/>
        <pc:sldMkLst>
          <pc:docMk/>
          <pc:sldMk cId="1421149001" sldId="1419"/>
        </pc:sldMkLst>
      </pc:sldChg>
      <pc:sldChg chg="modSp add del mod">
        <pc:chgData name="Sanmukh Kuppannagari" userId="ad215094-da36-4b66-9c79-369a17aea26b" providerId="ADAL" clId="{D5E25D0F-35C1-45CD-9B25-657D6CF8E654}" dt="2025-09-04T13:08:34.711" v="234" actId="20577"/>
        <pc:sldMkLst>
          <pc:docMk/>
          <pc:sldMk cId="3986795981" sldId="1420"/>
        </pc:sldMkLst>
      </pc:sldChg>
      <pc:sldChg chg="add del">
        <pc:chgData name="Sanmukh Kuppannagari" userId="ad215094-da36-4b66-9c79-369a17aea26b" providerId="ADAL" clId="{D5E25D0F-35C1-45CD-9B25-657D6CF8E654}" dt="2025-09-04T12:49:50.587" v="46"/>
        <pc:sldMkLst>
          <pc:docMk/>
          <pc:sldMk cId="2650456059" sldId="1421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4197653838" sldId="1422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638052932" sldId="1423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770645963" sldId="1424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3081440398" sldId="1425"/>
        </pc:sldMkLst>
      </pc:sldChg>
      <pc:sldChg chg="del">
        <pc:chgData name="Sanmukh Kuppannagari" userId="ad215094-da36-4b66-9c79-369a17aea26b" providerId="ADAL" clId="{D5E25D0F-35C1-45CD-9B25-657D6CF8E654}" dt="2025-09-04T12:48:54.108" v="43" actId="47"/>
        <pc:sldMkLst>
          <pc:docMk/>
          <pc:sldMk cId="1955316302" sldId="1426"/>
        </pc:sldMkLst>
      </pc:sldChg>
      <pc:sldChg chg="modSp add mod">
        <pc:chgData name="Sanmukh Kuppannagari" userId="ad215094-da36-4b66-9c79-369a17aea26b" providerId="ADAL" clId="{D5E25D0F-35C1-45CD-9B25-657D6CF8E654}" dt="2025-09-04T12:47:34.501" v="37" actId="207"/>
        <pc:sldMkLst>
          <pc:docMk/>
          <pc:sldMk cId="4117821889" sldId="1427"/>
        </pc:sldMkLst>
      </pc:sldChg>
      <pc:sldChg chg="add">
        <pc:chgData name="Sanmukh Kuppannagari" userId="ad215094-da36-4b66-9c79-369a17aea26b" providerId="ADAL" clId="{D5E25D0F-35C1-45CD-9B25-657D6CF8E654}" dt="2025-09-04T12:51:31.198" v="49"/>
        <pc:sldMkLst>
          <pc:docMk/>
          <pc:sldMk cId="1904943760" sldId="1428"/>
        </pc:sldMkLst>
      </pc:sldChg>
      <pc:sldChg chg="add">
        <pc:chgData name="Sanmukh Kuppannagari" userId="ad215094-da36-4b66-9c79-369a17aea26b" providerId="ADAL" clId="{D5E25D0F-35C1-45CD-9B25-657D6CF8E654}" dt="2025-09-04T12:51:18.035" v="48"/>
        <pc:sldMkLst>
          <pc:docMk/>
          <pc:sldMk cId="133693675" sldId="1432"/>
        </pc:sldMkLst>
      </pc:sldChg>
      <pc:sldChg chg="modSp add mod">
        <pc:chgData name="Sanmukh Kuppannagari" userId="ad215094-da36-4b66-9c79-369a17aea26b" providerId="ADAL" clId="{D5E25D0F-35C1-45CD-9B25-657D6CF8E654}" dt="2025-09-04T12:53:56.672" v="86" actId="207"/>
        <pc:sldMkLst>
          <pc:docMk/>
          <pc:sldMk cId="3594595350" sldId="143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435438658" sldId="144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528700108" sldId="1446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448580318" sldId="1447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596653468" sldId="1448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880408666" sldId="1449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4060134973" sldId="1450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002584918" sldId="145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6141272" sldId="145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37042343" sldId="145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077584720" sldId="145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601611775" sldId="1456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432978893" sldId="1457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977200157" sldId="1458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026247998" sldId="1459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2306065322" sldId="1460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428985795" sldId="1461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519324463" sldId="146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373048709" sldId="146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075436054" sldId="146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872022406" sldId="1465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913176791" sldId="1469"/>
        </pc:sldMkLst>
      </pc:sldChg>
      <pc:sldChg chg="modSp add mod">
        <pc:chgData name="Sanmukh Kuppannagari" userId="ad215094-da36-4b66-9c79-369a17aea26b" providerId="ADAL" clId="{D5E25D0F-35C1-45CD-9B25-657D6CF8E654}" dt="2025-09-04T14:29:29.876" v="1353" actId="2057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D5E25D0F-35C1-45CD-9B25-657D6CF8E654}" dt="2025-09-04T14:29:46.372" v="1368" actId="14100"/>
        <pc:sldMkLst>
          <pc:docMk/>
          <pc:sldMk cId="2020050802" sldId="1471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84454124" sldId="1472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1095382800" sldId="1473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702332589" sldId="1474"/>
        </pc:sldMkLst>
      </pc:sldChg>
      <pc:sldChg chg="add">
        <pc:chgData name="Sanmukh Kuppannagari" userId="ad215094-da36-4b66-9c79-369a17aea26b" providerId="ADAL" clId="{D5E25D0F-35C1-45CD-9B25-657D6CF8E654}" dt="2025-09-04T12:56:20.161" v="88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D5E25D0F-35C1-45CD-9B25-657D6CF8E654}" dt="2025-09-04T12:56:40.294" v="90" actId="207"/>
        <pc:sldMkLst>
          <pc:docMk/>
          <pc:sldMk cId="1153323968" sldId="1476"/>
        </pc:sldMkLst>
      </pc:sldChg>
      <pc:sldChg chg="delSp modSp add mod">
        <pc:chgData name="Sanmukh Kuppannagari" userId="ad215094-da36-4b66-9c79-369a17aea26b" providerId="ADAL" clId="{D5E25D0F-35C1-45CD-9B25-657D6CF8E654}" dt="2025-09-04T13:30:10.032" v="239" actId="478"/>
        <pc:sldMkLst>
          <pc:docMk/>
          <pc:sldMk cId="1074744528" sldId="1477"/>
        </pc:sldMkLst>
      </pc:sldChg>
      <pc:sldChg chg="modSp add mod">
        <pc:chgData name="Sanmukh Kuppannagari" userId="ad215094-da36-4b66-9c79-369a17aea26b" providerId="ADAL" clId="{D5E25D0F-35C1-45CD-9B25-657D6CF8E654}" dt="2025-09-04T13:30:45.382" v="270" actId="207"/>
        <pc:sldMkLst>
          <pc:docMk/>
          <pc:sldMk cId="3542375889" sldId="1478"/>
        </pc:sldMkLst>
      </pc:sldChg>
      <pc:sldChg chg="addSp modSp add mod">
        <pc:chgData name="Sanmukh Kuppannagari" userId="ad215094-da36-4b66-9c79-369a17aea26b" providerId="ADAL" clId="{D5E25D0F-35C1-45CD-9B25-657D6CF8E654}" dt="2025-09-04T13:38:53.458" v="274" actId="1076"/>
        <pc:sldMkLst>
          <pc:docMk/>
          <pc:sldMk cId="1212228027" sldId="1479"/>
        </pc:sldMkLst>
      </pc:sldChg>
      <pc:sldChg chg="addSp modSp add mod">
        <pc:chgData name="Sanmukh Kuppannagari" userId="ad215094-da36-4b66-9c79-369a17aea26b" providerId="ADAL" clId="{D5E25D0F-35C1-45CD-9B25-657D6CF8E654}" dt="2025-09-04T13:43:44.034" v="287" actId="207"/>
        <pc:sldMkLst>
          <pc:docMk/>
          <pc:sldMk cId="1464363143" sldId="1480"/>
        </pc:sldMkLst>
      </pc:sldChg>
      <pc:sldChg chg="addSp delSp modSp add mod">
        <pc:chgData name="Sanmukh Kuppannagari" userId="ad215094-da36-4b66-9c79-369a17aea26b" providerId="ADAL" clId="{D5E25D0F-35C1-45CD-9B25-657D6CF8E654}" dt="2025-09-04T13:48:18.402" v="400" actId="478"/>
        <pc:sldMkLst>
          <pc:docMk/>
          <pc:sldMk cId="4098051160" sldId="1481"/>
        </pc:sldMkLst>
      </pc:sldChg>
      <pc:sldChg chg="delSp modSp add mod">
        <pc:chgData name="Sanmukh Kuppannagari" userId="ad215094-da36-4b66-9c79-369a17aea26b" providerId="ADAL" clId="{D5E25D0F-35C1-45CD-9B25-657D6CF8E654}" dt="2025-09-04T13:49:14.796" v="407" actId="478"/>
        <pc:sldMkLst>
          <pc:docMk/>
          <pc:sldMk cId="1085705961" sldId="1482"/>
        </pc:sldMkLst>
      </pc:sldChg>
      <pc:sldChg chg="delSp modSp add mod">
        <pc:chgData name="Sanmukh Kuppannagari" userId="ad215094-da36-4b66-9c79-369a17aea26b" providerId="ADAL" clId="{D5E25D0F-35C1-45CD-9B25-657D6CF8E654}" dt="2025-09-04T13:49:55.043" v="414" actId="478"/>
        <pc:sldMkLst>
          <pc:docMk/>
          <pc:sldMk cId="3553304078" sldId="1483"/>
        </pc:sldMkLst>
      </pc:sldChg>
      <pc:sldChg chg="delSp modSp add mod">
        <pc:chgData name="Sanmukh Kuppannagari" userId="ad215094-da36-4b66-9c79-369a17aea26b" providerId="ADAL" clId="{D5E25D0F-35C1-45CD-9B25-657D6CF8E654}" dt="2025-09-04T13:55:13.850" v="415" actId="207"/>
        <pc:sldMkLst>
          <pc:docMk/>
          <pc:sldMk cId="3599459913" sldId="1484"/>
        </pc:sldMkLst>
      </pc:sldChg>
      <pc:sldChg chg="modSp add">
        <pc:chgData name="Sanmukh Kuppannagari" userId="ad215094-da36-4b66-9c79-369a17aea26b" providerId="ADAL" clId="{D5E25D0F-35C1-45CD-9B25-657D6CF8E654}" dt="2025-09-04T13:56:26.311" v="433" actId="20577"/>
        <pc:sldMkLst>
          <pc:docMk/>
          <pc:sldMk cId="2876298692" sldId="1485"/>
        </pc:sldMkLst>
      </pc:sldChg>
      <pc:sldChg chg="modSp add mod">
        <pc:chgData name="Sanmukh Kuppannagari" userId="ad215094-da36-4b66-9c79-369a17aea26b" providerId="ADAL" clId="{D5E25D0F-35C1-45CD-9B25-657D6CF8E654}" dt="2025-09-04T13:57:38.116" v="448" actId="207"/>
        <pc:sldMkLst>
          <pc:docMk/>
          <pc:sldMk cId="4022472247" sldId="1486"/>
        </pc:sldMkLst>
      </pc:sldChg>
      <pc:sldChg chg="add del">
        <pc:chgData name="Sanmukh Kuppannagari" userId="ad215094-da36-4b66-9c79-369a17aea26b" providerId="ADAL" clId="{D5E25D0F-35C1-45CD-9B25-657D6CF8E654}" dt="2025-09-04T14:05:04.129" v="547" actId="47"/>
        <pc:sldMkLst>
          <pc:docMk/>
          <pc:sldMk cId="3413993542" sldId="1487"/>
        </pc:sldMkLst>
      </pc:sldChg>
      <pc:sldChg chg="modSp add mod">
        <pc:chgData name="Sanmukh Kuppannagari" userId="ad215094-da36-4b66-9c79-369a17aea26b" providerId="ADAL" clId="{D5E25D0F-35C1-45CD-9B25-657D6CF8E654}" dt="2025-09-04T14:04:56.658" v="546" actId="207"/>
        <pc:sldMkLst>
          <pc:docMk/>
          <pc:sldMk cId="1727045602" sldId="1488"/>
        </pc:sldMkLst>
      </pc:sldChg>
      <pc:sldChg chg="modSp new mod">
        <pc:chgData name="Sanmukh Kuppannagari" userId="ad215094-da36-4b66-9c79-369a17aea26b" providerId="ADAL" clId="{D5E25D0F-35C1-45CD-9B25-657D6CF8E654}" dt="2025-09-04T14:12:57.758" v="889" actId="20577"/>
        <pc:sldMkLst>
          <pc:docMk/>
          <pc:sldMk cId="1826709794" sldId="1489"/>
        </pc:sldMkLst>
      </pc:sldChg>
      <pc:sldChg chg="modSp new mod">
        <pc:chgData name="Sanmukh Kuppannagari" userId="ad215094-da36-4b66-9c79-369a17aea26b" providerId="ADAL" clId="{D5E25D0F-35C1-45CD-9B25-657D6CF8E654}" dt="2025-09-04T14:21:03.270" v="1352" actId="313"/>
        <pc:sldMkLst>
          <pc:docMk/>
          <pc:sldMk cId="1631647593" sldId="1490"/>
        </pc:sldMkLst>
      </pc:sldChg>
      <pc:sldChg chg="modSp new mod">
        <pc:chgData name="Sanmukh Kuppannagari" userId="ad215094-da36-4b66-9c79-369a17aea26b" providerId="ADAL" clId="{D5E25D0F-35C1-45CD-9B25-657D6CF8E654}" dt="2025-09-04T14:33:06.038" v="1748" actId="20577"/>
        <pc:sldMkLst>
          <pc:docMk/>
          <pc:sldMk cId="1645953309" sldId="149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S=0.05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1.9047619047619047</c:v>
                </c:pt>
                <c:pt idx="2">
                  <c:v>3.4782608695652177</c:v>
                </c:pt>
                <c:pt idx="3">
                  <c:v>5.9259259259259256</c:v>
                </c:pt>
                <c:pt idx="4">
                  <c:v>9.1428571428571423</c:v>
                </c:pt>
                <c:pt idx="5">
                  <c:v>12.549019607843139</c:v>
                </c:pt>
                <c:pt idx="6">
                  <c:v>15.42168674698795</c:v>
                </c:pt>
                <c:pt idx="7">
                  <c:v>17.414965986394556</c:v>
                </c:pt>
                <c:pt idx="8">
                  <c:v>18.618181818181817</c:v>
                </c:pt>
                <c:pt idx="9">
                  <c:v>19.284369114877588</c:v>
                </c:pt>
                <c:pt idx="10">
                  <c:v>19.635666347075741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D57-4F4E-A9BE-E6EBE344403B}"/>
            </c:ext>
          </c:extLst>
        </c:ser>
        <c:ser>
          <c:idx val="1"/>
          <c:order val="1"/>
          <c:tx>
            <c:v>S=0.1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1.8181818181818181</c:v>
                </c:pt>
                <c:pt idx="2">
                  <c:v>3.0769230769230766</c:v>
                </c:pt>
                <c:pt idx="3">
                  <c:v>4.7058823529411757</c:v>
                </c:pt>
                <c:pt idx="4">
                  <c:v>6.4</c:v>
                </c:pt>
                <c:pt idx="5">
                  <c:v>7.8048780487804867</c:v>
                </c:pt>
                <c:pt idx="6">
                  <c:v>8.7671232876712324</c:v>
                </c:pt>
                <c:pt idx="7">
                  <c:v>9.3430656934306562</c:v>
                </c:pt>
                <c:pt idx="8">
                  <c:v>9.6603773584905657</c:v>
                </c:pt>
                <c:pt idx="9">
                  <c:v>9.8272552783109397</c:v>
                </c:pt>
                <c:pt idx="10">
                  <c:v>9.9128751210067758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D57-4F4E-A9BE-E6EBE344403B}"/>
            </c:ext>
          </c:extLst>
        </c:ser>
        <c:ser>
          <c:idx val="2"/>
          <c:order val="2"/>
          <c:tx>
            <c:v>S=0.5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Sheet1!$D$2:$D$12</c:f>
              <c:numCache>
                <c:formatCode>General</c:formatCode>
                <c:ptCount val="11"/>
                <c:pt idx="0">
                  <c:v>1</c:v>
                </c:pt>
                <c:pt idx="1">
                  <c:v>1.3333333333333333</c:v>
                </c:pt>
                <c:pt idx="2">
                  <c:v>1.6</c:v>
                </c:pt>
                <c:pt idx="3">
                  <c:v>1.7777777777777777</c:v>
                </c:pt>
                <c:pt idx="4">
                  <c:v>1.8823529411764706</c:v>
                </c:pt>
                <c:pt idx="5">
                  <c:v>1.9393939393939394</c:v>
                </c:pt>
                <c:pt idx="6">
                  <c:v>1.9692307692307693</c:v>
                </c:pt>
                <c:pt idx="7">
                  <c:v>1.9844961240310077</c:v>
                </c:pt>
                <c:pt idx="8">
                  <c:v>1.9922178988326849</c:v>
                </c:pt>
                <c:pt idx="9">
                  <c:v>1.996101364522417</c:v>
                </c:pt>
                <c:pt idx="10">
                  <c:v>1.9980487804878049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D57-4F4E-A9BE-E6EBE344403B}"/>
            </c:ext>
          </c:extLst>
        </c:ser>
        <c:ser>
          <c:idx val="3"/>
          <c:order val="3"/>
          <c:tx>
            <c:v>S=0.75</c:v>
          </c:tx>
          <c:marker>
            <c:symbol val="none"/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Sheet1!$E$2:$E$12</c:f>
              <c:numCache>
                <c:formatCode>General</c:formatCode>
                <c:ptCount val="11"/>
                <c:pt idx="0">
                  <c:v>1</c:v>
                </c:pt>
                <c:pt idx="1">
                  <c:v>1.1428571428571428</c:v>
                </c:pt>
                <c:pt idx="2">
                  <c:v>1.2307692307692308</c:v>
                </c:pt>
                <c:pt idx="3">
                  <c:v>1.28</c:v>
                </c:pt>
                <c:pt idx="4">
                  <c:v>1.3061224489795917</c:v>
                </c:pt>
                <c:pt idx="5">
                  <c:v>1.3195876288659794</c:v>
                </c:pt>
                <c:pt idx="6">
                  <c:v>1.3264248704663213</c:v>
                </c:pt>
                <c:pt idx="7">
                  <c:v>1.3298701298701299</c:v>
                </c:pt>
                <c:pt idx="8">
                  <c:v>1.3315994798439532</c:v>
                </c:pt>
                <c:pt idx="9">
                  <c:v>1.332465842550423</c:v>
                </c:pt>
                <c:pt idx="10">
                  <c:v>1.3328994467946631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BD57-4F4E-A9BE-E6EBE34440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35904"/>
        <c:axId val="51636480"/>
      </c:scatterChart>
      <c:valAx>
        <c:axId val="51635904"/>
        <c:scaling>
          <c:orientation val="minMax"/>
          <c:max val="1024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636480"/>
        <c:crosses val="autoZero"/>
        <c:crossBetween val="midCat"/>
        <c:majorUnit val="100"/>
        <c:minorUnit val="50"/>
      </c:valAx>
      <c:valAx>
        <c:axId val="51636480"/>
        <c:scaling>
          <c:orientation val="minMax"/>
        </c:scaling>
        <c:delete val="0"/>
        <c:axPos val="l"/>
        <c:majorGridlines>
          <c:spPr>
            <a:ln>
              <a:solidFill>
                <a:schemeClr val="bg2">
                  <a:lumMod val="10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635904"/>
        <c:crosses val="autoZero"/>
        <c:crossBetween val="midCat"/>
      </c:val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solidFill>
            <a:schemeClr val="bg2">
              <a:lumMod val="10000"/>
            </a:schemeClr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S'=0.0</c:v>
          </c:tx>
          <c:marker>
            <c:symbol val="none"/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Sheet1!$B$15:$B$25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8F-4B91-8431-56178854260C}"/>
            </c:ext>
          </c:extLst>
        </c:ser>
        <c:ser>
          <c:idx val="1"/>
          <c:order val="1"/>
          <c:tx>
            <c:v>S'=0.1</c:v>
          </c:tx>
          <c:marker>
            <c:symbol val="none"/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Sheet1!$C$15:$C$25</c:f>
              <c:numCache>
                <c:formatCode>General</c:formatCode>
                <c:ptCount val="11"/>
                <c:pt idx="0">
                  <c:v>1</c:v>
                </c:pt>
                <c:pt idx="1">
                  <c:v>1.9000000000000001</c:v>
                </c:pt>
                <c:pt idx="2">
                  <c:v>3.7</c:v>
                </c:pt>
                <c:pt idx="3">
                  <c:v>7.3</c:v>
                </c:pt>
                <c:pt idx="4">
                  <c:v>14.5</c:v>
                </c:pt>
                <c:pt idx="5">
                  <c:v>28.900000000000002</c:v>
                </c:pt>
                <c:pt idx="6">
                  <c:v>57.7</c:v>
                </c:pt>
                <c:pt idx="7">
                  <c:v>115.3</c:v>
                </c:pt>
                <c:pt idx="8">
                  <c:v>230.5</c:v>
                </c:pt>
                <c:pt idx="9">
                  <c:v>460.90000000000003</c:v>
                </c:pt>
                <c:pt idx="10">
                  <c:v>921.7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08F-4B91-8431-56178854260C}"/>
            </c:ext>
          </c:extLst>
        </c:ser>
        <c:ser>
          <c:idx val="2"/>
          <c:order val="2"/>
          <c:tx>
            <c:v>S'=0.5</c:v>
          </c:tx>
          <c:marker>
            <c:symbol val="none"/>
          </c:marker>
          <c:xVal>
            <c:numRef>
              <c:f>Sheet1!$A$15:$A$25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  <c:pt idx="6">
                  <c:v>64</c:v>
                </c:pt>
                <c:pt idx="7">
                  <c:v>128</c:v>
                </c:pt>
                <c:pt idx="8">
                  <c:v>256</c:v>
                </c:pt>
                <c:pt idx="9">
                  <c:v>512</c:v>
                </c:pt>
                <c:pt idx="10">
                  <c:v>1024</c:v>
                </c:pt>
              </c:numCache>
            </c:numRef>
          </c:xVal>
          <c:yVal>
            <c:numRef>
              <c:f>Sheet1!$D$15:$D$25</c:f>
              <c:numCache>
                <c:formatCode>General</c:formatCode>
                <c:ptCount val="11"/>
                <c:pt idx="0">
                  <c:v>1</c:v>
                </c:pt>
                <c:pt idx="1">
                  <c:v>1.5</c:v>
                </c:pt>
                <c:pt idx="2">
                  <c:v>2.5</c:v>
                </c:pt>
                <c:pt idx="3">
                  <c:v>4.5</c:v>
                </c:pt>
                <c:pt idx="4">
                  <c:v>8.5</c:v>
                </c:pt>
                <c:pt idx="5">
                  <c:v>16.5</c:v>
                </c:pt>
                <c:pt idx="6">
                  <c:v>32.5</c:v>
                </c:pt>
                <c:pt idx="7">
                  <c:v>64.5</c:v>
                </c:pt>
                <c:pt idx="8">
                  <c:v>128.5</c:v>
                </c:pt>
                <c:pt idx="9">
                  <c:v>256.5</c:v>
                </c:pt>
                <c:pt idx="10">
                  <c:v>512.5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08F-4B91-8431-5617885426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1638784"/>
        <c:axId val="51109184"/>
      </c:scatterChart>
      <c:valAx>
        <c:axId val="51638784"/>
        <c:scaling>
          <c:orientation val="minMax"/>
          <c:max val="1024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109184"/>
        <c:crosses val="autoZero"/>
        <c:crossBetween val="midCat"/>
        <c:majorUnit val="256"/>
      </c:valAx>
      <c:valAx>
        <c:axId val="51109184"/>
        <c:scaling>
          <c:orientation val="minMax"/>
          <c:max val="1280"/>
        </c:scaling>
        <c:delete val="0"/>
        <c:axPos val="l"/>
        <c:majorGridlines>
          <c:spPr>
            <a:ln>
              <a:solidFill>
                <a:schemeClr val="tx1">
                  <a:lumMod val="50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51638784"/>
        <c:crosses val="autoZero"/>
        <c:crossBetween val="midCat"/>
        <c:majorUnit val="256"/>
      </c:valAx>
    </c:plotArea>
    <c:legend>
      <c:legendPos val="r"/>
      <c:layout>
        <c:manualLayout>
          <c:xMode val="edge"/>
          <c:yMode val="edge"/>
          <c:x val="0.85478660700911147"/>
          <c:y val="0.1506271344578575"/>
          <c:w val="0.1328064451000697"/>
          <c:h val="0.4998209156899262"/>
        </c:manualLayout>
      </c:layout>
      <c:overlay val="0"/>
      <c:txPr>
        <a:bodyPr/>
        <a:lstStyle/>
        <a:p>
          <a:pPr>
            <a:defRPr sz="1400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solidFill>
            <a:schemeClr val="bg2">
              <a:lumMod val="10000"/>
            </a:schemeClr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30278-FAC8-8375-CEA5-2AEF1F09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226CB-5D4E-D18E-C411-7E1CB2A89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7020A-1082-3782-F4F2-D908D5CEC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hpc-wiki.info</a:t>
            </a:r>
            <a:r>
              <a:rPr lang="en-US" dirty="0"/>
              <a:t>/</a:t>
            </a:r>
            <a:r>
              <a:rPr lang="en-US" dirty="0" err="1"/>
              <a:t>hpc</a:t>
            </a:r>
            <a:r>
              <a:rPr lang="en-US" dirty="0"/>
              <a:t>/</a:t>
            </a:r>
            <a:r>
              <a:rPr lang="en-US" dirty="0" err="1"/>
              <a:t>Scaling_tests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3C12A-9359-00DD-DF41-94FA256AA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97EBC63-0C6F-0546-B082-2721BA22FA3D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CB76C-7317-598F-3B4F-3E024756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925E6-2335-EB44-04A4-2E7634E69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316B3-8D6B-1B09-D401-BAAAA3607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0E10-7B29-F745-367B-65D95F0D8E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43EFF2-D0A8-44DC-87DC-37A85BF5F40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53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9926-1E48-441B-9B7A-5850061CF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7986" y="63740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/>
                </a:solidFill>
              </a:defRPr>
            </a:lvl1pPr>
          </a:lstStyle>
          <a:p>
            <a:fld id="{768403BB-35EA-4024-B38F-4B7F815A1C8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6755FE4-B6B5-394A-B8D4-9228D31048B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3866" y="940672"/>
            <a:ext cx="10406213" cy="502561"/>
          </a:xfrm>
        </p:spPr>
        <p:txBody>
          <a:bodyPr/>
          <a:lstStyle>
            <a:lvl1pPr marL="0" indent="0" algn="ctr">
              <a:buNone/>
              <a:defRPr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0C261D9-2424-244A-B686-C0FA90AA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4" y="96529"/>
            <a:ext cx="10406214" cy="9931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010E23B-0DAF-9C4A-8B0B-1C3A9911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3" y="1443233"/>
            <a:ext cx="11234060" cy="4638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777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7" Type="http://schemas.openxmlformats.org/officeDocument/2006/relationships/image" Target="../media/image23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3.png"/><Relationship Id="rId10" Type="http://schemas.openxmlformats.org/officeDocument/2006/relationships/image" Target="../media/image171.png"/><Relationship Id="rId4" Type="http://schemas.openxmlformats.org/officeDocument/2006/relationships/image" Target="../media/image200.png"/><Relationship Id="rId9" Type="http://schemas.openxmlformats.org/officeDocument/2006/relationships/image" Target="../media/image16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0.png"/><Relationship Id="rId4" Type="http://schemas.openxmlformats.org/officeDocument/2006/relationships/image" Target="../media/image57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38.png"/><Relationship Id="rId7" Type="http://schemas.openxmlformats.org/officeDocument/2006/relationships/image" Target="../media/image22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52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31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9.png"/><Relationship Id="rId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3.png"/><Relationship Id="rId10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12" Type="http://schemas.openxmlformats.org/officeDocument/2006/relationships/image" Target="../media/image45.png"/><Relationship Id="rId17" Type="http://schemas.openxmlformats.org/officeDocument/2006/relationships/image" Target="../media/image51.png"/><Relationship Id="rId2" Type="http://schemas.openxmlformats.org/officeDocument/2006/relationships/image" Target="../media/image3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4.png"/><Relationship Id="rId5" Type="http://schemas.openxmlformats.org/officeDocument/2006/relationships/image" Target="../media/image36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12" Type="http://schemas.openxmlformats.org/officeDocument/2006/relationships/image" Target="../media/image45.png"/><Relationship Id="rId17" Type="http://schemas.openxmlformats.org/officeDocument/2006/relationships/image" Target="../media/image51.png"/><Relationship Id="rId2" Type="http://schemas.openxmlformats.org/officeDocument/2006/relationships/image" Target="../media/image3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4.png"/><Relationship Id="rId5" Type="http://schemas.openxmlformats.org/officeDocument/2006/relationships/image" Target="../media/image36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12" Type="http://schemas.openxmlformats.org/officeDocument/2006/relationships/image" Target="../media/image45.png"/><Relationship Id="rId17" Type="http://schemas.openxmlformats.org/officeDocument/2006/relationships/image" Target="../media/image51.png"/><Relationship Id="rId2" Type="http://schemas.openxmlformats.org/officeDocument/2006/relationships/image" Target="../media/image3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4.png"/><Relationship Id="rId5" Type="http://schemas.openxmlformats.org/officeDocument/2006/relationships/image" Target="../media/image36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4.png"/><Relationship Id="rId7" Type="http://schemas.openxmlformats.org/officeDocument/2006/relationships/image" Target="../media/image39.png"/><Relationship Id="rId12" Type="http://schemas.openxmlformats.org/officeDocument/2006/relationships/image" Target="../media/image45.png"/><Relationship Id="rId17" Type="http://schemas.openxmlformats.org/officeDocument/2006/relationships/image" Target="../media/image51.png"/><Relationship Id="rId2" Type="http://schemas.openxmlformats.org/officeDocument/2006/relationships/image" Target="../media/image3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4.png"/><Relationship Id="rId5" Type="http://schemas.openxmlformats.org/officeDocument/2006/relationships/image" Target="../media/image36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5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nvidia.com/gpugems/gpugems2/part-vi-simulation-and-numerical-algorithms/chapter-46-improved-gpu-sorting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3" Type="http://schemas.openxmlformats.org/officeDocument/2006/relationships/image" Target="../media/image54.jpg"/><Relationship Id="rId12" Type="http://schemas.openxmlformats.org/officeDocument/2006/relationships/image" Target="../media/image6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9.png"/><Relationship Id="rId10" Type="http://schemas.openxmlformats.org/officeDocument/2006/relationships/image" Target="../media/image2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12" Type="http://schemas.openxmlformats.org/officeDocument/2006/relationships/image" Target="../media/image7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0.png"/><Relationship Id="rId10" Type="http://schemas.openxmlformats.org/officeDocument/2006/relationships/image" Target="../media/image28.png"/></Relationships>
</file>

<file path=ppt/slides/_rels/slide6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3" Type="http://schemas.openxmlformats.org/officeDocument/2006/relationships/image" Target="../media/image54.jpg"/><Relationship Id="rId12" Type="http://schemas.openxmlformats.org/officeDocument/2006/relationships/image" Target="../media/image8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9.png"/><Relationship Id="rId10" Type="http://schemas.openxmlformats.org/officeDocument/2006/relationships/image" Target="../media/image2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12" Type="http://schemas.openxmlformats.org/officeDocument/2006/relationships/image" Target="../media/image8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2.png"/><Relationship Id="rId10" Type="http://schemas.openxmlformats.org/officeDocument/2006/relationships/image" Target="../media/image28.png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6.png"/><Relationship Id="rId3" Type="http://schemas.openxmlformats.org/officeDocument/2006/relationships/image" Target="../media/image54.jpg"/><Relationship Id="rId12" Type="http://schemas.openxmlformats.org/officeDocument/2006/relationships/image" Target="../media/image8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4.png"/><Relationship Id="rId10" Type="http://schemas.openxmlformats.org/officeDocument/2006/relationships/image" Target="../media/image2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12" Type="http://schemas.openxmlformats.org/officeDocument/2006/relationships/image" Target="../media/image8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7.png"/><Relationship Id="rId10" Type="http://schemas.openxmlformats.org/officeDocument/2006/relationships/image" Target="../media/image28.png"/></Relationships>
</file>

<file path=ppt/slides/_rels/slide7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.png"/><Relationship Id="rId3" Type="http://schemas.openxmlformats.org/officeDocument/2006/relationships/image" Target="../media/image54.jpg"/><Relationship Id="rId12" Type="http://schemas.openxmlformats.org/officeDocument/2006/relationships/image" Target="../media/image9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89.png"/><Relationship Id="rId10" Type="http://schemas.openxmlformats.org/officeDocument/2006/relationships/image" Target="../media/image2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12" Type="http://schemas.openxmlformats.org/officeDocument/2006/relationships/image" Target="../media/image9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2.png"/><Relationship Id="rId10" Type="http://schemas.openxmlformats.org/officeDocument/2006/relationships/image" Target="../media/image28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2.png"/><Relationship Id="rId2" Type="http://schemas.openxmlformats.org/officeDocument/2006/relationships/image" Target="../media/image7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.png"/><Relationship Id="rId5" Type="http://schemas.openxmlformats.org/officeDocument/2006/relationships/image" Target="../media/image101.png"/><Relationship Id="rId4" Type="http://schemas.openxmlformats.org/officeDocument/2006/relationships/image" Target="../media/image910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7" Type="http://schemas.openxmlformats.org/officeDocument/2006/relationships/image" Target="../media/image99.png"/><Relationship Id="rId2" Type="http://schemas.openxmlformats.org/officeDocument/2006/relationships/image" Target="../media/image4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1.png"/><Relationship Id="rId5" Type="http://schemas.openxmlformats.org/officeDocument/2006/relationships/image" Target="../media/image711.png"/><Relationship Id="rId4" Type="http://schemas.openxmlformats.org/officeDocument/2006/relationships/image" Target="../media/image6100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00.png"/><Relationship Id="rId7" Type="http://schemas.openxmlformats.org/officeDocument/2006/relationships/image" Target="../media/image1410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0.png"/><Relationship Id="rId5" Type="http://schemas.openxmlformats.org/officeDocument/2006/relationships/image" Target="../media/image120.png"/><Relationship Id="rId4" Type="http://schemas.openxmlformats.org/officeDocument/2006/relationships/image" Target="../media/image111.png"/><Relationship Id="rId9" Type="http://schemas.openxmlformats.org/officeDocument/2006/relationships/image" Target="../media/image19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90.png"/><Relationship Id="rId7" Type="http://schemas.openxmlformats.org/officeDocument/2006/relationships/image" Target="../media/image2310.png"/><Relationship Id="rId12" Type="http://schemas.openxmlformats.org/officeDocument/2006/relationships/image" Target="../media/image280.png"/><Relationship Id="rId2" Type="http://schemas.openxmlformats.org/officeDocument/2006/relationships/image" Target="../media/image201.png"/><Relationship Id="rId16" Type="http://schemas.openxmlformats.org/officeDocument/2006/relationships/image" Target="../media/image3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10.png"/><Relationship Id="rId11" Type="http://schemas.openxmlformats.org/officeDocument/2006/relationships/image" Target="../media/image271.png"/><Relationship Id="rId15" Type="http://schemas.openxmlformats.org/officeDocument/2006/relationships/image" Target="../media/image310.png"/><Relationship Id="rId10" Type="http://schemas.openxmlformats.org/officeDocument/2006/relationships/image" Target="../media/image261.png"/><Relationship Id="rId9" Type="http://schemas.openxmlformats.org/officeDocument/2006/relationships/image" Target="../media/image250.png"/><Relationship Id="rId14" Type="http://schemas.openxmlformats.org/officeDocument/2006/relationships/image" Target="../media/image30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openxmlformats.org/officeDocument/2006/relationships/image" Target="../media/image35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601.png"/><Relationship Id="rId7" Type="http://schemas.openxmlformats.org/officeDocument/2006/relationships/image" Target="../media/image260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12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1.png"/><Relationship Id="rId2" Type="http://schemas.openxmlformats.org/officeDocument/2006/relationships/image" Target="../media/image62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1.png"/><Relationship Id="rId2" Type="http://schemas.openxmlformats.org/officeDocument/2006/relationships/image" Target="../media/image7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3.png"/><Relationship Id="rId4" Type="http://schemas.openxmlformats.org/officeDocument/2006/relationships/image" Target="../media/image801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0.png"/><Relationship Id="rId3" Type="http://schemas.openxmlformats.org/officeDocument/2006/relationships/image" Target="../media/image831.png"/><Relationship Id="rId7" Type="http://schemas.openxmlformats.org/officeDocument/2006/relationships/image" Target="../media/image870.png"/><Relationship Id="rId2" Type="http://schemas.openxmlformats.org/officeDocument/2006/relationships/image" Target="../media/image8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0.png"/><Relationship Id="rId5" Type="http://schemas.openxmlformats.org/officeDocument/2006/relationships/image" Target="../media/image850.png"/><Relationship Id="rId10" Type="http://schemas.openxmlformats.org/officeDocument/2006/relationships/image" Target="../media/image900.png"/><Relationship Id="rId4" Type="http://schemas.openxmlformats.org/officeDocument/2006/relationships/image" Target="../media/image840.png"/><Relationship Id="rId9" Type="http://schemas.openxmlformats.org/officeDocument/2006/relationships/image" Target="../media/image890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0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13" Type="http://schemas.openxmlformats.org/officeDocument/2006/relationships/image" Target="../media/image720.png"/><Relationship Id="rId18" Type="http://schemas.openxmlformats.org/officeDocument/2006/relationships/image" Target="../media/image770.png"/><Relationship Id="rId3" Type="http://schemas.openxmlformats.org/officeDocument/2006/relationships/image" Target="../media/image620.png"/><Relationship Id="rId21" Type="http://schemas.openxmlformats.org/officeDocument/2006/relationships/image" Target="../media/image800.png"/><Relationship Id="rId7" Type="http://schemas.openxmlformats.org/officeDocument/2006/relationships/image" Target="../media/image660.png"/><Relationship Id="rId12" Type="http://schemas.openxmlformats.org/officeDocument/2006/relationships/image" Target="../media/image710.png"/><Relationship Id="rId17" Type="http://schemas.openxmlformats.org/officeDocument/2006/relationships/image" Target="../media/image760.png"/><Relationship Id="rId2" Type="http://schemas.openxmlformats.org/officeDocument/2006/relationships/image" Target="../media/image611.png"/><Relationship Id="rId16" Type="http://schemas.openxmlformats.org/officeDocument/2006/relationships/image" Target="../media/image750.png"/><Relationship Id="rId20" Type="http://schemas.openxmlformats.org/officeDocument/2006/relationships/image" Target="../media/image79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0.png"/><Relationship Id="rId11" Type="http://schemas.openxmlformats.org/officeDocument/2006/relationships/image" Target="../media/image7000.png"/><Relationship Id="rId24" Type="http://schemas.openxmlformats.org/officeDocument/2006/relationships/image" Target="../media/image830.png"/><Relationship Id="rId5" Type="http://schemas.openxmlformats.org/officeDocument/2006/relationships/image" Target="../media/image640.png"/><Relationship Id="rId15" Type="http://schemas.openxmlformats.org/officeDocument/2006/relationships/image" Target="../media/image740.png"/><Relationship Id="rId23" Type="http://schemas.openxmlformats.org/officeDocument/2006/relationships/image" Target="../media/image820.png"/><Relationship Id="rId10" Type="http://schemas.openxmlformats.org/officeDocument/2006/relationships/image" Target="../media/image690.png"/><Relationship Id="rId19" Type="http://schemas.openxmlformats.org/officeDocument/2006/relationships/image" Target="../media/image780.png"/><Relationship Id="rId4" Type="http://schemas.openxmlformats.org/officeDocument/2006/relationships/image" Target="../media/image630.png"/><Relationship Id="rId9" Type="http://schemas.openxmlformats.org/officeDocument/2006/relationships/image" Target="../media/image680.png"/><Relationship Id="rId14" Type="http://schemas.openxmlformats.org/officeDocument/2006/relationships/image" Target="../media/image730.png"/><Relationship Id="rId22" Type="http://schemas.openxmlformats.org/officeDocument/2006/relationships/image" Target="../media/image810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7</a:t>
            </a:r>
          </a:p>
          <a:p>
            <a:r>
              <a:rPr lang="en-US" dirty="0"/>
              <a:t>9/16/2025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14D2-BDCC-95C3-B2DB-B1AE922B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E529-E386-99A7-08FD-0122EEF2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4496E-1B99-6288-D0C9-F1662103E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Program Analysis (Quick Review)</a:t>
            </a:r>
          </a:p>
          <a:p>
            <a:r>
              <a:rPr lang="en-US" dirty="0"/>
              <a:t>Data Parallel Algorithms</a:t>
            </a:r>
          </a:p>
          <a:p>
            <a:pPr lvl="1"/>
            <a:r>
              <a:rPr lang="en-US" dirty="0"/>
              <a:t>Sorting</a:t>
            </a:r>
          </a:p>
          <a:p>
            <a:r>
              <a:rPr lang="en-US" dirty="0"/>
              <a:t>Task Parallelism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40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7955-8AF8-4259-65D9-9C7F71A0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1832-6C43-0E99-3302-C1EBBC6ED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C0706-C080-2653-C5CF-5E6852F31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Program Analysis (Quick Review)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Parallel Algorithms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Sorting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Task Parallelism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18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75335-332B-5B59-2BA6-F226F358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ADD1D-7877-C080-458E-E2E50AF55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1E6F8-2B59-D4B7-E519-F47C9D21C4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Improvement in time due to parallelization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Speedup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Serial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uniprocessor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system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after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parallelization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be empirical – gives us actual speedup of implementation</a:t>
                </a:r>
              </a:p>
              <a:p>
                <a:r>
                  <a:rPr lang="en-US" dirty="0"/>
                  <a:t>Can be in order notation – helps us in analyze whether a particular parallel algorithm is good - scalable or not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81E6F8-2B59-D4B7-E519-F47C9D21C4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710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1FC0F-6EBC-F83A-654B-878E56E3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FCA44-C065-71C9-88A5-747C78C39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74637-F155-35D1-FA75-7CDDBD54C3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Speedup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Serial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uniprocessor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system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Parallel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using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processors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If speedup 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𝑂</m:t>
                    </m:r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latin typeface="Cambria Math"/>
                      </a:rPr>
                      <m:t>𝑝</m:t>
                    </m:r>
                    <m:r>
                      <a:rPr lang="en-US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it is a </a:t>
                </a:r>
                <a:r>
                  <a:rPr lang="en-US" b="1" dirty="0">
                    <a:solidFill>
                      <a:srgbClr val="C00000"/>
                    </a:solidFill>
                  </a:rPr>
                  <a:t>scalable</a:t>
                </a:r>
                <a:r>
                  <a:rPr lang="en-US" dirty="0"/>
                  <a:t> solution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0878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FF27-782C-3133-729C-D2C3720FC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3F31-DC91-3846-347A-36FFDFB0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Amdahl’s Law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BFAD2-9F77-69D0-41B0-D04A82CB33CD}"/>
              </a:ext>
            </a:extLst>
          </p:cNvPr>
          <p:cNvSpPr txBox="1"/>
          <p:nvPr/>
        </p:nvSpPr>
        <p:spPr>
          <a:xfrm>
            <a:off x="2071188" y="3532743"/>
            <a:ext cx="114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Ideal Overall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Speedup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5" name="直接箭头连接符 8">
            <a:extLst>
              <a:ext uri="{FF2B5EF4-FFF2-40B4-BE49-F238E27FC236}">
                <a16:creationId xmlns:a16="http://schemas.microsoft.com/office/drawing/2014/main" id="{A5291017-F26F-F542-51AA-D24B09C53F40}"/>
              </a:ext>
            </a:extLst>
          </p:cNvPr>
          <p:cNvCxnSpPr/>
          <p:nvPr/>
        </p:nvCxnSpPr>
        <p:spPr>
          <a:xfrm flipV="1">
            <a:off x="3061788" y="2923143"/>
            <a:ext cx="0" cy="2590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F0B653-AB81-6492-5072-B4D40D4A8F9D}"/>
                  </a:ext>
                </a:extLst>
              </p:cNvPr>
              <p:cNvSpPr txBox="1"/>
              <p:nvPr/>
            </p:nvSpPr>
            <p:spPr>
              <a:xfrm>
                <a:off x="5078012" y="6123543"/>
                <a:ext cx="2577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Number of Processors 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)</a:t>
                </a:r>
                <a:endParaRPr lang="zh-CN" alt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35F518-6D39-D165-B5F6-CD5E166B1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012" y="6123543"/>
                <a:ext cx="2577885" cy="369332"/>
              </a:xfrm>
              <a:prstGeom prst="rect">
                <a:avLst/>
              </a:prstGeom>
              <a:blipFill>
                <a:blip r:embed="rId2"/>
                <a:stretch>
                  <a:fillRect l="-1891" t="-10000" r="-141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11">
            <a:extLst>
              <a:ext uri="{FF2B5EF4-FFF2-40B4-BE49-F238E27FC236}">
                <a16:creationId xmlns:a16="http://schemas.microsoft.com/office/drawing/2014/main" id="{21876DB2-FD71-A167-FE90-E4AD21B93E68}"/>
              </a:ext>
            </a:extLst>
          </p:cNvPr>
          <p:cNvCxnSpPr/>
          <p:nvPr/>
        </p:nvCxnSpPr>
        <p:spPr>
          <a:xfrm>
            <a:off x="3976188" y="6123543"/>
            <a:ext cx="4724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D40D30B-2B0F-AA4E-EC43-85D2048733AF}"/>
              </a:ext>
            </a:extLst>
          </p:cNvPr>
          <p:cNvGrpSpPr/>
          <p:nvPr/>
        </p:nvGrpSpPr>
        <p:grpSpPr>
          <a:xfrm>
            <a:off x="3322320" y="1313945"/>
            <a:ext cx="5547360" cy="750332"/>
            <a:chOff x="1645920" y="990600"/>
            <a:chExt cx="5547360" cy="750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7255D6-D3CF-9855-ABFC-CECC9DAC7B38}"/>
                </a:ext>
              </a:extLst>
            </p:cNvPr>
            <p:cNvSpPr txBox="1"/>
            <p:nvPr/>
          </p:nvSpPr>
          <p:spPr>
            <a:xfrm>
              <a:off x="1645920" y="1143000"/>
              <a:ext cx="245644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2">
                      <a:lumMod val="10000"/>
                    </a:schemeClr>
                  </a:solidFill>
                </a:rPr>
                <a:t>Overall Speedup =</a:t>
              </a:r>
              <a:endParaRPr lang="zh-CN" altLang="en-US" sz="24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0" name="直接连接符 12">
              <a:extLst>
                <a:ext uri="{FF2B5EF4-FFF2-40B4-BE49-F238E27FC236}">
                  <a16:creationId xmlns:a16="http://schemas.microsoft.com/office/drawing/2014/main" id="{F5FCEB10-B68F-2C2B-3846-2110BA673128}"/>
                </a:ext>
              </a:extLst>
            </p:cNvPr>
            <p:cNvCxnSpPr/>
            <p:nvPr/>
          </p:nvCxnSpPr>
          <p:spPr>
            <a:xfrm>
              <a:off x="4084320" y="1371600"/>
              <a:ext cx="1219200" cy="0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42909B0-7F15-AE27-193F-890689C25234}"/>
                    </a:ext>
                  </a:extLst>
                </p:cNvPr>
                <p:cNvSpPr txBox="1"/>
                <p:nvPr/>
              </p:nvSpPr>
              <p:spPr>
                <a:xfrm>
                  <a:off x="4008120" y="9906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120" y="990600"/>
                  <a:ext cx="129540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CE61C83-9B46-7F13-0F86-8644DAEE8F33}"/>
                    </a:ext>
                  </a:extLst>
                </p:cNvPr>
                <p:cNvSpPr txBox="1"/>
                <p:nvPr/>
              </p:nvSpPr>
              <p:spPr>
                <a:xfrm>
                  <a:off x="4008120" y="13716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120" y="1371600"/>
                  <a:ext cx="1295400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A0A459-D1E9-4B12-810A-0D96B49A34C6}"/>
                </a:ext>
              </a:extLst>
            </p:cNvPr>
            <p:cNvSpPr txBox="1"/>
            <p:nvPr/>
          </p:nvSpPr>
          <p:spPr>
            <a:xfrm>
              <a:off x="5356860" y="1138535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2">
                      <a:lumMod val="10000"/>
                    </a:schemeClr>
                  </a:solidFill>
                </a:rPr>
                <a:t>=</a:t>
              </a:r>
              <a:endParaRPr lang="zh-CN" altLang="en-US" sz="2400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14" name="直接连接符 16">
              <a:extLst>
                <a:ext uri="{FF2B5EF4-FFF2-40B4-BE49-F238E27FC236}">
                  <a16:creationId xmlns:a16="http://schemas.microsoft.com/office/drawing/2014/main" id="{F67D0AFF-70AE-806A-1BD9-89A7C414EA5E}"/>
                </a:ext>
              </a:extLst>
            </p:cNvPr>
            <p:cNvCxnSpPr/>
            <p:nvPr/>
          </p:nvCxnSpPr>
          <p:spPr>
            <a:xfrm>
              <a:off x="5715000" y="1371600"/>
              <a:ext cx="1219200" cy="0"/>
            </a:xfrm>
            <a:prstGeom prst="line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ABC55DE-10D9-1F0B-C7FD-38E961D180CE}"/>
                    </a:ext>
                  </a:extLst>
                </p:cNvPr>
                <p:cNvSpPr txBox="1"/>
                <p:nvPr/>
              </p:nvSpPr>
              <p:spPr>
                <a:xfrm>
                  <a:off x="5638800" y="990600"/>
                  <a:ext cx="1295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zh-CN" altLang="en-US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990600"/>
                  <a:ext cx="129540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4DA75054-082B-DFBD-907D-25986EA7F91C}"/>
                    </a:ext>
                  </a:extLst>
                </p:cNvPr>
                <p:cNvSpPr txBox="1"/>
                <p:nvPr/>
              </p:nvSpPr>
              <p:spPr>
                <a:xfrm>
                  <a:off x="5638800" y="1371600"/>
                  <a:ext cx="1554480" cy="365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+(1−</m:t>
                        </m:r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𝑆</m:t>
                        </m:r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)/</m:t>
                        </m:r>
                        <m:r>
                          <a:rPr lang="en-US" altLang="zh-CN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  <a:endParaRPr lang="zh-CN" altLang="en-US" i="1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1371600"/>
                  <a:ext cx="1554480" cy="36576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784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243C2570-5BAB-5FD1-3E74-3D19212A8C68}"/>
              </a:ext>
            </a:extLst>
          </p:cNvPr>
          <p:cNvGraphicFramePr>
            <a:graphicFrameLocks/>
          </p:cNvGraphicFramePr>
          <p:nvPr/>
        </p:nvGraphicFramePr>
        <p:xfrm>
          <a:off x="3564708" y="2454275"/>
          <a:ext cx="5897880" cy="34406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A8A4B87-64FC-3E3E-4937-F82498818416}"/>
                  </a:ext>
                </a:extLst>
              </p:cNvPr>
              <p:cNvSpPr txBox="1"/>
              <p:nvPr/>
            </p:nvSpPr>
            <p:spPr>
              <a:xfrm>
                <a:off x="8548188" y="4924033"/>
                <a:ext cx="21336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Ideal case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𝑓</m:t>
                    </m:r>
                    <m:r>
                      <a:rPr lang="en-US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=#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 of processors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EAB1F5-58A6-8348-4139-76B6F9652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188" y="4924033"/>
                <a:ext cx="2133600" cy="646331"/>
              </a:xfrm>
              <a:prstGeom prst="rect">
                <a:avLst/>
              </a:prstGeom>
              <a:blipFill>
                <a:blip r:embed="rId9"/>
                <a:stretch>
                  <a:fillRect l="-2286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2AFCE55-C30F-F207-4A3A-21F400C0BE4A}"/>
                  </a:ext>
                </a:extLst>
              </p:cNvPr>
              <p:cNvSpPr txBox="1"/>
              <p:nvPr/>
            </p:nvSpPr>
            <p:spPr>
              <a:xfrm>
                <a:off x="8838699" y="1390779"/>
                <a:ext cx="623889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5649BA3-1A99-C454-747F-4693A346B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8699" y="1390779"/>
                <a:ext cx="623889" cy="6127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072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5063F-C388-029F-E475-12A39E74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F93146D-3D23-5200-4DFE-A135E012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Scaled Speedup (Gustafson’s Law) (1)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89725E1-3A10-ADA4-0453-2FF6E36CB9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sz="2400" dirty="0"/>
                  <a:t>Amdahl’s Law — Serial portion of code limits performance</a:t>
                </a:r>
              </a:p>
              <a:p>
                <a:pPr marL="2457450" indent="-1588">
                  <a:spcBef>
                    <a:spcPts val="0"/>
                  </a:spcBef>
                  <a:buNone/>
                </a:pPr>
                <a:r>
                  <a:rPr lang="en-US" altLang="zh-CN" sz="2400" dirty="0"/>
                  <a:t>(As we use more processors)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altLang="zh-CN" sz="2400" dirty="0"/>
                  <a:t>As we use more processors </a:t>
                </a:r>
              </a:p>
              <a:p>
                <a:pPr marL="2116138" indent="0">
                  <a:spcBef>
                    <a:spcPts val="0"/>
                  </a:spcBef>
                  <a:buFont typeface="Wingdings"/>
                  <a:buChar char="à"/>
                </a:pPr>
                <a:r>
                  <a:rPr lang="en-US" altLang="zh-CN" sz="2400" dirty="0">
                    <a:sym typeface="Wingdings" pitchFamily="2" charset="2"/>
                  </a:rPr>
                  <a:t> we use more data</a:t>
                </a:r>
              </a:p>
              <a:p>
                <a:pPr marL="2116138" indent="0">
                  <a:spcBef>
                    <a:spcPts val="0"/>
                  </a:spcBef>
                  <a:buNone/>
                </a:pPr>
                <a:r>
                  <a:rPr lang="en-US" altLang="zh-CN" sz="2400" dirty="0">
                    <a:sym typeface="Wingdings" pitchFamily="2" charset="2"/>
                  </a:rPr>
                  <a:t> e.g., more fine grained model</a:t>
                </a:r>
              </a:p>
              <a:p>
                <a:pPr marL="2116138" indent="0">
                  <a:spcBef>
                    <a:spcPts val="0"/>
                  </a:spcBef>
                  <a:buNone/>
                </a:pPr>
                <a:endParaRPr lang="en-US" altLang="zh-CN" sz="2400" dirty="0">
                  <a:sym typeface="Wingdings" pitchFamily="2" charset="2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altLang="zh-CN" sz="2400" dirty="0"/>
                  <a:t>E.g. Processing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</a:rPr>
                      <m:t>𝑁</m:t>
                    </m:r>
                    <m:r>
                      <a:rPr lang="en-US" altLang="zh-CN" sz="2400" i="1" dirty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sz="2400" i="1" dirty="0">
                        <a:latin typeface="Cambria Math"/>
                      </a:rPr>
                      <m:t>𝑁</m:t>
                    </m:r>
                    <m:r>
                      <a:rPr lang="en-US" altLang="zh-CN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sz="2400" dirty="0"/>
                  <a:t>image</a:t>
                </a:r>
              </a:p>
              <a:p>
                <a:pPr marL="860425" indent="0">
                  <a:spcBef>
                    <a:spcPts val="0"/>
                  </a:spcBef>
                  <a:buNone/>
                </a:pPr>
                <a:r>
                  <a:rPr lang="en-US" altLang="zh-CN" sz="2400" dirty="0"/>
                  <a:t>Using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400" dirty="0"/>
                  <a:t> processors</a:t>
                </a:r>
              </a:p>
              <a:p>
                <a:pPr marL="860425" indent="0">
                  <a:spcBef>
                    <a:spcPts val="0"/>
                  </a:spcBef>
                  <a:buNone/>
                </a:pPr>
                <a:r>
                  <a:rPr lang="en-US" altLang="zh-CN" sz="2400" dirty="0"/>
                  <a:t>As we increase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/>
                      </a:rPr>
                      <m:t>𝑝</m:t>
                    </m:r>
                    <m:r>
                      <a:rPr lang="en-US" altLang="zh-CN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sz="2400" dirty="0"/>
                  <a:t>we usually increase image size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203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292B9-5868-9201-5FD1-E1336E6F2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46ED6A-7F3E-E78F-CE24-C8033489CE31}"/>
              </a:ext>
            </a:extLst>
          </p:cNvPr>
          <p:cNvSpPr/>
          <p:nvPr/>
        </p:nvSpPr>
        <p:spPr>
          <a:xfrm>
            <a:off x="8382000" y="3259014"/>
            <a:ext cx="838200" cy="60960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5577BA-8721-D74E-CADD-98473BCBA299}"/>
              </a:ext>
            </a:extLst>
          </p:cNvPr>
          <p:cNvSpPr/>
          <p:nvPr/>
        </p:nvSpPr>
        <p:spPr>
          <a:xfrm>
            <a:off x="8382000" y="1963614"/>
            <a:ext cx="838200" cy="533400"/>
          </a:xfrm>
          <a:prstGeom prst="rect">
            <a:avLst/>
          </a:prstGeom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FEA45ED2-A91C-18DB-1C52-63FF7B8688A9}"/>
              </a:ext>
            </a:extLst>
          </p:cNvPr>
          <p:cNvGraphicFramePr>
            <a:graphicFrameLocks/>
          </p:cNvGraphicFramePr>
          <p:nvPr/>
        </p:nvGraphicFramePr>
        <p:xfrm>
          <a:off x="3124200" y="1380446"/>
          <a:ext cx="6141720" cy="3830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96CEB8B5-47F5-F348-A9A7-B159BC98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Scaled Speedup (Gustafson’s Law) (2)</a:t>
            </a:r>
            <a:endParaRPr lang="zh-CN" altLang="en-US" dirty="0"/>
          </a:p>
        </p:txBody>
      </p:sp>
      <p:cxnSp>
        <p:nvCxnSpPr>
          <p:cNvPr id="23" name="直接连接符 6">
            <a:extLst>
              <a:ext uri="{FF2B5EF4-FFF2-40B4-BE49-F238E27FC236}">
                <a16:creationId xmlns:a16="http://schemas.microsoft.com/office/drawing/2014/main" id="{4DD5E008-EC60-4171-3667-4098D595E368}"/>
              </a:ext>
            </a:extLst>
          </p:cNvPr>
          <p:cNvCxnSpPr/>
          <p:nvPr/>
        </p:nvCxnSpPr>
        <p:spPr>
          <a:xfrm>
            <a:off x="8077200" y="1354014"/>
            <a:ext cx="0" cy="3429000"/>
          </a:xfrm>
          <a:prstGeom prst="line">
            <a:avLst/>
          </a:prstGeom>
          <a:ln w="158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9">
            <a:extLst>
              <a:ext uri="{FF2B5EF4-FFF2-40B4-BE49-F238E27FC236}">
                <a16:creationId xmlns:a16="http://schemas.microsoft.com/office/drawing/2014/main" id="{26BEAC8E-7D08-A5AE-12C7-B76DFEC28AF3}"/>
              </a:ext>
            </a:extLst>
          </p:cNvPr>
          <p:cNvCxnSpPr/>
          <p:nvPr/>
        </p:nvCxnSpPr>
        <p:spPr>
          <a:xfrm flipH="1">
            <a:off x="3742804" y="2192214"/>
            <a:ext cx="4343400" cy="1166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14">
            <a:extLst>
              <a:ext uri="{FF2B5EF4-FFF2-40B4-BE49-F238E27FC236}">
                <a16:creationId xmlns:a16="http://schemas.microsoft.com/office/drawing/2014/main" id="{6D4DC389-5E3A-02E7-78EC-5006742A87F1}"/>
              </a:ext>
            </a:extLst>
          </p:cNvPr>
          <p:cNvCxnSpPr/>
          <p:nvPr/>
        </p:nvCxnSpPr>
        <p:spPr>
          <a:xfrm flipH="1">
            <a:off x="3742805" y="3487614"/>
            <a:ext cx="4361409" cy="0"/>
          </a:xfrm>
          <a:prstGeom prst="line">
            <a:avLst/>
          </a:prstGeom>
          <a:ln w="381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3EB92E8-6974-BCC9-FA32-F281A89CB234}"/>
              </a:ext>
            </a:extLst>
          </p:cNvPr>
          <p:cNvSpPr txBox="1"/>
          <p:nvPr/>
        </p:nvSpPr>
        <p:spPr>
          <a:xfrm>
            <a:off x="3733801" y="3120945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/>
                </a:solidFill>
              </a:rPr>
              <a:t>512.5</a:t>
            </a:r>
            <a:endParaRPr lang="zh-CN" altLang="en-US" b="1" dirty="0">
              <a:solidFill>
                <a:schemeClr val="accent3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D30654-34C0-EB8A-DE56-27B8C6219BCB}"/>
              </a:ext>
            </a:extLst>
          </p:cNvPr>
          <p:cNvSpPr txBox="1"/>
          <p:nvPr/>
        </p:nvSpPr>
        <p:spPr>
          <a:xfrm>
            <a:off x="3733801" y="182616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</a:rPr>
              <a:t>1024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34E893-92CE-63A3-9527-A6B05FC5D0A1}"/>
              </a:ext>
            </a:extLst>
          </p:cNvPr>
          <p:cNvSpPr txBox="1"/>
          <p:nvPr/>
        </p:nvSpPr>
        <p:spPr>
          <a:xfrm>
            <a:off x="1676401" y="2649415"/>
            <a:ext cx="1008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Scaled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Speedup</a:t>
            </a:r>
            <a:endParaRPr lang="zh-CN" alt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cxnSp>
        <p:nvCxnSpPr>
          <p:cNvPr id="29" name="直接箭头连接符 18">
            <a:extLst>
              <a:ext uri="{FF2B5EF4-FFF2-40B4-BE49-F238E27FC236}">
                <a16:creationId xmlns:a16="http://schemas.microsoft.com/office/drawing/2014/main" id="{DB075715-60C0-D3F8-0204-8E76532682AA}"/>
              </a:ext>
            </a:extLst>
          </p:cNvPr>
          <p:cNvCxnSpPr/>
          <p:nvPr/>
        </p:nvCxnSpPr>
        <p:spPr>
          <a:xfrm flipV="1">
            <a:off x="2971800" y="1963614"/>
            <a:ext cx="0" cy="2590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6CAB358-6D33-E110-3C8E-520741C0BCCF}"/>
                  </a:ext>
                </a:extLst>
              </p:cNvPr>
              <p:cNvSpPr txBox="1"/>
              <p:nvPr/>
            </p:nvSpPr>
            <p:spPr>
              <a:xfrm>
                <a:off x="4730858" y="5443475"/>
                <a:ext cx="25778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Number of Processors (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)</a:t>
                </a:r>
                <a:endParaRPr lang="zh-CN" alt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858" y="5443475"/>
                <a:ext cx="2577885" cy="369332"/>
              </a:xfrm>
              <a:prstGeom prst="rect">
                <a:avLst/>
              </a:prstGeom>
              <a:blipFill>
                <a:blip r:embed="rId3"/>
                <a:stretch>
                  <a:fillRect l="-1970" t="-6667" r="-985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接箭头连接符 20">
            <a:extLst>
              <a:ext uri="{FF2B5EF4-FFF2-40B4-BE49-F238E27FC236}">
                <a16:creationId xmlns:a16="http://schemas.microsoft.com/office/drawing/2014/main" id="{31C1F7FA-0864-D0B8-C210-C1BC0E4C72C2}"/>
              </a:ext>
            </a:extLst>
          </p:cNvPr>
          <p:cNvCxnSpPr/>
          <p:nvPr/>
        </p:nvCxnSpPr>
        <p:spPr>
          <a:xfrm>
            <a:off x="3657600" y="5392614"/>
            <a:ext cx="4724400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9DDDD2F-4AE0-7772-8651-206DFB1CFFA0}"/>
              </a:ext>
            </a:extLst>
          </p:cNvPr>
          <p:cNvCxnSpPr/>
          <p:nvPr/>
        </p:nvCxnSpPr>
        <p:spPr>
          <a:xfrm flipH="1">
            <a:off x="8120842" y="1736508"/>
            <a:ext cx="304800" cy="304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1FA5B9-073C-3629-0739-3B479F68B7D0}"/>
                  </a:ext>
                </a:extLst>
              </p:cNvPr>
              <p:cNvSpPr txBox="1"/>
              <p:nvPr/>
            </p:nvSpPr>
            <p:spPr>
              <a:xfrm>
                <a:off x="8366761" y="1317284"/>
                <a:ext cx="2420391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b="1" dirty="0">
                    <a:solidFill>
                      <a:schemeClr val="accent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𝒑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𝑲</m:t>
                    </m:r>
                  </m:oMath>
                </a14:m>
                <a:r>
                  <a:rPr lang="en-US" sz="1700" b="1" dirty="0">
                    <a:solidFill>
                      <a:schemeClr val="accent1"/>
                    </a:solidFill>
                  </a:rPr>
                  <a:t>, </a:t>
                </a:r>
              </a:p>
              <a:p>
                <a:r>
                  <a:rPr lang="en-US" sz="1700" b="1" dirty="0">
                    <a:solidFill>
                      <a:schemeClr val="accent1"/>
                    </a:solidFill>
                  </a:rPr>
                  <a:t>scaled speedup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𝟏</m:t>
                    </m:r>
                    <m:r>
                      <a:rPr lang="en-US" sz="1700" b="1" i="1" dirty="0">
                        <a:solidFill>
                          <a:schemeClr val="accent1"/>
                        </a:solidFill>
                        <a:latin typeface="Cambria Math"/>
                      </a:rPr>
                      <m:t>𝑲</m:t>
                    </m:r>
                  </m:oMath>
                </a14:m>
                <a:endParaRPr lang="en-US" sz="17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6761" y="1317284"/>
                <a:ext cx="2420391" cy="615553"/>
              </a:xfrm>
              <a:prstGeom prst="rect">
                <a:avLst/>
              </a:prstGeom>
              <a:blipFill>
                <a:blip r:embed="rId4"/>
                <a:stretch>
                  <a:fillRect l="-1571" t="-204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5956BCD-5F85-AAEB-6AC0-101A2FE1B6BB}"/>
                  </a:ext>
                </a:extLst>
              </p:cNvPr>
              <p:cNvSpPr txBox="1"/>
              <p:nvPr/>
            </p:nvSpPr>
            <p:spPr>
              <a:xfrm>
                <a:off x="8153401" y="3922153"/>
                <a:ext cx="2669773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b="1" dirty="0">
                    <a:solidFill>
                      <a:schemeClr val="accent3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𝒑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𝟏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𝑲</m:t>
                    </m:r>
                  </m:oMath>
                </a14:m>
                <a:r>
                  <a:rPr lang="en-US" sz="1700" b="1" dirty="0">
                    <a:solidFill>
                      <a:schemeClr val="accent3"/>
                    </a:solidFill>
                  </a:rPr>
                  <a:t>, </a:t>
                </a:r>
              </a:p>
              <a:p>
                <a:r>
                  <a:rPr lang="en-US" sz="1700" b="1" dirty="0">
                    <a:solidFill>
                      <a:schemeClr val="accent3"/>
                    </a:solidFill>
                  </a:rPr>
                  <a:t>scaled speedup </a:t>
                </a:r>
                <a14:m>
                  <m:oMath xmlns:m="http://schemas.openxmlformats.org/officeDocument/2006/math"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=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𝟓𝟏𝟐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.</m:t>
                    </m:r>
                    <m:r>
                      <a:rPr lang="en-US" sz="1700" b="1" i="1" dirty="0">
                        <a:solidFill>
                          <a:schemeClr val="accent3"/>
                        </a:solidFill>
                        <a:latin typeface="Cambria Math"/>
                      </a:rPr>
                      <m:t>𝟓</m:t>
                    </m:r>
                  </m:oMath>
                </a14:m>
                <a:endParaRPr lang="en-US" sz="1700" b="1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1" y="3922153"/>
                <a:ext cx="2669773" cy="615553"/>
              </a:xfrm>
              <a:prstGeom prst="rect">
                <a:avLst/>
              </a:prstGeom>
              <a:blipFill>
                <a:blip r:embed="rId5"/>
                <a:stretch>
                  <a:fillRect l="-1422" t="-2041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CC80F28-FC44-7AD9-CAD5-4886E1EB16B2}"/>
              </a:ext>
            </a:extLst>
          </p:cNvPr>
          <p:cNvCxnSpPr/>
          <p:nvPr/>
        </p:nvCxnSpPr>
        <p:spPr>
          <a:xfrm flipH="1" flipV="1">
            <a:off x="8153400" y="3490278"/>
            <a:ext cx="152400" cy="378337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43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47141-6CD1-C648-588D-40CFB04A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72E00A1-35EF-4346-A125-3AD823A4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Strong or Weak Scaling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4EE9E7-C307-540F-DC24-FD0A3675F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Scaling </a:t>
            </a:r>
          </a:p>
          <a:p>
            <a:pPr lvl="1"/>
            <a:r>
              <a:rPr lang="en-US" dirty="0"/>
              <a:t>Governed by Amdahl’s Law</a:t>
            </a:r>
            <a:endParaRPr lang="en-US">
              <a:cs typeface="Calibri"/>
            </a:endParaRPr>
          </a:p>
          <a:p>
            <a:pPr lvl="1"/>
            <a:r>
              <a:rPr lang="en-US" dirty="0"/>
              <a:t>The number of processors is </a:t>
            </a:r>
            <a:r>
              <a:rPr lang="en-US" b="1" dirty="0"/>
              <a:t>increased</a:t>
            </a:r>
            <a:r>
              <a:rPr lang="en-US" dirty="0"/>
              <a:t> while the problem size </a:t>
            </a:r>
            <a:r>
              <a:rPr lang="en-US" b="1" dirty="0"/>
              <a:t>remains constant</a:t>
            </a:r>
            <a:endParaRPr lang="en-US"/>
          </a:p>
          <a:p>
            <a:pPr lvl="1"/>
            <a:r>
              <a:rPr lang="en-US" dirty="0"/>
              <a:t>Results in a </a:t>
            </a:r>
            <a:r>
              <a:rPr lang="en-US" b="1" dirty="0"/>
              <a:t>reduced</a:t>
            </a:r>
            <a:r>
              <a:rPr lang="en-US" dirty="0"/>
              <a:t> workload per processor </a:t>
            </a:r>
            <a:endParaRPr lang="en-US">
              <a:cs typeface="Calibri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Weak Scaling </a:t>
            </a:r>
          </a:p>
          <a:p>
            <a:pPr lvl="1"/>
            <a:r>
              <a:rPr lang="en-US" dirty="0"/>
              <a:t>Governed by Gustafson’s Law</a:t>
            </a:r>
            <a:endParaRPr lang="en-US" dirty="0">
              <a:cs typeface="Calibri"/>
            </a:endParaRPr>
          </a:p>
          <a:p>
            <a:pPr lvl="1"/>
            <a:r>
              <a:rPr lang="en-US" b="1" dirty="0"/>
              <a:t>Both</a:t>
            </a:r>
            <a:r>
              <a:rPr lang="en-US" dirty="0"/>
              <a:t> the number of processors and the problem size are </a:t>
            </a:r>
            <a:r>
              <a:rPr lang="en-US" b="1" dirty="0"/>
              <a:t>increased</a:t>
            </a:r>
            <a:endParaRPr lang="en-US">
              <a:cs typeface="Calibri"/>
            </a:endParaRPr>
          </a:p>
          <a:p>
            <a:pPr lvl="1"/>
            <a:r>
              <a:rPr lang="en-US" dirty="0"/>
              <a:t>Results in a </a:t>
            </a:r>
            <a:r>
              <a:rPr lang="en-US" b="1" dirty="0"/>
              <a:t>constant</a:t>
            </a:r>
            <a:r>
              <a:rPr lang="en-US" dirty="0"/>
              <a:t> workload per processor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882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26B73-5DA5-0CE6-CA2F-FA37ECBD7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E391E6-3CFA-4D07-ECB0-B2D67AA586F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Efficiency</a:t>
            </a:r>
            <a:endParaRPr 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FB15771-F898-AC68-F46D-686312F52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(1)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1D8200B1-66ED-1590-0786-1087C01169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283" y="1736308"/>
                <a:ext cx="5806806" cy="4638631"/>
              </a:xfrm>
            </p:spPr>
            <p:txBody>
              <a:bodyPr/>
              <a:lstStyle/>
              <a:p>
                <a:pPr marL="285750" lvl="1"/>
                <a:r>
                  <a:rPr lang="en-US" altLang="zh-CN" dirty="0"/>
                  <a:t>Question: If we use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𝑝</m:t>
                    </m:r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dirty="0"/>
                  <a:t>processors, is speedup =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𝑝</m:t>
                    </m:r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dirty="0"/>
                  <a:t>?</a:t>
                </a:r>
              </a:p>
              <a:p>
                <a:endParaRPr lang="en-US" altLang="zh-CN" dirty="0"/>
              </a:p>
              <a:p>
                <a:pPr marL="285750" lvl="1"/>
                <a:r>
                  <a:rPr lang="en-US" altLang="zh-CN" dirty="0"/>
                  <a:t>Efficiency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  <m:r>
                      <a:rPr lang="en-US" altLang="zh-CN" b="1" i="1" dirty="0" smtClean="0">
                        <a:latin typeface="Cambria Math"/>
                      </a:rPr>
                      <m:t>=</m:t>
                    </m:r>
                    <m:r>
                      <a:rPr lang="en-US" altLang="zh-CN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CN" dirty="0"/>
                  <a:t>Fraction of time a processor is usefully employed during the computation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283" y="1736308"/>
                <a:ext cx="5806806" cy="4638631"/>
              </a:xfrm>
              <a:blipFill>
                <a:blip r:embed="rId3"/>
                <a:stretch>
                  <a:fillRect l="-437" t="-1366" r="-1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A426DF7B-7FC3-2FD8-1502-1679A1905631}"/>
              </a:ext>
            </a:extLst>
          </p:cNvPr>
          <p:cNvSpPr/>
          <p:nvPr/>
        </p:nvSpPr>
        <p:spPr>
          <a:xfrm flipH="1">
            <a:off x="2192216" y="2977260"/>
            <a:ext cx="152400" cy="98425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CE0E07-C615-687B-719B-3C477EAA9C76}"/>
              </a:ext>
            </a:extLst>
          </p:cNvPr>
          <p:cNvCxnSpPr/>
          <p:nvPr/>
        </p:nvCxnSpPr>
        <p:spPr>
          <a:xfrm>
            <a:off x="7627756" y="4169667"/>
            <a:ext cx="2895600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9B5BF2F-2B0F-7053-23CF-E87735B6B7AE}"/>
              </a:ext>
            </a:extLst>
          </p:cNvPr>
          <p:cNvCxnSpPr/>
          <p:nvPr/>
        </p:nvCxnSpPr>
        <p:spPr>
          <a:xfrm flipV="1">
            <a:off x="7627756" y="2417067"/>
            <a:ext cx="0" cy="17526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06CFCD-16DD-2568-C3C2-11BA1958E393}"/>
                  </a:ext>
                </a:extLst>
              </p:cNvPr>
              <p:cNvSpPr txBox="1"/>
              <p:nvPr/>
            </p:nvSpPr>
            <p:spPr>
              <a:xfrm>
                <a:off x="6784706" y="284130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=1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706" y="2841303"/>
                <a:ext cx="685800" cy="369332"/>
              </a:xfrm>
              <a:prstGeom prst="rect">
                <a:avLst/>
              </a:prstGeom>
              <a:blipFill>
                <a:blip r:embed="rId4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8C7348-4E6F-7FCA-E1E9-C1803210CF57}"/>
                  </a:ext>
                </a:extLst>
              </p:cNvPr>
              <p:cNvSpPr txBox="1"/>
              <p:nvPr/>
            </p:nvSpPr>
            <p:spPr>
              <a:xfrm>
                <a:off x="6588666" y="3615319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=2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666" y="3615319"/>
                <a:ext cx="685800" cy="369332"/>
              </a:xfrm>
              <a:prstGeom prst="rect">
                <a:avLst/>
              </a:prstGeom>
              <a:blipFill>
                <a:blip r:embed="rId5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6F29790-D4AE-41E4-6267-0F81E0422735}"/>
                  </a:ext>
                </a:extLst>
              </p:cNvPr>
              <p:cNvSpPr txBox="1"/>
              <p:nvPr/>
            </p:nvSpPr>
            <p:spPr>
              <a:xfrm>
                <a:off x="7083968" y="3430653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968" y="3430653"/>
                <a:ext cx="6858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5154F7-B798-971D-A362-D460CD150F25}"/>
                  </a:ext>
                </a:extLst>
              </p:cNvPr>
              <p:cNvSpPr txBox="1"/>
              <p:nvPr/>
            </p:nvSpPr>
            <p:spPr>
              <a:xfrm>
                <a:off x="7083968" y="3767719"/>
                <a:ext cx="685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968" y="3767719"/>
                <a:ext cx="6858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2AC11A5B-5EDB-7D8D-D4CC-321F138774C7}"/>
              </a:ext>
            </a:extLst>
          </p:cNvPr>
          <p:cNvSpPr/>
          <p:nvPr/>
        </p:nvSpPr>
        <p:spPr>
          <a:xfrm>
            <a:off x="7638147" y="2885935"/>
            <a:ext cx="2123210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4EA66A-0088-1E12-0A98-CA30FBD78AE1}"/>
              </a:ext>
            </a:extLst>
          </p:cNvPr>
          <p:cNvSpPr/>
          <p:nvPr/>
        </p:nvSpPr>
        <p:spPr>
          <a:xfrm>
            <a:off x="7638148" y="3495185"/>
            <a:ext cx="523009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6590F4-0884-A2DA-525D-3488EDC5A913}"/>
              </a:ext>
            </a:extLst>
          </p:cNvPr>
          <p:cNvSpPr/>
          <p:nvPr/>
        </p:nvSpPr>
        <p:spPr>
          <a:xfrm>
            <a:off x="8161156" y="3495185"/>
            <a:ext cx="363682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4E3E55-0BEB-E083-32F8-9E56F2F90184}"/>
              </a:ext>
            </a:extLst>
          </p:cNvPr>
          <p:cNvSpPr/>
          <p:nvPr/>
        </p:nvSpPr>
        <p:spPr>
          <a:xfrm>
            <a:off x="8524839" y="3495185"/>
            <a:ext cx="261504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636622-DD04-E80E-D230-168CFF76DF06}"/>
              </a:ext>
            </a:extLst>
          </p:cNvPr>
          <p:cNvSpPr/>
          <p:nvPr/>
        </p:nvSpPr>
        <p:spPr>
          <a:xfrm>
            <a:off x="8786344" y="3495185"/>
            <a:ext cx="181841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44A4A6-C4EF-4529-6977-21248DBE5379}"/>
              </a:ext>
            </a:extLst>
          </p:cNvPr>
          <p:cNvSpPr/>
          <p:nvPr/>
        </p:nvSpPr>
        <p:spPr>
          <a:xfrm>
            <a:off x="8342999" y="3799985"/>
            <a:ext cx="323849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5D68F6-B957-FDCC-E3F0-4F6923C7DEA3}"/>
              </a:ext>
            </a:extLst>
          </p:cNvPr>
          <p:cNvSpPr/>
          <p:nvPr/>
        </p:nvSpPr>
        <p:spPr>
          <a:xfrm>
            <a:off x="8666847" y="3799985"/>
            <a:ext cx="505692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2CDCF1-5F7D-EA64-CBB1-5ADA53DB554A}"/>
              </a:ext>
            </a:extLst>
          </p:cNvPr>
          <p:cNvCxnSpPr/>
          <p:nvPr/>
        </p:nvCxnSpPr>
        <p:spPr>
          <a:xfrm>
            <a:off x="9761357" y="2721867"/>
            <a:ext cx="0" cy="1524000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D4CE6A3-2775-ED4D-5C45-39B41A5F7A57}"/>
              </a:ext>
            </a:extLst>
          </p:cNvPr>
          <p:cNvSpPr txBox="1"/>
          <p:nvPr/>
        </p:nvSpPr>
        <p:spPr>
          <a:xfrm>
            <a:off x="10142356" y="4245867"/>
            <a:ext cx="76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Time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964D93-344E-9A35-66F4-B0C3B0CC0F91}"/>
              </a:ext>
            </a:extLst>
          </p:cNvPr>
          <p:cNvCxnSpPr/>
          <p:nvPr/>
        </p:nvCxnSpPr>
        <p:spPr>
          <a:xfrm>
            <a:off x="8685896" y="2853669"/>
            <a:ext cx="0" cy="1392198"/>
          </a:xfrm>
          <a:prstGeom prst="line">
            <a:avLst/>
          </a:prstGeom>
          <a:ln w="9525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D610F12-0D91-B605-BEAE-2A74CFA842A8}"/>
              </a:ext>
            </a:extLst>
          </p:cNvPr>
          <p:cNvSpPr txBox="1"/>
          <p:nvPr/>
        </p:nvSpPr>
        <p:spPr>
          <a:xfrm>
            <a:off x="9456556" y="4176595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769E56-2B68-317B-3078-C95606906064}"/>
              </a:ext>
            </a:extLst>
          </p:cNvPr>
          <p:cNvSpPr txBox="1"/>
          <p:nvPr/>
        </p:nvSpPr>
        <p:spPr>
          <a:xfrm>
            <a:off x="8362049" y="4175106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0.5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62F8ED-C303-00C2-27C4-43D20F1B3E81}"/>
              </a:ext>
            </a:extLst>
          </p:cNvPr>
          <p:cNvSpPr/>
          <p:nvPr/>
        </p:nvSpPr>
        <p:spPr>
          <a:xfrm>
            <a:off x="8183672" y="4660976"/>
            <a:ext cx="341168" cy="1524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A2D51E-6C77-6024-2491-A124391C3CAA}"/>
              </a:ext>
            </a:extLst>
          </p:cNvPr>
          <p:cNvSpPr txBox="1"/>
          <p:nvPr/>
        </p:nvSpPr>
        <p:spPr>
          <a:xfrm>
            <a:off x="8655590" y="4567899"/>
            <a:ext cx="1410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useful work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0A2C25-1BBC-5819-3BD1-2D1DA06EF602}"/>
              </a:ext>
            </a:extLst>
          </p:cNvPr>
          <p:cNvSpPr txBox="1"/>
          <p:nvPr/>
        </p:nvSpPr>
        <p:spPr>
          <a:xfrm>
            <a:off x="8666847" y="4893881"/>
            <a:ext cx="1551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idle (overhead)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E0F2E7-46AD-30E7-5AC3-251E6AEDBBAD}"/>
              </a:ext>
            </a:extLst>
          </p:cNvPr>
          <p:cNvSpPr txBox="1"/>
          <p:nvPr/>
        </p:nvSpPr>
        <p:spPr>
          <a:xfrm>
            <a:off x="9730878" y="2853669"/>
            <a:ext cx="1219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Serial Computation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0D86952-14C8-5D97-42AA-5627CE3900DC}"/>
              </a:ext>
            </a:extLst>
          </p:cNvPr>
          <p:cNvCxnSpPr/>
          <p:nvPr/>
        </p:nvCxnSpPr>
        <p:spPr>
          <a:xfrm flipH="1">
            <a:off x="9761357" y="3038335"/>
            <a:ext cx="244188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D768ED0-4410-B2B2-AEFB-FF5769699A6E}"/>
              </a:ext>
            </a:extLst>
          </p:cNvPr>
          <p:cNvCxnSpPr/>
          <p:nvPr/>
        </p:nvCxnSpPr>
        <p:spPr>
          <a:xfrm flipH="1">
            <a:off x="7627757" y="2687415"/>
            <a:ext cx="567173" cy="0"/>
          </a:xfrm>
          <a:prstGeom prst="straightConnector1">
            <a:avLst/>
          </a:prstGeom>
          <a:ln w="9525">
            <a:solidFill>
              <a:schemeClr val="bg2">
                <a:lumMod val="1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C3989D2-42ED-59FE-2D79-6154464D0C5F}"/>
              </a:ext>
            </a:extLst>
          </p:cNvPr>
          <p:cNvCxnSpPr/>
          <p:nvPr/>
        </p:nvCxnSpPr>
        <p:spPr>
          <a:xfrm>
            <a:off x="9172539" y="2701269"/>
            <a:ext cx="588818" cy="0"/>
          </a:xfrm>
          <a:prstGeom prst="straightConnector1">
            <a:avLst/>
          </a:prstGeom>
          <a:ln w="12700">
            <a:solidFill>
              <a:schemeClr val="bg2">
                <a:lumMod val="10000"/>
              </a:schemeClr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E8CCC5A-2E39-532D-1FE5-E16E3C4BF7ED}"/>
              </a:ext>
            </a:extLst>
          </p:cNvPr>
          <p:cNvSpPr txBox="1"/>
          <p:nvPr/>
        </p:nvSpPr>
        <p:spPr>
          <a:xfrm>
            <a:off x="8076296" y="2533527"/>
            <a:ext cx="1219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2">
                    <a:lumMod val="10000"/>
                  </a:schemeClr>
                </a:solidFill>
              </a:rPr>
              <a:t>Serial time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7B0EC2-F4FB-FAE2-4F3A-4FD379402D1E}"/>
              </a:ext>
            </a:extLst>
          </p:cNvPr>
          <p:cNvSpPr txBox="1"/>
          <p:nvPr/>
        </p:nvSpPr>
        <p:spPr>
          <a:xfrm>
            <a:off x="6987151" y="1806091"/>
            <a:ext cx="3353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Typical execution of a program on </a:t>
            </a:r>
          </a:p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a parallel machine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6ABED05-3AEA-E309-3453-F105BDDD3F8D}"/>
              </a:ext>
            </a:extLst>
          </p:cNvPr>
          <p:cNvSpPr/>
          <p:nvPr/>
        </p:nvSpPr>
        <p:spPr>
          <a:xfrm>
            <a:off x="8201330" y="4986958"/>
            <a:ext cx="341168" cy="1524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AD3DBA-7C57-A69D-CE1A-F6D6E05354BA}"/>
              </a:ext>
            </a:extLst>
          </p:cNvPr>
          <p:cNvSpPr/>
          <p:nvPr/>
        </p:nvSpPr>
        <p:spPr>
          <a:xfrm>
            <a:off x="7638147" y="3799985"/>
            <a:ext cx="386197" cy="3048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E9B017-21E9-A536-7294-2737DE54CCC6}"/>
              </a:ext>
            </a:extLst>
          </p:cNvPr>
          <p:cNvSpPr/>
          <p:nvPr/>
        </p:nvSpPr>
        <p:spPr>
          <a:xfrm>
            <a:off x="8024344" y="3799985"/>
            <a:ext cx="318654" cy="30480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内容占位符 1">
                <a:extLst>
                  <a:ext uri="{FF2B5EF4-FFF2-40B4-BE49-F238E27FC236}">
                    <a16:creationId xmlns:a16="http://schemas.microsoft.com/office/drawing/2014/main" id="{CAFD19F9-C0D0-9782-EA1D-A3A939A1CB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984" y="4752499"/>
                <a:ext cx="9851367" cy="14579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342900"/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10000"/>
                      </a:schemeClr>
                    </a:solidFill>
                  </a:rPr>
                  <a:t>Speedup</a:t>
                </a:r>
                <a14:m>
                  <m:oMath xmlns:m="http://schemas.openxmlformats.org/officeDocument/2006/math">
                    <m:r>
                      <a:rPr lang="en-US" altLang="zh-CN" sz="24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10000"/>
                      </a:schemeClr>
                    </a:solidFill>
                  </a:rPr>
                  <a:t> # of processors used</a:t>
                </a:r>
              </a:p>
              <a:p>
                <a:pPr marL="1085850" lvl="2" indent="-342900">
                  <a:buFont typeface="Calibri" panose="020F0502020204030204" pitchFamily="34" charset="0"/>
                  <a:buChar char="–"/>
                </a:pP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is the average efficiency over all the processors</a:t>
                </a:r>
              </a:p>
              <a:p>
                <a:pPr marL="1085850" lvl="2" indent="-342900">
                  <a:buFont typeface="Calibri" panose="020F0502020204030204" pitchFamily="34" charset="0"/>
                  <a:buChar char="–"/>
                </a:pPr>
                <a:r>
                  <a:rPr lang="en-US" altLang="zh-CN" dirty="0">
                    <a:solidFill>
                      <a:schemeClr val="bg2">
                        <a:lumMod val="10000"/>
                      </a:schemeClr>
                    </a:solidFill>
                  </a:rPr>
                  <a:t>Efficiency of each processor can be different from the average value</a:t>
                </a:r>
              </a:p>
            </p:txBody>
          </p:sp>
        </mc:Choice>
        <mc:Fallback xmlns="">
          <p:sp>
            <p:nvSpPr>
              <p:cNvPr id="38" name="内容占位符 1">
                <a:extLst>
                  <a:ext uri="{FF2B5EF4-FFF2-40B4-BE49-F238E27FC236}">
                    <a16:creationId xmlns:a16="http://schemas.microsoft.com/office/drawing/2014/main" id="{D112BD6B-7B3F-1C40-B21E-EB41C7A5D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84" y="4752499"/>
                <a:ext cx="9851367" cy="1457904"/>
              </a:xfrm>
              <a:prstGeom prst="rect">
                <a:avLst/>
              </a:prstGeom>
              <a:blipFill>
                <a:blip r:embed="rId9"/>
                <a:stretch>
                  <a:fillRect l="-772" t="-4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093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9329-4A12-10CA-A03D-3618246D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BB70E2-8AD0-FFE1-CF0E-21C15ADE77BC}"/>
              </a:ext>
            </a:extLst>
          </p:cNvPr>
          <p:cNvCxnSpPr/>
          <p:nvPr/>
        </p:nvCxnSpPr>
        <p:spPr>
          <a:xfrm flipV="1">
            <a:off x="1923645" y="4180818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B9A49C-6D29-CF36-559C-52E9D893480B}"/>
              </a:ext>
            </a:extLst>
          </p:cNvPr>
          <p:cNvCxnSpPr/>
          <p:nvPr/>
        </p:nvCxnSpPr>
        <p:spPr>
          <a:xfrm flipV="1">
            <a:off x="2267716" y="4206724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9A7709-7FE1-0BA3-E399-5E83D8C58C6B}"/>
              </a:ext>
            </a:extLst>
          </p:cNvPr>
          <p:cNvCxnSpPr/>
          <p:nvPr/>
        </p:nvCxnSpPr>
        <p:spPr>
          <a:xfrm flipV="1">
            <a:off x="2643145" y="4188780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36BB5F-FB4D-5A15-8226-1397340C1753}"/>
              </a:ext>
            </a:extLst>
          </p:cNvPr>
          <p:cNvCxnSpPr/>
          <p:nvPr/>
        </p:nvCxnSpPr>
        <p:spPr>
          <a:xfrm flipV="1">
            <a:off x="3053015" y="4199420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2">
            <a:extLst>
              <a:ext uri="{FF2B5EF4-FFF2-40B4-BE49-F238E27FC236}">
                <a16:creationId xmlns:a16="http://schemas.microsoft.com/office/drawing/2014/main" id="{AD7BF565-DB06-0FF3-9A91-D6532F3D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Performance (2)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B61334F-838C-28E6-10E0-A43AA5E12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7969" y="1197429"/>
            <a:ext cx="8390374" cy="4884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Ex. 		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1EB2841-725D-2807-EE29-D3E33B0B6FB5}"/>
                  </a:ext>
                </a:extLst>
              </p:cNvPr>
              <p:cNvSpPr txBox="1"/>
              <p:nvPr/>
            </p:nvSpPr>
            <p:spPr>
              <a:xfrm>
                <a:off x="4381500" y="1143002"/>
                <a:ext cx="16383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𝑆</m:t>
                      </m:r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=0.5</m:t>
                      </m:r>
                    </m:oMath>
                  </m:oMathPara>
                </a14:m>
                <a:endParaRPr lang="en-US" sz="2400" i="1" dirty="0">
                  <a:solidFill>
                    <a:schemeClr val="bg2">
                      <a:lumMod val="10000"/>
                    </a:schemeClr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𝑃</m:t>
                      </m:r>
                      <m:r>
                        <a:rPr lang="en-US" sz="24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=0.5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500" y="1143002"/>
                <a:ext cx="1638300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A1832F3-FA43-E2FB-711C-847A7378CBB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5406" y="3429002"/>
              <a:ext cx="3765360" cy="116210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30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61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7367"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Idle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Serial portion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35171235"/>
                  </p:ext>
                </p:extLst>
              </p:nvPr>
            </p:nvGraphicFramePr>
            <p:xfrm>
              <a:off x="1155406" y="3429002"/>
              <a:ext cx="3765360" cy="1162101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75307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061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5307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7367"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6667" r="-396667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Idle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8736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0000" r="-396667" b="-161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Serial portion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1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ABC9A7-E08E-8514-24C9-2810351A32FA}"/>
              </a:ext>
            </a:extLst>
          </p:cNvPr>
          <p:cNvCxnSpPr/>
          <p:nvPr/>
        </p:nvCxnSpPr>
        <p:spPr>
          <a:xfrm flipV="1">
            <a:off x="3427474" y="3770531"/>
            <a:ext cx="731293" cy="820572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A0524B9-2C77-72AE-99C6-9BD600F8011E}"/>
              </a:ext>
            </a:extLst>
          </p:cNvPr>
          <p:cNvSpPr txBox="1"/>
          <p:nvPr/>
        </p:nvSpPr>
        <p:spPr>
          <a:xfrm>
            <a:off x="1567966" y="2629764"/>
            <a:ext cx="2628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Parallelized portion</a:t>
            </a:r>
          </a:p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(Ideal case)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A62C1C-9F01-4005-B521-5D22E8720DA5}"/>
              </a:ext>
            </a:extLst>
          </p:cNvPr>
          <p:cNvCxnSpPr/>
          <p:nvPr/>
        </p:nvCxnSpPr>
        <p:spPr>
          <a:xfrm flipV="1">
            <a:off x="3396766" y="4599064"/>
            <a:ext cx="0" cy="26044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47013F-DB2F-A183-026E-4A428C0632FC}"/>
              </a:ext>
            </a:extLst>
          </p:cNvPr>
          <p:cNvCxnSpPr/>
          <p:nvPr/>
        </p:nvCxnSpPr>
        <p:spPr>
          <a:xfrm flipV="1">
            <a:off x="4158766" y="4591103"/>
            <a:ext cx="0" cy="26044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B060288-1A7F-2DD8-FE64-ABF28084D8C1}"/>
              </a:ext>
            </a:extLst>
          </p:cNvPr>
          <p:cNvSpPr txBox="1"/>
          <p:nvPr/>
        </p:nvSpPr>
        <p:spPr>
          <a:xfrm>
            <a:off x="3168166" y="4800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0.5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337C60-D09D-7B72-C906-82A121E94AFE}"/>
              </a:ext>
            </a:extLst>
          </p:cNvPr>
          <p:cNvSpPr txBox="1"/>
          <p:nvPr/>
        </p:nvSpPr>
        <p:spPr>
          <a:xfrm>
            <a:off x="3853966" y="4812268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0.75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7F861DD-D48E-6BD9-0BD1-EC71CB01121B}"/>
                  </a:ext>
                </a:extLst>
              </p:cNvPr>
              <p:cNvSpPr txBox="1"/>
              <p:nvPr/>
            </p:nvSpPr>
            <p:spPr>
              <a:xfrm>
                <a:off x="6359768" y="2172018"/>
                <a:ext cx="2895600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Speedup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2172018"/>
                <a:ext cx="2895600" cy="616194"/>
              </a:xfrm>
              <a:prstGeom prst="rect">
                <a:avLst/>
              </a:prstGeom>
              <a:blipFill>
                <a:blip r:embed="rId4"/>
                <a:stretch>
                  <a:fillRect l="-3057" t="-80000" r="-5240" b="-1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7D4ECCC-5CB3-C420-D23F-59866925A299}"/>
                  </a:ext>
                </a:extLst>
              </p:cNvPr>
              <p:cNvSpPr txBox="1"/>
              <p:nvPr/>
            </p:nvSpPr>
            <p:spPr>
              <a:xfrm>
                <a:off x="6359768" y="2693474"/>
                <a:ext cx="4191000" cy="654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(Average) Efficiency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4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2693474"/>
                <a:ext cx="4191000" cy="654090"/>
              </a:xfrm>
              <a:prstGeom prst="rect">
                <a:avLst/>
              </a:prstGeom>
              <a:blipFill>
                <a:blip r:embed="rId5"/>
                <a:stretch>
                  <a:fillRect l="-2115" t="-69811" r="-1511" b="-120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5D255F4-AD61-5F54-560D-97FADA048F72}"/>
                  </a:ext>
                </a:extLst>
              </p:cNvPr>
              <p:cNvSpPr txBox="1"/>
              <p:nvPr/>
            </p:nvSpPr>
            <p:spPr>
              <a:xfrm>
                <a:off x="6359768" y="3721178"/>
                <a:ext cx="4038600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Efficiency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0.25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3721178"/>
                <a:ext cx="4038600" cy="622222"/>
              </a:xfrm>
              <a:prstGeom prst="rect">
                <a:avLst/>
              </a:prstGeom>
              <a:blipFill>
                <a:blip r:embed="rId6"/>
                <a:stretch>
                  <a:fillRect l="-2194" t="-80000" b="-1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90469E-BE35-CCB1-B5F9-93EF03E39FFC}"/>
                  </a:ext>
                </a:extLst>
              </p:cNvPr>
              <p:cNvSpPr txBox="1"/>
              <p:nvPr/>
            </p:nvSpPr>
            <p:spPr>
              <a:xfrm>
                <a:off x="6359768" y="4330778"/>
                <a:ext cx="3733800" cy="622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Efficiency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0.75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=1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4330778"/>
                <a:ext cx="3733800" cy="622222"/>
              </a:xfrm>
              <a:prstGeom prst="rect">
                <a:avLst/>
              </a:prstGeom>
              <a:blipFill>
                <a:blip r:embed="rId7"/>
                <a:stretch>
                  <a:fillRect l="-237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052299-D1A7-DF69-9079-8D429DCA54C0}"/>
                  </a:ext>
                </a:extLst>
              </p:cNvPr>
              <p:cNvSpPr txBox="1"/>
              <p:nvPr/>
            </p:nvSpPr>
            <p:spPr>
              <a:xfrm>
                <a:off x="6359768" y="4940379"/>
                <a:ext cx="4495800" cy="654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(Average) Efficiency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skw"/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</m:den>
                        </m:f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+1</m:t>
                        </m:r>
                      </m:num>
                      <m:den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=2/3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768" y="4940379"/>
                <a:ext cx="4495800" cy="654731"/>
              </a:xfrm>
              <a:prstGeom prst="rect">
                <a:avLst/>
              </a:prstGeom>
              <a:blipFill>
                <a:blip r:embed="rId8"/>
                <a:stretch>
                  <a:fillRect l="-1972" t="-60377" b="-50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A255154-A6B5-76C2-9C19-D7B00550AD21}"/>
              </a:ext>
            </a:extLst>
          </p:cNvPr>
          <p:cNvCxnSpPr/>
          <p:nvPr/>
        </p:nvCxnSpPr>
        <p:spPr>
          <a:xfrm flipV="1">
            <a:off x="3793120" y="4180818"/>
            <a:ext cx="365647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29B87F-3822-5A56-C111-2F0AEA611F70}"/>
              </a:ext>
            </a:extLst>
          </p:cNvPr>
          <p:cNvCxnSpPr/>
          <p:nvPr/>
        </p:nvCxnSpPr>
        <p:spPr>
          <a:xfrm flipV="1">
            <a:off x="3396767" y="3810000"/>
            <a:ext cx="358253" cy="410284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1A92FE54-6B5D-1327-7DBC-8F3ADF9BA69F}"/>
              </a:ext>
            </a:extLst>
          </p:cNvPr>
          <p:cNvCxnSpPr/>
          <p:nvPr/>
        </p:nvCxnSpPr>
        <p:spPr>
          <a:xfrm rot="16200000" flipH="1">
            <a:off x="3271196" y="3432371"/>
            <a:ext cx="739049" cy="426493"/>
          </a:xfrm>
          <a:prstGeom prst="curvedConnector3">
            <a:avLst>
              <a:gd name="adj1" fmla="val 50000"/>
            </a:avLst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357B08D-A9A9-DBDB-14B0-87FE6F7D1DDA}"/>
              </a:ext>
            </a:extLst>
          </p:cNvPr>
          <p:cNvCxnSpPr/>
          <p:nvPr/>
        </p:nvCxnSpPr>
        <p:spPr>
          <a:xfrm>
            <a:off x="4158766" y="4572001"/>
            <a:ext cx="876300" cy="7961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3C4F8FB-9D7F-216D-441A-8BF44E3F8A49}"/>
              </a:ext>
            </a:extLst>
          </p:cNvPr>
          <p:cNvSpPr txBox="1"/>
          <p:nvPr/>
        </p:nvSpPr>
        <p:spPr>
          <a:xfrm>
            <a:off x="4673116" y="4812268"/>
            <a:ext cx="81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>
                    <a:lumMod val="10000"/>
                  </a:schemeClr>
                </a:solidFill>
              </a:rPr>
              <a:t>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F52CD-343A-858A-CFC3-67F906F17B7D}"/>
              </a:ext>
            </a:extLst>
          </p:cNvPr>
          <p:cNvSpPr txBox="1"/>
          <p:nvPr/>
        </p:nvSpPr>
        <p:spPr>
          <a:xfrm>
            <a:off x="6154668" y="1296114"/>
            <a:ext cx="25641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2 processor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51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88785-412A-5EC9-35B4-65AFBE729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DF9DA2D-1F79-74DC-B0F6-85AB0A652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Performance (3)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9DD462-88BD-6431-9084-D91D5F406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Cost = Total amount of work done by a parallel system</a:t>
                </a:r>
              </a:p>
              <a:p>
                <a:pPr>
                  <a:buNone/>
                </a:pPr>
                <a:r>
                  <a:rPr lang="en-US" altLang="zh-CN" dirty="0"/>
                  <a:t>             = Parallel Execution Time x Number of Processors</a:t>
                </a:r>
              </a:p>
              <a:p>
                <a:pPr>
                  <a:buNone/>
                </a:pPr>
                <a:r>
                  <a:rPr lang="en-US" altLang="zh-CN" dirty="0"/>
                  <a:t>             =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𝑇</m:t>
                    </m:r>
                    <m:r>
                      <a:rPr lang="en-US" altLang="zh-CN" i="1" baseline="-25000" dirty="0" err="1" smtClean="0">
                        <a:latin typeface="Cambria Math"/>
                      </a:rPr>
                      <m:t>𝑝</m:t>
                    </m:r>
                    <m:r>
                      <a:rPr lang="en-US" altLang="zh-CN" i="1" dirty="0">
                        <a:latin typeface="Cambria Math"/>
                        <a:ea typeface="Cambria Math"/>
                      </a:rPr>
                      <m:t>×</m:t>
                    </m:r>
                    <m:r>
                      <a:rPr lang="en-US" altLang="zh-CN" b="0" i="1" dirty="0" smtClean="0">
                        <a:latin typeface="Cambria Math"/>
                        <a:ea typeface="Cambria Math"/>
                      </a:rPr>
                      <m:t>𝑝</m:t>
                    </m:r>
                  </m:oMath>
                </a14:m>
                <a:endParaRPr lang="en-US" altLang="zh-CN" dirty="0"/>
              </a:p>
              <a:p>
                <a:pPr>
                  <a:spcBef>
                    <a:spcPts val="2400"/>
                  </a:spcBef>
                </a:pPr>
                <a:r>
                  <a:rPr lang="en-US" altLang="zh-CN" dirty="0"/>
                  <a:t>Cost is also called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Processor Time Product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altLang="zh-CN" dirty="0"/>
                  <a:t>COST OPTIMAL (or WORK OPTIMAL) Parallel Algorithm</a:t>
                </a:r>
              </a:p>
              <a:p>
                <a:pPr lvl="1">
                  <a:buFont typeface="Calibri" panose="020F0502020204030204" pitchFamily="34" charset="0"/>
                  <a:buChar char="–"/>
                </a:pPr>
                <a:r>
                  <a:rPr lang="en-US" altLang="zh-CN" dirty="0"/>
                  <a:t>Total work done = Serial Complexity of the problem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04" t="-2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292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512D-0CC3-6086-C2C7-3B16075D0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5824-E727-98D1-C6F9-955EAFF9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Blocked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783D6F-4BF3-E939-B3B8-3BE8A6FE8A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Serial Algorithm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Parallel Algorithm:</a:t>
                </a:r>
              </a:p>
              <a:p>
                <a:r>
                  <a:rPr lang="en-US" dirty="0"/>
                  <a:t>Number of steps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Work done by each processor in each step: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 ~ serial complexity. So work optimal.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43AA5D4-629C-E826-7257-8F9827CC20DC}"/>
              </a:ext>
            </a:extLst>
          </p:cNvPr>
          <p:cNvSpPr txBox="1"/>
          <p:nvPr/>
        </p:nvSpPr>
        <p:spPr>
          <a:xfrm>
            <a:off x="8538437" y="2597865"/>
            <a:ext cx="1610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Total Number of Processors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2FAC8A-E6BC-2FF3-46AD-50FDC394E296}"/>
              </a:ext>
            </a:extLst>
          </p:cNvPr>
          <p:cNvCxnSpPr>
            <a:cxnSpLocks/>
          </p:cNvCxnSpPr>
          <p:nvPr/>
        </p:nvCxnSpPr>
        <p:spPr>
          <a:xfrm flipH="1">
            <a:off x="4523555" y="3336652"/>
            <a:ext cx="4808170" cy="78117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F6977C3-1E5E-A83E-5008-9190C2188AA7}"/>
              </a:ext>
            </a:extLst>
          </p:cNvPr>
          <p:cNvSpPr txBox="1"/>
          <p:nvPr/>
        </p:nvSpPr>
        <p:spPr>
          <a:xfrm>
            <a:off x="10010965" y="4505388"/>
            <a:ext cx="16107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Work done in each processor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CF8224-4D63-40CF-D157-80858F13CC5C}"/>
              </a:ext>
            </a:extLst>
          </p:cNvPr>
          <p:cNvCxnSpPr>
            <a:cxnSpLocks/>
          </p:cNvCxnSpPr>
          <p:nvPr/>
        </p:nvCxnSpPr>
        <p:spPr>
          <a:xfrm flipH="1" flipV="1">
            <a:off x="5462177" y="4614389"/>
            <a:ext cx="4548788" cy="39383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2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2B68F-54A7-C5F9-1C96-25B0833C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CCC1A-7645-AB21-DD66-A74FC230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Elements in an 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17BA5B-2BB3-9655-BB0F-F5F6EF2B9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Serial Algorithm: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Parallel Algorithm: </a:t>
                </a:r>
              </a:p>
              <a:p>
                <a:r>
                  <a:rPr lang="en-US" dirty="0"/>
                  <a:t>Number of steps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Number of processors in each step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Note: We can also consider only active processors to come up with a different analysis. </a:t>
                </a:r>
              </a:p>
              <a:p>
                <a:endParaRPr lang="en-US" dirty="0"/>
              </a:p>
              <a:p>
                <a:r>
                  <a:rPr lang="en-US" dirty="0"/>
                  <a:t>Cost of the Algorithm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Cost of the algorithm !~ serial complexity. So not work optimal (assuming GPU model). It is work optimal if we only consider active processor in the analysis.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B63779-2D0A-0E27-B487-90C5C9981D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b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049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67A1-24F6-0EDF-6B81-1EA3EE71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045E-8B8E-F159-77BF-C2F06275D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Roofline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9243BD9-1D30-F60B-5244-112986755E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5425" y="1512081"/>
                <a:ext cx="8258146" cy="4884435"/>
              </a:xfrm>
            </p:spPr>
            <p:txBody>
              <a:bodyPr>
                <a:normAutofit/>
              </a:bodyPr>
              <a:lstStyle/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In Practice: </a:t>
                </a:r>
                <a:r>
                  <a:rPr lang="en-US" sz="2400" dirty="0">
                    <a:solidFill>
                      <a:schemeClr val="tx1"/>
                    </a:solidFill>
                  </a:rPr>
                  <a:t>Processor Performance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Memory Performance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Processor may idle waiting for data</a:t>
                </a:r>
              </a:p>
              <a:p>
                <a:pPr marL="0" indent="0">
                  <a:buNone/>
                </a:pPr>
                <a:r>
                  <a:rPr lang="en-US" sz="2400" dirty="0"/>
                  <a:t>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Machine Balance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𝑃𝑒𝑟𝑓𝑜𝑟𝑚𝑎𝑛𝑐𝑒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𝐹𝑙𝑜𝑝𝑠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𝑃𝑒𝑎𝑘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𝐵𝑎𝑛𝑑𝑤𝑖𝑑𝑡h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𝑠𝑒𝑐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5D4B527-7B83-BCC6-8EC0-5326E2A87D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25" y="1512081"/>
                <a:ext cx="8258146" cy="4884435"/>
              </a:xfrm>
              <a:blipFill>
                <a:blip r:embed="rId2"/>
                <a:stretch>
                  <a:fillRect l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9A65B1D-FB1D-FC54-583E-026E45A7AE4E}"/>
              </a:ext>
            </a:extLst>
          </p:cNvPr>
          <p:cNvSpPr/>
          <p:nvPr/>
        </p:nvSpPr>
        <p:spPr>
          <a:xfrm>
            <a:off x="9422754" y="2448424"/>
            <a:ext cx="1987628" cy="702741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86E4BE-FD0B-F377-A885-86B350FD05F0}"/>
              </a:ext>
            </a:extLst>
          </p:cNvPr>
          <p:cNvSpPr/>
          <p:nvPr/>
        </p:nvSpPr>
        <p:spPr>
          <a:xfrm>
            <a:off x="9875720" y="3954299"/>
            <a:ext cx="1018118" cy="961406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2">
                    <a:lumMod val="10000"/>
                  </a:schemeClr>
                </a:solidFill>
              </a:rPr>
              <a:t>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92848B3-B585-6EB7-1B4A-7F21D10623B8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0416568" y="3151166"/>
            <a:ext cx="0" cy="80313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1A83F-59CF-6423-EFA1-2E93419ADBE7}"/>
              </a:ext>
            </a:extLst>
          </p:cNvPr>
          <p:cNvCxnSpPr>
            <a:cxnSpLocks/>
          </p:cNvCxnSpPr>
          <p:nvPr/>
        </p:nvCxnSpPr>
        <p:spPr>
          <a:xfrm>
            <a:off x="9633768" y="3552732"/>
            <a:ext cx="685222" cy="0"/>
          </a:xfrm>
          <a:prstGeom prst="straightConnector1">
            <a:avLst/>
          </a:prstGeom>
          <a:ln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0CC53B-BC63-D39B-9F09-57F60FAD9A6B}"/>
              </a:ext>
            </a:extLst>
          </p:cNvPr>
          <p:cNvSpPr txBox="1"/>
          <p:nvPr/>
        </p:nvSpPr>
        <p:spPr>
          <a:xfrm>
            <a:off x="8126052" y="3229566"/>
            <a:ext cx="169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of data transferred/sec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EB3B45-1A98-AB67-5ABC-AFAD5A163A73}"/>
              </a:ext>
            </a:extLst>
          </p:cNvPr>
          <p:cNvCxnSpPr>
            <a:cxnSpLocks/>
          </p:cNvCxnSpPr>
          <p:nvPr/>
        </p:nvCxnSpPr>
        <p:spPr>
          <a:xfrm>
            <a:off x="9115312" y="4567617"/>
            <a:ext cx="685222" cy="0"/>
          </a:xfrm>
          <a:prstGeom prst="straightConnector1">
            <a:avLst/>
          </a:prstGeom>
          <a:ln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A9455E8-5057-A1A1-5F13-DFD0473C1172}"/>
              </a:ext>
            </a:extLst>
          </p:cNvPr>
          <p:cNvSpPr txBox="1"/>
          <p:nvPr/>
        </p:nvSpPr>
        <p:spPr>
          <a:xfrm>
            <a:off x="7731540" y="4382951"/>
            <a:ext cx="31622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of ops/sec</a:t>
            </a:r>
          </a:p>
          <a:p>
            <a:r>
              <a:rPr lang="en-US" dirty="0"/>
              <a:t>Peak Performance </a:t>
            </a:r>
          </a:p>
          <a:p>
            <a:r>
              <a:rPr lang="en-US" dirty="0"/>
              <a:t># of floating point ops/sec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8C884A-BBA2-BB06-C370-3736ED804FB0}"/>
              </a:ext>
            </a:extLst>
          </p:cNvPr>
          <p:cNvCxnSpPr>
            <a:cxnSpLocks/>
          </p:cNvCxnSpPr>
          <p:nvPr/>
        </p:nvCxnSpPr>
        <p:spPr>
          <a:xfrm flipH="1">
            <a:off x="10501939" y="3561083"/>
            <a:ext cx="422448" cy="0"/>
          </a:xfrm>
          <a:prstGeom prst="straightConnector1">
            <a:avLst/>
          </a:prstGeom>
          <a:ln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64BF387-2C91-D5BC-1D59-9BA154BB95CF}"/>
              </a:ext>
            </a:extLst>
          </p:cNvPr>
          <p:cNvSpPr txBox="1"/>
          <p:nvPr/>
        </p:nvSpPr>
        <p:spPr>
          <a:xfrm>
            <a:off x="10742046" y="3118152"/>
            <a:ext cx="1449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Peak bandwidth</a:t>
            </a:r>
          </a:p>
          <a:p>
            <a:pPr algn="ctr"/>
            <a:r>
              <a:rPr lang="en-US" dirty="0"/>
              <a:t>GB/sec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E5540F-01B1-40DC-DF20-F5BDDF4D2387}"/>
              </a:ext>
            </a:extLst>
          </p:cNvPr>
          <p:cNvSpPr txBox="1"/>
          <p:nvPr/>
        </p:nvSpPr>
        <p:spPr>
          <a:xfrm>
            <a:off x="6649554" y="5604719"/>
            <a:ext cx="5326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Roofline Model</a:t>
            </a:r>
          </a:p>
          <a:p>
            <a:r>
              <a:rPr lang="en-US" sz="1600" dirty="0"/>
              <a:t>Samuel Williams, Lawrence Berkeley National Lab</a:t>
            </a:r>
          </a:p>
          <a:p>
            <a:r>
              <a:rPr lang="en-US" sz="1600" dirty="0"/>
              <a:t>https://escholarship.org/content/qt0qs3s709/qt0qs3s709.pdf</a:t>
            </a:r>
          </a:p>
        </p:txBody>
      </p:sp>
    </p:spTree>
    <p:extLst>
      <p:ext uri="{BB962C8B-B14F-4D97-AF65-F5344CB8AC3E}">
        <p14:creationId xmlns:p14="http://schemas.microsoft.com/office/powerpoint/2010/main" val="1114198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82C20-3D37-A155-03BD-0E4B43BF2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FC56-6C58-3B2E-43EB-9CAD95324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Roofline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98FA15-40E2-D861-CD94-F9463FDFA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Arithmetic</a:t>
                </a:r>
                <a:r>
                  <a:rPr lang="en-US" sz="2800" dirty="0"/>
                  <a:t> Intensity (AI)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For every fetched data (from memory) how many ops make use of them</a:t>
                </a:r>
              </a:p>
              <a:p>
                <a:pPr marL="0" indent="0">
                  <a:buNone/>
                </a:pPr>
                <a:r>
                  <a:rPr lang="en-US" sz="2800" dirty="0"/>
                  <a:t>		     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𝑜𝑝𝑠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𝑝𝑒𝑟𝑓𝑜𝑟𝑚𝑒𝑑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𝐴𝑚𝑜𝑢𝑛𝑡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𝑑𝑎𝑡𝑎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𝑚𝑜𝑣𝑒𝑑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𝑓𝑟𝑜𝑚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𝑒𝑥𝑡𝑒𝑟𝑛𝑎𝑙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𝑚𝑒𝑚𝑜𝑟𝑦</m:t>
                        </m:r>
                      </m:den>
                    </m:f>
                  </m:oMath>
                </a14:m>
                <a:endParaRPr lang="en-US" sz="2800" dirty="0"/>
              </a:p>
              <a:p>
                <a:endParaRPr lang="en-US" dirty="0"/>
              </a:p>
              <a:p>
                <a:r>
                  <a:rPr lang="en-US" dirty="0"/>
                  <a:t>Algorithm Dependent</a:t>
                </a:r>
              </a:p>
              <a:p>
                <a:endParaRPr lang="en-US" dirty="0"/>
              </a:p>
              <a:p>
                <a:r>
                  <a:rPr lang="en-US" sz="2600" dirty="0"/>
                  <a:t>Example</a:t>
                </a:r>
              </a:p>
              <a:p>
                <a:pPr marL="457200" lvl="1" indent="0">
                  <a:buNone/>
                </a:pPr>
                <a:r>
                  <a:rPr lang="en-US" sz="2600" dirty="0"/>
                  <a:t>AI of vector inner product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2600" dirty="0"/>
              </a:p>
              <a:p>
                <a:pPr marL="457200" lvl="1" indent="0">
                  <a:buNone/>
                </a:pPr>
                <a:endParaRPr lang="en-US" sz="2600" dirty="0"/>
              </a:p>
              <a:p>
                <a:pPr marL="457200" lvl="1" indent="0">
                  <a:buNone/>
                </a:pPr>
                <a:r>
                  <a:rPr lang="en-US" sz="2600" dirty="0"/>
                  <a:t>AI of Dense matrix multiplication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147A9-C8F4-B7F5-3C4D-25F7614D8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3719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B8C3-3B14-E335-7106-B3C20A23F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67656-3EF2-7751-F73C-0180FA30D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Roofline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722E1-464E-2AE4-EA1C-481C3D958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3684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Understand system bottlenecks – Computation vs Memory</a:t>
            </a:r>
          </a:p>
          <a:p>
            <a:endParaRPr lang="en-US" dirty="0"/>
          </a:p>
          <a:p>
            <a:r>
              <a:rPr lang="en-US" dirty="0"/>
              <a:t>High level model using few parameters (ignores ISA etc.)</a:t>
            </a:r>
          </a:p>
          <a:p>
            <a:endParaRPr lang="en-US" dirty="0"/>
          </a:p>
          <a:p>
            <a:r>
              <a:rPr lang="en-US" dirty="0"/>
              <a:t>Can be used to understand and evaluate an application performance on a target</a:t>
            </a:r>
          </a:p>
          <a:p>
            <a:endParaRPr lang="en-US" dirty="0"/>
          </a:p>
          <a:p>
            <a:r>
              <a:rPr lang="en-US" dirty="0"/>
              <a:t>Can be used to make architectural decisions for custom accelerators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B881D-D8E4-7589-0574-54ABDB29A12D}"/>
              </a:ext>
            </a:extLst>
          </p:cNvPr>
          <p:cNvSpPr txBox="1"/>
          <p:nvPr/>
        </p:nvSpPr>
        <p:spPr>
          <a:xfrm>
            <a:off x="6708916" y="6008579"/>
            <a:ext cx="53262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Roofline Model</a:t>
            </a:r>
          </a:p>
          <a:p>
            <a:r>
              <a:rPr lang="en-US" sz="1600" dirty="0"/>
              <a:t>Samuel Williams, Lawrence Berkeley National Lab</a:t>
            </a:r>
          </a:p>
          <a:p>
            <a:r>
              <a:rPr lang="en-US" sz="1600" dirty="0"/>
              <a:t>https://escholarship.org/content/qt0qs3s709/qt0qs3s709.pdf</a:t>
            </a:r>
          </a:p>
        </p:txBody>
      </p:sp>
    </p:spTree>
    <p:extLst>
      <p:ext uri="{BB962C8B-B14F-4D97-AF65-F5344CB8AC3E}">
        <p14:creationId xmlns:p14="http://schemas.microsoft.com/office/powerpoint/2010/main" val="139621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99681-7F42-FD8A-7655-9ADBFCFD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B2D0C0D-E388-4E98-5558-D1D413537A77}"/>
              </a:ext>
            </a:extLst>
          </p:cNvPr>
          <p:cNvSpPr/>
          <p:nvPr/>
        </p:nvSpPr>
        <p:spPr>
          <a:xfrm>
            <a:off x="4687576" y="2741564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C16CF632-62FD-4501-24B5-502DD6FA8590}"/>
              </a:ext>
            </a:extLst>
          </p:cNvPr>
          <p:cNvSpPr/>
          <p:nvPr/>
        </p:nvSpPr>
        <p:spPr>
          <a:xfrm>
            <a:off x="2645006" y="2845381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8904A-3939-B617-FDC6-3759B794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3197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Compute Bound vs Memory Bound</a:t>
            </a:r>
            <a:br>
              <a:rPr lang="en-US" dirty="0"/>
            </a:br>
            <a:r>
              <a:rPr lang="en-US" sz="3600" dirty="0"/>
              <a:t>Roofline Model (for a given platform)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5C2B6D-F9B4-04C8-E241-370C0938F103}"/>
              </a:ext>
            </a:extLst>
          </p:cNvPr>
          <p:cNvCxnSpPr>
            <a:cxnSpLocks/>
          </p:cNvCxnSpPr>
          <p:nvPr/>
        </p:nvCxnSpPr>
        <p:spPr>
          <a:xfrm>
            <a:off x="1817076" y="4804827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C7BEDC5-C8DF-FF66-FA14-F142BE2A289B}"/>
              </a:ext>
            </a:extLst>
          </p:cNvPr>
          <p:cNvCxnSpPr>
            <a:cxnSpLocks/>
          </p:cNvCxnSpPr>
          <p:nvPr/>
        </p:nvCxnSpPr>
        <p:spPr>
          <a:xfrm flipV="1">
            <a:off x="2579076" y="2260919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3810A9-E490-73E8-296D-BF44B4974E0B}"/>
              </a:ext>
            </a:extLst>
          </p:cNvPr>
          <p:cNvCxnSpPr/>
          <p:nvPr/>
        </p:nvCxnSpPr>
        <p:spPr>
          <a:xfrm flipV="1">
            <a:off x="2579076" y="2741565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92B0EA-54C9-4170-4BE6-745AD3226CEC}"/>
              </a:ext>
            </a:extLst>
          </p:cNvPr>
          <p:cNvCxnSpPr>
            <a:cxnSpLocks/>
          </p:cNvCxnSpPr>
          <p:nvPr/>
        </p:nvCxnSpPr>
        <p:spPr>
          <a:xfrm flipH="1">
            <a:off x="4630615" y="2741564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F3CE057-4DD1-7F21-2CB9-6FA00B6E05A9}"/>
              </a:ext>
            </a:extLst>
          </p:cNvPr>
          <p:cNvSpPr txBox="1"/>
          <p:nvPr/>
        </p:nvSpPr>
        <p:spPr>
          <a:xfrm>
            <a:off x="2656118" y="2157930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F956A3-BC34-8985-AF8C-55FCF0F10B71}"/>
              </a:ext>
            </a:extLst>
          </p:cNvPr>
          <p:cNvSpPr txBox="1"/>
          <p:nvPr/>
        </p:nvSpPr>
        <p:spPr>
          <a:xfrm>
            <a:off x="97813" y="3194591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30963-13C5-F2DA-E28F-71C4EB29CD06}"/>
              </a:ext>
            </a:extLst>
          </p:cNvPr>
          <p:cNvSpPr txBox="1"/>
          <p:nvPr/>
        </p:nvSpPr>
        <p:spPr>
          <a:xfrm>
            <a:off x="9009067" y="4937123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9658EE-2883-F3ED-089E-2D0806706FDF}"/>
              </a:ext>
            </a:extLst>
          </p:cNvPr>
          <p:cNvCxnSpPr>
            <a:cxnSpLocks/>
          </p:cNvCxnSpPr>
          <p:nvPr/>
        </p:nvCxnSpPr>
        <p:spPr>
          <a:xfrm>
            <a:off x="4642338" y="2107290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C17AD2-720D-7E4B-4D8F-B2CE1B910965}"/>
              </a:ext>
            </a:extLst>
          </p:cNvPr>
          <p:cNvSpPr txBox="1"/>
          <p:nvPr/>
        </p:nvSpPr>
        <p:spPr>
          <a:xfrm>
            <a:off x="5738294" y="2161331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B4198E-63AF-DA14-F053-51938EA5DCBF}"/>
              </a:ext>
            </a:extLst>
          </p:cNvPr>
          <p:cNvSpPr txBox="1"/>
          <p:nvPr/>
        </p:nvSpPr>
        <p:spPr>
          <a:xfrm>
            <a:off x="1972374" y="4805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0.1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908671-6FFE-6446-1BE6-61EB469E10E6}"/>
              </a:ext>
            </a:extLst>
          </p:cNvPr>
          <p:cNvSpPr txBox="1"/>
          <p:nvPr/>
        </p:nvSpPr>
        <p:spPr>
          <a:xfrm>
            <a:off x="2857668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CC7379-1719-62E7-6F50-4BFB58AD86FD}"/>
              </a:ext>
            </a:extLst>
          </p:cNvPr>
          <p:cNvSpPr txBox="1"/>
          <p:nvPr/>
        </p:nvSpPr>
        <p:spPr>
          <a:xfrm>
            <a:off x="3753134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10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0BC3E2-B93E-A7FD-04C1-814E2CEBB77A}"/>
              </a:ext>
            </a:extLst>
          </p:cNvPr>
          <p:cNvCxnSpPr>
            <a:cxnSpLocks/>
          </p:cNvCxnSpPr>
          <p:nvPr/>
        </p:nvCxnSpPr>
        <p:spPr>
          <a:xfrm flipV="1">
            <a:off x="1244303" y="3840922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67AA50-8785-B2FA-7441-02A16ED31464}"/>
              </a:ext>
            </a:extLst>
          </p:cNvPr>
          <p:cNvCxnSpPr>
            <a:cxnSpLocks/>
          </p:cNvCxnSpPr>
          <p:nvPr/>
        </p:nvCxnSpPr>
        <p:spPr>
          <a:xfrm>
            <a:off x="8592462" y="5074459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A9DCC5C-CBED-6075-9CA6-CD791CDDF75B}"/>
              </a:ext>
            </a:extLst>
          </p:cNvPr>
          <p:cNvSpPr txBox="1"/>
          <p:nvPr/>
        </p:nvSpPr>
        <p:spPr>
          <a:xfrm>
            <a:off x="8675914" y="3720054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log-log plot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AF9143-B007-3D3D-7F97-956D00900EDF}"/>
              </a:ext>
            </a:extLst>
          </p:cNvPr>
          <p:cNvSpPr txBox="1"/>
          <p:nvPr/>
        </p:nvSpPr>
        <p:spPr>
          <a:xfrm>
            <a:off x="2522523" y="2548260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A66130-ADDD-4178-ABC9-23408AD86825}"/>
              </a:ext>
            </a:extLst>
          </p:cNvPr>
          <p:cNvCxnSpPr>
            <a:cxnSpLocks/>
          </p:cNvCxnSpPr>
          <p:nvPr/>
        </p:nvCxnSpPr>
        <p:spPr>
          <a:xfrm>
            <a:off x="3610707" y="2733068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CAF7146-1D59-D50C-9325-5AA7C6BBF655}"/>
              </a:ext>
            </a:extLst>
          </p:cNvPr>
          <p:cNvSpPr txBox="1"/>
          <p:nvPr/>
        </p:nvSpPr>
        <p:spPr>
          <a:xfrm>
            <a:off x="3632479" y="1480088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Machine </a:t>
            </a:r>
          </a:p>
          <a:p>
            <a:pPr algn="ctr"/>
            <a:r>
              <a:rPr lang="en-US" dirty="0"/>
              <a:t>Balance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78A2C7-F53C-513E-6AA0-D360B0A17CD8}"/>
              </a:ext>
            </a:extLst>
          </p:cNvPr>
          <p:cNvCxnSpPr>
            <a:cxnSpLocks/>
          </p:cNvCxnSpPr>
          <p:nvPr/>
        </p:nvCxnSpPr>
        <p:spPr>
          <a:xfrm flipH="1">
            <a:off x="4640690" y="1730828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013A6E-0F12-F18B-D8CC-7BB433CBFD62}"/>
              </a:ext>
            </a:extLst>
          </p:cNvPr>
          <p:cNvCxnSpPr/>
          <p:nvPr/>
        </p:nvCxnSpPr>
        <p:spPr>
          <a:xfrm>
            <a:off x="3804901" y="4167134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F32B0E-4120-FA9A-A89A-21980FD49B65}"/>
              </a:ext>
            </a:extLst>
          </p:cNvPr>
          <p:cNvCxnSpPr>
            <a:cxnSpLocks/>
          </p:cNvCxnSpPr>
          <p:nvPr/>
        </p:nvCxnSpPr>
        <p:spPr>
          <a:xfrm flipH="1">
            <a:off x="3804901" y="4181612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228B33E-9FDF-37E9-B5F5-C804EA821FE1}"/>
              </a:ext>
            </a:extLst>
          </p:cNvPr>
          <p:cNvCxnSpPr/>
          <p:nvPr/>
        </p:nvCxnSpPr>
        <p:spPr>
          <a:xfrm>
            <a:off x="5239472" y="3411750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85EC5F-8A86-BAAB-9701-6CF39554CCE7}"/>
              </a:ext>
            </a:extLst>
          </p:cNvPr>
          <p:cNvCxnSpPr>
            <a:cxnSpLocks/>
          </p:cNvCxnSpPr>
          <p:nvPr/>
        </p:nvCxnSpPr>
        <p:spPr>
          <a:xfrm flipH="1">
            <a:off x="5239472" y="3426228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A85B54D-2EE7-2B2E-2EB0-0F34771F9319}"/>
              </a:ext>
            </a:extLst>
          </p:cNvPr>
          <p:cNvCxnSpPr/>
          <p:nvPr/>
        </p:nvCxnSpPr>
        <p:spPr>
          <a:xfrm>
            <a:off x="5946188" y="4331996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0517900-9109-5B41-7DA6-BCFD3935F14F}"/>
              </a:ext>
            </a:extLst>
          </p:cNvPr>
          <p:cNvCxnSpPr>
            <a:cxnSpLocks/>
          </p:cNvCxnSpPr>
          <p:nvPr/>
        </p:nvCxnSpPr>
        <p:spPr>
          <a:xfrm flipH="1">
            <a:off x="5946188" y="4346474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9A83057-276A-34B6-A077-B71737AE8EFC}"/>
              </a:ext>
            </a:extLst>
          </p:cNvPr>
          <p:cNvCxnSpPr/>
          <p:nvPr/>
        </p:nvCxnSpPr>
        <p:spPr>
          <a:xfrm>
            <a:off x="6343250" y="3345277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C848BF2-4E8C-753F-4B8E-3854FDC0762D}"/>
              </a:ext>
            </a:extLst>
          </p:cNvPr>
          <p:cNvCxnSpPr>
            <a:cxnSpLocks/>
          </p:cNvCxnSpPr>
          <p:nvPr/>
        </p:nvCxnSpPr>
        <p:spPr>
          <a:xfrm flipH="1">
            <a:off x="6343250" y="3359755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19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D6E2-B5DB-68E8-F06C-63CADA24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ECE672A-FF03-E63F-F6E9-9A3618843805}"/>
              </a:ext>
            </a:extLst>
          </p:cNvPr>
          <p:cNvSpPr/>
          <p:nvPr/>
        </p:nvSpPr>
        <p:spPr>
          <a:xfrm>
            <a:off x="4687576" y="2741564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BC0E0318-E845-CB70-60CF-FD7D0DF882C0}"/>
              </a:ext>
            </a:extLst>
          </p:cNvPr>
          <p:cNvSpPr/>
          <p:nvPr/>
        </p:nvSpPr>
        <p:spPr>
          <a:xfrm>
            <a:off x="2645006" y="2845381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627D85-6C58-896D-B95E-F699A01AF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" y="3197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Compute Bound vs Memory Bound</a:t>
            </a:r>
            <a:br>
              <a:rPr lang="en-US" dirty="0"/>
            </a:br>
            <a:r>
              <a:rPr lang="en-US" sz="3600" dirty="0"/>
              <a:t>Roofline Model (for a given platform)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B0F8A2-D9DD-EFC4-0747-455570565E8B}"/>
              </a:ext>
            </a:extLst>
          </p:cNvPr>
          <p:cNvCxnSpPr>
            <a:cxnSpLocks/>
          </p:cNvCxnSpPr>
          <p:nvPr/>
        </p:nvCxnSpPr>
        <p:spPr>
          <a:xfrm>
            <a:off x="1817076" y="4804827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D7074-AD18-4B01-7C06-DCD32801CEBA}"/>
              </a:ext>
            </a:extLst>
          </p:cNvPr>
          <p:cNvCxnSpPr>
            <a:cxnSpLocks/>
          </p:cNvCxnSpPr>
          <p:nvPr/>
        </p:nvCxnSpPr>
        <p:spPr>
          <a:xfrm flipV="1">
            <a:off x="2579076" y="2260919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66D286-46AC-04EE-6BFB-607366443D93}"/>
              </a:ext>
            </a:extLst>
          </p:cNvPr>
          <p:cNvCxnSpPr/>
          <p:nvPr/>
        </p:nvCxnSpPr>
        <p:spPr>
          <a:xfrm flipV="1">
            <a:off x="2579076" y="2741565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3952C9-05F7-9F06-77CF-24F2A9B0BF6F}"/>
              </a:ext>
            </a:extLst>
          </p:cNvPr>
          <p:cNvCxnSpPr>
            <a:cxnSpLocks/>
          </p:cNvCxnSpPr>
          <p:nvPr/>
        </p:nvCxnSpPr>
        <p:spPr>
          <a:xfrm flipH="1">
            <a:off x="4630615" y="2741564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EBF97B-F709-6BA6-874F-78A5AF2C6127}"/>
              </a:ext>
            </a:extLst>
          </p:cNvPr>
          <p:cNvSpPr txBox="1"/>
          <p:nvPr/>
        </p:nvSpPr>
        <p:spPr>
          <a:xfrm>
            <a:off x="2656118" y="2157930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7FB93-6C3E-61C6-2076-01FAFF431C85}"/>
              </a:ext>
            </a:extLst>
          </p:cNvPr>
          <p:cNvSpPr txBox="1"/>
          <p:nvPr/>
        </p:nvSpPr>
        <p:spPr>
          <a:xfrm>
            <a:off x="97813" y="3194591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95C56-FC1D-D46B-777D-F607D5B6BC75}"/>
              </a:ext>
            </a:extLst>
          </p:cNvPr>
          <p:cNvSpPr txBox="1"/>
          <p:nvPr/>
        </p:nvSpPr>
        <p:spPr>
          <a:xfrm>
            <a:off x="9009067" y="4937123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F74E498-2437-0098-C4DF-103E4098672B}"/>
              </a:ext>
            </a:extLst>
          </p:cNvPr>
          <p:cNvCxnSpPr>
            <a:cxnSpLocks/>
          </p:cNvCxnSpPr>
          <p:nvPr/>
        </p:nvCxnSpPr>
        <p:spPr>
          <a:xfrm>
            <a:off x="4642338" y="2107290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D21FBD8-2ACC-BD74-050B-62AA11E117AF}"/>
              </a:ext>
            </a:extLst>
          </p:cNvPr>
          <p:cNvSpPr txBox="1"/>
          <p:nvPr/>
        </p:nvSpPr>
        <p:spPr>
          <a:xfrm>
            <a:off x="5738294" y="2161331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07DDFD-CC92-4342-F424-688248DE0BB8}"/>
              </a:ext>
            </a:extLst>
          </p:cNvPr>
          <p:cNvSpPr txBox="1"/>
          <p:nvPr/>
        </p:nvSpPr>
        <p:spPr>
          <a:xfrm>
            <a:off x="1972374" y="4805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0.1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8D5319-3D2C-7BC9-6316-A819EF9A15A3}"/>
              </a:ext>
            </a:extLst>
          </p:cNvPr>
          <p:cNvSpPr txBox="1"/>
          <p:nvPr/>
        </p:nvSpPr>
        <p:spPr>
          <a:xfrm>
            <a:off x="2857668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23BCE0-9A7E-33D6-A294-2E7E194F0B07}"/>
              </a:ext>
            </a:extLst>
          </p:cNvPr>
          <p:cNvSpPr txBox="1"/>
          <p:nvPr/>
        </p:nvSpPr>
        <p:spPr>
          <a:xfrm>
            <a:off x="3753134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10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8A9345-0E00-BDB4-9B9D-88AEB87DCB55}"/>
              </a:ext>
            </a:extLst>
          </p:cNvPr>
          <p:cNvCxnSpPr>
            <a:cxnSpLocks/>
          </p:cNvCxnSpPr>
          <p:nvPr/>
        </p:nvCxnSpPr>
        <p:spPr>
          <a:xfrm flipV="1">
            <a:off x="1244303" y="3840922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703E73-B1AA-94A9-5852-6EC0A446458A}"/>
              </a:ext>
            </a:extLst>
          </p:cNvPr>
          <p:cNvCxnSpPr>
            <a:cxnSpLocks/>
          </p:cNvCxnSpPr>
          <p:nvPr/>
        </p:nvCxnSpPr>
        <p:spPr>
          <a:xfrm>
            <a:off x="8592462" y="5074459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6D0CC7-3A72-7659-592A-8802D39F17BF}"/>
              </a:ext>
            </a:extLst>
          </p:cNvPr>
          <p:cNvSpPr txBox="1"/>
          <p:nvPr/>
        </p:nvSpPr>
        <p:spPr>
          <a:xfrm>
            <a:off x="8675914" y="3720054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log-log plot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FF37B0-1955-FE2A-A890-28F5D1CBBBE6}"/>
              </a:ext>
            </a:extLst>
          </p:cNvPr>
          <p:cNvSpPr txBox="1"/>
          <p:nvPr/>
        </p:nvSpPr>
        <p:spPr>
          <a:xfrm>
            <a:off x="2522523" y="2548260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B7B8EED-4A8A-9AE5-3C1E-186EBF930C24}"/>
              </a:ext>
            </a:extLst>
          </p:cNvPr>
          <p:cNvCxnSpPr>
            <a:cxnSpLocks/>
          </p:cNvCxnSpPr>
          <p:nvPr/>
        </p:nvCxnSpPr>
        <p:spPr>
          <a:xfrm>
            <a:off x="3610707" y="2733068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E594B09-729D-0905-ED26-BAD80A23AA7B}"/>
              </a:ext>
            </a:extLst>
          </p:cNvPr>
          <p:cNvSpPr txBox="1"/>
          <p:nvPr/>
        </p:nvSpPr>
        <p:spPr>
          <a:xfrm>
            <a:off x="3632479" y="1480088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Machine </a:t>
            </a:r>
          </a:p>
          <a:p>
            <a:pPr algn="ctr"/>
            <a:r>
              <a:rPr lang="en-US" dirty="0"/>
              <a:t>Balance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2D7E0D-55F7-25CB-6507-7433983BC703}"/>
              </a:ext>
            </a:extLst>
          </p:cNvPr>
          <p:cNvCxnSpPr>
            <a:cxnSpLocks/>
          </p:cNvCxnSpPr>
          <p:nvPr/>
        </p:nvCxnSpPr>
        <p:spPr>
          <a:xfrm flipH="1">
            <a:off x="4640690" y="1730828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C05622-1180-4E47-9894-AD5895720F9B}"/>
              </a:ext>
            </a:extLst>
          </p:cNvPr>
          <p:cNvCxnSpPr/>
          <p:nvPr/>
        </p:nvCxnSpPr>
        <p:spPr>
          <a:xfrm>
            <a:off x="3804901" y="4167134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E9E4F4-070B-EE0D-3022-79607089EFF3}"/>
              </a:ext>
            </a:extLst>
          </p:cNvPr>
          <p:cNvCxnSpPr>
            <a:cxnSpLocks/>
          </p:cNvCxnSpPr>
          <p:nvPr/>
        </p:nvCxnSpPr>
        <p:spPr>
          <a:xfrm flipH="1">
            <a:off x="3804901" y="4181612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002BE6-2510-3D64-DDFA-82889000F920}"/>
              </a:ext>
            </a:extLst>
          </p:cNvPr>
          <p:cNvCxnSpPr/>
          <p:nvPr/>
        </p:nvCxnSpPr>
        <p:spPr>
          <a:xfrm>
            <a:off x="5239472" y="3411750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600335-2123-2178-7F5C-9146E52F6E40}"/>
              </a:ext>
            </a:extLst>
          </p:cNvPr>
          <p:cNvCxnSpPr>
            <a:cxnSpLocks/>
          </p:cNvCxnSpPr>
          <p:nvPr/>
        </p:nvCxnSpPr>
        <p:spPr>
          <a:xfrm flipH="1">
            <a:off x="5239472" y="3426228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9E89F19-8E85-1775-FD1D-CCE9B92BAA5C}"/>
              </a:ext>
            </a:extLst>
          </p:cNvPr>
          <p:cNvCxnSpPr/>
          <p:nvPr/>
        </p:nvCxnSpPr>
        <p:spPr>
          <a:xfrm>
            <a:off x="5946188" y="4331996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0B364AD-E2CC-AC3A-A25F-0319BF9A73AF}"/>
              </a:ext>
            </a:extLst>
          </p:cNvPr>
          <p:cNvCxnSpPr>
            <a:cxnSpLocks/>
          </p:cNvCxnSpPr>
          <p:nvPr/>
        </p:nvCxnSpPr>
        <p:spPr>
          <a:xfrm flipH="1">
            <a:off x="5946188" y="4346474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9370776-548F-4063-044F-7B5DBA214562}"/>
              </a:ext>
            </a:extLst>
          </p:cNvPr>
          <p:cNvCxnSpPr/>
          <p:nvPr/>
        </p:nvCxnSpPr>
        <p:spPr>
          <a:xfrm>
            <a:off x="6343250" y="3345277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14E862D-3354-A044-7063-9EA98B8EC2C6}"/>
              </a:ext>
            </a:extLst>
          </p:cNvPr>
          <p:cNvCxnSpPr>
            <a:cxnSpLocks/>
          </p:cNvCxnSpPr>
          <p:nvPr/>
        </p:nvCxnSpPr>
        <p:spPr>
          <a:xfrm flipH="1">
            <a:off x="6343250" y="3359755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3618F64-FEFC-D997-6115-2A548E58F165}"/>
              </a:ext>
            </a:extLst>
          </p:cNvPr>
          <p:cNvSpPr txBox="1"/>
          <p:nvPr/>
        </p:nvSpPr>
        <p:spPr>
          <a:xfrm>
            <a:off x="1080656" y="5355005"/>
            <a:ext cx="10116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Bold Red line denotes the maximum achievable performance for a given arithmetic intensity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bound region: maximum achievable performance bounded by memory bandwidth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bound region: maximum achievable performance bounded by compute capability</a:t>
            </a:r>
          </a:p>
        </p:txBody>
      </p:sp>
    </p:spTree>
    <p:extLst>
      <p:ext uri="{BB962C8B-B14F-4D97-AF65-F5344CB8AC3E}">
        <p14:creationId xmlns:p14="http://schemas.microsoft.com/office/powerpoint/2010/main" val="2530847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2E28B-2004-7EB8-39BC-D29DEC48E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20E54-CC71-95AB-69C0-EDA99051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Bound vs Memory Bound</a:t>
            </a:r>
            <a:br>
              <a:rPr lang="en-US" dirty="0"/>
            </a:br>
            <a:r>
              <a:rPr lang="en-US" sz="4400" dirty="0"/>
              <a:t>Roofline Model (for a given platform)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8957-B2C3-56B1-2DF7-B6548DBF7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Compute Bound: </a:t>
            </a:r>
            <a:r>
              <a:rPr lang="en-US" dirty="0"/>
              <a:t>Maximum </a:t>
            </a:r>
            <a:r>
              <a:rPr lang="en-US" sz="2800" dirty="0"/>
              <a:t>Performance is limited by available compute resources</a:t>
            </a:r>
          </a:p>
          <a:p>
            <a:pPr lvl="1"/>
            <a:r>
              <a:rPr lang="en-US" dirty="0"/>
              <a:t>if we add more compute resources, the performance may improve (for a given bandwidth)</a:t>
            </a:r>
          </a:p>
          <a:p>
            <a:pPr lvl="1"/>
            <a:r>
              <a:rPr lang="en-US" dirty="0"/>
              <a:t>Useful in designing accelerators. Not a focus of this class</a:t>
            </a:r>
          </a:p>
          <a:p>
            <a:pPr lvl="1"/>
            <a:endParaRPr lang="en-US" dirty="0"/>
          </a:p>
          <a:p>
            <a:r>
              <a:rPr lang="en-US" dirty="0"/>
              <a:t>Memory Bound: Maximum Performance is limited by memory bandwidth</a:t>
            </a:r>
          </a:p>
          <a:p>
            <a:pPr lvl="1"/>
            <a:r>
              <a:rPr lang="en-US" dirty="0"/>
              <a:t>Reorder computations to more efficiently utilize bandwidth</a:t>
            </a:r>
          </a:p>
          <a:p>
            <a:pPr lvl="1"/>
            <a:r>
              <a:rPr lang="en-US" dirty="0"/>
              <a:t>In other words, improve arithmetic intensity to move right on x axis, which also improves </a:t>
            </a:r>
            <a:r>
              <a:rPr lang="en-US"/>
              <a:t>y axis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777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C04D-A75A-7413-2951-B55B2DA4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D918-51B1-8290-0A3E-E44D6F971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Roofline Model – What about actual performance?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7B413C-0B4E-181F-3171-0967FB1A54EC}"/>
              </a:ext>
            </a:extLst>
          </p:cNvPr>
          <p:cNvSpPr/>
          <p:nvPr/>
        </p:nvSpPr>
        <p:spPr>
          <a:xfrm>
            <a:off x="4687576" y="2741564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5460E2A-DA02-7F68-33EC-BAADB7EFE331}"/>
              </a:ext>
            </a:extLst>
          </p:cNvPr>
          <p:cNvSpPr/>
          <p:nvPr/>
        </p:nvSpPr>
        <p:spPr>
          <a:xfrm>
            <a:off x="2645006" y="2845381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DA4E85-776C-CFD0-59C7-F4D8E3323A7D}"/>
              </a:ext>
            </a:extLst>
          </p:cNvPr>
          <p:cNvCxnSpPr>
            <a:cxnSpLocks/>
          </p:cNvCxnSpPr>
          <p:nvPr/>
        </p:nvCxnSpPr>
        <p:spPr>
          <a:xfrm>
            <a:off x="1817076" y="4804827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660E5C-7698-3104-0E30-72632E9D32A0}"/>
              </a:ext>
            </a:extLst>
          </p:cNvPr>
          <p:cNvCxnSpPr>
            <a:cxnSpLocks/>
          </p:cNvCxnSpPr>
          <p:nvPr/>
        </p:nvCxnSpPr>
        <p:spPr>
          <a:xfrm flipV="1">
            <a:off x="2579076" y="2260919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F28876-B08A-BBFF-906C-739824943F2A}"/>
              </a:ext>
            </a:extLst>
          </p:cNvPr>
          <p:cNvCxnSpPr/>
          <p:nvPr/>
        </p:nvCxnSpPr>
        <p:spPr>
          <a:xfrm flipV="1">
            <a:off x="2579076" y="2741565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54405A3-B8F6-EAF5-E9EA-17247538B0DC}"/>
              </a:ext>
            </a:extLst>
          </p:cNvPr>
          <p:cNvCxnSpPr>
            <a:cxnSpLocks/>
          </p:cNvCxnSpPr>
          <p:nvPr/>
        </p:nvCxnSpPr>
        <p:spPr>
          <a:xfrm flipH="1">
            <a:off x="4630615" y="2741564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5EB9A18-986A-1A83-7947-C9FA50B6CDAB}"/>
              </a:ext>
            </a:extLst>
          </p:cNvPr>
          <p:cNvSpPr txBox="1"/>
          <p:nvPr/>
        </p:nvSpPr>
        <p:spPr>
          <a:xfrm>
            <a:off x="2656118" y="2157930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83D141-AB01-C773-667D-47F1210499B8}"/>
              </a:ext>
            </a:extLst>
          </p:cNvPr>
          <p:cNvSpPr txBox="1"/>
          <p:nvPr/>
        </p:nvSpPr>
        <p:spPr>
          <a:xfrm>
            <a:off x="97813" y="3194591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93DA4-5AC1-965A-A38A-93883BA345DE}"/>
              </a:ext>
            </a:extLst>
          </p:cNvPr>
          <p:cNvSpPr txBox="1"/>
          <p:nvPr/>
        </p:nvSpPr>
        <p:spPr>
          <a:xfrm>
            <a:off x="9009067" y="4937123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C64B4C-A5F6-18C9-75E9-D68F8FE3BF1C}"/>
              </a:ext>
            </a:extLst>
          </p:cNvPr>
          <p:cNvCxnSpPr>
            <a:cxnSpLocks/>
          </p:cNvCxnSpPr>
          <p:nvPr/>
        </p:nvCxnSpPr>
        <p:spPr>
          <a:xfrm>
            <a:off x="4642338" y="2107290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2DBC7E-DFB9-9205-C8A7-96EEAC3DDC13}"/>
              </a:ext>
            </a:extLst>
          </p:cNvPr>
          <p:cNvSpPr txBox="1"/>
          <p:nvPr/>
        </p:nvSpPr>
        <p:spPr>
          <a:xfrm>
            <a:off x="5738294" y="2161331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D10055-5292-864B-E18D-674C1EE6AB02}"/>
              </a:ext>
            </a:extLst>
          </p:cNvPr>
          <p:cNvSpPr txBox="1"/>
          <p:nvPr/>
        </p:nvSpPr>
        <p:spPr>
          <a:xfrm>
            <a:off x="1972374" y="4805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0.1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C4322E-D515-6CD6-C248-373535882B5E}"/>
              </a:ext>
            </a:extLst>
          </p:cNvPr>
          <p:cNvSpPr txBox="1"/>
          <p:nvPr/>
        </p:nvSpPr>
        <p:spPr>
          <a:xfrm>
            <a:off x="2857668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A65F9-1B85-28EC-F440-85D6C4A58304}"/>
              </a:ext>
            </a:extLst>
          </p:cNvPr>
          <p:cNvSpPr txBox="1"/>
          <p:nvPr/>
        </p:nvSpPr>
        <p:spPr>
          <a:xfrm>
            <a:off x="3753134" y="4796758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>
                <a:latin typeface="Calibri"/>
                <a:cs typeface="Calibri"/>
              </a:rPr>
              <a:t>10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D490E1-FCD4-3D7E-16A3-06977B16EC00}"/>
              </a:ext>
            </a:extLst>
          </p:cNvPr>
          <p:cNvCxnSpPr>
            <a:cxnSpLocks/>
          </p:cNvCxnSpPr>
          <p:nvPr/>
        </p:nvCxnSpPr>
        <p:spPr>
          <a:xfrm flipV="1">
            <a:off x="1244303" y="3840922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F74691-A7D4-7935-EBE9-98DDDD97762F}"/>
              </a:ext>
            </a:extLst>
          </p:cNvPr>
          <p:cNvCxnSpPr>
            <a:cxnSpLocks/>
          </p:cNvCxnSpPr>
          <p:nvPr/>
        </p:nvCxnSpPr>
        <p:spPr>
          <a:xfrm>
            <a:off x="8592462" y="5074459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5A8842A-6F95-310E-0006-34A368F17EFF}"/>
              </a:ext>
            </a:extLst>
          </p:cNvPr>
          <p:cNvSpPr txBox="1"/>
          <p:nvPr/>
        </p:nvSpPr>
        <p:spPr>
          <a:xfrm>
            <a:off x="8675914" y="3720054"/>
            <a:ext cx="13644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log-log plot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2C87CB-EB1D-89EC-7AF3-580145A90F35}"/>
              </a:ext>
            </a:extLst>
          </p:cNvPr>
          <p:cNvSpPr txBox="1"/>
          <p:nvPr/>
        </p:nvSpPr>
        <p:spPr>
          <a:xfrm>
            <a:off x="2522523" y="2548260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D27AAD-6D43-52D5-4075-8D32E24D7044}"/>
              </a:ext>
            </a:extLst>
          </p:cNvPr>
          <p:cNvCxnSpPr>
            <a:cxnSpLocks/>
          </p:cNvCxnSpPr>
          <p:nvPr/>
        </p:nvCxnSpPr>
        <p:spPr>
          <a:xfrm>
            <a:off x="3610707" y="2733068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45B129D-07FB-3396-8210-DC3EA58B3566}"/>
              </a:ext>
            </a:extLst>
          </p:cNvPr>
          <p:cNvSpPr txBox="1"/>
          <p:nvPr/>
        </p:nvSpPr>
        <p:spPr>
          <a:xfrm>
            <a:off x="3632479" y="1480088"/>
            <a:ext cx="1055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Machine </a:t>
            </a:r>
          </a:p>
          <a:p>
            <a:pPr algn="ctr"/>
            <a:r>
              <a:rPr lang="en-US" dirty="0"/>
              <a:t>Balance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50839B7-9E0C-0579-A91F-BAB44C6FD1BB}"/>
              </a:ext>
            </a:extLst>
          </p:cNvPr>
          <p:cNvCxnSpPr>
            <a:cxnSpLocks/>
          </p:cNvCxnSpPr>
          <p:nvPr/>
        </p:nvCxnSpPr>
        <p:spPr>
          <a:xfrm flipH="1">
            <a:off x="4640690" y="1730828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C755C6-55A5-EF65-766A-8A6A3407FE5E}"/>
              </a:ext>
            </a:extLst>
          </p:cNvPr>
          <p:cNvCxnSpPr/>
          <p:nvPr/>
        </p:nvCxnSpPr>
        <p:spPr>
          <a:xfrm>
            <a:off x="3804901" y="4167134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05AD8C-EC6A-976D-808F-B89B00D14690}"/>
              </a:ext>
            </a:extLst>
          </p:cNvPr>
          <p:cNvCxnSpPr>
            <a:cxnSpLocks/>
          </p:cNvCxnSpPr>
          <p:nvPr/>
        </p:nvCxnSpPr>
        <p:spPr>
          <a:xfrm flipH="1">
            <a:off x="3804901" y="4181612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FF2C52-D903-6281-7513-B1549F254A68}"/>
              </a:ext>
            </a:extLst>
          </p:cNvPr>
          <p:cNvCxnSpPr/>
          <p:nvPr/>
        </p:nvCxnSpPr>
        <p:spPr>
          <a:xfrm>
            <a:off x="5239472" y="3411750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93D7193-57BA-6CEB-0ACE-B794FADC1BAF}"/>
              </a:ext>
            </a:extLst>
          </p:cNvPr>
          <p:cNvCxnSpPr>
            <a:cxnSpLocks/>
          </p:cNvCxnSpPr>
          <p:nvPr/>
        </p:nvCxnSpPr>
        <p:spPr>
          <a:xfrm flipH="1">
            <a:off x="5239472" y="3426228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7BACF0-7BAE-2537-E669-037A101EC0A6}"/>
              </a:ext>
            </a:extLst>
          </p:cNvPr>
          <p:cNvCxnSpPr/>
          <p:nvPr/>
        </p:nvCxnSpPr>
        <p:spPr>
          <a:xfrm>
            <a:off x="5946188" y="4331996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A1F484C-8EB7-E1E0-C652-3ABBD410400D}"/>
              </a:ext>
            </a:extLst>
          </p:cNvPr>
          <p:cNvCxnSpPr>
            <a:cxnSpLocks/>
          </p:cNvCxnSpPr>
          <p:nvPr/>
        </p:nvCxnSpPr>
        <p:spPr>
          <a:xfrm flipH="1">
            <a:off x="5946188" y="4346474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F9E34C-DA69-3C8E-AD65-BB04E72F94A4}"/>
              </a:ext>
            </a:extLst>
          </p:cNvPr>
          <p:cNvCxnSpPr/>
          <p:nvPr/>
        </p:nvCxnSpPr>
        <p:spPr>
          <a:xfrm>
            <a:off x="6343250" y="3345277"/>
            <a:ext cx="221672" cy="203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8B1732-D6D0-EB85-285C-D138E420755D}"/>
              </a:ext>
            </a:extLst>
          </p:cNvPr>
          <p:cNvCxnSpPr>
            <a:cxnSpLocks/>
          </p:cNvCxnSpPr>
          <p:nvPr/>
        </p:nvCxnSpPr>
        <p:spPr>
          <a:xfrm flipH="1">
            <a:off x="6343250" y="3359755"/>
            <a:ext cx="221672" cy="18872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CEF955B-CC85-6AD2-E867-3B7896194D44}"/>
              </a:ext>
            </a:extLst>
          </p:cNvPr>
          <p:cNvSpPr txBox="1"/>
          <p:nvPr/>
        </p:nvSpPr>
        <p:spPr>
          <a:xfrm>
            <a:off x="424873" y="5286957"/>
            <a:ext cx="107719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a fixed AI: improving performance (going up) requires better parallelism – Data and Task Parallel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Once the Red bold line is reached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Green Region: Write better algorithm to improve </a:t>
            </a:r>
            <a:r>
              <a:rPr lang="en-US"/>
              <a:t>arithmetic intensity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Yellow Region: No algorithmic solution, need to add more computation power</a:t>
            </a:r>
          </a:p>
        </p:txBody>
      </p:sp>
    </p:spTree>
    <p:extLst>
      <p:ext uri="{BB962C8B-B14F-4D97-AF65-F5344CB8AC3E}">
        <p14:creationId xmlns:p14="http://schemas.microsoft.com/office/powerpoint/2010/main" val="3694732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7C595-CC17-09E8-8721-4EAD52AB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5DA8E-1BEC-6042-246B-E67413FA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0FA3E-E621-4724-ACB2-54BDBBEBA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Parallel Program Analysis (Quick Review)</a:t>
            </a:r>
          </a:p>
          <a:p>
            <a:r>
              <a:rPr lang="en-US" dirty="0"/>
              <a:t>Data Parallel Algorithms</a:t>
            </a:r>
          </a:p>
          <a:p>
            <a:pPr lvl="1"/>
            <a:r>
              <a:rPr lang="en-US" dirty="0"/>
              <a:t>Sorting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Task Parallelism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700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7420-4C36-4CAF-8BC5-B9B9219C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6F6A7-E13E-6D8C-5D8E-55B0822F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GPU Architectures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8AA21E-4E03-3970-72C5-6D1E32C9441A}"/>
              </a:ext>
            </a:extLst>
          </p:cNvPr>
          <p:cNvSpPr/>
          <p:nvPr/>
        </p:nvSpPr>
        <p:spPr>
          <a:xfrm>
            <a:off x="5345000" y="1383772"/>
            <a:ext cx="1743623" cy="381000"/>
          </a:xfrm>
          <a:prstGeom prst="rect">
            <a:avLst/>
          </a:prstGeom>
          <a:ln w="190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DRAM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723A5B-4C39-2195-2A7E-018F52D77992}"/>
              </a:ext>
            </a:extLst>
          </p:cNvPr>
          <p:cNvGrpSpPr/>
          <p:nvPr/>
        </p:nvGrpSpPr>
        <p:grpSpPr>
          <a:xfrm>
            <a:off x="1885020" y="2878404"/>
            <a:ext cx="2133599" cy="1499816"/>
            <a:chOff x="3392871" y="2569567"/>
            <a:chExt cx="2133599" cy="149981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587610-1230-2734-16DF-D8775C31C087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5DD814-987C-57C5-ADFF-FB82331B7C11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2ABFB5B-EB6D-FE1E-4342-8FEC1ECC0D59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B8194F6-3122-247F-18F3-56B99908C84B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59557A-77CC-BA0E-5A5B-C702AEA69E1A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C304097-3D74-5C41-5864-7ECA33FF75B2}"/>
                </a:ext>
              </a:extLst>
            </p:cNvPr>
            <p:cNvCxnSpPr>
              <a:cxnSpLocks/>
              <a:endCxn id="2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36E9B36-602A-3010-E207-F78741DA94F6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103B0F3-43FA-0F7A-FD42-D369944FB10A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8A538F6-4919-C1CC-CB44-C0713431E7F7}"/>
              </a:ext>
            </a:extLst>
          </p:cNvPr>
          <p:cNvGrpSpPr/>
          <p:nvPr/>
        </p:nvGrpSpPr>
        <p:grpSpPr>
          <a:xfrm>
            <a:off x="5150013" y="2878404"/>
            <a:ext cx="2133599" cy="1499816"/>
            <a:chOff x="3392871" y="2569567"/>
            <a:chExt cx="2133599" cy="1499816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30CDBA0-208C-8792-BE0B-FD8F9885618B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A9AAE0E-658C-D88E-7887-0A604E783B33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F01F2F5-1EF3-4FE6-BFE6-4C6CF0B69368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6897AC4-7609-A4CD-8574-2CD325C16958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ACAA35D-5EAD-1E2B-D628-1260FCA17C6C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4EB871F-C269-38CF-DF3B-E9E26794781C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76E8DE3-9B8F-1ED5-5CC3-8A9A985366A7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4EE7D54-407B-D513-75FD-F1AB48075790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87A348-81C5-1011-2AD7-3498B4A5CBAB}"/>
              </a:ext>
            </a:extLst>
          </p:cNvPr>
          <p:cNvGrpSpPr/>
          <p:nvPr/>
        </p:nvGrpSpPr>
        <p:grpSpPr>
          <a:xfrm>
            <a:off x="8206379" y="2878404"/>
            <a:ext cx="2133599" cy="1499816"/>
            <a:chOff x="3392871" y="2569567"/>
            <a:chExt cx="2133599" cy="149981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FECCB7B-0F1E-DFD5-6845-9E211DD4BCE4}"/>
                </a:ext>
              </a:extLst>
            </p:cNvPr>
            <p:cNvSpPr/>
            <p:nvPr/>
          </p:nvSpPr>
          <p:spPr>
            <a:xfrm>
              <a:off x="3392871" y="2569567"/>
              <a:ext cx="2133599" cy="1499816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2B544A1-2172-F62A-1D54-B94AA8E52E15}"/>
                </a:ext>
              </a:extLst>
            </p:cNvPr>
            <p:cNvSpPr/>
            <p:nvPr/>
          </p:nvSpPr>
          <p:spPr>
            <a:xfrm>
              <a:off x="3587858" y="2695534"/>
              <a:ext cx="1730693" cy="381000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C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9E46527-21A0-25B1-D991-9AFF2D4C512F}"/>
                </a:ext>
              </a:extLst>
            </p:cNvPr>
            <p:cNvSpPr/>
            <p:nvPr/>
          </p:nvSpPr>
          <p:spPr>
            <a:xfrm>
              <a:off x="3626298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6E86DB3-FF01-3137-9E84-5EECE0A053BC}"/>
                </a:ext>
              </a:extLst>
            </p:cNvPr>
            <p:cNvCxnSpPr>
              <a:cxnSpLocks/>
              <a:endCxn id="39" idx="0"/>
            </p:cNvCxnSpPr>
            <p:nvPr/>
          </p:nvCxnSpPr>
          <p:spPr>
            <a:xfrm>
              <a:off x="3835217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17F3F28-E2DF-5524-3A52-85CDCD7AC32F}"/>
                </a:ext>
              </a:extLst>
            </p:cNvPr>
            <p:cNvSpPr/>
            <p:nvPr/>
          </p:nvSpPr>
          <p:spPr>
            <a:xfrm>
              <a:off x="4158546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6D568ED-597E-C586-339D-16C55C174A64}"/>
                </a:ext>
              </a:extLst>
            </p:cNvPr>
            <p:cNvCxnSpPr>
              <a:cxnSpLocks/>
              <a:endCxn id="41" idx="0"/>
            </p:cNvCxnSpPr>
            <p:nvPr/>
          </p:nvCxnSpPr>
          <p:spPr>
            <a:xfrm>
              <a:off x="4367465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00B485D-321C-0174-4900-1E9A52B4B62A}"/>
                </a:ext>
              </a:extLst>
            </p:cNvPr>
            <p:cNvSpPr/>
            <p:nvPr/>
          </p:nvSpPr>
          <p:spPr>
            <a:xfrm>
              <a:off x="4734840" y="3480668"/>
              <a:ext cx="417838" cy="44054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F8EC66C-12CB-BA5C-E1D3-DE61D50BA329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4943759" y="3076534"/>
              <a:ext cx="0" cy="404134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1DAFB2-F067-F3BC-6F27-C8C7A293E56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951819" y="2464641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BFA554-EAC9-9EF2-25F1-BF15B97855A6}"/>
              </a:ext>
            </a:extLst>
          </p:cNvPr>
          <p:cNvCxnSpPr>
            <a:cxnSpLocks/>
          </p:cNvCxnSpPr>
          <p:nvPr/>
        </p:nvCxnSpPr>
        <p:spPr>
          <a:xfrm>
            <a:off x="6216812" y="2453465"/>
            <a:ext cx="1" cy="4137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DC00B7D-CD17-0D37-2728-3A5460FC9906}"/>
              </a:ext>
            </a:extLst>
          </p:cNvPr>
          <p:cNvCxnSpPr>
            <a:cxnSpLocks/>
          </p:cNvCxnSpPr>
          <p:nvPr/>
        </p:nvCxnSpPr>
        <p:spPr>
          <a:xfrm flipH="1">
            <a:off x="9266712" y="2474270"/>
            <a:ext cx="6466" cy="3761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6FFB48-2D87-4A2A-C4A9-6BE9BAB2DAC6}"/>
              </a:ext>
            </a:extLst>
          </p:cNvPr>
          <p:cNvCxnSpPr>
            <a:cxnSpLocks/>
          </p:cNvCxnSpPr>
          <p:nvPr/>
        </p:nvCxnSpPr>
        <p:spPr>
          <a:xfrm flipV="1">
            <a:off x="2945353" y="2446270"/>
            <a:ext cx="6327825" cy="7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B7F507D-CEC4-CACB-8A2D-EC2446C0650B}"/>
              </a:ext>
            </a:extLst>
          </p:cNvPr>
          <p:cNvCxnSpPr>
            <a:stCxn id="7" idx="2"/>
          </p:cNvCxnSpPr>
          <p:nvPr/>
        </p:nvCxnSpPr>
        <p:spPr>
          <a:xfrm flipH="1">
            <a:off x="6216811" y="1764772"/>
            <a:ext cx="1" cy="6886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968C72A-B838-40F2-64E8-B07F660EF1D1}"/>
                  </a:ext>
                </a:extLst>
              </p:cNvPr>
              <p:cNvSpPr txBox="1"/>
              <p:nvPr/>
            </p:nvSpPr>
            <p:spPr>
              <a:xfrm>
                <a:off x="1065791" y="4550273"/>
                <a:ext cx="988884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Blocks can be (in fact should be) greater than the number of SMPs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threads per block need not be equal to the number of compute cores per SMP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It is good to have it as a multiple though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will discuss these considerations when we discuss GPU programming later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 now, assume the simple model above.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Blocks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Threads per block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894E58F-F9C3-E71F-1314-9A3FA6AC2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791" y="4550273"/>
                <a:ext cx="9888842" cy="2308324"/>
              </a:xfrm>
              <a:prstGeom prst="rect">
                <a:avLst/>
              </a:prstGeom>
              <a:blipFill>
                <a:blip r:embed="rId2"/>
                <a:stretch>
                  <a:fillRect l="-432" t="-1319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93EC3518-F7AE-850A-84B2-EA22FCA5A743}"/>
              </a:ext>
            </a:extLst>
          </p:cNvPr>
          <p:cNvSpPr txBox="1"/>
          <p:nvPr/>
        </p:nvSpPr>
        <p:spPr>
          <a:xfrm>
            <a:off x="2071441" y="3824307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258EC5-BF0A-94DF-A033-6B9AF2AA3B31}"/>
              </a:ext>
            </a:extLst>
          </p:cNvPr>
          <p:cNvSpPr txBox="1"/>
          <p:nvPr/>
        </p:nvSpPr>
        <p:spPr>
          <a:xfrm>
            <a:off x="2612281" y="3833092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C847F3-4FAC-6E29-FAA1-B445D68FEADD}"/>
                  </a:ext>
                </a:extLst>
              </p:cNvPr>
              <p:cNvSpPr txBox="1"/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A782DBD-0F1A-62B4-AFCD-56A174006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390" y="3879140"/>
                <a:ext cx="4946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B180B7AE-FD4A-FD4C-5013-6EC87FF4F49D}"/>
              </a:ext>
            </a:extLst>
          </p:cNvPr>
          <p:cNvSpPr txBox="1"/>
          <p:nvPr/>
        </p:nvSpPr>
        <p:spPr>
          <a:xfrm>
            <a:off x="5336434" y="3804851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8D8480-92BC-6268-38D7-BACE2E035194}"/>
              </a:ext>
            </a:extLst>
          </p:cNvPr>
          <p:cNvSpPr txBox="1"/>
          <p:nvPr/>
        </p:nvSpPr>
        <p:spPr>
          <a:xfrm>
            <a:off x="5877274" y="3813636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338A5E8-C077-D80F-58A4-D9FF3E27454E}"/>
                  </a:ext>
                </a:extLst>
              </p:cNvPr>
              <p:cNvSpPr txBox="1"/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0A00B93-7A24-64ED-DD6A-77D948D30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383" y="3859684"/>
                <a:ext cx="494665" cy="253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3E2111D0-6F8B-E2E6-41E1-8CE65755EF36}"/>
              </a:ext>
            </a:extLst>
          </p:cNvPr>
          <p:cNvSpPr txBox="1"/>
          <p:nvPr/>
        </p:nvSpPr>
        <p:spPr>
          <a:xfrm>
            <a:off x="8405968" y="3820720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91EAC2-B027-5C88-4FC8-61F638FB9292}"/>
              </a:ext>
            </a:extLst>
          </p:cNvPr>
          <p:cNvSpPr txBox="1"/>
          <p:nvPr/>
        </p:nvSpPr>
        <p:spPr>
          <a:xfrm>
            <a:off x="8946808" y="3829505"/>
            <a:ext cx="494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F2CB461-D2D8-B2AB-DE5C-95EB42A6FA49}"/>
                  </a:ext>
                </a:extLst>
              </p:cNvPr>
              <p:cNvSpPr txBox="1"/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116C98E-2CCE-47F3-7FD5-0E554306B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3917" y="3875553"/>
                <a:ext cx="494665" cy="2539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14607F-332F-1EE1-8968-0AF6A096C316}"/>
                  </a:ext>
                </a:extLst>
              </p:cNvPr>
              <p:cNvSpPr txBox="1"/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ABDE359-7F7A-4AAC-2856-CD701D0A4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6186" y="2561531"/>
                <a:ext cx="9884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A1E10F5-ABE5-6319-B903-7B83A036D803}"/>
                  </a:ext>
                </a:extLst>
              </p:cNvPr>
              <p:cNvSpPr txBox="1"/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2B49D-5537-35B6-0DBA-EBFD9E8FD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824" y="2576106"/>
                <a:ext cx="98844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AFFE08-DE8B-36F2-1772-E285653D4AE7}"/>
                  </a:ext>
                </a:extLst>
              </p:cNvPr>
              <p:cNvSpPr txBox="1"/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5A84A3-2156-9269-F4F8-AC6600CE5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172" y="2559140"/>
                <a:ext cx="98844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993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D61C5-A71F-19CF-9E23-B4E83D6A5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EC91-51C8-82AD-BCEA-DA2E4C15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34D4D-20AD-7BFB-2583-08C6AAE89D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93160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Key Idea: Partition matrices A/B/C into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size blocks</a:t>
                </a:r>
              </a:p>
              <a:p>
                <a:r>
                  <a:rPr lang="en-US" dirty="0"/>
                  <a:t>Blocks denoted as A</a:t>
                </a:r>
                <a:r>
                  <a:rPr lang="en-US" baseline="30000" dirty="0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]/ B</a:t>
                </a:r>
                <a:r>
                  <a:rPr lang="en-US" baseline="30000" dirty="0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]/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][1: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/>
                  <a:t>]</a:t>
                </a:r>
              </a:p>
              <a:p>
                <a:endParaRPr lang="en-US" dirty="0"/>
              </a:p>
              <a:p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 = </a:t>
                </a:r>
                <a:r>
                  <a:rPr lang="en-US" dirty="0" err="1"/>
                  <a:t>BlockedMM</a:t>
                </a:r>
                <a:r>
                  <a:rPr lang="en-US" dirty="0"/>
                  <a:t>(</a:t>
                </a:r>
                <a:r>
                  <a:rPr lang="en-US" sz="2800" dirty="0"/>
                  <a:t>A</a:t>
                </a:r>
                <a:r>
                  <a:rPr lang="en-US" sz="2800" baseline="30000" dirty="0"/>
                  <a:t>b</a:t>
                </a:r>
                <a:r>
                  <a:rPr lang="en-US" sz="2800" dirty="0"/>
                  <a:t>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][:], B</a:t>
                </a:r>
                <a:r>
                  <a:rPr lang="en-US" sz="2800" baseline="30000" dirty="0"/>
                  <a:t>b</a:t>
                </a:r>
                <a:r>
                  <a:rPr lang="en-US" sz="2800" dirty="0"/>
                  <a:t>[:][j]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Fetch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</a:t>
                </a:r>
              </a:p>
              <a:p>
                <a:pPr lvl="1"/>
                <a:r>
                  <a:rPr lang="en-US" dirty="0"/>
                  <a:t>Matrix Multiply A</a:t>
                </a:r>
                <a:r>
                  <a:rPr lang="en-US" baseline="30000" dirty="0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][k],  B</a:t>
                </a:r>
                <a:r>
                  <a:rPr lang="en-US" baseline="30000" dirty="0"/>
                  <a:t>b</a:t>
                </a:r>
                <a:r>
                  <a:rPr lang="en-US" dirty="0"/>
                  <a:t>[k][j] and Accumulate </a:t>
                </a:r>
                <a:r>
                  <a:rPr lang="en-US" dirty="0" err="1"/>
                  <a:t>C</a:t>
                </a:r>
                <a:r>
                  <a:rPr lang="en-US" baseline="30000" dirty="0" err="1"/>
                  <a:t>b</a:t>
                </a:r>
                <a:r>
                  <a:rPr lang="en-US" dirty="0"/>
                  <a:t>[</a:t>
                </a:r>
                <a:r>
                  <a:rPr lang="en-US" dirty="0" err="1"/>
                  <a:t>i</a:t>
                </a:r>
                <a:r>
                  <a:rPr lang="en-US" dirty="0"/>
                  <a:t>][j]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A24A35-300C-E27A-9354-C9A37CC71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931602"/>
              </a:xfrm>
              <a:blipFill>
                <a:blip r:embed="rId2"/>
                <a:stretch>
                  <a:fillRect l="-928" t="-5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18">
            <a:extLst>
              <a:ext uri="{FF2B5EF4-FFF2-40B4-BE49-F238E27FC236}">
                <a16:creationId xmlns:a16="http://schemas.microsoft.com/office/drawing/2014/main" id="{5E45CCBE-BE72-256B-E9E4-4FAD308AC02C}"/>
              </a:ext>
            </a:extLst>
          </p:cNvPr>
          <p:cNvGrpSpPr/>
          <p:nvPr/>
        </p:nvGrpSpPr>
        <p:grpSpPr>
          <a:xfrm>
            <a:off x="9380819" y="5036568"/>
            <a:ext cx="1502106" cy="1563500"/>
            <a:chOff x="2312193" y="4191000"/>
            <a:chExt cx="1150938" cy="1295400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E769CBF2-CCBB-53DF-C8EC-506E02C48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3099A4-D323-79DE-6340-FBD1EC231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15">
                  <a:extLst>
                    <a:ext uri="{FF2B5EF4-FFF2-40B4-BE49-F238E27FC236}">
                      <a16:creationId xmlns:a16="http://schemas.microsoft.com/office/drawing/2014/main" id="{61CD78F2-1FAE-33E3-F4C4-28ECE60FB0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ectangle 6">
            <a:extLst>
              <a:ext uri="{FF2B5EF4-FFF2-40B4-BE49-F238E27FC236}">
                <a16:creationId xmlns:a16="http://schemas.microsoft.com/office/drawing/2014/main" id="{923B2C1B-B3D7-59CA-8C83-39FF9AC94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120" y="5036568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5BCE15CB-0E4A-B1C1-62E9-8B29F093E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0819" y="3183781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637B26F4-8813-45B6-6EFA-DB7E95F68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120" y="5721511"/>
            <a:ext cx="1502107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99569DFA-CBB1-3F2A-612A-ACA84EDBD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7329" y="3183781"/>
            <a:ext cx="348977" cy="15635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028B6549-25ED-6542-EA1A-2AD2F7193E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32835" y="5297699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8" name="Text Box 17">
                <a:extLst>
                  <a:ext uri="{FF2B5EF4-FFF2-40B4-BE49-F238E27FC236}">
                    <a16:creationId xmlns:a16="http://schemas.microsoft.com/office/drawing/2014/main" id="{51E547A8-6B38-F89F-4279-906290FF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2835" y="5297699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1F792EDE-0E9C-CC58-7EDE-FA6D998F2D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101774" y="3781647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9" name="Text Box 18">
                <a:extLst>
                  <a:ext uri="{FF2B5EF4-FFF2-40B4-BE49-F238E27FC236}">
                    <a16:creationId xmlns:a16="http://schemas.microsoft.com/office/drawing/2014/main" id="{FD3A3E6B-1A8D-B336-7771-642AFDC94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01774" y="3781647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b="-1923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7248EF-4722-B89D-0721-3036CD2EF7D5}"/>
              </a:ext>
            </a:extLst>
          </p:cNvPr>
          <p:cNvCxnSpPr/>
          <p:nvPr/>
        </p:nvCxnSpPr>
        <p:spPr>
          <a:xfrm>
            <a:off x="9837329" y="355906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CA392E-DB1B-083D-C279-8B161F33654F}"/>
              </a:ext>
            </a:extLst>
          </p:cNvPr>
          <p:cNvCxnSpPr/>
          <p:nvPr/>
        </p:nvCxnSpPr>
        <p:spPr>
          <a:xfrm>
            <a:off x="9837329" y="395530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69F3E8-3350-50E9-FC03-E43AB6C611AB}"/>
              </a:ext>
            </a:extLst>
          </p:cNvPr>
          <p:cNvCxnSpPr/>
          <p:nvPr/>
        </p:nvCxnSpPr>
        <p:spPr>
          <a:xfrm>
            <a:off x="9837329" y="4375251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30B9C12-26B4-5B79-9EF6-7C0DF6D6B33E}"/>
              </a:ext>
            </a:extLst>
          </p:cNvPr>
          <p:cNvCxnSpPr>
            <a:cxnSpLocks/>
          </p:cNvCxnSpPr>
          <p:nvPr/>
        </p:nvCxnSpPr>
        <p:spPr>
          <a:xfrm>
            <a:off x="7835809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34C4C1-6D88-D24F-CED7-58DB50848CBD}"/>
              </a:ext>
            </a:extLst>
          </p:cNvPr>
          <p:cNvCxnSpPr>
            <a:cxnSpLocks/>
          </p:cNvCxnSpPr>
          <p:nvPr/>
        </p:nvCxnSpPr>
        <p:spPr>
          <a:xfrm>
            <a:off x="8272689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D80EFBC-F551-630A-99A1-B2850FC8D9C2}"/>
              </a:ext>
            </a:extLst>
          </p:cNvPr>
          <p:cNvCxnSpPr>
            <a:cxnSpLocks/>
          </p:cNvCxnSpPr>
          <p:nvPr/>
        </p:nvCxnSpPr>
        <p:spPr>
          <a:xfrm>
            <a:off x="8671238" y="5721511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072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6EC26-6861-AFCE-F664-895DAF4D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E86D-9FD0-9B7A-AFA0-571067DD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79D21AC2-0B9F-07EC-759D-FE2682DF9065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38A1D6C2-86EE-C427-F86D-1151BD109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E013534-7FD6-06E2-AF8D-C457F6D34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17ECB5E1-1FA8-BB2A-F245-184F2A58BE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403B32ED-5947-F450-3D18-661CFA01F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944FBCA-89E9-371B-4D66-D57AF58B5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FE7E13A4-A046-9ABC-B69E-62A9F682A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7C4C2454-1BFA-0D29-ED58-1C25AD2B8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1C74A93-77E8-7E71-3E7E-E661C171F8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9B5217D0-63E3-50B1-EB88-427F44AA9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05B4E5D-4412-968B-DF6E-CEA4827E833C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586EFD-EE91-98F5-375D-96B896F99B64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F5056C-288B-93D0-393D-EE9D99315830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D9FF6D-3331-B41C-58DB-C6CA10AACBDC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EB2959-63BA-38CF-D26B-9A58C09F9E97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C23B9F6-DE72-02B0-EDF9-21706D36A4F9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DC7C7-4719-2AFD-45AC-3B8073C5A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2321722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521FBD-E0FC-D112-A13F-B50310EF0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995" y="4857799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B41F05-F94B-6EBE-A013-96074B642FDA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A40E104-B09D-1794-3557-07A54CE39BA6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2503545"/>
            <a:ext cx="2239167" cy="14660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323C90-CD12-FA2C-8481-D5165BB9733F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214555" y="3969580"/>
            <a:ext cx="4458798" cy="106168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3CFE746-2DA9-8509-8FC7-CECDC0428261}"/>
              </a:ext>
            </a:extLst>
          </p:cNvPr>
          <p:cNvCxnSpPr/>
          <p:nvPr/>
        </p:nvCxnSpPr>
        <p:spPr>
          <a:xfrm>
            <a:off x="3778550" y="4922614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7D5BFD-2004-0910-189D-397C4EEA7415}"/>
              </a:ext>
            </a:extLst>
          </p:cNvPr>
          <p:cNvCxnSpPr>
            <a:cxnSpLocks/>
          </p:cNvCxnSpPr>
          <p:nvPr/>
        </p:nvCxnSpPr>
        <p:spPr>
          <a:xfrm>
            <a:off x="6119848" y="2340867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3F86E87-BE5A-B4A4-20F1-73F5858BC7F6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123800-DA16-795F-3B02-452B1FE3113A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5123800-DA16-795F-3B02-452B1FE31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blipFill>
                <a:blip r:embed="rId6"/>
                <a:stretch>
                  <a:fillRect l="-2093"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299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D0B8-07F7-811E-4EDB-66E7A8FC5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D9EA-9D19-4915-0CFA-9C4C36F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BB21A3D9-ED42-0AB7-C942-B59232F55CA4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686A53A8-7AFD-957F-B917-BCBE99A43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06F762-6351-CAE4-D684-DE577EE50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772BD1EC-3E60-9AA0-90B7-A7D79FB18B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A9714101-56D6-E243-F689-D24182589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FADB7CC-3B73-B53A-7200-EC83AF385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8F657C64-2374-C981-3B3B-0023587D7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88CE2BB9-53C3-34CD-EE26-E3239449F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4067971E-911D-60F4-0FEE-5DBA4AA6D0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8341C43F-003D-2BCE-1C74-09605C8051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F3EB5D-C959-BC00-538C-00B37DB1D6B1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5A7015-6FFC-FD82-0F11-2117C00D25EE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238EF20-1559-B84D-D356-3850D8B0B3BB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B030D3-3CE6-E1F2-1F51-F5CBB630CF7D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032269E-61A9-7432-080F-9F14343D508C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575F43-EC80-821E-5AF9-F43DBA0C1A76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BB50905-100F-449B-C913-F0FE8C438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2697725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2033C9-BC4A-2FF4-F2D2-0B8D91973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500" y="486814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66B58F-7751-79EC-0D6E-CFB564C2889C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9D6023-FFDD-626F-4B0E-96B4481F8FD1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2879548"/>
            <a:ext cx="2239167" cy="10900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FC8E93-9D20-0AB4-3E78-6AA37F62B6D1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4458314" y="3969580"/>
            <a:ext cx="4215039" cy="108038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2F2045E1-D275-D5D8-ED31-EB15BB8B0B90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D108D10-BF67-3581-5B81-9C1BAAB8BE20}"/>
              </a:ext>
            </a:extLst>
          </p:cNvPr>
          <p:cNvCxnSpPr/>
          <p:nvPr/>
        </p:nvCxnSpPr>
        <p:spPr>
          <a:xfrm>
            <a:off x="4070632" y="4921537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08594D-9C3D-97D7-E179-35A17E530721}"/>
              </a:ext>
            </a:extLst>
          </p:cNvPr>
          <p:cNvCxnSpPr>
            <a:cxnSpLocks/>
          </p:cNvCxnSpPr>
          <p:nvPr/>
        </p:nvCxnSpPr>
        <p:spPr>
          <a:xfrm>
            <a:off x="6112846" y="2726525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6DADCB-2853-E892-F074-C34BC265260F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36DADCB-2853-E892-F074-C34BC2652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blipFill>
                <a:blip r:embed="rId6"/>
                <a:stretch>
                  <a:fillRect l="-2093"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9439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1F432-8ADA-9250-D9A4-D48FA1C5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7E9A-97C0-E774-49A9-CE2F6DB94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976CD3D4-35FE-A8F4-6433-A87A32AD3724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DEA8ECF9-8355-C582-CCE2-2A7F50275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0F53D0-A1A0-F27E-C653-C5B542691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080A11BE-B441-DCF7-E825-86E809CCD0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FA8A1237-9B90-26E9-43F7-F7E89679A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97EBE4F-FEB8-B634-92E9-89AA60536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6AF1A55F-FD42-2FAC-06F5-C0B90072A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A7D0F6B4-AC26-1578-1CE5-A26518578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F6DB71EE-24D6-C92E-7D4E-0D14390228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EAADF5F1-ABE2-1A9C-CADF-9D19FC6489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B83ED7-2B14-F097-3863-24D35BF54C9A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6D1F7C-7C80-5065-B080-EA39905536BA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674A45-6E18-1C27-F2C3-7727F7770857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FB41EA-ABE3-E07A-3EC4-2CEBAD4DF146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C0E738-B891-A203-B962-D1BDE79A61F7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919F926-F936-6D9A-9DFA-BE09C33176D8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71D57AC-DF53-F0DA-82C1-EA79DC151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3111675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BAE190-1309-707C-A9A9-BB116EDF1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3137" y="485417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B3B128-26BA-D7A6-BCF4-803488CD777E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29D9612-3E0D-11AA-A3C8-AF025D5A9148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3293498"/>
            <a:ext cx="2239167" cy="67608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45BF213-CC1E-5FB2-BE3E-43EFA901EEA7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4879951" y="3969580"/>
            <a:ext cx="3793402" cy="10664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9ECD6EA-E7B1-0F2B-C524-708FD036FA98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7BDE4F-A968-E9C3-AA39-94475A09DACF}"/>
              </a:ext>
            </a:extLst>
          </p:cNvPr>
          <p:cNvCxnSpPr/>
          <p:nvPr/>
        </p:nvCxnSpPr>
        <p:spPr>
          <a:xfrm>
            <a:off x="4503137" y="4922615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E81DE64-B301-1831-F30A-C22261A9C305}"/>
              </a:ext>
            </a:extLst>
          </p:cNvPr>
          <p:cNvCxnSpPr>
            <a:cxnSpLocks/>
          </p:cNvCxnSpPr>
          <p:nvPr/>
        </p:nvCxnSpPr>
        <p:spPr>
          <a:xfrm>
            <a:off x="6142462" y="3120691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EF752F-C126-330A-F06E-247734FD1CBF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8EF752F-C126-330A-F06E-247734FD1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blipFill>
                <a:blip r:embed="rId6"/>
                <a:stretch>
                  <a:fillRect l="-2093"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872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DF5A2-D344-40CF-EEC3-9E57029B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902D-798D-C7F5-7E5D-EFC44807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grpSp>
        <p:nvGrpSpPr>
          <p:cNvPr id="6" name="组合 18">
            <a:extLst>
              <a:ext uri="{FF2B5EF4-FFF2-40B4-BE49-F238E27FC236}">
                <a16:creationId xmlns:a16="http://schemas.microsoft.com/office/drawing/2014/main" id="{50FCE387-407F-387C-8E85-8BC3199BA63F}"/>
              </a:ext>
            </a:extLst>
          </p:cNvPr>
          <p:cNvGrpSpPr/>
          <p:nvPr/>
        </p:nvGrpSpPr>
        <p:grpSpPr>
          <a:xfrm>
            <a:off x="5615642" y="4169232"/>
            <a:ext cx="1502106" cy="1563500"/>
            <a:chOff x="2312193" y="4191000"/>
            <a:chExt cx="1150938" cy="1295400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C8F128E2-0797-F63F-899E-43B0A340B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193" y="4191000"/>
              <a:ext cx="1150938" cy="1295400"/>
            </a:xfrm>
            <a:prstGeom prst="rect">
              <a:avLst/>
            </a:prstGeom>
            <a:noFill/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D41E9B-57BC-91BE-758E-330BDF440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439" y="4742439"/>
              <a:ext cx="288721" cy="301289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bg2">
                  <a:lumMod val="1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bg2">
                    <a:lumMod val="1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EB38D206-41F1-58EB-35B6-4B47F48C454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400" i="1" dirty="0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ea typeface="宋体" charset="-122"/>
                            </a:rPr>
                          </m:ctrlPr>
                        </m:sSupPr>
                        <m:e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400" i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  <a:ea typeface="宋体" charset="-122"/>
                            </a:rPr>
                            <m:t>𝑏</m:t>
                          </m:r>
                        </m:sup>
                      </m:sSup>
                      <m:r>
                        <a:rPr lang="en-US" altLang="zh-CN" sz="1400" b="0" i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[</m:t>
                      </m:r>
                    </m:oMath>
                  </a14:m>
                  <a:r>
                    <a:rPr lang="en-US" altLang="zh-CN" sz="1400" err="1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i,j</a:t>
                  </a:r>
                  <a:r>
                    <a:rPr lang="en-US" altLang="zh-CN" sz="1400">
                      <a:solidFill>
                        <a:schemeClr val="bg2">
                          <a:lumMod val="10000"/>
                        </a:schemeClr>
                      </a:solidFill>
                      <a:ea typeface="宋体" charset="-122"/>
                    </a:rPr>
                    <a:t>]</a:t>
                  </a:r>
                </a:p>
              </p:txBody>
            </p:sp>
          </mc:Choice>
          <mc:Fallback xmlns="">
            <p:sp>
              <p:nvSpPr>
                <p:cNvPr id="9" name="Text Box 15">
                  <a:extLst>
                    <a:ext uri="{FF2B5EF4-FFF2-40B4-BE49-F238E27FC236}">
                      <a16:creationId xmlns:a16="http://schemas.microsoft.com/office/drawing/2014/main" id="{F392CFCD-64C3-4B31-B346-B536F3E10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97931" y="4419600"/>
                  <a:ext cx="677862" cy="278764"/>
                </a:xfrm>
                <a:prstGeom prst="rect">
                  <a:avLst/>
                </a:prstGeom>
                <a:blipFill>
                  <a:blip r:embed="rId3"/>
                  <a:stretch>
                    <a:fillRect t="-1818" b="-10909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ectangle 6">
            <a:extLst>
              <a:ext uri="{FF2B5EF4-FFF2-40B4-BE49-F238E27FC236}">
                <a16:creationId xmlns:a16="http://schemas.microsoft.com/office/drawing/2014/main" id="{7B0D17D1-CCAC-48ED-392B-73F0697A9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169232"/>
            <a:ext cx="1502107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DD095EE0-993E-C1E1-6A05-B49F5EC6D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5642" y="2316445"/>
            <a:ext cx="1504178" cy="1563500"/>
          </a:xfrm>
          <a:prstGeom prst="rect">
            <a:avLst/>
          </a:prstGeom>
          <a:noFill/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CCB1BE48-CD9B-5A70-4A67-69146C531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8943" y="4854175"/>
            <a:ext cx="1502107" cy="3636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2CED8249-FF92-09DE-0D93-03A856D46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2152" y="2316445"/>
            <a:ext cx="348977" cy="156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vert="vert" wrap="none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E6F44E3E-5748-9F14-2F86-2E52EE0270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 err="1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i</a:t>
                </a:r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,:]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D4C7AD71-2930-AA8B-E5ED-14C2BF8DB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7658" y="4430363"/>
                <a:ext cx="882616" cy="311817"/>
              </a:xfrm>
              <a:prstGeom prst="rect">
                <a:avLst/>
              </a:prstGeom>
              <a:blipFill>
                <a:blip r:embed="rId4"/>
                <a:stretch>
                  <a:fillRect t="-1961" b="-196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73269D48-83A4-262F-81DA-7A43FCD59C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dirty="0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pPr>
                      <m:e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𝐵</m:t>
                        </m:r>
                      </m:e>
                      <m:sup>
                        <m:r>
                          <a:rPr lang="en-US" altLang="zh-CN" sz="140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  <a:ea typeface="宋体" charset="-122"/>
                          </a:rPr>
                          <m:t>𝑏</m:t>
                        </m:r>
                      </m:sup>
                    </m:sSup>
                    <m:r>
                      <a:rPr lang="en-US" altLang="zh-CN" sz="1400" b="0" i="0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[</m:t>
                    </m:r>
                  </m:oMath>
                </a14:m>
                <a:r>
                  <a:rPr lang="en-US" altLang="zh-CN" sz="1400">
                    <a:solidFill>
                      <a:schemeClr val="bg2">
                        <a:lumMod val="10000"/>
                      </a:schemeClr>
                    </a:solidFill>
                    <a:ea typeface="宋体" charset="-122"/>
                  </a:rPr>
                  <a:t>:,j]</a:t>
                </a:r>
              </a:p>
            </p:txBody>
          </p:sp>
        </mc:Choice>
        <mc:Fallback xmlns="">
          <p:sp>
            <p:nvSpPr>
              <p:cNvPr id="15" name="Text Box 18">
                <a:extLst>
                  <a:ext uri="{FF2B5EF4-FFF2-40B4-BE49-F238E27FC236}">
                    <a16:creationId xmlns:a16="http://schemas.microsoft.com/office/drawing/2014/main" id="{B00BD724-F471-F030-873B-4F2DD87FB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36597" y="2914311"/>
                <a:ext cx="884687" cy="311817"/>
              </a:xfrm>
              <a:prstGeom prst="rect">
                <a:avLst/>
              </a:prstGeom>
              <a:blipFill>
                <a:blip r:embed="rId5"/>
                <a:stretch>
                  <a:fillRect t="-1961" b="-2156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5F9F67-0EE6-9CC1-E11F-A0E5A82EF847}"/>
              </a:ext>
            </a:extLst>
          </p:cNvPr>
          <p:cNvCxnSpPr/>
          <p:nvPr/>
        </p:nvCxnSpPr>
        <p:spPr>
          <a:xfrm>
            <a:off x="6072152" y="269172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1F8A07-9A19-62D2-23AB-E06DD9CE2BD8}"/>
              </a:ext>
            </a:extLst>
          </p:cNvPr>
          <p:cNvCxnSpPr/>
          <p:nvPr/>
        </p:nvCxnSpPr>
        <p:spPr>
          <a:xfrm>
            <a:off x="6072152" y="3087969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450824-E5A4-108B-45B2-C76B5C076656}"/>
              </a:ext>
            </a:extLst>
          </p:cNvPr>
          <p:cNvCxnSpPr/>
          <p:nvPr/>
        </p:nvCxnSpPr>
        <p:spPr>
          <a:xfrm>
            <a:off x="6072152" y="3507915"/>
            <a:ext cx="3487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D8EFD3-D736-32F1-955C-30035CD222D7}"/>
              </a:ext>
            </a:extLst>
          </p:cNvPr>
          <p:cNvCxnSpPr>
            <a:cxnSpLocks/>
          </p:cNvCxnSpPr>
          <p:nvPr/>
        </p:nvCxnSpPr>
        <p:spPr>
          <a:xfrm>
            <a:off x="407063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65AA200-4307-D495-A0CE-766CC1739B31}"/>
              </a:ext>
            </a:extLst>
          </p:cNvPr>
          <p:cNvCxnSpPr>
            <a:cxnSpLocks/>
          </p:cNvCxnSpPr>
          <p:nvPr/>
        </p:nvCxnSpPr>
        <p:spPr>
          <a:xfrm>
            <a:off x="4507512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B92FCF-AFFC-803A-00E9-6AFE1FCA12DF}"/>
              </a:ext>
            </a:extLst>
          </p:cNvPr>
          <p:cNvCxnSpPr>
            <a:cxnSpLocks/>
          </p:cNvCxnSpPr>
          <p:nvPr/>
        </p:nvCxnSpPr>
        <p:spPr>
          <a:xfrm>
            <a:off x="4906061" y="4854175"/>
            <a:ext cx="0" cy="3636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FFE3CDCF-E875-F1B0-C091-E5AC55DF5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372" y="3498789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02FF5E-4623-44A1-8A6D-ADD072558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4268" y="4854174"/>
            <a:ext cx="376814" cy="36364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9F8904-533C-BEBB-4F60-E668298D9184}"/>
              </a:ext>
            </a:extLst>
          </p:cNvPr>
          <p:cNvSpPr txBox="1"/>
          <p:nvPr/>
        </p:nvSpPr>
        <p:spPr>
          <a:xfrm>
            <a:off x="8673353" y="3507915"/>
            <a:ext cx="22792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 Matrix Multiplication of these two blocks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7C3A23-C78E-5882-7B44-92C8E08B8EFC}"/>
              </a:ext>
            </a:extLst>
          </p:cNvPr>
          <p:cNvCxnSpPr>
            <a:stCxn id="24" idx="1"/>
            <a:endCxn id="22" idx="3"/>
          </p:cNvCxnSpPr>
          <p:nvPr/>
        </p:nvCxnSpPr>
        <p:spPr>
          <a:xfrm flipH="1" flipV="1">
            <a:off x="6434186" y="3680612"/>
            <a:ext cx="2239167" cy="28896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C375AD-4A97-A1C4-E728-D18CBF59E307}"/>
              </a:ext>
            </a:extLst>
          </p:cNvPr>
          <p:cNvCxnSpPr>
            <a:cxnSpLocks/>
            <a:stCxn id="24" idx="1"/>
            <a:endCxn id="23" idx="3"/>
          </p:cNvCxnSpPr>
          <p:nvPr/>
        </p:nvCxnSpPr>
        <p:spPr>
          <a:xfrm flipH="1">
            <a:off x="5321082" y="3969580"/>
            <a:ext cx="3352271" cy="106641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7ED10206-A8B7-4A86-6FAD-23C411D8BEBC}"/>
              </a:ext>
            </a:extLst>
          </p:cNvPr>
          <p:cNvSpPr/>
          <p:nvPr/>
        </p:nvSpPr>
        <p:spPr>
          <a:xfrm>
            <a:off x="6057372" y="4843693"/>
            <a:ext cx="62476" cy="78922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D268EA7-0EC1-9E00-8267-727856F23907}"/>
              </a:ext>
            </a:extLst>
          </p:cNvPr>
          <p:cNvCxnSpPr/>
          <p:nvPr/>
        </p:nvCxnSpPr>
        <p:spPr>
          <a:xfrm>
            <a:off x="4906061" y="4922615"/>
            <a:ext cx="436005" cy="0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04D3AA-44E3-2A0A-E6A3-7EA1F6EEA5EE}"/>
              </a:ext>
            </a:extLst>
          </p:cNvPr>
          <p:cNvCxnSpPr>
            <a:cxnSpLocks/>
          </p:cNvCxnSpPr>
          <p:nvPr/>
        </p:nvCxnSpPr>
        <p:spPr>
          <a:xfrm>
            <a:off x="6138760" y="3556389"/>
            <a:ext cx="0" cy="306045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264F4D-7540-AABC-93F6-CB638E1BB23F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𝐵𝐼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C264F4D-7540-AABC-93F6-CB638E1BB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2625620" cy="391646"/>
              </a:xfrm>
              <a:prstGeom prst="rect">
                <a:avLst/>
              </a:prstGeom>
              <a:blipFill>
                <a:blip r:embed="rId6"/>
                <a:stretch>
                  <a:fillRect l="-2093"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1854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6A84-0C49-0311-5FC0-F5BBA363F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548DE7-5D2D-A625-9CEF-420412725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316446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87AD7252-F809-D250-B577-E4FC7F19D5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𝐶</m:t>
                      </m:r>
                    </m:oMath>
                  </m:oMathPara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87AD7252-F809-D250-B577-E4FC7F19D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FF60336-1182-8BA1-54B0-1C495D50C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F7D442-7A79-E37D-AECA-6840DEC3E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598C1-760D-92BB-824B-7589816AB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F3A43A-A204-8102-D967-584147278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8DDC87-FCA9-62CA-5806-CD2A51588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1949F8-413F-01AC-BEFC-D5B365820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EC60D3-710B-4F5E-7BAD-A8884E9A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31A2DD-8AB2-710F-9F95-02D7BF16E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F6B8F7-0690-D978-03C2-E151F750A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E46A2D-4DCE-E0E5-5F35-AB431D70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08AF49-DF6B-C82E-5DF8-D0743EEAE8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8A265-C23C-9F95-4F0A-DD26BB69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3D4BAF-D4A7-4D9C-694D-3DE3433D4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8593AA-6869-26F2-6B80-0CB982F4F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5EB1DE-846E-433C-41A0-D5FA88851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BCB94DA-5D56-5DBD-B2BF-0BB2F2425550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0,0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BCB94DA-5D56-5DBD-B2BF-0BB2F2425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blipFill>
                <a:blip r:embed="rId3"/>
                <a:stretch>
                  <a:fillRect l="-314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18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0061-A65D-90D9-C8D1-EF28AF87B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8675D-438B-CF50-612F-4BF0FB92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07942D-355F-365F-6315-CEDF46D7D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75E570E0-DE6E-ED09-34A4-10B595AE6A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𝐶</m:t>
                      </m:r>
                    </m:oMath>
                  </m:oMathPara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75E570E0-DE6E-ED09-34A4-10B595AE6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6F16F34-BCD8-7B11-73A8-6D003D165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316446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EFF9BD-EE5C-F7EE-4B39-618C7DB49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4B583-8AF0-3E26-3909-C59B171C07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86D950-B60D-8792-2DE0-0890D3B76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F7CABD-A745-CC70-F732-1225BD7FA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8B8F82-0DA9-33AF-1E74-EB8E9A124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D7CACB-DE9F-4C0D-37C6-7B10EF3F3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40DE42-2F4E-B625-C429-1214D6310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0F6160-C5EC-3083-BDA0-8ECD4683B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6988E6-A91C-43B0-D19A-000D2152C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CC861-D07F-0718-5FAB-2FB9862D9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E2C7ED-951C-BA8F-8247-F4A858C9D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4E5566-860F-9911-4F93-A23C42557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D4F928-A70D-67DD-7B4E-455642015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98BE9D-DDA8-0254-5255-840FB010F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836DD7-EA02-1AB9-166B-34EBE80528AA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0,1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D836DD7-EA02-1AB9-166B-34EBE8052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blipFill>
                <a:blip r:embed="rId3"/>
                <a:stretch>
                  <a:fillRect l="-314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079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4E563-FDA9-917A-8F85-F3BAF4032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C155-5EF3-58CE-3C28-E71CE0877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E0DF83-FA39-674F-8E62-4E6FBB1E6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8F8FDF15-9418-BDC1-E1ED-B7FF5B8C8A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𝐶</m:t>
                      </m:r>
                    </m:oMath>
                  </m:oMathPara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8F8FDF15-9418-BDC1-E1ED-B7FF5B8C8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92F553C-933C-EB11-C1B1-CFCE35BFF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FEDF2A-65D6-362C-59BB-6F4ECFDCF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316445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AC355-A472-520C-760B-46C27DCEE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8A7174-9D4A-190C-881E-425A3B6ED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48C3AD-7574-236A-067C-FACA881C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FCEBD9-EB64-F225-2D46-68E6EA307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004B-DE48-8890-B3C1-4F7F7D2C0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B430E7-8A52-706D-C0B6-C8642AD47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FCF59D-B495-7137-7397-F2D18F12D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528E1B-001D-E5BE-9465-7AA055D67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A8F83F-DD10-66B2-0135-9DD3D9CAC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D24973-C442-E647-4CE3-F2BF547E8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D6D3B8-B115-0B1F-041D-DFB3C1B52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85AEEC-CF41-8E6F-B555-B2CF09954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EBAB76-94C6-0D32-1289-D4B22E320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BAE010-A84B-45BC-464C-B05A21E66675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0,2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8BAE010-A84B-45BC-464C-B05A21E66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blipFill>
                <a:blip r:embed="rId3"/>
                <a:stretch>
                  <a:fillRect l="-314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79146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B04F-BF83-C1B5-7B1D-4201EC0A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8F47-4E2D-8956-9221-5A1A67D6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B46E8A-61CE-8BA1-C03E-47B5BB4FB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929F5A06-4103-0001-337D-B2D8224F08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𝐶</m:t>
                      </m:r>
                    </m:oMath>
                  </m:oMathPara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929F5A06-4103-0001-337D-B2D8224F0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738BC764-838A-A000-BCE2-39A9D07FD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3CE8C2-C92F-7A8F-814A-5AF3B2066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4831E-05B7-0049-BD81-1124275CB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316445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B5966D-1C8A-0B4C-BDA2-CD39D23A5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A13A04-2115-A827-CB3E-F9082CC21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8EF5FF-0E82-5DEE-C93E-BF5A3B4A7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7492DC-AA75-17F1-6F52-796266CC8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259EB4-5A65-23BA-8449-363DBEC1C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F42E73-5E80-965B-9604-DE96067B7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12369D-1DB0-38A7-C54A-7DECF098E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06D67E-2624-0E20-CFBF-8A6E8D123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1953B0-C19B-4151-2586-67AA282CE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90BED3-6272-EB1F-4674-C6B5A8658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FC1822-45B3-73E0-D4D5-A123AD53F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D1CC4E-F2D6-F471-330F-03A7B047A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C1F2267-47F9-934A-30EB-7604A31B6EBA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0,3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C1F2267-47F9-934A-30EB-7604A31B6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blipFill>
                <a:blip r:embed="rId3"/>
                <a:stretch>
                  <a:fillRect l="-314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316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36C9-725F-E492-F2BF-EE998320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1C31C-70DC-573D-1F7C-BDC6C0DF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E504F-EF18-8B91-B73D-590C6D69B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C0FC0843-422A-B3C0-D851-8D90E0926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𝐶</m:t>
                      </m:r>
                    </m:oMath>
                  </m:oMathPara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C0FC0843-422A-B3C0-D851-8D90E0926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BEB6FB0D-0054-B596-2901-89B097D9B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31644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BF2FF-0022-9C53-A975-6704E7944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F4DBAC-900F-A1F8-925C-E945E2A2A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31644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E3989E-A2B9-373D-9B87-0476725B7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EC1711-61B6-DE2B-AE39-2995A8764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976143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071266-FB34-8A33-D216-D4D1DC069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7A2FC7-5496-5BBB-328E-741954912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976142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6D62FC-BE03-8648-B1D0-1E1BD416F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509362-3028-3DCC-E415-9FAB23236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3635839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11443D-2F9A-44CE-8DBD-A6D0ED6F3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77F46E-282B-AF98-E9E2-60E3A6523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3635838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F216D4-B943-E12A-FAF1-535B59722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0BEFB3-B99A-E951-1638-78CD76241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4295536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8C248C-665A-D78D-701F-A061CA27F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4295535"/>
            <a:ext cx="821492" cy="6596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87ABE0-1E0B-5112-B5F6-15D7B2CE6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4295535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91F9EA-551A-C3BA-CEBF-25FFF1D439F9}"/>
                  </a:ext>
                </a:extLst>
              </p:cNvPr>
              <p:cNvSpPr txBox="1"/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?,?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91F9EA-551A-C3BA-CEBF-25FFF1D43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16445"/>
                <a:ext cx="1745645" cy="369332"/>
              </a:xfrm>
              <a:prstGeom prst="rect">
                <a:avLst/>
              </a:prstGeom>
              <a:blipFill>
                <a:blip r:embed="rId3"/>
                <a:stretch>
                  <a:fillRect l="-3147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4308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9D7F-0EA9-0C25-3E9F-FC95906E2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40BD-8D52-405A-58E2-CAB13887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Matrix Multiplication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F4A7C2-B5EE-2D23-6527-B118C1EB5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316446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C58EFCAC-08FF-A660-9345-F9DE8D870C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ea typeface="宋体" charset="-122"/>
                        </a:rPr>
                        <m:t>𝐶</m:t>
                      </m:r>
                    </m:oMath>
                  </m:oMathPara>
                </a14:m>
                <a:endParaRPr lang="en-US" altLang="zh-CN" sz="1400" dirty="0">
                  <a:solidFill>
                    <a:schemeClr val="bg2">
                      <a:lumMod val="10000"/>
                    </a:schemeClr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7" name="Text Box 15">
                <a:extLst>
                  <a:ext uri="{FF2B5EF4-FFF2-40B4-BE49-F238E27FC236}">
                    <a16:creationId xmlns:a16="http://schemas.microsoft.com/office/drawing/2014/main" id="{C58EFCAC-08FF-A660-9345-F9DE8D870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5977" y="5162254"/>
                <a:ext cx="88468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2EA788E6-307B-6F71-F1A4-B4C0E64A4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316446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2D87D-7948-241D-88FE-C13C9ED0C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316445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DBA33-8290-C7E2-46BB-65A593483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316445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447B46-D799-BD3D-708A-96CF1DF54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2976143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40F975-B802-E2EA-475E-6AF58E6C5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2976143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87E8DB-A396-17A1-E1EE-1DA199ACA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2976142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CADBAB-CBAC-9973-6F74-0DBE76C39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2976142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CC7657-09A1-B0A5-2452-5F2619369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3635839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47AC62-4A23-49EE-DA0C-053C6FDB7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3635839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676154-F0B6-B3E0-DBDC-E2FDCD872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3635838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51C9EF-F63B-A55E-887E-F71697D12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3635838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125D0B-A929-582D-7AB3-02AD88A6B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337" y="4295536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178597-6998-6921-A29E-32C0628F9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829" y="4295536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ED88BD-60B5-F8C8-75B4-7A8C6DA8A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321" y="4295535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1C7459-3BC2-3C6F-45EB-E35AE23EC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136" y="4295535"/>
            <a:ext cx="821492" cy="65969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2">
                <a:lumMod val="1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bg2">
                  <a:lumMod val="1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547527-E8D4-2593-6FC1-9C932DFE98AB}"/>
                  </a:ext>
                </a:extLst>
              </p:cNvPr>
              <p:cNvSpPr txBox="1"/>
              <p:nvPr/>
            </p:nvSpPr>
            <p:spPr>
              <a:xfrm>
                <a:off x="886645" y="1589770"/>
                <a:ext cx="1745645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0,0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SMP: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547527-E8D4-2593-6FC1-9C932DFE9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645" y="1589770"/>
                <a:ext cx="1745645" cy="4524315"/>
              </a:xfrm>
              <a:prstGeom prst="rect">
                <a:avLst/>
              </a:prstGeom>
              <a:blipFill>
                <a:blip r:embed="rId3"/>
                <a:stretch>
                  <a:fillRect l="-2787" t="-809" b="-12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272C4A-93B4-F54C-50A9-C4E7243AA5D2}"/>
                  </a:ext>
                </a:extLst>
              </p:cNvPr>
              <p:cNvSpPr txBox="1"/>
              <p:nvPr/>
            </p:nvSpPr>
            <p:spPr>
              <a:xfrm>
                <a:off x="6806527" y="4705590"/>
                <a:ext cx="5668069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parallel produce all the blocks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 conflicts. Each SMP can work independently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 practice, number of blocks can be greater than # SMPs available on the hardware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Hardware performs time multiplexing, hidden from programmer,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will discuss in our HIP programming class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272C4A-93B4-F54C-50A9-C4E7243AA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527" y="4705590"/>
                <a:ext cx="5668069" cy="2031325"/>
              </a:xfrm>
              <a:prstGeom prst="rect">
                <a:avLst/>
              </a:prstGeom>
              <a:blipFill>
                <a:blip r:embed="rId4"/>
                <a:stretch>
                  <a:fillRect l="-969" t="-18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016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9A99-A806-614C-05EB-2A14B670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D7AB-3931-5C68-5EFC-A8BEED29F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4807"/>
          </a:xfrm>
        </p:spPr>
        <p:txBody>
          <a:bodyPr/>
          <a:lstStyle/>
          <a:p>
            <a:r>
              <a:rPr lang="en-US" dirty="0"/>
              <a:t>Block MM – Output Partitioning</a:t>
            </a:r>
          </a:p>
          <a:p>
            <a:endParaRPr lang="en-US" dirty="0"/>
          </a:p>
          <a:p>
            <a:r>
              <a:rPr lang="en-US" dirty="0"/>
              <a:t>Sum of an Array – Input Partitioning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92C5EF-8776-DA43-A46F-A9E3306AD72F}"/>
              </a:ext>
            </a:extLst>
          </p:cNvPr>
          <p:cNvGrpSpPr/>
          <p:nvPr/>
        </p:nvGrpSpPr>
        <p:grpSpPr>
          <a:xfrm>
            <a:off x="3522361" y="4118995"/>
            <a:ext cx="5147277" cy="508401"/>
            <a:chOff x="1005234" y="1847239"/>
            <a:chExt cx="5147277" cy="5084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FEA9D5A-5097-584F-99BD-842DB1A195D2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14C605D-CA08-2FAC-A15B-C5C36E821349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888F46B-6260-DE06-1B1C-0BF9095A09F0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7F8EA13-12D9-95AF-60A2-282B03C4732C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D8E4C0B-8E5C-92EE-688E-8EF68098AB65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ADA9DC6-FEBB-6F22-02DD-5961A32E5183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2446CFE-2DF6-5A2F-BACC-E7A4F25604C6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12F80F8-58C7-7CA9-C9C3-73315B393DB2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6F4341-A210-7FD1-06D3-05A6C7870B8A}"/>
                  </a:ext>
                </a:extLst>
              </p:cNvPr>
              <p:cNvSpPr txBox="1"/>
              <p:nvPr/>
            </p:nvSpPr>
            <p:spPr>
              <a:xfrm>
                <a:off x="3575853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56F4341-A210-7FD1-06D3-05A6C7870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853" y="4168600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9D6205-64CE-0BD9-9DC9-66B9A7D24545}"/>
                  </a:ext>
                </a:extLst>
              </p:cNvPr>
              <p:cNvSpPr txBox="1"/>
              <p:nvPr/>
            </p:nvSpPr>
            <p:spPr>
              <a:xfrm>
                <a:off x="4267806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9D6205-64CE-0BD9-9DC9-66B9A7D24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806" y="4168600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7013DA-2BD4-E220-D73A-23BF37343FD8}"/>
                  </a:ext>
                </a:extLst>
              </p:cNvPr>
              <p:cNvSpPr txBox="1"/>
              <p:nvPr/>
            </p:nvSpPr>
            <p:spPr>
              <a:xfrm>
                <a:off x="4983378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7013DA-2BD4-E220-D73A-23BF37343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378" y="4168600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F75F6A-5361-8278-F355-C12D67FF377D}"/>
                  </a:ext>
                </a:extLst>
              </p:cNvPr>
              <p:cNvSpPr txBox="1"/>
              <p:nvPr/>
            </p:nvSpPr>
            <p:spPr>
              <a:xfrm>
                <a:off x="5674946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F75F6A-5361-8278-F355-C12D67FF3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946" y="4168600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E0B80-DF3B-F366-47CB-B7D515240662}"/>
                  </a:ext>
                </a:extLst>
              </p:cNvPr>
              <p:cNvSpPr txBox="1"/>
              <p:nvPr/>
            </p:nvSpPr>
            <p:spPr>
              <a:xfrm>
                <a:off x="6378813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6E0B80-DF3B-F366-47CB-B7D515240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813" y="4168600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F36B6A-5CA2-6688-D548-56B13E2D900E}"/>
                  </a:ext>
                </a:extLst>
              </p:cNvPr>
              <p:cNvSpPr txBox="1"/>
              <p:nvPr/>
            </p:nvSpPr>
            <p:spPr>
              <a:xfrm>
                <a:off x="6890413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7F36B6A-5CA2-6688-D548-56B13E2D9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413" y="4168600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0FC205-1A7F-B075-44ED-E6C8D37EEC48}"/>
                  </a:ext>
                </a:extLst>
              </p:cNvPr>
              <p:cNvSpPr txBox="1"/>
              <p:nvPr/>
            </p:nvSpPr>
            <p:spPr>
              <a:xfrm>
                <a:off x="7584676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F0FC205-1A7F-B075-44ED-E6C8D37EE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676" y="4168600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A2302F-E02C-3B8E-EF99-7944804C8936}"/>
                  </a:ext>
                </a:extLst>
              </p:cNvPr>
              <p:cNvSpPr txBox="1"/>
              <p:nvPr/>
            </p:nvSpPr>
            <p:spPr>
              <a:xfrm>
                <a:off x="8172579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EA2302F-E02C-3B8E-EF99-7944804C8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579" y="4168600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2FC9BDF-CBF1-0951-889A-B125D8C16F9F}"/>
              </a:ext>
            </a:extLst>
          </p:cNvPr>
          <p:cNvSpPr txBox="1"/>
          <p:nvPr/>
        </p:nvSpPr>
        <p:spPr>
          <a:xfrm>
            <a:off x="967798" y="4168600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421033-B3C3-5CF8-6ABE-6A69F3196DE6}"/>
              </a:ext>
            </a:extLst>
          </p:cNvPr>
          <p:cNvSpPr txBox="1"/>
          <p:nvPr/>
        </p:nvSpPr>
        <p:spPr>
          <a:xfrm>
            <a:off x="988722" y="503195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6C50CBD-BBD4-A395-189B-60A753C2786C}"/>
              </a:ext>
            </a:extLst>
          </p:cNvPr>
          <p:cNvSpPr/>
          <p:nvPr/>
        </p:nvSpPr>
        <p:spPr>
          <a:xfrm>
            <a:off x="3473055" y="4077750"/>
            <a:ext cx="1278749" cy="5527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5F9929-2F42-3AEF-2AA0-3F16CBE9FEB1}"/>
              </a:ext>
            </a:extLst>
          </p:cNvPr>
          <p:cNvSpPr/>
          <p:nvPr/>
        </p:nvSpPr>
        <p:spPr>
          <a:xfrm>
            <a:off x="4860781" y="4074620"/>
            <a:ext cx="1278749" cy="5527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0957DAA-A060-A0E7-B3ED-34CE2C7F7426}"/>
              </a:ext>
            </a:extLst>
          </p:cNvPr>
          <p:cNvSpPr/>
          <p:nvPr/>
        </p:nvSpPr>
        <p:spPr>
          <a:xfrm>
            <a:off x="6219848" y="4074620"/>
            <a:ext cx="1278749" cy="5527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46A6E6-888F-D18E-4ABE-35BD39ADF619}"/>
              </a:ext>
            </a:extLst>
          </p:cNvPr>
          <p:cNvSpPr/>
          <p:nvPr/>
        </p:nvSpPr>
        <p:spPr>
          <a:xfrm>
            <a:off x="7607574" y="4071490"/>
            <a:ext cx="1278749" cy="5527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13A48C7-80CE-B539-331C-FFDC40E18B69}"/>
              </a:ext>
            </a:extLst>
          </p:cNvPr>
          <p:cNvGrpSpPr/>
          <p:nvPr/>
        </p:nvGrpSpPr>
        <p:grpSpPr>
          <a:xfrm>
            <a:off x="4252328" y="5039017"/>
            <a:ext cx="540919" cy="496835"/>
            <a:chOff x="2906701" y="2603647"/>
            <a:chExt cx="611619" cy="496835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5D77461-0DF0-DAB2-8F30-8FB8D8BFCBE9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4E406BD-66DF-87D6-E7F9-A81756EFB768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48FFE67-F3DC-DACC-2C70-F342DA3A64F0}"/>
              </a:ext>
            </a:extLst>
          </p:cNvPr>
          <p:cNvGrpSpPr/>
          <p:nvPr/>
        </p:nvGrpSpPr>
        <p:grpSpPr>
          <a:xfrm>
            <a:off x="5654616" y="5039017"/>
            <a:ext cx="540919" cy="496835"/>
            <a:chOff x="2906701" y="2603647"/>
            <a:chExt cx="611619" cy="496835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9FA3BCE-DA4C-A4B8-6CC0-9CF61C3DB740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C0187FC6-28DF-A52F-1D4D-AD85EF9FF9E8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14D1914-FBF6-6129-8D6D-0B839A272425}"/>
              </a:ext>
            </a:extLst>
          </p:cNvPr>
          <p:cNvGrpSpPr/>
          <p:nvPr/>
        </p:nvGrpSpPr>
        <p:grpSpPr>
          <a:xfrm>
            <a:off x="7114550" y="5046081"/>
            <a:ext cx="540919" cy="496835"/>
            <a:chOff x="2906701" y="2603647"/>
            <a:chExt cx="611619" cy="496835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A8C8090-D4D1-3BCA-D406-3996EF2A4ACF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7426146-B916-35A7-393B-C31CED0B72C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1EC748-AE7A-B309-3FB1-CA169B2B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4787A2B3-FF51-8CA9-8706-69B36A7E3A23}"/>
              </a:ext>
            </a:extLst>
          </p:cNvPr>
          <p:cNvGrpSpPr/>
          <p:nvPr/>
        </p:nvGrpSpPr>
        <p:grpSpPr>
          <a:xfrm>
            <a:off x="8516838" y="5046081"/>
            <a:ext cx="540919" cy="496835"/>
            <a:chOff x="2906701" y="2603647"/>
            <a:chExt cx="611619" cy="49683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3A263AC-F507-C9A7-9720-4A3DF7703BA0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3F69770F-05D2-997C-B850-E1C4F976BD3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0647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41BE6-2066-F3B5-B826-3E0636497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CB6D-C1E1-AAAE-1E7E-14A341A60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A981D-6B88-8EE7-AFBD-94CEC0165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4807"/>
          </a:xfrm>
        </p:spPr>
        <p:txBody>
          <a:bodyPr/>
          <a:lstStyle/>
          <a:p>
            <a:r>
              <a:rPr lang="en-US" dirty="0"/>
              <a:t>Block MM – Output Partitioning</a:t>
            </a:r>
          </a:p>
          <a:p>
            <a:endParaRPr lang="en-US" dirty="0"/>
          </a:p>
          <a:p>
            <a:r>
              <a:rPr lang="en-US" dirty="0"/>
              <a:t>Sum of an Array – Input Partitioning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018641-2C2F-DF8C-481B-D64269332923}"/>
              </a:ext>
            </a:extLst>
          </p:cNvPr>
          <p:cNvGrpSpPr/>
          <p:nvPr/>
        </p:nvGrpSpPr>
        <p:grpSpPr>
          <a:xfrm>
            <a:off x="3522361" y="4118995"/>
            <a:ext cx="5147277" cy="508401"/>
            <a:chOff x="1005234" y="1847239"/>
            <a:chExt cx="5147277" cy="5084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EC7B881-B781-0042-F02B-EAC9B64D5F56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28E0B3D-0036-0DFC-D44D-E00E4976C33B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7C7271E-DDBC-C3CE-E8A2-FBEAE7FF92CA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89D6D05-220A-EA28-D921-F6D96BF9179B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9589CE2-EFA4-8A7B-036C-A62ED17C9EDF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FF07832-8D21-3C4D-43B3-8C39F83C056C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BC1C105-F9A5-4EE2-4802-81DBBAAE0EAC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2A45CAB-0923-5B2B-7580-A9580E501C72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EDEE32-D5E8-587B-4DB3-7A10A232900B}"/>
                  </a:ext>
                </a:extLst>
              </p:cNvPr>
              <p:cNvSpPr txBox="1"/>
              <p:nvPr/>
            </p:nvSpPr>
            <p:spPr>
              <a:xfrm>
                <a:off x="4267806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EDEE32-D5E8-587B-4DB3-7A10A2329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806" y="4168600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D57618-0F18-6151-DE5E-B6C0F36AB6F7}"/>
                  </a:ext>
                </a:extLst>
              </p:cNvPr>
              <p:cNvSpPr txBox="1"/>
              <p:nvPr/>
            </p:nvSpPr>
            <p:spPr>
              <a:xfrm>
                <a:off x="5674946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2D57618-0F18-6151-DE5E-B6C0F36AB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946" y="4168600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AE0554-8C4F-165B-CA6A-C94D752251BE}"/>
                  </a:ext>
                </a:extLst>
              </p:cNvPr>
              <p:cNvSpPr txBox="1"/>
              <p:nvPr/>
            </p:nvSpPr>
            <p:spPr>
              <a:xfrm>
                <a:off x="6890413" y="41686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AE0554-8C4F-165B-CA6A-C94D75225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0413" y="4168600"/>
                <a:ext cx="49404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A813A2-1EAC-1037-7D61-DF995508EFEA}"/>
                  </a:ext>
                </a:extLst>
              </p:cNvPr>
              <p:cNvSpPr txBox="1"/>
              <p:nvPr/>
            </p:nvSpPr>
            <p:spPr>
              <a:xfrm>
                <a:off x="8172579" y="41686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0A813A2-1EAC-1037-7D61-DF995508E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579" y="4168600"/>
                <a:ext cx="49404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D2E14A1A-7FE6-195F-4B44-71207567E746}"/>
              </a:ext>
            </a:extLst>
          </p:cNvPr>
          <p:cNvSpPr txBox="1"/>
          <p:nvPr/>
        </p:nvSpPr>
        <p:spPr>
          <a:xfrm>
            <a:off x="967798" y="4168600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C1E764-3A43-D0A3-CF8B-89A014EDC6D8}"/>
              </a:ext>
            </a:extLst>
          </p:cNvPr>
          <p:cNvSpPr txBox="1"/>
          <p:nvPr/>
        </p:nvSpPr>
        <p:spPr>
          <a:xfrm>
            <a:off x="988722" y="503195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C1E009-17FA-8090-54E8-5F3340761FF0}"/>
              </a:ext>
            </a:extLst>
          </p:cNvPr>
          <p:cNvSpPr/>
          <p:nvPr/>
        </p:nvSpPr>
        <p:spPr>
          <a:xfrm>
            <a:off x="3473055" y="4077750"/>
            <a:ext cx="2686741" cy="5527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DE8E64E-A781-99D9-12D2-91C6B114DD67}"/>
              </a:ext>
            </a:extLst>
          </p:cNvPr>
          <p:cNvSpPr/>
          <p:nvPr/>
        </p:nvSpPr>
        <p:spPr>
          <a:xfrm>
            <a:off x="6219848" y="4074620"/>
            <a:ext cx="2499096" cy="5527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E6EB6D9-0C72-E539-4EF1-4D63D305F6CA}"/>
              </a:ext>
            </a:extLst>
          </p:cNvPr>
          <p:cNvGrpSpPr/>
          <p:nvPr/>
        </p:nvGrpSpPr>
        <p:grpSpPr>
          <a:xfrm>
            <a:off x="5654616" y="5039017"/>
            <a:ext cx="540919" cy="496835"/>
            <a:chOff x="2906701" y="2603647"/>
            <a:chExt cx="611619" cy="496835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D5F66645-1FF3-5165-43CF-E9F3C1AA89A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6116D9D-618A-0105-4FF0-C24DB945CBF7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E52C9242-7536-C611-A924-8005579DF7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41C90A2-061B-A236-A698-CFCDC2866104}"/>
              </a:ext>
            </a:extLst>
          </p:cNvPr>
          <p:cNvGrpSpPr/>
          <p:nvPr/>
        </p:nvGrpSpPr>
        <p:grpSpPr>
          <a:xfrm>
            <a:off x="8516838" y="5046081"/>
            <a:ext cx="540919" cy="496835"/>
            <a:chOff x="2906701" y="2603647"/>
            <a:chExt cx="611619" cy="49683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4CB56AC-8586-D108-D335-CC015DC6556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1C588C41-1943-4A43-BC91-503CC89D533A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458981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9629E-5C4B-0013-EB14-1BE1284B3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F039-F415-6015-254A-0639C2144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56D7-4A3A-AF72-AE4E-3C9C7723B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04807"/>
          </a:xfrm>
        </p:spPr>
        <p:txBody>
          <a:bodyPr/>
          <a:lstStyle/>
          <a:p>
            <a:r>
              <a:rPr lang="en-US" dirty="0"/>
              <a:t>Block MM – Output Partitioning</a:t>
            </a:r>
          </a:p>
          <a:p>
            <a:endParaRPr lang="en-US" dirty="0"/>
          </a:p>
          <a:p>
            <a:r>
              <a:rPr lang="en-US" dirty="0"/>
              <a:t>Sum of an Array – Input Partitioning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2854F2-728D-9B9E-40A2-AE1C77750885}"/>
              </a:ext>
            </a:extLst>
          </p:cNvPr>
          <p:cNvGrpSpPr/>
          <p:nvPr/>
        </p:nvGrpSpPr>
        <p:grpSpPr>
          <a:xfrm>
            <a:off x="3522361" y="4118995"/>
            <a:ext cx="5147277" cy="508401"/>
            <a:chOff x="1005234" y="1847239"/>
            <a:chExt cx="5147277" cy="5084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989EF8-0912-CC7E-8C49-5CC3DA3D812D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80CB5FE-591B-C84E-05F0-EB9D2F007739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62CFF27-D0A4-2BFE-2DDB-CB48338A9E6C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52A9DCE-397E-E3F1-15B6-39889D10BD9A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2BCD30A-0C92-2E48-A2C6-E7E3F851BAC2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3F07001-FA49-0B1B-62C2-7CE5456B85DA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DE0C0CF-AA47-5A1B-062A-66006EEDCF7B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75AEAFD-80C6-1EE8-4C51-3FCE4967D1F3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100A4D-929F-2969-531D-BDB5B2D58CDB}"/>
                  </a:ext>
                </a:extLst>
              </p:cNvPr>
              <p:cNvSpPr txBox="1"/>
              <p:nvPr/>
            </p:nvSpPr>
            <p:spPr>
              <a:xfrm>
                <a:off x="5674946" y="4168600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C100A4D-929F-2969-531D-BDB5B2D58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4946" y="4168600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78453A-452A-4027-68BF-B92E83630447}"/>
                  </a:ext>
                </a:extLst>
              </p:cNvPr>
              <p:cNvSpPr txBox="1"/>
              <p:nvPr/>
            </p:nvSpPr>
            <p:spPr>
              <a:xfrm>
                <a:off x="8172579" y="4168600"/>
                <a:ext cx="4940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78453A-452A-4027-68BF-B92E83630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579" y="4168600"/>
                <a:ext cx="49404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B5FDA6C4-D9C1-A009-40EC-334E9E63EF7A}"/>
              </a:ext>
            </a:extLst>
          </p:cNvPr>
          <p:cNvSpPr txBox="1"/>
          <p:nvPr/>
        </p:nvSpPr>
        <p:spPr>
          <a:xfrm>
            <a:off x="967798" y="4168600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Array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E8CB28-402D-3964-7A4E-01C14268B525}"/>
              </a:ext>
            </a:extLst>
          </p:cNvPr>
          <p:cNvSpPr txBox="1"/>
          <p:nvPr/>
        </p:nvSpPr>
        <p:spPr>
          <a:xfrm>
            <a:off x="988722" y="5031953"/>
            <a:ext cx="2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Processors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428C7CF-06D1-F657-3F05-7B87EEE3D367}"/>
              </a:ext>
            </a:extLst>
          </p:cNvPr>
          <p:cNvSpPr/>
          <p:nvPr/>
        </p:nvSpPr>
        <p:spPr>
          <a:xfrm>
            <a:off x="3473055" y="4077750"/>
            <a:ext cx="5265218" cy="552776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6647185-B6C1-436F-632F-7B195BF16844}"/>
              </a:ext>
            </a:extLst>
          </p:cNvPr>
          <p:cNvGrpSpPr/>
          <p:nvPr/>
        </p:nvGrpSpPr>
        <p:grpSpPr>
          <a:xfrm>
            <a:off x="8516838" y="5046081"/>
            <a:ext cx="540919" cy="496835"/>
            <a:chOff x="2906701" y="2603647"/>
            <a:chExt cx="611619" cy="49683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76DF1ED-C854-8E7F-1D32-8E3D1404C5EC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BA2DCF6-6B4D-7663-E655-840C036271CE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4CE09A9-B5E5-6A39-6715-8A2A663340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7134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1223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2ABA-83E8-01AC-4649-869758081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BCEA5-BB15-9A18-CFC4-89B98601A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 a list of elements in ascending (or descending) order</a:t>
            </a:r>
          </a:p>
          <a:p>
            <a:endParaRPr lang="en-US" dirty="0"/>
          </a:p>
          <a:p>
            <a:r>
              <a:rPr lang="en-US" dirty="0"/>
              <a:t>Input: [8,7,6,5,4,3,2,1]</a:t>
            </a:r>
          </a:p>
          <a:p>
            <a:r>
              <a:rPr lang="en-US" dirty="0"/>
              <a:t>Sorting Order: Ascending</a:t>
            </a:r>
          </a:p>
          <a:p>
            <a:r>
              <a:rPr lang="en-US" dirty="0"/>
              <a:t>Output: [1,2,3,4,5,6,7,8]</a:t>
            </a:r>
          </a:p>
        </p:txBody>
      </p:sp>
    </p:spTree>
    <p:extLst>
      <p:ext uri="{BB962C8B-B14F-4D97-AF65-F5344CB8AC3E}">
        <p14:creationId xmlns:p14="http://schemas.microsoft.com/office/powerpoint/2010/main" val="2895668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50508-9352-CB16-5578-2BDF16EB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09D32CD-D0FE-0309-A05E-8BE3CCDB74D1}"/>
              </a:ext>
            </a:extLst>
          </p:cNvPr>
          <p:cNvGrpSpPr/>
          <p:nvPr/>
        </p:nvGrpSpPr>
        <p:grpSpPr>
          <a:xfrm>
            <a:off x="3189844" y="3657973"/>
            <a:ext cx="5147277" cy="508401"/>
            <a:chOff x="1005234" y="1847239"/>
            <a:chExt cx="5147277" cy="5084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B13FD0-7BD2-CD2E-4C7A-C0E30E2685F4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83F855-66AA-0335-C74E-D2F96EE05CE9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9327AA0-FE4F-DC50-7697-A021F1BCCE58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BF672B7-130E-F322-2FA6-63C8D393571F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C97967D-4D8B-5EAC-D1C7-4758660D6203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4628275-3D85-7822-DF39-FFF8B67F6267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D15145F-83E3-0933-2993-8BB5D758E404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BF558FF-2C27-DD2A-B592-BAED721B1528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4C0BBA-521A-C13F-88EB-E004BB32B4E6}"/>
                  </a:ext>
                </a:extLst>
              </p:cNvPr>
              <p:cNvSpPr txBox="1"/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4C0BBA-521A-C13F-88EB-E004BB32B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D58D00-917A-2035-97A3-DC3A2CCB19A1}"/>
                  </a:ext>
                </a:extLst>
              </p:cNvPr>
              <p:cNvSpPr txBox="1"/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D58D00-917A-2035-97A3-DC3A2CCB1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07DE08-5D08-E99B-7611-D07EC4E2EDAA}"/>
                  </a:ext>
                </a:extLst>
              </p:cNvPr>
              <p:cNvSpPr txBox="1"/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07DE08-5D08-E99B-7611-D07EC4E2E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15ADF3-7B89-931B-68DB-4B32052D87FF}"/>
                  </a:ext>
                </a:extLst>
              </p:cNvPr>
              <p:cNvSpPr txBox="1"/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15ADF3-7B89-931B-68DB-4B32052D8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042C7F-13AB-98B2-4B38-8A409019F510}"/>
                  </a:ext>
                </a:extLst>
              </p:cNvPr>
              <p:cNvSpPr txBox="1"/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042C7F-13AB-98B2-4B38-8A409019F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907941-4AD1-08AF-6B39-AE07AA267058}"/>
                  </a:ext>
                </a:extLst>
              </p:cNvPr>
              <p:cNvSpPr txBox="1"/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4907941-4AD1-08AF-6B39-AE07AA267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6ADE8D-BA37-319B-F754-3F75BEC21D9B}"/>
                  </a:ext>
                </a:extLst>
              </p:cNvPr>
              <p:cNvSpPr txBox="1"/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6ADE8D-BA37-319B-F754-3F75BEC21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B1FF29-727D-89BB-8741-55CAE906FD63}"/>
                  </a:ext>
                </a:extLst>
              </p:cNvPr>
              <p:cNvSpPr txBox="1"/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AB1FF29-727D-89BB-8741-55CAE906F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AB2C3F1E-D6FF-7123-9E76-29C6D9D870F0}"/>
              </a:ext>
            </a:extLst>
          </p:cNvPr>
          <p:cNvGrpSpPr/>
          <p:nvPr/>
        </p:nvGrpSpPr>
        <p:grpSpPr>
          <a:xfrm>
            <a:off x="3174554" y="2479543"/>
            <a:ext cx="5147277" cy="508401"/>
            <a:chOff x="1005234" y="1847239"/>
            <a:chExt cx="5147277" cy="5084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F347001-4717-7CC0-261A-4AB66D909E40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066D2A-A270-BEE2-2DF2-5F401649E85E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ACE0170-BB18-2147-AFC6-625756933486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9ABAF2D-E06A-2E43-02DE-971BD1E9BE42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F9DFF1F-B798-690C-A04E-412B90CCAED1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992AD02-56F8-C52E-661A-85C91541B65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4609224-9C22-95D0-9D26-84A51359D3EF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2D34BCA-7E85-C069-8067-E40F6283AFAB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22760CF-C3F1-CF02-B3EC-2B2CF1B7494B}"/>
                  </a:ext>
                </a:extLst>
              </p:cNvPr>
              <p:cNvSpPr txBox="1"/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22760CF-C3F1-CF02-B3EC-2B2CF1B74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F8BDA4-F323-FA76-3648-CF0239CE2357}"/>
                  </a:ext>
                </a:extLst>
              </p:cNvPr>
              <p:cNvSpPr txBox="1"/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7F8BDA4-F323-FA76-3648-CF0239CE2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048421-BD82-B1F9-F0F6-51967B0F8B05}"/>
                  </a:ext>
                </a:extLst>
              </p:cNvPr>
              <p:cNvSpPr txBox="1"/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7048421-BD82-B1F9-F0F6-51967B0F8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D2A995-ADBB-45BE-3370-F83091308564}"/>
                  </a:ext>
                </a:extLst>
              </p:cNvPr>
              <p:cNvSpPr txBox="1"/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D2A995-ADBB-45BE-3370-F83091308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652DFBB-0D7A-7C28-4E8E-DD03F96A317C}"/>
                  </a:ext>
                </a:extLst>
              </p:cNvPr>
              <p:cNvSpPr txBox="1"/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652DFBB-0D7A-7C28-4E8E-DD03F96A3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F589D9-651C-224E-4DF1-21DA09F8DD12}"/>
                  </a:ext>
                </a:extLst>
              </p:cNvPr>
              <p:cNvSpPr txBox="1"/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F589D9-651C-224E-4DF1-21DA09F8D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A01DF5-4048-4342-76EA-DEEC6025673A}"/>
                  </a:ext>
                </a:extLst>
              </p:cNvPr>
              <p:cNvSpPr txBox="1"/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FA01DF5-4048-4342-76EA-DEEC60256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62C899-B4AB-9C1F-002D-B43E94105154}"/>
                  </a:ext>
                </a:extLst>
              </p:cNvPr>
              <p:cNvSpPr txBox="1"/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262C899-B4AB-9C1F-002D-B43E94105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6A1E0840-BC47-B502-CA6A-5E0496FCCCD9}"/>
              </a:ext>
            </a:extLst>
          </p:cNvPr>
          <p:cNvSpPr txBox="1"/>
          <p:nvPr/>
        </p:nvSpPr>
        <p:spPr>
          <a:xfrm>
            <a:off x="1273320" y="2521660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435997-AA7A-D98C-659E-47C4EFF56F4E}"/>
              </a:ext>
            </a:extLst>
          </p:cNvPr>
          <p:cNvSpPr txBox="1"/>
          <p:nvPr/>
        </p:nvSpPr>
        <p:spPr>
          <a:xfrm>
            <a:off x="1269864" y="3731816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628BBF-9DD9-46F7-3ECC-19BB51AAA1CF}"/>
              </a:ext>
            </a:extLst>
          </p:cNvPr>
          <p:cNvSpPr txBox="1"/>
          <p:nvPr/>
        </p:nvSpPr>
        <p:spPr>
          <a:xfrm>
            <a:off x="2501462" y="4845269"/>
            <a:ext cx="6505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Can I do conflict-free output partitioning based data parallelism?</a:t>
            </a:r>
          </a:p>
        </p:txBody>
      </p:sp>
    </p:spTree>
    <p:extLst>
      <p:ext uri="{BB962C8B-B14F-4D97-AF65-F5344CB8AC3E}">
        <p14:creationId xmlns:p14="http://schemas.microsoft.com/office/powerpoint/2010/main" val="11486187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D6B2-6916-081C-D717-1A3BEA407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5F9F-0D99-78B2-F0B4-B7A262FE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BBE6B54-EDA4-095F-CAF9-12C230BCBA6F}"/>
              </a:ext>
            </a:extLst>
          </p:cNvPr>
          <p:cNvGrpSpPr/>
          <p:nvPr/>
        </p:nvGrpSpPr>
        <p:grpSpPr>
          <a:xfrm>
            <a:off x="3189844" y="3657973"/>
            <a:ext cx="5147277" cy="508401"/>
            <a:chOff x="1005234" y="1847239"/>
            <a:chExt cx="5147277" cy="5084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DDC175-8F53-BC96-EB09-2C9591F9B70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6E5690B-FAD7-046E-2047-E06BA17A8887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316F624-3284-B504-038F-4A9A2E9A0090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A3D51-F24F-33F0-28C4-005ABFA54068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E361DA7-6EFF-519E-83A6-01758E93A681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BD6961-3718-15DF-C30A-F9FE1F6F5475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3093F0B-676C-87F6-96C3-1D682DF7289B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F801410-35C6-097F-CC49-FCC5861C8820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6F7350-4482-40A4-9514-391457C8007E}"/>
                  </a:ext>
                </a:extLst>
              </p:cNvPr>
              <p:cNvSpPr txBox="1"/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6F7350-4482-40A4-9514-391457C80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EBDB22-C63F-387C-11E1-EF132B49833A}"/>
                  </a:ext>
                </a:extLst>
              </p:cNvPr>
              <p:cNvSpPr txBox="1"/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EBDB22-C63F-387C-11E1-EF132B4983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1E49A4-DE06-7CE2-A38E-86984170EDE2}"/>
                  </a:ext>
                </a:extLst>
              </p:cNvPr>
              <p:cNvSpPr txBox="1"/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1E49A4-DE06-7CE2-A38E-86984170E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029536-7C92-5721-73CF-CFF17C474632}"/>
                  </a:ext>
                </a:extLst>
              </p:cNvPr>
              <p:cNvSpPr txBox="1"/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029536-7C92-5721-73CF-CFF17C474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AF0587-634F-39E1-767F-AEE11FE27D37}"/>
                  </a:ext>
                </a:extLst>
              </p:cNvPr>
              <p:cNvSpPr txBox="1"/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BAF0587-634F-39E1-767F-AEE11FE27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B98EF7-DBE9-3019-38FE-0912EE75208B}"/>
                  </a:ext>
                </a:extLst>
              </p:cNvPr>
              <p:cNvSpPr txBox="1"/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EB98EF7-DBE9-3019-38FE-0912EE752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870067-BCC7-847F-D5C5-706912B21BE6}"/>
                  </a:ext>
                </a:extLst>
              </p:cNvPr>
              <p:cNvSpPr txBox="1"/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870067-BCC7-847F-D5C5-706912B21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BF9D0E-638D-19A2-B54B-08965CCEF6C7}"/>
                  </a:ext>
                </a:extLst>
              </p:cNvPr>
              <p:cNvSpPr txBox="1"/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DBF9D0E-638D-19A2-B54B-08965CCEF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28A3959A-1524-9788-C275-A5298FE66117}"/>
              </a:ext>
            </a:extLst>
          </p:cNvPr>
          <p:cNvGrpSpPr/>
          <p:nvPr/>
        </p:nvGrpSpPr>
        <p:grpSpPr>
          <a:xfrm>
            <a:off x="3174554" y="2479543"/>
            <a:ext cx="5147277" cy="508401"/>
            <a:chOff x="1005234" y="1847239"/>
            <a:chExt cx="5147277" cy="5084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9BFD732-8654-122D-20FA-CD90530B58FA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550A973-35EB-F6FD-D4DA-24B093B20A10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CAAD457-28AF-10AB-C03D-7C76C4FB96DF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E191EBA-DC44-2122-CA61-6924091CE36A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EB65749-CAE3-7717-FD0E-2B95D89E06EE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A1357BF-F8FA-EBCC-34C6-0C56CF5D0666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2313C2-3FF9-A388-9EAE-A6C9938F8880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F1FBA98-3DBE-3D6C-0404-60C0E858B2E2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A5B5A-3911-5AA7-1ABE-53EBBF63BA46}"/>
                  </a:ext>
                </a:extLst>
              </p:cNvPr>
              <p:cNvSpPr txBox="1"/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94A5B5A-3911-5AA7-1ABE-53EBBF63B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82029E-9C64-54D8-948A-11488DBB1D4F}"/>
                  </a:ext>
                </a:extLst>
              </p:cNvPr>
              <p:cNvSpPr txBox="1"/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B82029E-9C64-54D8-948A-11488DBB1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A6529B8-E948-C5FC-32C1-F205F1A5E054}"/>
                  </a:ext>
                </a:extLst>
              </p:cNvPr>
              <p:cNvSpPr txBox="1"/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A6529B8-E948-C5FC-32C1-F205F1A5E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77A922D-C496-4265-3515-34E4A2E5AAB7}"/>
                  </a:ext>
                </a:extLst>
              </p:cNvPr>
              <p:cNvSpPr txBox="1"/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77A922D-C496-4265-3515-34E4A2E5A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DEB9BA-DF50-B99A-20AE-D65C8A85CFA1}"/>
                  </a:ext>
                </a:extLst>
              </p:cNvPr>
              <p:cNvSpPr txBox="1"/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FDEB9BA-DF50-B99A-20AE-D65C8A85C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1728575-526F-B85C-BF90-314AD6203A4A}"/>
                  </a:ext>
                </a:extLst>
              </p:cNvPr>
              <p:cNvSpPr txBox="1"/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1728575-526F-B85C-BF90-314AD6203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5E0608-9219-8453-2255-9D20B0E4061D}"/>
                  </a:ext>
                </a:extLst>
              </p:cNvPr>
              <p:cNvSpPr txBox="1"/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5E0608-9219-8453-2255-9D20B0E40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6DC3CAE-C4F6-BCF6-CBC6-A414B50D2D42}"/>
                  </a:ext>
                </a:extLst>
              </p:cNvPr>
              <p:cNvSpPr txBox="1"/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6DC3CAE-C4F6-BCF6-CBC6-A414B50D2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F4822F4-68E1-0510-94AC-60D0315C3443}"/>
              </a:ext>
            </a:extLst>
          </p:cNvPr>
          <p:cNvSpPr txBox="1"/>
          <p:nvPr/>
        </p:nvSpPr>
        <p:spPr>
          <a:xfrm>
            <a:off x="1273320" y="2521660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17E399-F5A7-B1AB-D044-82B050CDE7D5}"/>
              </a:ext>
            </a:extLst>
          </p:cNvPr>
          <p:cNvSpPr txBox="1"/>
          <p:nvPr/>
        </p:nvSpPr>
        <p:spPr>
          <a:xfrm>
            <a:off x="1269864" y="3731816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7F1EC8-FCA4-04B0-364A-2B2A414FE9B0}"/>
              </a:ext>
            </a:extLst>
          </p:cNvPr>
          <p:cNvSpPr txBox="1"/>
          <p:nvPr/>
        </p:nvSpPr>
        <p:spPr>
          <a:xfrm>
            <a:off x="2501462" y="4845269"/>
            <a:ext cx="6505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I do conflict-free output partitioning based data parallelism? </a:t>
            </a:r>
            <a:r>
              <a:rPr lang="en-US" dirty="0">
                <a:solidFill>
                  <a:srgbClr val="C00000"/>
                </a:solidFill>
              </a:rPr>
              <a:t>Maybe, for example if we do bucket or radix sort</a:t>
            </a:r>
          </a:p>
        </p:txBody>
      </p:sp>
    </p:spTree>
    <p:extLst>
      <p:ext uri="{BB962C8B-B14F-4D97-AF65-F5344CB8AC3E}">
        <p14:creationId xmlns:p14="http://schemas.microsoft.com/office/powerpoint/2010/main" val="1066259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49E0-020D-2210-382F-A87630DD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6819-54CC-1CAE-8E34-6770557B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545EBD8-B575-4355-442D-AF98B101B67C}"/>
              </a:ext>
            </a:extLst>
          </p:cNvPr>
          <p:cNvGrpSpPr/>
          <p:nvPr/>
        </p:nvGrpSpPr>
        <p:grpSpPr>
          <a:xfrm>
            <a:off x="3189844" y="3657973"/>
            <a:ext cx="5147277" cy="508401"/>
            <a:chOff x="1005234" y="1847239"/>
            <a:chExt cx="5147277" cy="5084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4A3F3BD-22EB-3D45-B44E-266C4600F483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9E9D78-3E5B-367D-9130-14D0F8B51B38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F50D761-F33E-028D-1E9E-9979F9E648CB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7B3B9D3-A490-0B84-8C33-A3326D108256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2FE0309-35C1-EEC9-721C-4CE608473888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EEE7932-BE15-2E0E-7BB2-46C9E7AED03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0BD7E13-BA01-379A-7303-A7E18829AE73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8B3DAB5-B6C1-5680-3DFF-0E9BC5773498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3416B1-7E29-CACC-0D06-B36820E9B5D1}"/>
                  </a:ext>
                </a:extLst>
              </p:cNvPr>
              <p:cNvSpPr txBox="1"/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3416B1-7E29-CACC-0D06-B36820E9B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51CEB7-B872-47C5-27F7-4BE8E6A55A73}"/>
                  </a:ext>
                </a:extLst>
              </p:cNvPr>
              <p:cNvSpPr txBox="1"/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A51CEB7-B872-47C5-27F7-4BE8E6A55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6763AA-8C63-3AC9-4C2C-389A1BA91B4E}"/>
                  </a:ext>
                </a:extLst>
              </p:cNvPr>
              <p:cNvSpPr txBox="1"/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6763AA-8C63-3AC9-4C2C-389A1BA91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43915B-71D9-3E43-0397-DA89D4ABF518}"/>
                  </a:ext>
                </a:extLst>
              </p:cNvPr>
              <p:cNvSpPr txBox="1"/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43915B-71D9-3E43-0397-DA89D4ABF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378A88-8558-17B9-84A1-2EF6D5C031A3}"/>
                  </a:ext>
                </a:extLst>
              </p:cNvPr>
              <p:cNvSpPr txBox="1"/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378A88-8558-17B9-84A1-2EF6D5C03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4E0C57-A5A9-8E26-D594-D973C44FD2D2}"/>
                  </a:ext>
                </a:extLst>
              </p:cNvPr>
              <p:cNvSpPr txBox="1"/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4E0C57-A5A9-8E26-D594-D973C44FD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916E32-D4D0-28BC-B85A-EB306172E381}"/>
                  </a:ext>
                </a:extLst>
              </p:cNvPr>
              <p:cNvSpPr txBox="1"/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C916E32-D4D0-28BC-B85A-EB306172E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9A01B0-8A23-9178-FADD-1C8C51A2D7C6}"/>
                  </a:ext>
                </a:extLst>
              </p:cNvPr>
              <p:cNvSpPr txBox="1"/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A9A01B0-8A23-9178-FADD-1C8C51A2D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18724CBA-FDC8-4982-AC0E-44ECAF758F76}"/>
              </a:ext>
            </a:extLst>
          </p:cNvPr>
          <p:cNvGrpSpPr/>
          <p:nvPr/>
        </p:nvGrpSpPr>
        <p:grpSpPr>
          <a:xfrm>
            <a:off x="3174554" y="2479543"/>
            <a:ext cx="5147277" cy="508401"/>
            <a:chOff x="1005234" y="1847239"/>
            <a:chExt cx="5147277" cy="5084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5AA38E1-617B-E322-8354-37D4F187DFA4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599FD63-2A70-3A0C-2ED5-D7BB98078F51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31F490B-333A-F3D2-D4D6-F96DE76D0CDD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71C8CB1-17C5-B75A-A000-3DC471FF894B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A1B30B-ECD8-CFFF-C82A-F901D93080C7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93CDAA-CF8B-86CC-F1E5-15172F1212DD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C846597-6FA2-98CE-F483-ECBF761CE5EA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3F178A9-ADE5-D50D-E1DC-2FA395634422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799CC69-5434-B3D7-0F60-0AB650D7D43B}"/>
                  </a:ext>
                </a:extLst>
              </p:cNvPr>
              <p:cNvSpPr txBox="1"/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799CC69-5434-B3D7-0F60-0AB650D7D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EB15DA-860F-A40D-83B4-8336FA65294B}"/>
                  </a:ext>
                </a:extLst>
              </p:cNvPr>
              <p:cNvSpPr txBox="1"/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1EB15DA-860F-A40D-83B4-8336FA652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BFAC8D-AEA5-8E60-2DBF-B228FFA7BB82}"/>
                  </a:ext>
                </a:extLst>
              </p:cNvPr>
              <p:cNvSpPr txBox="1"/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1BFAC8D-AEA5-8E60-2DBF-B228FFA7B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BFAB9-8CC0-DDB3-B062-CDD9E5CCA806}"/>
                  </a:ext>
                </a:extLst>
              </p:cNvPr>
              <p:cNvSpPr txBox="1"/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EBFAB9-8CC0-DDB3-B062-CDD9E5CCA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176714-8294-E9BD-CBBC-01C86D82C325}"/>
                  </a:ext>
                </a:extLst>
              </p:cNvPr>
              <p:cNvSpPr txBox="1"/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0176714-8294-E9BD-CBBC-01C86D82C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6E29690-9771-F8AE-AF3A-D3E9B4F652DF}"/>
                  </a:ext>
                </a:extLst>
              </p:cNvPr>
              <p:cNvSpPr txBox="1"/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6E29690-9771-F8AE-AF3A-D3E9B4F65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AE4951E-C2D4-62F4-96BA-3C1534EC2B2E}"/>
                  </a:ext>
                </a:extLst>
              </p:cNvPr>
              <p:cNvSpPr txBox="1"/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AE4951E-C2D4-62F4-96BA-3C1534EC2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88A4324-E951-1422-CE05-151B61643B83}"/>
                  </a:ext>
                </a:extLst>
              </p:cNvPr>
              <p:cNvSpPr txBox="1"/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88A4324-E951-1422-CE05-151B61643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F1F7453-C517-8655-C59E-B0035CCBF522}"/>
              </a:ext>
            </a:extLst>
          </p:cNvPr>
          <p:cNvSpPr txBox="1"/>
          <p:nvPr/>
        </p:nvSpPr>
        <p:spPr>
          <a:xfrm>
            <a:off x="1273320" y="2521660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BD6846-42CB-5EF9-7E9F-3C4DC47A79A1}"/>
              </a:ext>
            </a:extLst>
          </p:cNvPr>
          <p:cNvSpPr txBox="1"/>
          <p:nvPr/>
        </p:nvSpPr>
        <p:spPr>
          <a:xfrm>
            <a:off x="1269864" y="3731816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B1C8A8-7035-19ED-D7FD-FF0052B2A2C9}"/>
              </a:ext>
            </a:extLst>
          </p:cNvPr>
          <p:cNvSpPr txBox="1"/>
          <p:nvPr/>
        </p:nvSpPr>
        <p:spPr>
          <a:xfrm>
            <a:off x="2501462" y="4845269"/>
            <a:ext cx="6505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I do conflict-free output partitioning based data parallelism? </a:t>
            </a:r>
            <a:r>
              <a:rPr lang="en-US" dirty="0">
                <a:solidFill>
                  <a:srgbClr val="C00000"/>
                </a:solidFill>
              </a:rPr>
              <a:t>Think about how that could work. (May include as a question in Exam)</a:t>
            </a:r>
          </a:p>
        </p:txBody>
      </p:sp>
    </p:spTree>
    <p:extLst>
      <p:ext uri="{BB962C8B-B14F-4D97-AF65-F5344CB8AC3E}">
        <p14:creationId xmlns:p14="http://schemas.microsoft.com/office/powerpoint/2010/main" val="27796886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6453B-19E3-42DA-148A-68953A56C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EF59-38D3-CF20-A2D1-EBC3D86D6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722CF9-96DA-D442-DD4D-B2F0E2BA3320}"/>
              </a:ext>
            </a:extLst>
          </p:cNvPr>
          <p:cNvGrpSpPr/>
          <p:nvPr/>
        </p:nvGrpSpPr>
        <p:grpSpPr>
          <a:xfrm>
            <a:off x="3189844" y="3657973"/>
            <a:ext cx="5147277" cy="508401"/>
            <a:chOff x="1005234" y="1847239"/>
            <a:chExt cx="5147277" cy="5084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7DD3DB-010E-29EC-C139-44C8DB04B8EC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F09789-39CA-BB20-2324-0DA26CA6A7D2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CC55254-6D4C-2517-76BA-50732F90FABA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0F639C9-1BFE-100A-AAFB-51764D57B19A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FC6899A-B81D-D1B7-076C-EECD64351BC0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64981E5-4C66-A577-BAC9-D5533226D164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0173B3B-4C2F-A769-8A52-7883A2E7026D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C9557D2-2552-BC2B-96AF-9BCBB47FBDDB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1C62E2-158F-212C-90E4-AE4AB461E976}"/>
                  </a:ext>
                </a:extLst>
              </p:cNvPr>
              <p:cNvSpPr txBox="1"/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E1C62E2-158F-212C-90E4-AE4AB461E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36" y="3707578"/>
                <a:ext cx="36580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EEC431-C9DC-D998-7EF4-8A439AA36069}"/>
                  </a:ext>
                </a:extLst>
              </p:cNvPr>
              <p:cNvSpPr txBox="1"/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7EEC431-C9DC-D998-7EF4-8A439AA36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289" y="3707578"/>
                <a:ext cx="36580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B997E7-D787-1825-5F77-1C060C78588E}"/>
                  </a:ext>
                </a:extLst>
              </p:cNvPr>
              <p:cNvSpPr txBox="1"/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B997E7-D787-1825-5F77-1C060C785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861" y="3707578"/>
                <a:ext cx="365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9B7412-594D-FED0-88CF-A4F3668B5B37}"/>
                  </a:ext>
                </a:extLst>
              </p:cNvPr>
              <p:cNvSpPr txBox="1"/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69B7412-594D-FED0-88CF-A4F3668B5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2429" y="3707578"/>
                <a:ext cx="3658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86993-79DE-79C7-01A5-9B08B0FC6B50}"/>
                  </a:ext>
                </a:extLst>
              </p:cNvPr>
              <p:cNvSpPr txBox="1"/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1986993-79DE-79C7-01A5-9B08B0FC6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296" y="3707578"/>
                <a:ext cx="3658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B7FDEB-6E6D-6F8A-01E0-77126C41A094}"/>
                  </a:ext>
                </a:extLst>
              </p:cNvPr>
              <p:cNvSpPr txBox="1"/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B7FDEB-6E6D-6F8A-01E0-77126C41A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896" y="3707578"/>
                <a:ext cx="36580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22B134-1C12-66DA-67F6-B760BDEA4270}"/>
                  </a:ext>
                </a:extLst>
              </p:cNvPr>
              <p:cNvSpPr txBox="1"/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22B134-1C12-66DA-67F6-B760BDEA42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2159" y="3707578"/>
                <a:ext cx="36580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9A2395-8A7F-7363-FAD4-C531DC74B275}"/>
                  </a:ext>
                </a:extLst>
              </p:cNvPr>
              <p:cNvSpPr txBox="1"/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9A2395-8A7F-7363-FAD4-C531DC74B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0062" y="3707578"/>
                <a:ext cx="36580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FC7187C-E4C3-A7CE-3B81-6E0DC8929258}"/>
              </a:ext>
            </a:extLst>
          </p:cNvPr>
          <p:cNvGrpSpPr/>
          <p:nvPr/>
        </p:nvGrpSpPr>
        <p:grpSpPr>
          <a:xfrm>
            <a:off x="3174554" y="2479543"/>
            <a:ext cx="5147277" cy="508401"/>
            <a:chOff x="1005234" y="1847239"/>
            <a:chExt cx="5147277" cy="50840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838034C-8B6E-5589-BBD6-3849AC9F4177}"/>
                </a:ext>
              </a:extLst>
            </p:cNvPr>
            <p:cNvSpPr/>
            <p:nvPr/>
          </p:nvSpPr>
          <p:spPr>
            <a:xfrm>
              <a:off x="1005234" y="1877244"/>
              <a:ext cx="5147277" cy="436279"/>
            </a:xfrm>
            <a:prstGeom prst="rect">
              <a:avLst/>
            </a:prstGeom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D9CF86D-E515-C3A3-7D73-435C2241A58A}"/>
                </a:ext>
              </a:extLst>
            </p:cNvPr>
            <p:cNvCxnSpPr>
              <a:cxnSpLocks/>
            </p:cNvCxnSpPr>
            <p:nvPr/>
          </p:nvCxnSpPr>
          <p:spPr>
            <a:xfrm>
              <a:off x="1616853" y="1889356"/>
              <a:ext cx="0" cy="424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1607727-1FFA-83D6-2C34-F67E743C3BA4}"/>
                </a:ext>
              </a:extLst>
            </p:cNvPr>
            <p:cNvCxnSpPr/>
            <p:nvPr/>
          </p:nvCxnSpPr>
          <p:spPr>
            <a:xfrm>
              <a:off x="2296092" y="1847239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5C0AFD-85C3-BD76-EFAD-434FBE41EFE3}"/>
                </a:ext>
              </a:extLst>
            </p:cNvPr>
            <p:cNvCxnSpPr/>
            <p:nvPr/>
          </p:nvCxnSpPr>
          <p:spPr>
            <a:xfrm>
              <a:off x="3005609" y="1877244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24C1EB5-7F25-B237-F9EB-634F5518D871}"/>
                </a:ext>
              </a:extLst>
            </p:cNvPr>
            <p:cNvCxnSpPr/>
            <p:nvPr/>
          </p:nvCxnSpPr>
          <p:spPr>
            <a:xfrm>
              <a:off x="3721182" y="188935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9A8402-ABE9-0EFA-3D17-66BA0296F92B}"/>
                </a:ext>
              </a:extLst>
            </p:cNvPr>
            <p:cNvCxnSpPr>
              <a:cxnSpLocks/>
            </p:cNvCxnSpPr>
            <p:nvPr/>
          </p:nvCxnSpPr>
          <p:spPr>
            <a:xfrm>
              <a:off x="4358032" y="1862241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1D59C92-AD1C-6E1C-E42C-5105544621E1}"/>
                </a:ext>
              </a:extLst>
            </p:cNvPr>
            <p:cNvCxnSpPr>
              <a:cxnSpLocks/>
            </p:cNvCxnSpPr>
            <p:nvPr/>
          </p:nvCxnSpPr>
          <p:spPr>
            <a:xfrm>
              <a:off x="4970660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F72D8-582B-C95B-9002-97CBED839B9B}"/>
                </a:ext>
              </a:extLst>
            </p:cNvPr>
            <p:cNvCxnSpPr>
              <a:cxnSpLocks/>
            </p:cNvCxnSpPr>
            <p:nvPr/>
          </p:nvCxnSpPr>
          <p:spPr>
            <a:xfrm>
              <a:off x="5595399" y="1872606"/>
              <a:ext cx="0" cy="4662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600ABE-C105-DBB6-4E4F-6F3661DDCFE0}"/>
                  </a:ext>
                </a:extLst>
              </p:cNvPr>
              <p:cNvSpPr txBox="1"/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0600ABE-C105-DBB6-4E4F-6F3661DDC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046" y="2529148"/>
                <a:ext cx="36580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54E75C6-C92A-23EE-504A-BF64EE222FC0}"/>
                  </a:ext>
                </a:extLst>
              </p:cNvPr>
              <p:cNvSpPr txBox="1"/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54E75C6-C92A-23EE-504A-BF64EE222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999" y="2529148"/>
                <a:ext cx="36580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4D7081-49DB-D604-9D9C-97B678D95D18}"/>
                  </a:ext>
                </a:extLst>
              </p:cNvPr>
              <p:cNvSpPr txBox="1"/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4D7081-49DB-D604-9D9C-97B678D95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571" y="2529148"/>
                <a:ext cx="36580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5B9A40-646F-0B1E-F777-6E3AA6F39825}"/>
                  </a:ext>
                </a:extLst>
              </p:cNvPr>
              <p:cNvSpPr txBox="1"/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5B9A40-646F-0B1E-F777-6E3AA6F39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139" y="2529148"/>
                <a:ext cx="36580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88323D-C98F-F916-B8B3-5EB272FD34F3}"/>
                  </a:ext>
                </a:extLst>
              </p:cNvPr>
              <p:cNvSpPr txBox="1"/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88323D-C98F-F916-B8B3-5EB272FD3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006" y="2529148"/>
                <a:ext cx="36580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E8C461-F4AC-CCB3-654A-7CDAF3A7D638}"/>
                  </a:ext>
                </a:extLst>
              </p:cNvPr>
              <p:cNvSpPr txBox="1"/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E8C461-F4AC-CCB3-654A-7CDAF3A7D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606" y="2529148"/>
                <a:ext cx="365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EBF3A54-C762-E91B-114C-CD5702693163}"/>
                  </a:ext>
                </a:extLst>
              </p:cNvPr>
              <p:cNvSpPr txBox="1"/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EBF3A54-C762-E91B-114C-CD5702693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869" y="2529148"/>
                <a:ext cx="365805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015B93B-78D8-3AC6-2FFE-767CF898C752}"/>
                  </a:ext>
                </a:extLst>
              </p:cNvPr>
              <p:cNvSpPr txBox="1"/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015B93B-78D8-3AC6-2FFE-767CF898C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772" y="2529148"/>
                <a:ext cx="365805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7BD95955-B870-08D5-8FA1-0EFAC439809B}"/>
              </a:ext>
            </a:extLst>
          </p:cNvPr>
          <p:cNvSpPr txBox="1"/>
          <p:nvPr/>
        </p:nvSpPr>
        <p:spPr>
          <a:xfrm>
            <a:off x="1273320" y="2521660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63DB0C-53E6-CFDB-E991-DFF9D2FCE390}"/>
              </a:ext>
            </a:extLst>
          </p:cNvPr>
          <p:cNvSpPr txBox="1"/>
          <p:nvPr/>
        </p:nvSpPr>
        <p:spPr>
          <a:xfrm>
            <a:off x="1269864" y="3731816"/>
            <a:ext cx="1135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079490-55D0-F44D-23EA-BE503FFA3AE4}"/>
              </a:ext>
            </a:extLst>
          </p:cNvPr>
          <p:cNvSpPr txBox="1"/>
          <p:nvPr/>
        </p:nvSpPr>
        <p:spPr>
          <a:xfrm>
            <a:off x="2501462" y="4845269"/>
            <a:ext cx="6505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I do conflict-free output partitioning based data parallelism? </a:t>
            </a:r>
            <a:r>
              <a:rPr lang="en-US" dirty="0">
                <a:solidFill>
                  <a:srgbClr val="C00000"/>
                </a:solidFill>
              </a:rPr>
              <a:t>We will discuss an input partitioning based approach in this lecture with a focus on comparison based sort</a:t>
            </a:r>
          </a:p>
        </p:txBody>
      </p:sp>
    </p:spTree>
    <p:extLst>
      <p:ext uri="{BB962C8B-B14F-4D97-AF65-F5344CB8AC3E}">
        <p14:creationId xmlns:p14="http://schemas.microsoft.com/office/powerpoint/2010/main" val="2355451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CA51-6AC8-000E-8FFA-A4502079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53D3F-6B74-58A0-BC73-227BA6084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Definition: Sorting Networks</a:t>
            </a:r>
          </a:p>
          <a:p>
            <a:pPr lvl="1"/>
            <a:r>
              <a:rPr lang="en-US" dirty="0"/>
              <a:t>An abstraction built of a fixed number of “wires” that carry value, and comparators between pairs of “wires” that swap values if they are not in the desired order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B02C4AD-6998-2B79-E89B-4ADD98DF9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60" y="3320282"/>
            <a:ext cx="4567074" cy="2850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F20F1D-CB72-89CA-7955-00DB1A213449}"/>
              </a:ext>
            </a:extLst>
          </p:cNvPr>
          <p:cNvSpPr txBox="1"/>
          <p:nvPr/>
        </p:nvSpPr>
        <p:spPr>
          <a:xfrm>
            <a:off x="2701158" y="6248501"/>
            <a:ext cx="564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https://en.wikipedia.org/wiki/Sorting_network</a:t>
            </a:r>
          </a:p>
        </p:txBody>
      </p:sp>
    </p:spTree>
    <p:extLst>
      <p:ext uri="{BB962C8B-B14F-4D97-AF65-F5344CB8AC3E}">
        <p14:creationId xmlns:p14="http://schemas.microsoft.com/office/powerpoint/2010/main" val="3114830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3ED1-B509-AD9E-FDA3-AA7C87CD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13E29-C9AA-95DA-E14D-02E28419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88CC-6274-9BFB-6D4E-568498FE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Definition: Sorting Networks</a:t>
            </a:r>
          </a:p>
          <a:p>
            <a:pPr lvl="1"/>
            <a:r>
              <a:rPr lang="en-US" dirty="0"/>
              <a:t>An abstraction built of a fixed number of “wires” that carry value, and comparators between pairs of “wires” that swap values if they are not in the desired order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2F7EC85-8766-15F2-233D-E906E199D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60" y="3320282"/>
            <a:ext cx="4567074" cy="2850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B3BBA2-62AD-EE2F-B7A9-38D5A75864FB}"/>
              </a:ext>
            </a:extLst>
          </p:cNvPr>
          <p:cNvSpPr txBox="1"/>
          <p:nvPr/>
        </p:nvSpPr>
        <p:spPr>
          <a:xfrm>
            <a:off x="2701158" y="6248501"/>
            <a:ext cx="564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https://en.wikipedia.org/wiki/Sorting_network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0A2F0FC-6A6E-D158-F410-5312F7B01586}"/>
              </a:ext>
            </a:extLst>
          </p:cNvPr>
          <p:cNvSpPr/>
          <p:nvPr/>
        </p:nvSpPr>
        <p:spPr>
          <a:xfrm>
            <a:off x="3163614" y="3815255"/>
            <a:ext cx="330746" cy="196543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DA79F-9F8A-D3D6-EC77-05F758DED060}"/>
              </a:ext>
            </a:extLst>
          </p:cNvPr>
          <p:cNvSpPr txBox="1"/>
          <p:nvPr/>
        </p:nvSpPr>
        <p:spPr>
          <a:xfrm>
            <a:off x="1238660" y="4474806"/>
            <a:ext cx="185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wires = 4 values in the list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48FC4C-B34B-8AE8-522C-463158FF795F}"/>
              </a:ext>
            </a:extLst>
          </p:cNvPr>
          <p:cNvSpPr txBox="1"/>
          <p:nvPr/>
        </p:nvSpPr>
        <p:spPr>
          <a:xfrm>
            <a:off x="7556939" y="371214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29F9D-8BD1-822E-CB31-7C534BDD29D2}"/>
              </a:ext>
            </a:extLst>
          </p:cNvPr>
          <p:cNvSpPr txBox="1"/>
          <p:nvPr/>
        </p:nvSpPr>
        <p:spPr>
          <a:xfrm>
            <a:off x="7556939" y="4290140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C0E415-34A9-829B-4E82-2E84F75B1B1C}"/>
              </a:ext>
            </a:extLst>
          </p:cNvPr>
          <p:cNvSpPr txBox="1"/>
          <p:nvPr/>
        </p:nvSpPr>
        <p:spPr>
          <a:xfrm>
            <a:off x="7556939" y="4861359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FDD6D7-0165-6BF6-9B05-D37DA24C57AC}"/>
              </a:ext>
            </a:extLst>
          </p:cNvPr>
          <p:cNvSpPr txBox="1"/>
          <p:nvPr/>
        </p:nvSpPr>
        <p:spPr>
          <a:xfrm>
            <a:off x="7556939" y="533163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020013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799F-BF1F-75F0-0B3F-2D961E24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0366-7193-52D1-6F35-31B3AD99B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4EE0D-AD1B-E63F-11C4-76FE599C6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Definition: Sorting Networks</a:t>
            </a:r>
          </a:p>
          <a:p>
            <a:pPr lvl="1"/>
            <a:r>
              <a:rPr lang="en-US" dirty="0"/>
              <a:t>An abstraction built of a fixed number of “wires” that carry value, and comparators between pairs of “wires” that swap values if they are not in the desired order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860276-54D2-9038-42D8-EC014CAF0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60" y="3320282"/>
            <a:ext cx="4567074" cy="2850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8C006D-D362-61D9-E6B9-6F8A590919D0}"/>
              </a:ext>
            </a:extLst>
          </p:cNvPr>
          <p:cNvSpPr txBox="1"/>
          <p:nvPr/>
        </p:nvSpPr>
        <p:spPr>
          <a:xfrm>
            <a:off x="2701158" y="6248501"/>
            <a:ext cx="564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https://en.wikipedia.org/wiki/Sorting_network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A162C4FE-1528-4B1C-97A6-6C90605A77CD}"/>
              </a:ext>
            </a:extLst>
          </p:cNvPr>
          <p:cNvSpPr/>
          <p:nvPr/>
        </p:nvSpPr>
        <p:spPr>
          <a:xfrm>
            <a:off x="3163614" y="3815255"/>
            <a:ext cx="330746" cy="196543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CC89F-5DBA-D392-A52A-054D9CBAB5E5}"/>
              </a:ext>
            </a:extLst>
          </p:cNvPr>
          <p:cNvSpPr txBox="1"/>
          <p:nvPr/>
        </p:nvSpPr>
        <p:spPr>
          <a:xfrm>
            <a:off x="1238660" y="4474806"/>
            <a:ext cx="185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wires = 4 values in the list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E94AF8-DD85-A6CE-BEEE-8F83E4F41EBA}"/>
              </a:ext>
            </a:extLst>
          </p:cNvPr>
          <p:cNvCxnSpPr>
            <a:cxnSpLocks/>
          </p:cNvCxnSpPr>
          <p:nvPr/>
        </p:nvCxnSpPr>
        <p:spPr>
          <a:xfrm>
            <a:off x="4204138" y="3678621"/>
            <a:ext cx="322667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48AE4A-CC84-9A61-6BDC-0353EE68DD5D}"/>
              </a:ext>
            </a:extLst>
          </p:cNvPr>
          <p:cNvSpPr txBox="1"/>
          <p:nvPr/>
        </p:nvSpPr>
        <p:spPr>
          <a:xfrm>
            <a:off x="5038478" y="3282963"/>
            <a:ext cx="1855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Temporal Order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593577-216E-1A19-E68B-F8CA12100466}"/>
              </a:ext>
            </a:extLst>
          </p:cNvPr>
          <p:cNvSpPr txBox="1"/>
          <p:nvPr/>
        </p:nvSpPr>
        <p:spPr>
          <a:xfrm>
            <a:off x="7556939" y="371214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988DF-98A4-B1EB-7DA2-50A860738F9D}"/>
              </a:ext>
            </a:extLst>
          </p:cNvPr>
          <p:cNvSpPr txBox="1"/>
          <p:nvPr/>
        </p:nvSpPr>
        <p:spPr>
          <a:xfrm>
            <a:off x="7556939" y="4290140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786897-A114-2007-2FBA-87B15F6BC925}"/>
              </a:ext>
            </a:extLst>
          </p:cNvPr>
          <p:cNvSpPr txBox="1"/>
          <p:nvPr/>
        </p:nvSpPr>
        <p:spPr>
          <a:xfrm>
            <a:off x="7556939" y="4861359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5C296D-35C3-42CA-5406-0630287F28E4}"/>
              </a:ext>
            </a:extLst>
          </p:cNvPr>
          <p:cNvSpPr txBox="1"/>
          <p:nvPr/>
        </p:nvSpPr>
        <p:spPr>
          <a:xfrm>
            <a:off x="7556939" y="533163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70385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A7028-F682-0CE3-E119-BA5F9FFA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75EB-4007-9D09-A698-D6A9B19A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5EE2-7534-49B5-39E6-5429699F6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Definition: Sorting Networks</a:t>
            </a:r>
          </a:p>
          <a:p>
            <a:pPr lvl="1"/>
            <a:r>
              <a:rPr lang="en-US" dirty="0"/>
              <a:t>An abstraction built of a fixed number of “wires” that carry value, and comparators between pairs of “wires” that swap values if they are not in the desired order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54829C8-C1C7-B46F-FA39-8873701E4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60" y="3320282"/>
            <a:ext cx="4567074" cy="2850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EB1260-831A-ACA7-09B8-D734356DFA4B}"/>
              </a:ext>
            </a:extLst>
          </p:cNvPr>
          <p:cNvSpPr txBox="1"/>
          <p:nvPr/>
        </p:nvSpPr>
        <p:spPr>
          <a:xfrm>
            <a:off x="2701158" y="6248501"/>
            <a:ext cx="564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https://en.wikipedia.org/wiki/Sorting_network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E188181A-56A6-D827-C5EE-F0617B032644}"/>
              </a:ext>
            </a:extLst>
          </p:cNvPr>
          <p:cNvSpPr/>
          <p:nvPr/>
        </p:nvSpPr>
        <p:spPr>
          <a:xfrm>
            <a:off x="3163614" y="3815255"/>
            <a:ext cx="330746" cy="196543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95439-3FDA-2DD9-8E92-C87BB528B071}"/>
              </a:ext>
            </a:extLst>
          </p:cNvPr>
          <p:cNvSpPr txBox="1"/>
          <p:nvPr/>
        </p:nvSpPr>
        <p:spPr>
          <a:xfrm>
            <a:off x="1238660" y="4474806"/>
            <a:ext cx="185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wires = 4 values in the list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474FE2-FB90-A69E-5840-DA328031042F}"/>
              </a:ext>
            </a:extLst>
          </p:cNvPr>
          <p:cNvCxnSpPr>
            <a:cxnSpLocks/>
          </p:cNvCxnSpPr>
          <p:nvPr/>
        </p:nvCxnSpPr>
        <p:spPr>
          <a:xfrm>
            <a:off x="4204138" y="3678621"/>
            <a:ext cx="58857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81A8F1-00EA-71EB-CA15-08B9210F4341}"/>
              </a:ext>
            </a:extLst>
          </p:cNvPr>
          <p:cNvSpPr txBox="1"/>
          <p:nvPr/>
        </p:nvSpPr>
        <p:spPr>
          <a:xfrm>
            <a:off x="4204138" y="3214818"/>
            <a:ext cx="330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Swap 0 and 2  if not in order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5CF4E-E349-46DC-F765-E769FA895026}"/>
              </a:ext>
            </a:extLst>
          </p:cNvPr>
          <p:cNvSpPr txBox="1"/>
          <p:nvPr/>
        </p:nvSpPr>
        <p:spPr>
          <a:xfrm>
            <a:off x="7556939" y="371214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C0B453-8861-8AB3-A318-0BAE0ED4FC3E}"/>
              </a:ext>
            </a:extLst>
          </p:cNvPr>
          <p:cNvSpPr txBox="1"/>
          <p:nvPr/>
        </p:nvSpPr>
        <p:spPr>
          <a:xfrm>
            <a:off x="7556939" y="4290140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E5E4D-1F21-00B3-1AF4-883769501405}"/>
              </a:ext>
            </a:extLst>
          </p:cNvPr>
          <p:cNvSpPr txBox="1"/>
          <p:nvPr/>
        </p:nvSpPr>
        <p:spPr>
          <a:xfrm>
            <a:off x="7556939" y="4861359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D17D96-2228-93B6-8B24-9D83CACBFD96}"/>
              </a:ext>
            </a:extLst>
          </p:cNvPr>
          <p:cNvSpPr txBox="1"/>
          <p:nvPr/>
        </p:nvSpPr>
        <p:spPr>
          <a:xfrm>
            <a:off x="7556939" y="533163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572879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4378-84BE-D159-DEE2-5EEBC960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8D14-0CA1-6DB4-20D9-5B9A7A7C8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37CB0-675D-F06A-551D-CB1A88D48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Definition: Sorting Networks</a:t>
            </a:r>
          </a:p>
          <a:p>
            <a:pPr lvl="1"/>
            <a:r>
              <a:rPr lang="en-US" dirty="0"/>
              <a:t>An abstraction built of a fixed number of “wires” that carry value, and comparators between pairs of “wires” that swap values if they are not in the desired order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178AFC8-9AEB-BE0B-D896-5B759EF34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60" y="3320282"/>
            <a:ext cx="4567074" cy="2850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A2F71-5024-EA0C-837A-0466310C09CB}"/>
              </a:ext>
            </a:extLst>
          </p:cNvPr>
          <p:cNvSpPr txBox="1"/>
          <p:nvPr/>
        </p:nvSpPr>
        <p:spPr>
          <a:xfrm>
            <a:off x="2701158" y="6248501"/>
            <a:ext cx="564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https://en.wikipedia.org/wiki/Sorting_network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3D33A6E4-4162-5983-A31E-9CED9399353E}"/>
              </a:ext>
            </a:extLst>
          </p:cNvPr>
          <p:cNvSpPr/>
          <p:nvPr/>
        </p:nvSpPr>
        <p:spPr>
          <a:xfrm>
            <a:off x="3163614" y="3815255"/>
            <a:ext cx="330746" cy="196543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E5DDA2-A275-C39B-4175-E103F4C3B278}"/>
              </a:ext>
            </a:extLst>
          </p:cNvPr>
          <p:cNvSpPr txBox="1"/>
          <p:nvPr/>
        </p:nvSpPr>
        <p:spPr>
          <a:xfrm>
            <a:off x="1238660" y="4474806"/>
            <a:ext cx="185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wires = 4 values in the list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D4BAF2-65B5-CA17-7B28-800FB1F4A1D8}"/>
              </a:ext>
            </a:extLst>
          </p:cNvPr>
          <p:cNvCxnSpPr>
            <a:cxnSpLocks/>
          </p:cNvCxnSpPr>
          <p:nvPr/>
        </p:nvCxnSpPr>
        <p:spPr>
          <a:xfrm>
            <a:off x="4876800" y="3720662"/>
            <a:ext cx="58857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68EACFC-0562-D8C3-07D2-0C7FD6190CD8}"/>
              </a:ext>
            </a:extLst>
          </p:cNvPr>
          <p:cNvSpPr txBox="1"/>
          <p:nvPr/>
        </p:nvSpPr>
        <p:spPr>
          <a:xfrm>
            <a:off x="4204138" y="3214818"/>
            <a:ext cx="330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Swap 1 and 3  if not in order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1E1D57-A5DC-2C1D-2C97-891AEFE194E1}"/>
              </a:ext>
            </a:extLst>
          </p:cNvPr>
          <p:cNvSpPr txBox="1"/>
          <p:nvPr/>
        </p:nvSpPr>
        <p:spPr>
          <a:xfrm>
            <a:off x="7556939" y="371214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2A1A62-A7D0-D181-6B3B-3A98DC0B1E83}"/>
              </a:ext>
            </a:extLst>
          </p:cNvPr>
          <p:cNvSpPr txBox="1"/>
          <p:nvPr/>
        </p:nvSpPr>
        <p:spPr>
          <a:xfrm>
            <a:off x="7556939" y="4290140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A6445-F986-ECF4-E80B-8EFC8928018D}"/>
              </a:ext>
            </a:extLst>
          </p:cNvPr>
          <p:cNvSpPr txBox="1"/>
          <p:nvPr/>
        </p:nvSpPr>
        <p:spPr>
          <a:xfrm>
            <a:off x="7556939" y="4861359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D3D341-4486-E85A-9BD7-09B033F2F96B}"/>
              </a:ext>
            </a:extLst>
          </p:cNvPr>
          <p:cNvSpPr txBox="1"/>
          <p:nvPr/>
        </p:nvSpPr>
        <p:spPr>
          <a:xfrm>
            <a:off x="7556939" y="533163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690596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AF5B7-F31E-0544-D0D3-ADB4D8235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2F92-A450-2442-7A5B-84C6103F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384BD-D58A-1DFF-9F58-8B24665D5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Definition: Sorting Networks</a:t>
            </a:r>
          </a:p>
          <a:p>
            <a:pPr lvl="1"/>
            <a:r>
              <a:rPr lang="en-US" dirty="0"/>
              <a:t>An abstraction built of a fixed number of “wires” that carry value, and comparators between pairs of “wires” that swap values if they are not in the desired order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AC6D3E5-9F78-0243-070A-7FBEC3908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60" y="3320282"/>
            <a:ext cx="4567074" cy="2850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F1291F-D3B0-72F5-A8B6-F536FF688D76}"/>
              </a:ext>
            </a:extLst>
          </p:cNvPr>
          <p:cNvSpPr txBox="1"/>
          <p:nvPr/>
        </p:nvSpPr>
        <p:spPr>
          <a:xfrm>
            <a:off x="2701158" y="6248501"/>
            <a:ext cx="564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https://en.wikipedia.org/wiki/Sorting_network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CBD95145-B137-D895-A8ED-BA665197C302}"/>
              </a:ext>
            </a:extLst>
          </p:cNvPr>
          <p:cNvSpPr/>
          <p:nvPr/>
        </p:nvSpPr>
        <p:spPr>
          <a:xfrm>
            <a:off x="3163614" y="3815255"/>
            <a:ext cx="330746" cy="196543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A4B22-BB0C-CCE7-9875-E6C4D54BFC4A}"/>
              </a:ext>
            </a:extLst>
          </p:cNvPr>
          <p:cNvSpPr txBox="1"/>
          <p:nvPr/>
        </p:nvSpPr>
        <p:spPr>
          <a:xfrm>
            <a:off x="1238660" y="4474806"/>
            <a:ext cx="185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wires = 4 values in the list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28C7DC-2E0F-9119-C86A-73C1EB8E5697}"/>
              </a:ext>
            </a:extLst>
          </p:cNvPr>
          <p:cNvCxnSpPr>
            <a:cxnSpLocks/>
          </p:cNvCxnSpPr>
          <p:nvPr/>
        </p:nvCxnSpPr>
        <p:spPr>
          <a:xfrm>
            <a:off x="5633545" y="3720662"/>
            <a:ext cx="58857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417BAA-8430-C82C-0003-61D20049EDC9}"/>
              </a:ext>
            </a:extLst>
          </p:cNvPr>
          <p:cNvSpPr txBox="1"/>
          <p:nvPr/>
        </p:nvSpPr>
        <p:spPr>
          <a:xfrm>
            <a:off x="8208578" y="4510189"/>
            <a:ext cx="3594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Swap 0 and 1, 2 and3  if not in order (note: updated values used)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BD77F-2C68-4AC3-B7BC-FB2BD4CD8E44}"/>
              </a:ext>
            </a:extLst>
          </p:cNvPr>
          <p:cNvSpPr txBox="1"/>
          <p:nvPr/>
        </p:nvSpPr>
        <p:spPr>
          <a:xfrm>
            <a:off x="7556939" y="371214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35E9D9-28B7-1978-059B-79DCC19C9F77}"/>
              </a:ext>
            </a:extLst>
          </p:cNvPr>
          <p:cNvSpPr txBox="1"/>
          <p:nvPr/>
        </p:nvSpPr>
        <p:spPr>
          <a:xfrm>
            <a:off x="7556939" y="4290140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A2A31-6D30-9B0B-453A-DAF4060A345B}"/>
              </a:ext>
            </a:extLst>
          </p:cNvPr>
          <p:cNvSpPr txBox="1"/>
          <p:nvPr/>
        </p:nvSpPr>
        <p:spPr>
          <a:xfrm>
            <a:off x="7556939" y="4861359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4F8F1-E53F-A496-61EE-D702A14ED090}"/>
              </a:ext>
            </a:extLst>
          </p:cNvPr>
          <p:cNvSpPr txBox="1"/>
          <p:nvPr/>
        </p:nvSpPr>
        <p:spPr>
          <a:xfrm>
            <a:off x="7556939" y="533163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93518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002CC-1502-DD38-5976-3412A086E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4FD8-6E4E-0948-3F34-1B3462402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AAFA3-9184-BB3B-E957-DBEE6DB5A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Definition: Sorting Networks</a:t>
            </a:r>
          </a:p>
          <a:p>
            <a:pPr lvl="1"/>
            <a:r>
              <a:rPr lang="en-US" dirty="0"/>
              <a:t>An abstraction built of a fixed number of “wires” that carry value, and comparators between pairs of “wires” that swap values if they are not in the desired order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4FAFA1A-F47E-C6E6-B985-8D0FFC9F8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360" y="3320282"/>
            <a:ext cx="4567074" cy="2850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0AB500-5C8A-98D1-D85D-184709224E9B}"/>
              </a:ext>
            </a:extLst>
          </p:cNvPr>
          <p:cNvSpPr txBox="1"/>
          <p:nvPr/>
        </p:nvSpPr>
        <p:spPr>
          <a:xfrm>
            <a:off x="2701158" y="6248501"/>
            <a:ext cx="564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https://en.wikipedia.org/wiki/Sorting_network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1893EDF5-6E82-37D4-A477-1B5A8E9053AA}"/>
              </a:ext>
            </a:extLst>
          </p:cNvPr>
          <p:cNvSpPr/>
          <p:nvPr/>
        </p:nvSpPr>
        <p:spPr>
          <a:xfrm>
            <a:off x="3163614" y="3815255"/>
            <a:ext cx="330746" cy="1965435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692C4-EE56-A8EA-3581-33DB6C418963}"/>
              </a:ext>
            </a:extLst>
          </p:cNvPr>
          <p:cNvSpPr txBox="1"/>
          <p:nvPr/>
        </p:nvSpPr>
        <p:spPr>
          <a:xfrm>
            <a:off x="1238660" y="4474806"/>
            <a:ext cx="1855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 wires = 4 values in the list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775B02-F07C-259C-2945-A7BA1BE34C80}"/>
              </a:ext>
            </a:extLst>
          </p:cNvPr>
          <p:cNvCxnSpPr>
            <a:cxnSpLocks/>
          </p:cNvCxnSpPr>
          <p:nvPr/>
        </p:nvCxnSpPr>
        <p:spPr>
          <a:xfrm>
            <a:off x="6295697" y="3689131"/>
            <a:ext cx="58857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57BBD1B-B0EC-D9BC-B7E8-E03F6B62BD15}"/>
              </a:ext>
            </a:extLst>
          </p:cNvPr>
          <p:cNvSpPr txBox="1"/>
          <p:nvPr/>
        </p:nvSpPr>
        <p:spPr>
          <a:xfrm>
            <a:off x="8208578" y="4510189"/>
            <a:ext cx="35945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Swap 2 and 3  if not in order (note: again updated values used)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E17C5-7CE2-7353-E863-487959A03018}"/>
              </a:ext>
            </a:extLst>
          </p:cNvPr>
          <p:cNvSpPr txBox="1"/>
          <p:nvPr/>
        </p:nvSpPr>
        <p:spPr>
          <a:xfrm>
            <a:off x="7556939" y="371214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4425AD-7585-1D68-C9DC-6B6232B06ED3}"/>
              </a:ext>
            </a:extLst>
          </p:cNvPr>
          <p:cNvSpPr txBox="1"/>
          <p:nvPr/>
        </p:nvSpPr>
        <p:spPr>
          <a:xfrm>
            <a:off x="7556939" y="4290140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00F412-C887-8141-CDFF-A76C35F6DB02}"/>
              </a:ext>
            </a:extLst>
          </p:cNvPr>
          <p:cNvSpPr txBox="1"/>
          <p:nvPr/>
        </p:nvSpPr>
        <p:spPr>
          <a:xfrm>
            <a:off x="7556939" y="4861359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C9102-F9FE-A4D0-A542-8D5A06B04C09}"/>
              </a:ext>
            </a:extLst>
          </p:cNvPr>
          <p:cNvSpPr txBox="1"/>
          <p:nvPr/>
        </p:nvSpPr>
        <p:spPr>
          <a:xfrm>
            <a:off x="7556939" y="5331635"/>
            <a:ext cx="367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347993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BBE0-7B1C-694A-FF2B-393634170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F9BC3-FFCB-1EE4-6A57-D6B07C8EE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Key Idea: Build a sorting network to visualize the computations</a:t>
            </a:r>
          </a:p>
          <a:p>
            <a:endParaRPr lang="en-US" dirty="0"/>
          </a:p>
          <a:p>
            <a:r>
              <a:rPr lang="en-US" dirty="0"/>
              <a:t>Use the visualization to understand parallelism and design a parallel program</a:t>
            </a:r>
          </a:p>
          <a:p>
            <a:endParaRPr lang="en-US" dirty="0"/>
          </a:p>
          <a:p>
            <a:r>
              <a:rPr lang="en-US" dirty="0"/>
              <a:t>A number of sorting algorithms exist: </a:t>
            </a:r>
            <a:r>
              <a:rPr lang="en-US" dirty="0" err="1"/>
              <a:t>bitonic</a:t>
            </a:r>
            <a:r>
              <a:rPr lang="en-US" dirty="0"/>
              <a:t> sort, odd-even sort, ….</a:t>
            </a:r>
          </a:p>
          <a:p>
            <a:pPr lvl="1"/>
            <a:r>
              <a:rPr lang="en-US" dirty="0"/>
              <a:t>Bitton, Dina, et al. "A taxonomy of parallel sorting." </a:t>
            </a:r>
            <a:r>
              <a:rPr lang="en-US" i="1" dirty="0"/>
              <a:t>ACM Computing Surveys (CSUR)</a:t>
            </a:r>
            <a:r>
              <a:rPr lang="en-US" dirty="0"/>
              <a:t> 16.3 (1984): 287-318.</a:t>
            </a:r>
          </a:p>
          <a:p>
            <a:pPr lvl="1"/>
            <a:r>
              <a:rPr lang="en-US" dirty="0"/>
              <a:t>Singh, Dhirendra Pratap, Ishan Joshi, and </a:t>
            </a:r>
            <a:r>
              <a:rPr lang="en-US" dirty="0" err="1"/>
              <a:t>Jaytrilok</a:t>
            </a:r>
            <a:r>
              <a:rPr lang="en-US" dirty="0"/>
              <a:t> Choudhary. "Survey of GPU based sorting algorithms." </a:t>
            </a:r>
            <a:r>
              <a:rPr lang="en-US" i="1" dirty="0"/>
              <a:t>International Journal of Parallel Programming</a:t>
            </a:r>
            <a:r>
              <a:rPr lang="en-US" dirty="0"/>
              <a:t> 46.6 (2018): 1017-1034.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57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DC499-4F41-C411-AC02-A3191F74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02A5B-E226-F261-91FA-B34689B4D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discuss Odd-Even Sort</a:t>
            </a:r>
          </a:p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https://developer.nvidia.com/gpugems/gpugems2/part-vi-simulation-and-numerical-algorithms/chapter-46-improved-gpu-sorting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(Note the page uses an old GPU programming model)</a:t>
            </a:r>
          </a:p>
        </p:txBody>
      </p:sp>
    </p:spTree>
    <p:extLst>
      <p:ext uri="{BB962C8B-B14F-4D97-AF65-F5344CB8AC3E}">
        <p14:creationId xmlns:p14="http://schemas.microsoft.com/office/powerpoint/2010/main" val="3512314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C718-E823-8CA9-6E7D-C265D77F5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D2777-421E-48C7-FEBE-CC90541C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62060-949D-ED83-BCD6-8C8DEFE7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8500"/>
          </a:xfrm>
        </p:spPr>
        <p:txBody>
          <a:bodyPr>
            <a:normAutofit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  <a:p>
            <a:endParaRPr lang="en-US" dirty="0"/>
          </a:p>
          <a:p>
            <a:r>
              <a:rPr lang="en-US" dirty="0"/>
              <a:t>Two types of iterations</a:t>
            </a:r>
          </a:p>
          <a:p>
            <a:pPr lvl="1"/>
            <a:r>
              <a:rPr lang="en-US" dirty="0"/>
              <a:t>Odd: Compare pairs starting at odd index – (1,2); (3,4); (5,6)</a:t>
            </a:r>
          </a:p>
          <a:p>
            <a:pPr lvl="1"/>
            <a:r>
              <a:rPr lang="en-US" dirty="0"/>
              <a:t>Even: Compare pairs starting at even index – (0,1); (2,3); (4,5)</a:t>
            </a:r>
          </a:p>
        </p:txBody>
      </p:sp>
    </p:spTree>
    <p:extLst>
      <p:ext uri="{BB962C8B-B14F-4D97-AF65-F5344CB8AC3E}">
        <p14:creationId xmlns:p14="http://schemas.microsoft.com/office/powerpoint/2010/main" val="27721955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15D2-1B58-B10A-391E-922E4124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D243D-77F3-1EB2-74E1-5D610A6BA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0127"/>
          </a:xfrm>
        </p:spPr>
        <p:txBody>
          <a:bodyPr>
            <a:normAutofit fontScale="92500"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861CCA-89E5-381F-965A-587050888F62}"/>
              </a:ext>
            </a:extLst>
          </p:cNvPr>
          <p:cNvSpPr txBox="1"/>
          <p:nvPr/>
        </p:nvSpPr>
        <p:spPr>
          <a:xfrm>
            <a:off x="1625608" y="2930689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0687E-7CA5-8711-C6FE-4A0C9D3B41E1}"/>
              </a:ext>
            </a:extLst>
          </p:cNvPr>
          <p:cNvSpPr txBox="1"/>
          <p:nvPr/>
        </p:nvSpPr>
        <p:spPr>
          <a:xfrm>
            <a:off x="1615098" y="3252533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4156E-52DA-C50A-CC76-8A1DBD883134}"/>
              </a:ext>
            </a:extLst>
          </p:cNvPr>
          <p:cNvSpPr txBox="1"/>
          <p:nvPr/>
        </p:nvSpPr>
        <p:spPr>
          <a:xfrm>
            <a:off x="1615098" y="3574377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A6C24-D4E9-A08A-B64A-AAC68DF57544}"/>
              </a:ext>
            </a:extLst>
          </p:cNvPr>
          <p:cNvSpPr txBox="1"/>
          <p:nvPr/>
        </p:nvSpPr>
        <p:spPr>
          <a:xfrm>
            <a:off x="1625608" y="3896221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E64F8A-DEE0-0989-E803-481626519FBC}"/>
              </a:ext>
            </a:extLst>
          </p:cNvPr>
          <p:cNvSpPr txBox="1"/>
          <p:nvPr/>
        </p:nvSpPr>
        <p:spPr>
          <a:xfrm>
            <a:off x="1625608" y="421806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4A3A8E-DFC8-6005-7D38-8AE1F73FB7AD}"/>
              </a:ext>
            </a:extLst>
          </p:cNvPr>
          <p:cNvSpPr txBox="1"/>
          <p:nvPr/>
        </p:nvSpPr>
        <p:spPr>
          <a:xfrm>
            <a:off x="1615097" y="453428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48F13E-03A9-6901-B27D-DC0956E82FC2}"/>
              </a:ext>
            </a:extLst>
          </p:cNvPr>
          <p:cNvSpPr txBox="1"/>
          <p:nvPr/>
        </p:nvSpPr>
        <p:spPr>
          <a:xfrm>
            <a:off x="1625608" y="4861753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E7B037-00E2-CB1B-E773-1904EF20C379}"/>
              </a:ext>
            </a:extLst>
          </p:cNvPr>
          <p:cNvSpPr txBox="1"/>
          <p:nvPr/>
        </p:nvSpPr>
        <p:spPr>
          <a:xfrm>
            <a:off x="1625608" y="5183597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74569D-4B51-A398-C518-F0951BA9814D}"/>
              </a:ext>
            </a:extLst>
          </p:cNvPr>
          <p:cNvSpPr/>
          <p:nvPr/>
        </p:nvSpPr>
        <p:spPr>
          <a:xfrm>
            <a:off x="2554015" y="304676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A480929-68E2-ECC2-7B7C-D98906391F14}"/>
              </a:ext>
            </a:extLst>
          </p:cNvPr>
          <p:cNvSpPr/>
          <p:nvPr/>
        </p:nvSpPr>
        <p:spPr>
          <a:xfrm>
            <a:off x="2554015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571DF7A-D015-26CC-5B7B-12433728B77F}"/>
              </a:ext>
            </a:extLst>
          </p:cNvPr>
          <p:cNvSpPr/>
          <p:nvPr/>
        </p:nvSpPr>
        <p:spPr>
          <a:xfrm>
            <a:off x="2554015" y="369070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C8EADBA-2B42-3DB6-E640-CBCAEADB1F73}"/>
              </a:ext>
            </a:extLst>
          </p:cNvPr>
          <p:cNvSpPr/>
          <p:nvPr/>
        </p:nvSpPr>
        <p:spPr>
          <a:xfrm>
            <a:off x="2554015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F5CE335-FB94-DE58-C11F-43ACA145F9CB}"/>
              </a:ext>
            </a:extLst>
          </p:cNvPr>
          <p:cNvSpPr/>
          <p:nvPr/>
        </p:nvSpPr>
        <p:spPr>
          <a:xfrm>
            <a:off x="2554015" y="433063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5B7DA8-E81D-74D2-C704-17E1479A1981}"/>
              </a:ext>
            </a:extLst>
          </p:cNvPr>
          <p:cNvSpPr/>
          <p:nvPr/>
        </p:nvSpPr>
        <p:spPr>
          <a:xfrm>
            <a:off x="2554015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5479355-E8DD-DCEB-8B42-DF15B29DE032}"/>
              </a:ext>
            </a:extLst>
          </p:cNvPr>
          <p:cNvSpPr/>
          <p:nvPr/>
        </p:nvSpPr>
        <p:spPr>
          <a:xfrm>
            <a:off x="2554015" y="4974580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3DD9B4-CEE0-2DE5-DA8D-33C37B1FE3A3}"/>
              </a:ext>
            </a:extLst>
          </p:cNvPr>
          <p:cNvSpPr/>
          <p:nvPr/>
        </p:nvSpPr>
        <p:spPr>
          <a:xfrm>
            <a:off x="2554015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A15F699-0FAB-B018-A981-079C451B53B5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2611822" y="5111758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ADD781D-22F9-E6EB-984F-8C6CD51352F6}"/>
              </a:ext>
            </a:extLst>
          </p:cNvPr>
          <p:cNvCxnSpPr>
            <a:cxnSpLocks/>
          </p:cNvCxnSpPr>
          <p:nvPr/>
        </p:nvCxnSpPr>
        <p:spPr>
          <a:xfrm>
            <a:off x="2611822" y="4469885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0A58DA4-8FDF-53D3-AD9E-B143B7A30904}"/>
              </a:ext>
            </a:extLst>
          </p:cNvPr>
          <p:cNvCxnSpPr>
            <a:cxnSpLocks/>
          </p:cNvCxnSpPr>
          <p:nvPr/>
        </p:nvCxnSpPr>
        <p:spPr>
          <a:xfrm>
            <a:off x="2611822" y="3835579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5CEABB-7CD9-21A2-3A66-B10BA8866B02}"/>
              </a:ext>
            </a:extLst>
          </p:cNvPr>
          <p:cNvCxnSpPr>
            <a:cxnSpLocks/>
          </p:cNvCxnSpPr>
          <p:nvPr/>
        </p:nvCxnSpPr>
        <p:spPr>
          <a:xfrm>
            <a:off x="2607444" y="3182862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0543589-3D47-8F9E-8FCB-6F98075F8AC1}"/>
              </a:ext>
            </a:extLst>
          </p:cNvPr>
          <p:cNvSpPr txBox="1"/>
          <p:nvPr/>
        </p:nvSpPr>
        <p:spPr>
          <a:xfrm>
            <a:off x="214584" y="2654810"/>
            <a:ext cx="145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Array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7BB74E-0F99-B7F5-7803-FF71545C6737}"/>
              </a:ext>
            </a:extLst>
          </p:cNvPr>
          <p:cNvSpPr txBox="1"/>
          <p:nvPr/>
        </p:nvSpPr>
        <p:spPr>
          <a:xfrm>
            <a:off x="1993081" y="5977959"/>
            <a:ext cx="122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Iteration 1</a:t>
            </a:r>
          </a:p>
          <a:p>
            <a:pPr algn="ctr"/>
            <a:r>
              <a:rPr lang="en-US" dirty="0"/>
              <a:t>(even)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B170B2-0F3B-5E86-F218-15B76EC1015A}"/>
              </a:ext>
            </a:extLst>
          </p:cNvPr>
          <p:cNvSpPr txBox="1"/>
          <p:nvPr/>
        </p:nvSpPr>
        <p:spPr>
          <a:xfrm>
            <a:off x="3163617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3091C9-218F-666A-7BD6-D6A2B92BB9C7}"/>
              </a:ext>
            </a:extLst>
          </p:cNvPr>
          <p:cNvSpPr txBox="1"/>
          <p:nvPr/>
        </p:nvSpPr>
        <p:spPr>
          <a:xfrm>
            <a:off x="3153107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A574E40-C13F-FF61-F3EA-D4A6E9D7B59A}"/>
              </a:ext>
            </a:extLst>
          </p:cNvPr>
          <p:cNvSpPr txBox="1"/>
          <p:nvPr/>
        </p:nvSpPr>
        <p:spPr>
          <a:xfrm>
            <a:off x="3153107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48FEA8-8081-1512-96B4-B3868050CAE4}"/>
              </a:ext>
            </a:extLst>
          </p:cNvPr>
          <p:cNvSpPr txBox="1"/>
          <p:nvPr/>
        </p:nvSpPr>
        <p:spPr>
          <a:xfrm>
            <a:off x="3163617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A1D910-AE24-2D10-7D14-C1EE0E45F498}"/>
              </a:ext>
            </a:extLst>
          </p:cNvPr>
          <p:cNvSpPr txBox="1"/>
          <p:nvPr/>
        </p:nvSpPr>
        <p:spPr>
          <a:xfrm>
            <a:off x="3163617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8F7227-3CE6-CFF6-0A3D-9B7DA7026CB1}"/>
              </a:ext>
            </a:extLst>
          </p:cNvPr>
          <p:cNvSpPr txBox="1"/>
          <p:nvPr/>
        </p:nvSpPr>
        <p:spPr>
          <a:xfrm>
            <a:off x="3153106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086843-B6C6-01CD-7B83-57B5FF5839EC}"/>
              </a:ext>
            </a:extLst>
          </p:cNvPr>
          <p:cNvSpPr txBox="1"/>
          <p:nvPr/>
        </p:nvSpPr>
        <p:spPr>
          <a:xfrm>
            <a:off x="3163617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2B53EF-DAC6-B1F6-7377-77C1090078D6}"/>
              </a:ext>
            </a:extLst>
          </p:cNvPr>
          <p:cNvSpPr txBox="1"/>
          <p:nvPr/>
        </p:nvSpPr>
        <p:spPr>
          <a:xfrm>
            <a:off x="3163617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5561795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8D30-2A6A-D4E4-45D3-0C6A93832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6884-BE86-60D6-83EA-DE2C6BAA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FDFA3-F65F-9AE0-6F0B-B52A8E24C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0127"/>
          </a:xfrm>
        </p:spPr>
        <p:txBody>
          <a:bodyPr>
            <a:normAutofit fontScale="92500"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96051-6BFA-3675-EAF2-AEBC8EECD7FA}"/>
              </a:ext>
            </a:extLst>
          </p:cNvPr>
          <p:cNvSpPr txBox="1"/>
          <p:nvPr/>
        </p:nvSpPr>
        <p:spPr>
          <a:xfrm>
            <a:off x="1625608" y="2930689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766A4-1B57-64CC-24B3-B6FB7D7F96A5}"/>
              </a:ext>
            </a:extLst>
          </p:cNvPr>
          <p:cNvSpPr txBox="1"/>
          <p:nvPr/>
        </p:nvSpPr>
        <p:spPr>
          <a:xfrm>
            <a:off x="1615098" y="3252533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A82D9-2CDA-BD11-22B5-4513A29FE31C}"/>
              </a:ext>
            </a:extLst>
          </p:cNvPr>
          <p:cNvSpPr txBox="1"/>
          <p:nvPr/>
        </p:nvSpPr>
        <p:spPr>
          <a:xfrm>
            <a:off x="1615098" y="3574377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A4B83-3291-112A-4CD7-A684ABED6FA5}"/>
              </a:ext>
            </a:extLst>
          </p:cNvPr>
          <p:cNvSpPr txBox="1"/>
          <p:nvPr/>
        </p:nvSpPr>
        <p:spPr>
          <a:xfrm>
            <a:off x="1625608" y="3896221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837B70-E3A1-658E-2B1F-EF3B7DE3BC45}"/>
              </a:ext>
            </a:extLst>
          </p:cNvPr>
          <p:cNvSpPr txBox="1"/>
          <p:nvPr/>
        </p:nvSpPr>
        <p:spPr>
          <a:xfrm>
            <a:off x="1625608" y="421806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2D861D-3637-4261-DC5D-F3AA7A579B55}"/>
              </a:ext>
            </a:extLst>
          </p:cNvPr>
          <p:cNvSpPr txBox="1"/>
          <p:nvPr/>
        </p:nvSpPr>
        <p:spPr>
          <a:xfrm>
            <a:off x="1615097" y="453428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67A634-B464-DF0A-E3BB-D7D50A4EF4D3}"/>
              </a:ext>
            </a:extLst>
          </p:cNvPr>
          <p:cNvSpPr txBox="1"/>
          <p:nvPr/>
        </p:nvSpPr>
        <p:spPr>
          <a:xfrm>
            <a:off x="1625608" y="4861753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448F9-6A42-4F13-20E4-DF77B4A81F89}"/>
              </a:ext>
            </a:extLst>
          </p:cNvPr>
          <p:cNvSpPr txBox="1"/>
          <p:nvPr/>
        </p:nvSpPr>
        <p:spPr>
          <a:xfrm>
            <a:off x="1625608" y="5183597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94CDDC-2BFD-739C-AC58-66B8CB353313}"/>
              </a:ext>
            </a:extLst>
          </p:cNvPr>
          <p:cNvSpPr/>
          <p:nvPr/>
        </p:nvSpPr>
        <p:spPr>
          <a:xfrm>
            <a:off x="2554015" y="304676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A59CD15-C57A-08CB-8FD6-8A1979C20C9C}"/>
              </a:ext>
            </a:extLst>
          </p:cNvPr>
          <p:cNvSpPr/>
          <p:nvPr/>
        </p:nvSpPr>
        <p:spPr>
          <a:xfrm>
            <a:off x="2554015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230512-ABD6-D21D-22F0-6E1336709C9D}"/>
              </a:ext>
            </a:extLst>
          </p:cNvPr>
          <p:cNvSpPr/>
          <p:nvPr/>
        </p:nvSpPr>
        <p:spPr>
          <a:xfrm>
            <a:off x="2554015" y="369070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F97F06C-4798-0CD9-8078-0FE257C38518}"/>
              </a:ext>
            </a:extLst>
          </p:cNvPr>
          <p:cNvSpPr/>
          <p:nvPr/>
        </p:nvSpPr>
        <p:spPr>
          <a:xfrm>
            <a:off x="2554015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2A657F-93E6-9E51-85A6-F02E4C00D6A3}"/>
              </a:ext>
            </a:extLst>
          </p:cNvPr>
          <p:cNvSpPr/>
          <p:nvPr/>
        </p:nvSpPr>
        <p:spPr>
          <a:xfrm>
            <a:off x="2554015" y="433063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E34FC8F-074E-8C17-B68D-95B2E69CA5BB}"/>
              </a:ext>
            </a:extLst>
          </p:cNvPr>
          <p:cNvSpPr/>
          <p:nvPr/>
        </p:nvSpPr>
        <p:spPr>
          <a:xfrm>
            <a:off x="2554015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5D41D7-8173-C59E-F360-A166E9383372}"/>
              </a:ext>
            </a:extLst>
          </p:cNvPr>
          <p:cNvSpPr/>
          <p:nvPr/>
        </p:nvSpPr>
        <p:spPr>
          <a:xfrm>
            <a:off x="2554015" y="4974580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0BF510-4AC4-B97D-79AE-46D60FC01F6D}"/>
              </a:ext>
            </a:extLst>
          </p:cNvPr>
          <p:cNvSpPr/>
          <p:nvPr/>
        </p:nvSpPr>
        <p:spPr>
          <a:xfrm>
            <a:off x="2554015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FB8AE6-3C15-BB86-BC32-5B4F995926EF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2611822" y="5111758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DB19D56-CEAD-5FFC-6923-080045479F2E}"/>
              </a:ext>
            </a:extLst>
          </p:cNvPr>
          <p:cNvCxnSpPr>
            <a:cxnSpLocks/>
          </p:cNvCxnSpPr>
          <p:nvPr/>
        </p:nvCxnSpPr>
        <p:spPr>
          <a:xfrm>
            <a:off x="2611822" y="4469885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0F4CF9-B640-CC5A-CC99-CCAA8B676C4C}"/>
              </a:ext>
            </a:extLst>
          </p:cNvPr>
          <p:cNvCxnSpPr>
            <a:cxnSpLocks/>
          </p:cNvCxnSpPr>
          <p:nvPr/>
        </p:nvCxnSpPr>
        <p:spPr>
          <a:xfrm>
            <a:off x="2611822" y="3835579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A3A11E4-60CC-D072-D95E-E184B42B805B}"/>
              </a:ext>
            </a:extLst>
          </p:cNvPr>
          <p:cNvCxnSpPr>
            <a:cxnSpLocks/>
          </p:cNvCxnSpPr>
          <p:nvPr/>
        </p:nvCxnSpPr>
        <p:spPr>
          <a:xfrm>
            <a:off x="2607444" y="3182862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15E14DF-BE28-D8CE-91D9-446136D286C2}"/>
              </a:ext>
            </a:extLst>
          </p:cNvPr>
          <p:cNvSpPr txBox="1"/>
          <p:nvPr/>
        </p:nvSpPr>
        <p:spPr>
          <a:xfrm>
            <a:off x="214584" y="2654810"/>
            <a:ext cx="145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Array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8D07ED-4576-E01C-5B09-ECB21FB12CAD}"/>
              </a:ext>
            </a:extLst>
          </p:cNvPr>
          <p:cNvSpPr txBox="1"/>
          <p:nvPr/>
        </p:nvSpPr>
        <p:spPr>
          <a:xfrm>
            <a:off x="1993081" y="5977959"/>
            <a:ext cx="122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Iteration 1</a:t>
            </a:r>
          </a:p>
          <a:p>
            <a:pPr algn="ctr"/>
            <a:r>
              <a:rPr lang="en-US" dirty="0"/>
              <a:t>(even)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F5CD4C-DF56-C8B5-F424-BFF380B1F427}"/>
              </a:ext>
            </a:extLst>
          </p:cNvPr>
          <p:cNvSpPr txBox="1"/>
          <p:nvPr/>
        </p:nvSpPr>
        <p:spPr>
          <a:xfrm>
            <a:off x="3163617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EC21AB-B3FB-7210-FCF7-F3D68F90EDD6}"/>
              </a:ext>
            </a:extLst>
          </p:cNvPr>
          <p:cNvSpPr txBox="1"/>
          <p:nvPr/>
        </p:nvSpPr>
        <p:spPr>
          <a:xfrm>
            <a:off x="3153107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CCB1AE-7CB0-68E1-0310-E56A530994C3}"/>
              </a:ext>
            </a:extLst>
          </p:cNvPr>
          <p:cNvSpPr txBox="1"/>
          <p:nvPr/>
        </p:nvSpPr>
        <p:spPr>
          <a:xfrm>
            <a:off x="3153107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9ABF6C-8465-634F-961F-A25AF7E50C64}"/>
              </a:ext>
            </a:extLst>
          </p:cNvPr>
          <p:cNvSpPr txBox="1"/>
          <p:nvPr/>
        </p:nvSpPr>
        <p:spPr>
          <a:xfrm>
            <a:off x="3163617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87488E-3797-F4D0-6CD9-F22950EF5824}"/>
              </a:ext>
            </a:extLst>
          </p:cNvPr>
          <p:cNvSpPr txBox="1"/>
          <p:nvPr/>
        </p:nvSpPr>
        <p:spPr>
          <a:xfrm>
            <a:off x="3163617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8FE248-E5FB-F0B0-C531-79F6BD2781FB}"/>
              </a:ext>
            </a:extLst>
          </p:cNvPr>
          <p:cNvSpPr txBox="1"/>
          <p:nvPr/>
        </p:nvSpPr>
        <p:spPr>
          <a:xfrm>
            <a:off x="3153106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7850E0-9E90-78E4-ADDE-72B3FE61F2E4}"/>
              </a:ext>
            </a:extLst>
          </p:cNvPr>
          <p:cNvSpPr txBox="1"/>
          <p:nvPr/>
        </p:nvSpPr>
        <p:spPr>
          <a:xfrm>
            <a:off x="3163617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026DC0-3E92-CE00-06CF-1F40F9D1E382}"/>
              </a:ext>
            </a:extLst>
          </p:cNvPr>
          <p:cNvSpPr txBox="1"/>
          <p:nvPr/>
        </p:nvSpPr>
        <p:spPr>
          <a:xfrm>
            <a:off x="3163617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27064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81CBB-F153-9637-3FDE-775515823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64617-5597-6B39-50BB-03E87BA38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5D207-514D-CDAD-94FE-9720E76B3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0127"/>
          </a:xfrm>
        </p:spPr>
        <p:txBody>
          <a:bodyPr>
            <a:normAutofit fontScale="92500"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52995-F1A2-4D0D-E0F4-250496EB31ED}"/>
              </a:ext>
            </a:extLst>
          </p:cNvPr>
          <p:cNvSpPr txBox="1"/>
          <p:nvPr/>
        </p:nvSpPr>
        <p:spPr>
          <a:xfrm>
            <a:off x="1625608" y="2930689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5B930-FAD9-93D4-21F3-5EA08E15D48E}"/>
              </a:ext>
            </a:extLst>
          </p:cNvPr>
          <p:cNvSpPr txBox="1"/>
          <p:nvPr/>
        </p:nvSpPr>
        <p:spPr>
          <a:xfrm>
            <a:off x="1615098" y="3252533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EF34B6-0993-B460-164F-2216739EA41D}"/>
              </a:ext>
            </a:extLst>
          </p:cNvPr>
          <p:cNvSpPr txBox="1"/>
          <p:nvPr/>
        </p:nvSpPr>
        <p:spPr>
          <a:xfrm>
            <a:off x="1615098" y="3574377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FF1430-C146-F92C-2976-9E2804B3D7B3}"/>
              </a:ext>
            </a:extLst>
          </p:cNvPr>
          <p:cNvSpPr txBox="1"/>
          <p:nvPr/>
        </p:nvSpPr>
        <p:spPr>
          <a:xfrm>
            <a:off x="1625608" y="3896221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F87145-43DF-E942-A32D-6C009E677EA9}"/>
              </a:ext>
            </a:extLst>
          </p:cNvPr>
          <p:cNvSpPr txBox="1"/>
          <p:nvPr/>
        </p:nvSpPr>
        <p:spPr>
          <a:xfrm>
            <a:off x="1625608" y="421806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56C365-1073-C11B-E3BF-0D7DB963042C}"/>
              </a:ext>
            </a:extLst>
          </p:cNvPr>
          <p:cNvSpPr txBox="1"/>
          <p:nvPr/>
        </p:nvSpPr>
        <p:spPr>
          <a:xfrm>
            <a:off x="1615097" y="453428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362FC1-3DC1-216E-91C4-6709F641B8E7}"/>
              </a:ext>
            </a:extLst>
          </p:cNvPr>
          <p:cNvSpPr txBox="1"/>
          <p:nvPr/>
        </p:nvSpPr>
        <p:spPr>
          <a:xfrm>
            <a:off x="1625608" y="4861753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D5E2E6-55D4-040E-068A-4F9B351280B8}"/>
              </a:ext>
            </a:extLst>
          </p:cNvPr>
          <p:cNvSpPr txBox="1"/>
          <p:nvPr/>
        </p:nvSpPr>
        <p:spPr>
          <a:xfrm>
            <a:off x="1625608" y="5183597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CFCC96-91ED-535A-F87C-6B2F1430A336}"/>
              </a:ext>
            </a:extLst>
          </p:cNvPr>
          <p:cNvSpPr/>
          <p:nvPr/>
        </p:nvSpPr>
        <p:spPr>
          <a:xfrm>
            <a:off x="2554015" y="304676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3C67AA-122C-7C10-FFCD-E241D328E8BE}"/>
              </a:ext>
            </a:extLst>
          </p:cNvPr>
          <p:cNvSpPr/>
          <p:nvPr/>
        </p:nvSpPr>
        <p:spPr>
          <a:xfrm>
            <a:off x="2554015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59B82C-18D2-5DBE-2A6F-1FA7E6B2DAB0}"/>
              </a:ext>
            </a:extLst>
          </p:cNvPr>
          <p:cNvSpPr/>
          <p:nvPr/>
        </p:nvSpPr>
        <p:spPr>
          <a:xfrm>
            <a:off x="2554015" y="369070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82FD4F7-A904-F6EF-FF9A-0616A5BBA5FB}"/>
              </a:ext>
            </a:extLst>
          </p:cNvPr>
          <p:cNvSpPr/>
          <p:nvPr/>
        </p:nvSpPr>
        <p:spPr>
          <a:xfrm>
            <a:off x="2554015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050B28-EB22-C012-6CEB-A45B85AFDCF5}"/>
              </a:ext>
            </a:extLst>
          </p:cNvPr>
          <p:cNvSpPr/>
          <p:nvPr/>
        </p:nvSpPr>
        <p:spPr>
          <a:xfrm>
            <a:off x="2554015" y="433063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6C4D7C2-EB6D-6AAD-C7B0-5E19F463D4F7}"/>
              </a:ext>
            </a:extLst>
          </p:cNvPr>
          <p:cNvSpPr/>
          <p:nvPr/>
        </p:nvSpPr>
        <p:spPr>
          <a:xfrm>
            <a:off x="2554015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A850449-693A-6A83-5571-4A3956E5E731}"/>
              </a:ext>
            </a:extLst>
          </p:cNvPr>
          <p:cNvSpPr/>
          <p:nvPr/>
        </p:nvSpPr>
        <p:spPr>
          <a:xfrm>
            <a:off x="2554015" y="4974580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25D26C-C2FB-4AD4-8105-9AAE1306E700}"/>
              </a:ext>
            </a:extLst>
          </p:cNvPr>
          <p:cNvSpPr/>
          <p:nvPr/>
        </p:nvSpPr>
        <p:spPr>
          <a:xfrm>
            <a:off x="2554015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C1030B0-728C-4C9E-53B5-8D80D54DC11D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2611822" y="5111758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71F0FC4-BC94-211E-80CD-52EA0127D88D}"/>
              </a:ext>
            </a:extLst>
          </p:cNvPr>
          <p:cNvCxnSpPr>
            <a:cxnSpLocks/>
          </p:cNvCxnSpPr>
          <p:nvPr/>
        </p:nvCxnSpPr>
        <p:spPr>
          <a:xfrm>
            <a:off x="2611822" y="4469885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2082F5A-7CD6-6A22-C056-45D2B1EF0C3A}"/>
              </a:ext>
            </a:extLst>
          </p:cNvPr>
          <p:cNvCxnSpPr>
            <a:cxnSpLocks/>
          </p:cNvCxnSpPr>
          <p:nvPr/>
        </p:nvCxnSpPr>
        <p:spPr>
          <a:xfrm>
            <a:off x="2611822" y="3835579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3A51BB1-FC02-03F6-D13F-9F46A2A32203}"/>
              </a:ext>
            </a:extLst>
          </p:cNvPr>
          <p:cNvCxnSpPr>
            <a:cxnSpLocks/>
          </p:cNvCxnSpPr>
          <p:nvPr/>
        </p:nvCxnSpPr>
        <p:spPr>
          <a:xfrm>
            <a:off x="2607444" y="3182862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90FC094-481B-6FE2-0109-7A50214BAC8B}"/>
              </a:ext>
            </a:extLst>
          </p:cNvPr>
          <p:cNvSpPr txBox="1"/>
          <p:nvPr/>
        </p:nvSpPr>
        <p:spPr>
          <a:xfrm>
            <a:off x="214584" y="2654810"/>
            <a:ext cx="145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Array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58EB15-338C-EC06-BE8D-6C6A2B692F15}"/>
              </a:ext>
            </a:extLst>
          </p:cNvPr>
          <p:cNvSpPr txBox="1"/>
          <p:nvPr/>
        </p:nvSpPr>
        <p:spPr>
          <a:xfrm>
            <a:off x="3498296" y="5878041"/>
            <a:ext cx="122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Iteration 2</a:t>
            </a:r>
          </a:p>
          <a:p>
            <a:pPr algn="ctr"/>
            <a:r>
              <a:rPr lang="en-US" dirty="0"/>
              <a:t>(odd)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60D771-8907-D6B6-1E49-27685C6332A8}"/>
              </a:ext>
            </a:extLst>
          </p:cNvPr>
          <p:cNvSpPr txBox="1"/>
          <p:nvPr/>
        </p:nvSpPr>
        <p:spPr>
          <a:xfrm>
            <a:off x="3163617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1D55A5-7ABC-DBE9-5AED-16C90B5A213A}"/>
              </a:ext>
            </a:extLst>
          </p:cNvPr>
          <p:cNvSpPr txBox="1"/>
          <p:nvPr/>
        </p:nvSpPr>
        <p:spPr>
          <a:xfrm>
            <a:off x="3153107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0B4BF1-954D-D221-7846-5E2523811A57}"/>
              </a:ext>
            </a:extLst>
          </p:cNvPr>
          <p:cNvSpPr txBox="1"/>
          <p:nvPr/>
        </p:nvSpPr>
        <p:spPr>
          <a:xfrm>
            <a:off x="3153107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8CDD04-BA21-6531-D099-B241E7FCDF4E}"/>
              </a:ext>
            </a:extLst>
          </p:cNvPr>
          <p:cNvSpPr txBox="1"/>
          <p:nvPr/>
        </p:nvSpPr>
        <p:spPr>
          <a:xfrm>
            <a:off x="3163617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7FB735-C368-F468-CF3C-1C9EC57FDE19}"/>
              </a:ext>
            </a:extLst>
          </p:cNvPr>
          <p:cNvSpPr txBox="1"/>
          <p:nvPr/>
        </p:nvSpPr>
        <p:spPr>
          <a:xfrm>
            <a:off x="3163617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01B8AE-0288-2BBC-992F-C577A2BE3F6B}"/>
              </a:ext>
            </a:extLst>
          </p:cNvPr>
          <p:cNvSpPr txBox="1"/>
          <p:nvPr/>
        </p:nvSpPr>
        <p:spPr>
          <a:xfrm>
            <a:off x="3153106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8AD6AB-6480-0A7E-D5B4-86510B64D35B}"/>
              </a:ext>
            </a:extLst>
          </p:cNvPr>
          <p:cNvSpPr txBox="1"/>
          <p:nvPr/>
        </p:nvSpPr>
        <p:spPr>
          <a:xfrm>
            <a:off x="3163617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2F74765-2FE5-33BD-6B7B-B6DF977DF9FE}"/>
              </a:ext>
            </a:extLst>
          </p:cNvPr>
          <p:cNvSpPr txBox="1"/>
          <p:nvPr/>
        </p:nvSpPr>
        <p:spPr>
          <a:xfrm>
            <a:off x="3163617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8065B4-5C3D-3A3B-9CD6-A9A655F08413}"/>
              </a:ext>
            </a:extLst>
          </p:cNvPr>
          <p:cNvSpPr/>
          <p:nvPr/>
        </p:nvSpPr>
        <p:spPr>
          <a:xfrm>
            <a:off x="3976411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DBE1191-2E78-1B09-0F5D-9A9E40929B41}"/>
              </a:ext>
            </a:extLst>
          </p:cNvPr>
          <p:cNvSpPr/>
          <p:nvPr/>
        </p:nvSpPr>
        <p:spPr>
          <a:xfrm>
            <a:off x="3976411" y="367405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7D7CA1-26C0-49D4-D09E-39700A939513}"/>
              </a:ext>
            </a:extLst>
          </p:cNvPr>
          <p:cNvSpPr/>
          <p:nvPr/>
        </p:nvSpPr>
        <p:spPr>
          <a:xfrm>
            <a:off x="3976411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2A3D7B-44F5-1B03-5919-D8956C2F51AC}"/>
              </a:ext>
            </a:extLst>
          </p:cNvPr>
          <p:cNvSpPr/>
          <p:nvPr/>
        </p:nvSpPr>
        <p:spPr>
          <a:xfrm>
            <a:off x="3976411" y="431799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26DE751-A2FC-E3C3-E118-43ED3F4A9985}"/>
              </a:ext>
            </a:extLst>
          </p:cNvPr>
          <p:cNvSpPr/>
          <p:nvPr/>
        </p:nvSpPr>
        <p:spPr>
          <a:xfrm>
            <a:off x="3976411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63627D6-6DA8-B388-4ACF-11335B90D752}"/>
              </a:ext>
            </a:extLst>
          </p:cNvPr>
          <p:cNvSpPr/>
          <p:nvPr/>
        </p:nvSpPr>
        <p:spPr>
          <a:xfrm>
            <a:off x="3976411" y="495792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DB774E-2E05-E1E0-177D-8AA6B37B8446}"/>
              </a:ext>
            </a:extLst>
          </p:cNvPr>
          <p:cNvSpPr/>
          <p:nvPr/>
        </p:nvSpPr>
        <p:spPr>
          <a:xfrm>
            <a:off x="3976411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2D63630-4B3C-EA44-68F3-8B7DC00FADEE}"/>
              </a:ext>
            </a:extLst>
          </p:cNvPr>
          <p:cNvSpPr/>
          <p:nvPr/>
        </p:nvSpPr>
        <p:spPr>
          <a:xfrm>
            <a:off x="3967651" y="3009492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90D7F0A-604F-4A59-D071-17114439486A}"/>
              </a:ext>
            </a:extLst>
          </p:cNvPr>
          <p:cNvCxnSpPr>
            <a:cxnSpLocks/>
          </p:cNvCxnSpPr>
          <p:nvPr/>
        </p:nvCxnSpPr>
        <p:spPr>
          <a:xfrm>
            <a:off x="4034218" y="4783530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9459AF0-1566-7F09-B0AB-6E4DC4E65888}"/>
              </a:ext>
            </a:extLst>
          </p:cNvPr>
          <p:cNvCxnSpPr>
            <a:cxnSpLocks/>
          </p:cNvCxnSpPr>
          <p:nvPr/>
        </p:nvCxnSpPr>
        <p:spPr>
          <a:xfrm>
            <a:off x="4034218" y="4149224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3752479-7629-46D9-A829-8B04959AB545}"/>
              </a:ext>
            </a:extLst>
          </p:cNvPr>
          <p:cNvCxnSpPr>
            <a:cxnSpLocks/>
          </p:cNvCxnSpPr>
          <p:nvPr/>
        </p:nvCxnSpPr>
        <p:spPr>
          <a:xfrm>
            <a:off x="4029840" y="3496507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C8B1B26-CF30-FC05-5B23-ABA19EB32C6B}"/>
              </a:ext>
            </a:extLst>
          </p:cNvPr>
          <p:cNvSpPr txBox="1"/>
          <p:nvPr/>
        </p:nvSpPr>
        <p:spPr>
          <a:xfrm>
            <a:off x="4282092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A932A0-5352-1F76-322B-C935444CC7EC}"/>
              </a:ext>
            </a:extLst>
          </p:cNvPr>
          <p:cNvSpPr txBox="1"/>
          <p:nvPr/>
        </p:nvSpPr>
        <p:spPr>
          <a:xfrm>
            <a:off x="4271582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C07E69-02E3-4288-F16D-5C0F41848397}"/>
              </a:ext>
            </a:extLst>
          </p:cNvPr>
          <p:cNvSpPr txBox="1"/>
          <p:nvPr/>
        </p:nvSpPr>
        <p:spPr>
          <a:xfrm>
            <a:off x="4271582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00510C-A348-BA15-6D55-0FEDD600984B}"/>
              </a:ext>
            </a:extLst>
          </p:cNvPr>
          <p:cNvSpPr txBox="1"/>
          <p:nvPr/>
        </p:nvSpPr>
        <p:spPr>
          <a:xfrm>
            <a:off x="4282092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B2B8BD-297F-533D-7870-E19A7810ED2B}"/>
              </a:ext>
            </a:extLst>
          </p:cNvPr>
          <p:cNvSpPr txBox="1"/>
          <p:nvPr/>
        </p:nvSpPr>
        <p:spPr>
          <a:xfrm>
            <a:off x="4282092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495EBCB-5D98-371F-488D-7A7FC24CD45E}"/>
              </a:ext>
            </a:extLst>
          </p:cNvPr>
          <p:cNvSpPr txBox="1"/>
          <p:nvPr/>
        </p:nvSpPr>
        <p:spPr>
          <a:xfrm>
            <a:off x="4271581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D95380B-17E2-9200-3017-3E2418B925C2}"/>
              </a:ext>
            </a:extLst>
          </p:cNvPr>
          <p:cNvSpPr txBox="1"/>
          <p:nvPr/>
        </p:nvSpPr>
        <p:spPr>
          <a:xfrm>
            <a:off x="4282092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CB2749-1F1C-C860-1AD5-C030AE77E4F7}"/>
              </a:ext>
            </a:extLst>
          </p:cNvPr>
          <p:cNvSpPr txBox="1"/>
          <p:nvPr/>
        </p:nvSpPr>
        <p:spPr>
          <a:xfrm>
            <a:off x="4282092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4562824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D544E-4BC4-4133-D7E5-1814FD25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7001-ED82-AF0C-D7D2-1DDE074EA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7C8E2-8DD1-E3E4-D239-F42DD0357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0127"/>
          </a:xfrm>
        </p:spPr>
        <p:txBody>
          <a:bodyPr>
            <a:normAutofit fontScale="92500"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5B94D3-A230-FC8A-7C93-7C77FC08841E}"/>
              </a:ext>
            </a:extLst>
          </p:cNvPr>
          <p:cNvSpPr txBox="1"/>
          <p:nvPr/>
        </p:nvSpPr>
        <p:spPr>
          <a:xfrm>
            <a:off x="1625608" y="2930689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311C04-8BED-C73A-0E30-72D8BE665617}"/>
              </a:ext>
            </a:extLst>
          </p:cNvPr>
          <p:cNvSpPr txBox="1"/>
          <p:nvPr/>
        </p:nvSpPr>
        <p:spPr>
          <a:xfrm>
            <a:off x="1615098" y="3252533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46D873-863C-C7FE-0D64-292F2F38F5BF}"/>
              </a:ext>
            </a:extLst>
          </p:cNvPr>
          <p:cNvSpPr txBox="1"/>
          <p:nvPr/>
        </p:nvSpPr>
        <p:spPr>
          <a:xfrm>
            <a:off x="1615098" y="3574377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245EE-8FE5-011C-90D3-E3D96FAC36D9}"/>
              </a:ext>
            </a:extLst>
          </p:cNvPr>
          <p:cNvSpPr txBox="1"/>
          <p:nvPr/>
        </p:nvSpPr>
        <p:spPr>
          <a:xfrm>
            <a:off x="1625608" y="3896221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19D85-5ACE-8E4B-A60F-8CF18E3CA1C9}"/>
              </a:ext>
            </a:extLst>
          </p:cNvPr>
          <p:cNvSpPr txBox="1"/>
          <p:nvPr/>
        </p:nvSpPr>
        <p:spPr>
          <a:xfrm>
            <a:off x="1625608" y="421806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F8AE72-879F-23BF-FB35-51D67F756E54}"/>
              </a:ext>
            </a:extLst>
          </p:cNvPr>
          <p:cNvSpPr txBox="1"/>
          <p:nvPr/>
        </p:nvSpPr>
        <p:spPr>
          <a:xfrm>
            <a:off x="1615097" y="453428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B0FEC8-E06F-1C72-8529-4AF130ED07F2}"/>
              </a:ext>
            </a:extLst>
          </p:cNvPr>
          <p:cNvSpPr txBox="1"/>
          <p:nvPr/>
        </p:nvSpPr>
        <p:spPr>
          <a:xfrm>
            <a:off x="1625608" y="4861753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6DBD8A-E2FE-45C7-20E3-D4CD6407908D}"/>
              </a:ext>
            </a:extLst>
          </p:cNvPr>
          <p:cNvSpPr txBox="1"/>
          <p:nvPr/>
        </p:nvSpPr>
        <p:spPr>
          <a:xfrm>
            <a:off x="1625608" y="5183597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3B29F6-7132-A841-81B3-069EC5B136F8}"/>
              </a:ext>
            </a:extLst>
          </p:cNvPr>
          <p:cNvSpPr/>
          <p:nvPr/>
        </p:nvSpPr>
        <p:spPr>
          <a:xfrm>
            <a:off x="2554015" y="304676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BDE278C-E044-442B-43ED-1D14C3F7AED6}"/>
              </a:ext>
            </a:extLst>
          </p:cNvPr>
          <p:cNvSpPr/>
          <p:nvPr/>
        </p:nvSpPr>
        <p:spPr>
          <a:xfrm>
            <a:off x="2554015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169727F-37FB-C074-0174-A8E932783697}"/>
              </a:ext>
            </a:extLst>
          </p:cNvPr>
          <p:cNvSpPr/>
          <p:nvPr/>
        </p:nvSpPr>
        <p:spPr>
          <a:xfrm>
            <a:off x="2554015" y="369070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AA8401-F311-88A1-284E-50B5A9FB2101}"/>
              </a:ext>
            </a:extLst>
          </p:cNvPr>
          <p:cNvSpPr/>
          <p:nvPr/>
        </p:nvSpPr>
        <p:spPr>
          <a:xfrm>
            <a:off x="2554015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0ACA162-18C1-1113-4DA1-9FC5E167EF31}"/>
              </a:ext>
            </a:extLst>
          </p:cNvPr>
          <p:cNvSpPr/>
          <p:nvPr/>
        </p:nvSpPr>
        <p:spPr>
          <a:xfrm>
            <a:off x="2554015" y="433063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D61F0A-356C-44BA-1582-01A2CC054DED}"/>
              </a:ext>
            </a:extLst>
          </p:cNvPr>
          <p:cNvSpPr/>
          <p:nvPr/>
        </p:nvSpPr>
        <p:spPr>
          <a:xfrm>
            <a:off x="2554015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4306E4F-5535-D10F-DFE6-53AFDC77B8F1}"/>
              </a:ext>
            </a:extLst>
          </p:cNvPr>
          <p:cNvSpPr/>
          <p:nvPr/>
        </p:nvSpPr>
        <p:spPr>
          <a:xfrm>
            <a:off x="2554015" y="4974580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4EFA88-563A-B708-1BD7-059B2FF3B660}"/>
              </a:ext>
            </a:extLst>
          </p:cNvPr>
          <p:cNvSpPr/>
          <p:nvPr/>
        </p:nvSpPr>
        <p:spPr>
          <a:xfrm>
            <a:off x="2554015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9AED1C1-A4A6-3011-5F14-CFDCF95C4D68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2611822" y="5111758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1A9448-DC14-84A7-2B84-4013A6FEC677}"/>
              </a:ext>
            </a:extLst>
          </p:cNvPr>
          <p:cNvCxnSpPr>
            <a:cxnSpLocks/>
          </p:cNvCxnSpPr>
          <p:nvPr/>
        </p:nvCxnSpPr>
        <p:spPr>
          <a:xfrm>
            <a:off x="2611822" y="4469885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D73FAC-3A2D-DAE2-1090-74E9E9342C28}"/>
              </a:ext>
            </a:extLst>
          </p:cNvPr>
          <p:cNvCxnSpPr>
            <a:cxnSpLocks/>
          </p:cNvCxnSpPr>
          <p:nvPr/>
        </p:nvCxnSpPr>
        <p:spPr>
          <a:xfrm>
            <a:off x="2611822" y="3835579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B244D8-1372-B80B-0EB2-0BA84110BB8E}"/>
              </a:ext>
            </a:extLst>
          </p:cNvPr>
          <p:cNvCxnSpPr>
            <a:cxnSpLocks/>
          </p:cNvCxnSpPr>
          <p:nvPr/>
        </p:nvCxnSpPr>
        <p:spPr>
          <a:xfrm>
            <a:off x="2607444" y="3182862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65396EF-9E1E-B1AF-2DB5-265DDDDDD994}"/>
              </a:ext>
            </a:extLst>
          </p:cNvPr>
          <p:cNvSpPr txBox="1"/>
          <p:nvPr/>
        </p:nvSpPr>
        <p:spPr>
          <a:xfrm>
            <a:off x="214584" y="2654810"/>
            <a:ext cx="145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Array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0B9F8-C285-2C89-9887-A08623173A02}"/>
              </a:ext>
            </a:extLst>
          </p:cNvPr>
          <p:cNvSpPr txBox="1"/>
          <p:nvPr/>
        </p:nvSpPr>
        <p:spPr>
          <a:xfrm>
            <a:off x="3498296" y="5878041"/>
            <a:ext cx="122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Iteration 2</a:t>
            </a:r>
          </a:p>
          <a:p>
            <a:pPr algn="ctr"/>
            <a:r>
              <a:rPr lang="en-US" dirty="0"/>
              <a:t>(odd)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B8C2D4-9B70-B944-FD69-6E59E770F737}"/>
              </a:ext>
            </a:extLst>
          </p:cNvPr>
          <p:cNvSpPr txBox="1"/>
          <p:nvPr/>
        </p:nvSpPr>
        <p:spPr>
          <a:xfrm>
            <a:off x="3163617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CB2E5E-B986-9D50-056A-8C011301A31F}"/>
              </a:ext>
            </a:extLst>
          </p:cNvPr>
          <p:cNvSpPr txBox="1"/>
          <p:nvPr/>
        </p:nvSpPr>
        <p:spPr>
          <a:xfrm>
            <a:off x="3153107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91CC62-017F-B1BF-9AFE-8E0140DB78FD}"/>
              </a:ext>
            </a:extLst>
          </p:cNvPr>
          <p:cNvSpPr txBox="1"/>
          <p:nvPr/>
        </p:nvSpPr>
        <p:spPr>
          <a:xfrm>
            <a:off x="3153107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999C90-93E6-F8C1-82CC-4D8C13074244}"/>
              </a:ext>
            </a:extLst>
          </p:cNvPr>
          <p:cNvSpPr txBox="1"/>
          <p:nvPr/>
        </p:nvSpPr>
        <p:spPr>
          <a:xfrm>
            <a:off x="3163617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A8578D-BA33-2E30-F805-2443F52AEF3E}"/>
              </a:ext>
            </a:extLst>
          </p:cNvPr>
          <p:cNvSpPr txBox="1"/>
          <p:nvPr/>
        </p:nvSpPr>
        <p:spPr>
          <a:xfrm>
            <a:off x="3163617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5B0138-07BD-DCCF-EBC8-EC81E5897513}"/>
              </a:ext>
            </a:extLst>
          </p:cNvPr>
          <p:cNvSpPr txBox="1"/>
          <p:nvPr/>
        </p:nvSpPr>
        <p:spPr>
          <a:xfrm>
            <a:off x="3153106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83245A-0FEF-75F7-7A8D-25B0DDCA1FE6}"/>
              </a:ext>
            </a:extLst>
          </p:cNvPr>
          <p:cNvSpPr txBox="1"/>
          <p:nvPr/>
        </p:nvSpPr>
        <p:spPr>
          <a:xfrm>
            <a:off x="3163617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0296CE-DD53-64E1-11CE-3D3CA227FEC7}"/>
              </a:ext>
            </a:extLst>
          </p:cNvPr>
          <p:cNvSpPr txBox="1"/>
          <p:nvPr/>
        </p:nvSpPr>
        <p:spPr>
          <a:xfrm>
            <a:off x="3163617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A8234E-6810-57FB-6867-FEB4D4F052B2}"/>
              </a:ext>
            </a:extLst>
          </p:cNvPr>
          <p:cNvSpPr/>
          <p:nvPr/>
        </p:nvSpPr>
        <p:spPr>
          <a:xfrm>
            <a:off x="3976411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CE747F-8ACE-3832-C58E-B2B36262D35A}"/>
              </a:ext>
            </a:extLst>
          </p:cNvPr>
          <p:cNvSpPr/>
          <p:nvPr/>
        </p:nvSpPr>
        <p:spPr>
          <a:xfrm>
            <a:off x="3976411" y="367405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5889E86-59AB-C9D3-F69A-4C48717A568F}"/>
              </a:ext>
            </a:extLst>
          </p:cNvPr>
          <p:cNvSpPr/>
          <p:nvPr/>
        </p:nvSpPr>
        <p:spPr>
          <a:xfrm>
            <a:off x="3976411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C5ECAC7-6476-5DC6-F704-BFD2B0A6F9DB}"/>
              </a:ext>
            </a:extLst>
          </p:cNvPr>
          <p:cNvSpPr/>
          <p:nvPr/>
        </p:nvSpPr>
        <p:spPr>
          <a:xfrm>
            <a:off x="3976411" y="431799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04F382-B721-4E57-AB5E-EDEEFD51E961}"/>
              </a:ext>
            </a:extLst>
          </p:cNvPr>
          <p:cNvSpPr/>
          <p:nvPr/>
        </p:nvSpPr>
        <p:spPr>
          <a:xfrm>
            <a:off x="3976411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B3B3F8E-9AD4-5C2F-EB9D-90A54BC78AFE}"/>
              </a:ext>
            </a:extLst>
          </p:cNvPr>
          <p:cNvSpPr/>
          <p:nvPr/>
        </p:nvSpPr>
        <p:spPr>
          <a:xfrm>
            <a:off x="3976411" y="495792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C289C12-EAFC-6C9E-AC77-AB1E6B6471E5}"/>
              </a:ext>
            </a:extLst>
          </p:cNvPr>
          <p:cNvSpPr/>
          <p:nvPr/>
        </p:nvSpPr>
        <p:spPr>
          <a:xfrm>
            <a:off x="3976411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5797BBB-CC76-1B9B-C80B-02248D30FD3B}"/>
              </a:ext>
            </a:extLst>
          </p:cNvPr>
          <p:cNvSpPr/>
          <p:nvPr/>
        </p:nvSpPr>
        <p:spPr>
          <a:xfrm>
            <a:off x="3967651" y="3009492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DE74F90-7FF3-48FD-3FA4-D47580820910}"/>
              </a:ext>
            </a:extLst>
          </p:cNvPr>
          <p:cNvCxnSpPr>
            <a:cxnSpLocks/>
          </p:cNvCxnSpPr>
          <p:nvPr/>
        </p:nvCxnSpPr>
        <p:spPr>
          <a:xfrm>
            <a:off x="4034218" y="4783530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3FAD355-D18E-62E2-BD93-23C6E51119A9}"/>
              </a:ext>
            </a:extLst>
          </p:cNvPr>
          <p:cNvCxnSpPr>
            <a:cxnSpLocks/>
          </p:cNvCxnSpPr>
          <p:nvPr/>
        </p:nvCxnSpPr>
        <p:spPr>
          <a:xfrm>
            <a:off x="4034218" y="4149224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D602B2A-EFE5-E94E-0A54-77B6451751F5}"/>
              </a:ext>
            </a:extLst>
          </p:cNvPr>
          <p:cNvCxnSpPr>
            <a:cxnSpLocks/>
          </p:cNvCxnSpPr>
          <p:nvPr/>
        </p:nvCxnSpPr>
        <p:spPr>
          <a:xfrm>
            <a:off x="4029840" y="3496507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1CBC6A3-EE16-98F1-5C52-E2CB0C34616D}"/>
              </a:ext>
            </a:extLst>
          </p:cNvPr>
          <p:cNvSpPr txBox="1"/>
          <p:nvPr/>
        </p:nvSpPr>
        <p:spPr>
          <a:xfrm>
            <a:off x="4282092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C57F41-10B5-5A83-B7CD-144B7D901C35}"/>
              </a:ext>
            </a:extLst>
          </p:cNvPr>
          <p:cNvSpPr txBox="1"/>
          <p:nvPr/>
        </p:nvSpPr>
        <p:spPr>
          <a:xfrm>
            <a:off x="4271582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728D31-1951-E0C0-5547-85248EB38846}"/>
              </a:ext>
            </a:extLst>
          </p:cNvPr>
          <p:cNvSpPr txBox="1"/>
          <p:nvPr/>
        </p:nvSpPr>
        <p:spPr>
          <a:xfrm>
            <a:off x="4271582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03CF37-83B6-2BE3-CE71-7646C2D2559D}"/>
              </a:ext>
            </a:extLst>
          </p:cNvPr>
          <p:cNvSpPr txBox="1"/>
          <p:nvPr/>
        </p:nvSpPr>
        <p:spPr>
          <a:xfrm>
            <a:off x="4282092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0D2121-0BDA-BF4E-A8AE-722E44D756FF}"/>
              </a:ext>
            </a:extLst>
          </p:cNvPr>
          <p:cNvSpPr txBox="1"/>
          <p:nvPr/>
        </p:nvSpPr>
        <p:spPr>
          <a:xfrm>
            <a:off x="4282092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F998D7-43C5-F139-3394-5B01E702FF3C}"/>
              </a:ext>
            </a:extLst>
          </p:cNvPr>
          <p:cNvSpPr txBox="1"/>
          <p:nvPr/>
        </p:nvSpPr>
        <p:spPr>
          <a:xfrm>
            <a:off x="4271581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24E916-5ED5-640A-D105-5BA9616191D5}"/>
              </a:ext>
            </a:extLst>
          </p:cNvPr>
          <p:cNvSpPr txBox="1"/>
          <p:nvPr/>
        </p:nvSpPr>
        <p:spPr>
          <a:xfrm>
            <a:off x="4282092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8B9A93-9CFF-3339-929C-03730E94CE67}"/>
              </a:ext>
            </a:extLst>
          </p:cNvPr>
          <p:cNvSpPr txBox="1"/>
          <p:nvPr/>
        </p:nvSpPr>
        <p:spPr>
          <a:xfrm>
            <a:off x="4282092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283270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398B-D8E8-65C3-E834-B7FA56DBF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5359-8D56-D1E7-AFC7-F37B8A854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5375C-3E39-3250-CD08-A0183CB90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0127"/>
          </a:xfrm>
        </p:spPr>
        <p:txBody>
          <a:bodyPr>
            <a:normAutofit fontScale="92500"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1620F-507F-FDCA-8188-53C3F15D55EB}"/>
              </a:ext>
            </a:extLst>
          </p:cNvPr>
          <p:cNvSpPr txBox="1"/>
          <p:nvPr/>
        </p:nvSpPr>
        <p:spPr>
          <a:xfrm>
            <a:off x="1625608" y="2930689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B5C3B-F977-D0D7-3EA1-82E3A6E9AE63}"/>
              </a:ext>
            </a:extLst>
          </p:cNvPr>
          <p:cNvSpPr txBox="1"/>
          <p:nvPr/>
        </p:nvSpPr>
        <p:spPr>
          <a:xfrm>
            <a:off x="1615098" y="3252533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34395-6047-8649-365D-1D86FCCF7781}"/>
              </a:ext>
            </a:extLst>
          </p:cNvPr>
          <p:cNvSpPr txBox="1"/>
          <p:nvPr/>
        </p:nvSpPr>
        <p:spPr>
          <a:xfrm>
            <a:off x="1615098" y="3574377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FF5CB-D4C9-C5F3-F032-04E647092A2E}"/>
              </a:ext>
            </a:extLst>
          </p:cNvPr>
          <p:cNvSpPr txBox="1"/>
          <p:nvPr/>
        </p:nvSpPr>
        <p:spPr>
          <a:xfrm>
            <a:off x="1625608" y="3896221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F468C1-2884-B879-8113-523E4C456A7F}"/>
              </a:ext>
            </a:extLst>
          </p:cNvPr>
          <p:cNvSpPr txBox="1"/>
          <p:nvPr/>
        </p:nvSpPr>
        <p:spPr>
          <a:xfrm>
            <a:off x="1625608" y="421806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802A6-F2B6-4992-C42E-D1A802DED36F}"/>
              </a:ext>
            </a:extLst>
          </p:cNvPr>
          <p:cNvSpPr txBox="1"/>
          <p:nvPr/>
        </p:nvSpPr>
        <p:spPr>
          <a:xfrm>
            <a:off x="1615097" y="453428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895AB-3A57-54B2-00A5-BCE1E799AAB8}"/>
              </a:ext>
            </a:extLst>
          </p:cNvPr>
          <p:cNvSpPr txBox="1"/>
          <p:nvPr/>
        </p:nvSpPr>
        <p:spPr>
          <a:xfrm>
            <a:off x="1625608" y="4861753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29A24-8653-CA1D-6806-C8624953BA75}"/>
              </a:ext>
            </a:extLst>
          </p:cNvPr>
          <p:cNvSpPr txBox="1"/>
          <p:nvPr/>
        </p:nvSpPr>
        <p:spPr>
          <a:xfrm>
            <a:off x="1625608" y="5183597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2CFC5A1-98A7-3E8B-31BD-24C10D06CA9D}"/>
              </a:ext>
            </a:extLst>
          </p:cNvPr>
          <p:cNvSpPr/>
          <p:nvPr/>
        </p:nvSpPr>
        <p:spPr>
          <a:xfrm>
            <a:off x="2554015" y="304676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B47E816-C9DD-BF5B-9B2F-B834BBA07930}"/>
              </a:ext>
            </a:extLst>
          </p:cNvPr>
          <p:cNvSpPr/>
          <p:nvPr/>
        </p:nvSpPr>
        <p:spPr>
          <a:xfrm>
            <a:off x="2554015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A523FBB-45AD-8728-1FE5-1BB9B8E42E2C}"/>
              </a:ext>
            </a:extLst>
          </p:cNvPr>
          <p:cNvSpPr/>
          <p:nvPr/>
        </p:nvSpPr>
        <p:spPr>
          <a:xfrm>
            <a:off x="2554015" y="369070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0B9B00F-7E11-29DC-03F7-10E4D44B3BAC}"/>
              </a:ext>
            </a:extLst>
          </p:cNvPr>
          <p:cNvSpPr/>
          <p:nvPr/>
        </p:nvSpPr>
        <p:spPr>
          <a:xfrm>
            <a:off x="2554015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B7696B7-F9F1-356E-0021-E4EA8BC4C0FD}"/>
              </a:ext>
            </a:extLst>
          </p:cNvPr>
          <p:cNvSpPr/>
          <p:nvPr/>
        </p:nvSpPr>
        <p:spPr>
          <a:xfrm>
            <a:off x="2554015" y="433063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6795ECB-F7B2-5AA7-7826-1D68046B51BD}"/>
              </a:ext>
            </a:extLst>
          </p:cNvPr>
          <p:cNvSpPr/>
          <p:nvPr/>
        </p:nvSpPr>
        <p:spPr>
          <a:xfrm>
            <a:off x="2554015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3574A7-9AC0-B6B3-E6A6-5C598A628736}"/>
              </a:ext>
            </a:extLst>
          </p:cNvPr>
          <p:cNvSpPr/>
          <p:nvPr/>
        </p:nvSpPr>
        <p:spPr>
          <a:xfrm>
            <a:off x="2554015" y="4974580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4F04C9-A7F5-A5C8-5680-E5EEEE2195B3}"/>
              </a:ext>
            </a:extLst>
          </p:cNvPr>
          <p:cNvSpPr/>
          <p:nvPr/>
        </p:nvSpPr>
        <p:spPr>
          <a:xfrm>
            <a:off x="2554015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5259FB1-33B3-F37A-90EF-0716AFEB6E48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2611822" y="5111758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20A9CE3-1498-DD9D-ED8B-89A04EC91EDC}"/>
              </a:ext>
            </a:extLst>
          </p:cNvPr>
          <p:cNvCxnSpPr>
            <a:cxnSpLocks/>
          </p:cNvCxnSpPr>
          <p:nvPr/>
        </p:nvCxnSpPr>
        <p:spPr>
          <a:xfrm>
            <a:off x="2611822" y="4469885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BA8889A-E574-E6C2-0347-F6E3FEFE40C0}"/>
              </a:ext>
            </a:extLst>
          </p:cNvPr>
          <p:cNvCxnSpPr>
            <a:cxnSpLocks/>
          </p:cNvCxnSpPr>
          <p:nvPr/>
        </p:nvCxnSpPr>
        <p:spPr>
          <a:xfrm>
            <a:off x="2611822" y="3835579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1726B67-6361-ABF3-B2B8-BCA99D1084CA}"/>
              </a:ext>
            </a:extLst>
          </p:cNvPr>
          <p:cNvCxnSpPr>
            <a:cxnSpLocks/>
          </p:cNvCxnSpPr>
          <p:nvPr/>
        </p:nvCxnSpPr>
        <p:spPr>
          <a:xfrm>
            <a:off x="2607444" y="3182862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FFA03FB-210D-BD8E-68A8-E5A26B098A01}"/>
              </a:ext>
            </a:extLst>
          </p:cNvPr>
          <p:cNvSpPr txBox="1"/>
          <p:nvPr/>
        </p:nvSpPr>
        <p:spPr>
          <a:xfrm>
            <a:off x="214584" y="2654810"/>
            <a:ext cx="145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Array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743406-2BA2-5A04-1250-3E1229B5911C}"/>
              </a:ext>
            </a:extLst>
          </p:cNvPr>
          <p:cNvSpPr txBox="1"/>
          <p:nvPr/>
        </p:nvSpPr>
        <p:spPr>
          <a:xfrm>
            <a:off x="5098496" y="5763741"/>
            <a:ext cx="122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Iteration 3</a:t>
            </a:r>
          </a:p>
          <a:p>
            <a:pPr algn="ctr"/>
            <a:r>
              <a:rPr lang="en-US" dirty="0"/>
              <a:t>(even)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B36F82-989C-14F1-3217-E48AE7F459C0}"/>
              </a:ext>
            </a:extLst>
          </p:cNvPr>
          <p:cNvSpPr txBox="1"/>
          <p:nvPr/>
        </p:nvSpPr>
        <p:spPr>
          <a:xfrm>
            <a:off x="3163617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830C2A-1628-9CB2-3CC9-F2CC46C98837}"/>
              </a:ext>
            </a:extLst>
          </p:cNvPr>
          <p:cNvSpPr txBox="1"/>
          <p:nvPr/>
        </p:nvSpPr>
        <p:spPr>
          <a:xfrm>
            <a:off x="3153107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803919F-156B-E494-1498-13025004F5F9}"/>
              </a:ext>
            </a:extLst>
          </p:cNvPr>
          <p:cNvSpPr txBox="1"/>
          <p:nvPr/>
        </p:nvSpPr>
        <p:spPr>
          <a:xfrm>
            <a:off x="3153107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8DDA77-E1EC-28DF-7793-B456A2537A9A}"/>
              </a:ext>
            </a:extLst>
          </p:cNvPr>
          <p:cNvSpPr txBox="1"/>
          <p:nvPr/>
        </p:nvSpPr>
        <p:spPr>
          <a:xfrm>
            <a:off x="3163617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1AFBF2-1AAD-EA26-4C71-DD723915DA48}"/>
              </a:ext>
            </a:extLst>
          </p:cNvPr>
          <p:cNvSpPr txBox="1"/>
          <p:nvPr/>
        </p:nvSpPr>
        <p:spPr>
          <a:xfrm>
            <a:off x="3163617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F1FCF6-BE78-BBFB-7AF2-9C197BDE2D34}"/>
              </a:ext>
            </a:extLst>
          </p:cNvPr>
          <p:cNvSpPr txBox="1"/>
          <p:nvPr/>
        </p:nvSpPr>
        <p:spPr>
          <a:xfrm>
            <a:off x="3153106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ED2F15-3D4C-26C6-3E16-56808AAC31E4}"/>
              </a:ext>
            </a:extLst>
          </p:cNvPr>
          <p:cNvSpPr txBox="1"/>
          <p:nvPr/>
        </p:nvSpPr>
        <p:spPr>
          <a:xfrm>
            <a:off x="3163617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346F7F-1CDC-8B8E-A869-33CC05EC9048}"/>
              </a:ext>
            </a:extLst>
          </p:cNvPr>
          <p:cNvSpPr txBox="1"/>
          <p:nvPr/>
        </p:nvSpPr>
        <p:spPr>
          <a:xfrm>
            <a:off x="3163617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D77D479-7998-802F-2A38-3C7E9FD5D436}"/>
              </a:ext>
            </a:extLst>
          </p:cNvPr>
          <p:cNvSpPr/>
          <p:nvPr/>
        </p:nvSpPr>
        <p:spPr>
          <a:xfrm>
            <a:off x="3976411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91BDD6-AF69-8ABD-C3A9-F926A2E9A11E}"/>
              </a:ext>
            </a:extLst>
          </p:cNvPr>
          <p:cNvSpPr/>
          <p:nvPr/>
        </p:nvSpPr>
        <p:spPr>
          <a:xfrm>
            <a:off x="3976411" y="367405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BCED7D-5B98-2967-0A14-42FF760C6032}"/>
              </a:ext>
            </a:extLst>
          </p:cNvPr>
          <p:cNvSpPr/>
          <p:nvPr/>
        </p:nvSpPr>
        <p:spPr>
          <a:xfrm>
            <a:off x="3976411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96D2202-D031-3F05-931F-73FDB470ECDF}"/>
              </a:ext>
            </a:extLst>
          </p:cNvPr>
          <p:cNvSpPr/>
          <p:nvPr/>
        </p:nvSpPr>
        <p:spPr>
          <a:xfrm>
            <a:off x="3976411" y="431799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F983A56-1314-F834-689A-92974A8DB9C8}"/>
              </a:ext>
            </a:extLst>
          </p:cNvPr>
          <p:cNvSpPr/>
          <p:nvPr/>
        </p:nvSpPr>
        <p:spPr>
          <a:xfrm>
            <a:off x="3976411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D20F7E7-1F81-6B69-5E2D-E55525A83A60}"/>
              </a:ext>
            </a:extLst>
          </p:cNvPr>
          <p:cNvSpPr/>
          <p:nvPr/>
        </p:nvSpPr>
        <p:spPr>
          <a:xfrm>
            <a:off x="3976411" y="495792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3AD8AB7-8D31-A652-4117-4FC2EE32ACC6}"/>
              </a:ext>
            </a:extLst>
          </p:cNvPr>
          <p:cNvSpPr/>
          <p:nvPr/>
        </p:nvSpPr>
        <p:spPr>
          <a:xfrm>
            <a:off x="3976411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8805347-6426-52FC-1D78-02D7BCF81D84}"/>
              </a:ext>
            </a:extLst>
          </p:cNvPr>
          <p:cNvSpPr/>
          <p:nvPr/>
        </p:nvSpPr>
        <p:spPr>
          <a:xfrm>
            <a:off x="3967651" y="3009492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D7188BD-03CD-9D13-AB70-272DB4FD031E}"/>
              </a:ext>
            </a:extLst>
          </p:cNvPr>
          <p:cNvCxnSpPr>
            <a:cxnSpLocks/>
          </p:cNvCxnSpPr>
          <p:nvPr/>
        </p:nvCxnSpPr>
        <p:spPr>
          <a:xfrm>
            <a:off x="4034218" y="4783530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6004814-879C-DBE1-D05B-A0459265A2E9}"/>
              </a:ext>
            </a:extLst>
          </p:cNvPr>
          <p:cNvCxnSpPr>
            <a:cxnSpLocks/>
          </p:cNvCxnSpPr>
          <p:nvPr/>
        </p:nvCxnSpPr>
        <p:spPr>
          <a:xfrm>
            <a:off x="4034218" y="4149224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6863F5D-FFE6-B198-C30A-B03A1853A123}"/>
              </a:ext>
            </a:extLst>
          </p:cNvPr>
          <p:cNvCxnSpPr>
            <a:cxnSpLocks/>
          </p:cNvCxnSpPr>
          <p:nvPr/>
        </p:nvCxnSpPr>
        <p:spPr>
          <a:xfrm>
            <a:off x="4029840" y="3496507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69703E9-43FE-A4E0-1986-7D4A80157C9E}"/>
              </a:ext>
            </a:extLst>
          </p:cNvPr>
          <p:cNvSpPr txBox="1"/>
          <p:nvPr/>
        </p:nvSpPr>
        <p:spPr>
          <a:xfrm>
            <a:off x="4282092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398736A-2A1D-779C-D2BD-ACF0339D0A80}"/>
              </a:ext>
            </a:extLst>
          </p:cNvPr>
          <p:cNvSpPr txBox="1"/>
          <p:nvPr/>
        </p:nvSpPr>
        <p:spPr>
          <a:xfrm>
            <a:off x="4271582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6C2B09C-4354-F80E-EA82-20512668FDED}"/>
              </a:ext>
            </a:extLst>
          </p:cNvPr>
          <p:cNvSpPr txBox="1"/>
          <p:nvPr/>
        </p:nvSpPr>
        <p:spPr>
          <a:xfrm>
            <a:off x="4271582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5BE3D50-058C-E9CB-0443-F26D30526672}"/>
              </a:ext>
            </a:extLst>
          </p:cNvPr>
          <p:cNvSpPr txBox="1"/>
          <p:nvPr/>
        </p:nvSpPr>
        <p:spPr>
          <a:xfrm>
            <a:off x="4282092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00B118-479C-D796-248C-2EB5B12DFB27}"/>
              </a:ext>
            </a:extLst>
          </p:cNvPr>
          <p:cNvSpPr txBox="1"/>
          <p:nvPr/>
        </p:nvSpPr>
        <p:spPr>
          <a:xfrm>
            <a:off x="4282092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40D9B5-0B64-574C-C392-4ABFB894A5F1}"/>
              </a:ext>
            </a:extLst>
          </p:cNvPr>
          <p:cNvSpPr txBox="1"/>
          <p:nvPr/>
        </p:nvSpPr>
        <p:spPr>
          <a:xfrm>
            <a:off x="4271581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6E0C1A-15F8-81C7-D80F-72EEE6731E34}"/>
              </a:ext>
            </a:extLst>
          </p:cNvPr>
          <p:cNvSpPr txBox="1"/>
          <p:nvPr/>
        </p:nvSpPr>
        <p:spPr>
          <a:xfrm>
            <a:off x="4282092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0861DD-48AD-72B2-A443-1DF7A52D9E63}"/>
              </a:ext>
            </a:extLst>
          </p:cNvPr>
          <p:cNvSpPr txBox="1"/>
          <p:nvPr/>
        </p:nvSpPr>
        <p:spPr>
          <a:xfrm>
            <a:off x="4282092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FAD532-0994-35CA-5176-12CED872D802}"/>
              </a:ext>
            </a:extLst>
          </p:cNvPr>
          <p:cNvSpPr txBox="1"/>
          <p:nvPr/>
        </p:nvSpPr>
        <p:spPr>
          <a:xfrm>
            <a:off x="5334000" y="3811234"/>
            <a:ext cx="61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125853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931D-71DE-43C9-2829-828E9868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AAE8A-CF40-BEEE-64F8-2E0B333C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A542E-2FBD-7DBC-76A6-5D23B32AC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0127"/>
          </a:xfrm>
        </p:spPr>
        <p:txBody>
          <a:bodyPr>
            <a:normAutofit fontScale="92500"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323A9-5600-D155-EC17-2C78E527A901}"/>
              </a:ext>
            </a:extLst>
          </p:cNvPr>
          <p:cNvSpPr txBox="1"/>
          <p:nvPr/>
        </p:nvSpPr>
        <p:spPr>
          <a:xfrm>
            <a:off x="1625608" y="2930689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FC0235-4071-81F3-0142-34B31606349F}"/>
              </a:ext>
            </a:extLst>
          </p:cNvPr>
          <p:cNvSpPr txBox="1"/>
          <p:nvPr/>
        </p:nvSpPr>
        <p:spPr>
          <a:xfrm>
            <a:off x="1615098" y="3252533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F60C6-0D7E-41AF-205A-C7BED20903AE}"/>
              </a:ext>
            </a:extLst>
          </p:cNvPr>
          <p:cNvSpPr txBox="1"/>
          <p:nvPr/>
        </p:nvSpPr>
        <p:spPr>
          <a:xfrm>
            <a:off x="1615098" y="3574377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4392C-35E8-0DB5-34A3-4BE5EEA37B17}"/>
              </a:ext>
            </a:extLst>
          </p:cNvPr>
          <p:cNvSpPr txBox="1"/>
          <p:nvPr/>
        </p:nvSpPr>
        <p:spPr>
          <a:xfrm>
            <a:off x="1625608" y="3896221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112A2-DCD5-D911-D812-E09FC0612600}"/>
              </a:ext>
            </a:extLst>
          </p:cNvPr>
          <p:cNvSpPr txBox="1"/>
          <p:nvPr/>
        </p:nvSpPr>
        <p:spPr>
          <a:xfrm>
            <a:off x="1625608" y="421806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D1ADBF-CBA3-9E4E-04E1-C2B7D5D712BA}"/>
              </a:ext>
            </a:extLst>
          </p:cNvPr>
          <p:cNvSpPr txBox="1"/>
          <p:nvPr/>
        </p:nvSpPr>
        <p:spPr>
          <a:xfrm>
            <a:off x="1615097" y="453428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CD1673-81E9-89E3-C421-CB30C9D0036D}"/>
              </a:ext>
            </a:extLst>
          </p:cNvPr>
          <p:cNvSpPr txBox="1"/>
          <p:nvPr/>
        </p:nvSpPr>
        <p:spPr>
          <a:xfrm>
            <a:off x="1625608" y="4861753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F6BDC3-7E9D-DC0A-C332-37C3B5FD91A9}"/>
              </a:ext>
            </a:extLst>
          </p:cNvPr>
          <p:cNvSpPr txBox="1"/>
          <p:nvPr/>
        </p:nvSpPr>
        <p:spPr>
          <a:xfrm>
            <a:off x="1625608" y="5183597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8AF4838-D779-7184-C8C8-05A7D74FF4B6}"/>
              </a:ext>
            </a:extLst>
          </p:cNvPr>
          <p:cNvSpPr/>
          <p:nvPr/>
        </p:nvSpPr>
        <p:spPr>
          <a:xfrm>
            <a:off x="2554015" y="304676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27588A-CBAD-5575-AC51-AC8D77440DCA}"/>
              </a:ext>
            </a:extLst>
          </p:cNvPr>
          <p:cNvSpPr/>
          <p:nvPr/>
        </p:nvSpPr>
        <p:spPr>
          <a:xfrm>
            <a:off x="2554015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E1BC996-F57C-C30C-2D39-ADA911E42F62}"/>
              </a:ext>
            </a:extLst>
          </p:cNvPr>
          <p:cNvSpPr/>
          <p:nvPr/>
        </p:nvSpPr>
        <p:spPr>
          <a:xfrm>
            <a:off x="2554015" y="369070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E5B6BC-B3B1-CDB1-5C81-9758D19D04B3}"/>
              </a:ext>
            </a:extLst>
          </p:cNvPr>
          <p:cNvSpPr/>
          <p:nvPr/>
        </p:nvSpPr>
        <p:spPr>
          <a:xfrm>
            <a:off x="2554015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E54EC01-F1DF-6228-DAB0-DE032CCC6277}"/>
              </a:ext>
            </a:extLst>
          </p:cNvPr>
          <p:cNvSpPr/>
          <p:nvPr/>
        </p:nvSpPr>
        <p:spPr>
          <a:xfrm>
            <a:off x="2554015" y="433063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6084F3-BABC-4CD2-1017-8F32BA80B612}"/>
              </a:ext>
            </a:extLst>
          </p:cNvPr>
          <p:cNvSpPr/>
          <p:nvPr/>
        </p:nvSpPr>
        <p:spPr>
          <a:xfrm>
            <a:off x="2554015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E478AB-F621-31D9-3613-0918541D2B73}"/>
              </a:ext>
            </a:extLst>
          </p:cNvPr>
          <p:cNvSpPr/>
          <p:nvPr/>
        </p:nvSpPr>
        <p:spPr>
          <a:xfrm>
            <a:off x="2554015" y="4974580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C25701-157B-F584-9F30-ADA3B2FFADBE}"/>
              </a:ext>
            </a:extLst>
          </p:cNvPr>
          <p:cNvSpPr/>
          <p:nvPr/>
        </p:nvSpPr>
        <p:spPr>
          <a:xfrm>
            <a:off x="2554015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0238D0-4A56-459A-C693-ED656BDAC5D7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2611822" y="5111758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8DDDE83-AEE5-0480-90CD-7CC1C280AFD8}"/>
              </a:ext>
            </a:extLst>
          </p:cNvPr>
          <p:cNvCxnSpPr>
            <a:cxnSpLocks/>
          </p:cNvCxnSpPr>
          <p:nvPr/>
        </p:nvCxnSpPr>
        <p:spPr>
          <a:xfrm>
            <a:off x="2611822" y="4469885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039B1B8-7C69-0C1D-FE69-660D145E1351}"/>
              </a:ext>
            </a:extLst>
          </p:cNvPr>
          <p:cNvCxnSpPr>
            <a:cxnSpLocks/>
          </p:cNvCxnSpPr>
          <p:nvPr/>
        </p:nvCxnSpPr>
        <p:spPr>
          <a:xfrm>
            <a:off x="2611822" y="3835579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9BA44F-3A06-FFA0-9E36-FAA722186B7D}"/>
              </a:ext>
            </a:extLst>
          </p:cNvPr>
          <p:cNvCxnSpPr>
            <a:cxnSpLocks/>
          </p:cNvCxnSpPr>
          <p:nvPr/>
        </p:nvCxnSpPr>
        <p:spPr>
          <a:xfrm>
            <a:off x="2607444" y="3182862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76FA7F4-1BDE-BF11-497B-1BD0C34F2883}"/>
              </a:ext>
            </a:extLst>
          </p:cNvPr>
          <p:cNvSpPr txBox="1"/>
          <p:nvPr/>
        </p:nvSpPr>
        <p:spPr>
          <a:xfrm>
            <a:off x="214584" y="2654810"/>
            <a:ext cx="145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Array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7C9420-7FD1-E4B2-996F-423DA8C7A888}"/>
              </a:ext>
            </a:extLst>
          </p:cNvPr>
          <p:cNvSpPr txBox="1"/>
          <p:nvPr/>
        </p:nvSpPr>
        <p:spPr>
          <a:xfrm>
            <a:off x="5098496" y="5763741"/>
            <a:ext cx="122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Iteration 4</a:t>
            </a:r>
          </a:p>
          <a:p>
            <a:pPr algn="ctr"/>
            <a:r>
              <a:rPr lang="en-US" dirty="0"/>
              <a:t>(odd)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FEF248-BF48-3191-E39E-4BCE85409920}"/>
              </a:ext>
            </a:extLst>
          </p:cNvPr>
          <p:cNvSpPr txBox="1"/>
          <p:nvPr/>
        </p:nvSpPr>
        <p:spPr>
          <a:xfrm>
            <a:off x="3163617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454497-F3B9-5B5A-F5DC-E86DF0DB1EFA}"/>
              </a:ext>
            </a:extLst>
          </p:cNvPr>
          <p:cNvSpPr txBox="1"/>
          <p:nvPr/>
        </p:nvSpPr>
        <p:spPr>
          <a:xfrm>
            <a:off x="3153107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942635-FE13-3398-7A8D-23C51301BC55}"/>
              </a:ext>
            </a:extLst>
          </p:cNvPr>
          <p:cNvSpPr txBox="1"/>
          <p:nvPr/>
        </p:nvSpPr>
        <p:spPr>
          <a:xfrm>
            <a:off x="3153107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27A4E-1D52-7978-1624-6177D1FB9030}"/>
              </a:ext>
            </a:extLst>
          </p:cNvPr>
          <p:cNvSpPr txBox="1"/>
          <p:nvPr/>
        </p:nvSpPr>
        <p:spPr>
          <a:xfrm>
            <a:off x="3163617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2CBF9-C55B-0FDA-DA6D-10D5E8685655}"/>
              </a:ext>
            </a:extLst>
          </p:cNvPr>
          <p:cNvSpPr txBox="1"/>
          <p:nvPr/>
        </p:nvSpPr>
        <p:spPr>
          <a:xfrm>
            <a:off x="3163617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5807CF-C89E-6458-376D-32FF7E9FE797}"/>
              </a:ext>
            </a:extLst>
          </p:cNvPr>
          <p:cNvSpPr txBox="1"/>
          <p:nvPr/>
        </p:nvSpPr>
        <p:spPr>
          <a:xfrm>
            <a:off x="3153106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2EDF40-72F0-C951-01B7-3692900FFB6E}"/>
              </a:ext>
            </a:extLst>
          </p:cNvPr>
          <p:cNvSpPr txBox="1"/>
          <p:nvPr/>
        </p:nvSpPr>
        <p:spPr>
          <a:xfrm>
            <a:off x="3163617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67DCA55-170B-A7F5-29BA-3542886A6C9F}"/>
              </a:ext>
            </a:extLst>
          </p:cNvPr>
          <p:cNvSpPr txBox="1"/>
          <p:nvPr/>
        </p:nvSpPr>
        <p:spPr>
          <a:xfrm>
            <a:off x="3163617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8A65AED-E338-7A2F-53A5-E671393EDAF0}"/>
              </a:ext>
            </a:extLst>
          </p:cNvPr>
          <p:cNvSpPr/>
          <p:nvPr/>
        </p:nvSpPr>
        <p:spPr>
          <a:xfrm>
            <a:off x="3976411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B14F04C-30DE-813A-0043-B47E7615EBF5}"/>
              </a:ext>
            </a:extLst>
          </p:cNvPr>
          <p:cNvSpPr/>
          <p:nvPr/>
        </p:nvSpPr>
        <p:spPr>
          <a:xfrm>
            <a:off x="3976411" y="367405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28666A6-9218-967E-FA09-2B61224F9C6C}"/>
              </a:ext>
            </a:extLst>
          </p:cNvPr>
          <p:cNvSpPr/>
          <p:nvPr/>
        </p:nvSpPr>
        <p:spPr>
          <a:xfrm>
            <a:off x="3976411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23FA71C-9262-4D25-A1F7-D52DBCE076B5}"/>
              </a:ext>
            </a:extLst>
          </p:cNvPr>
          <p:cNvSpPr/>
          <p:nvPr/>
        </p:nvSpPr>
        <p:spPr>
          <a:xfrm>
            <a:off x="3976411" y="431799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846C496-6C02-EDBB-0500-A2A62A17874C}"/>
              </a:ext>
            </a:extLst>
          </p:cNvPr>
          <p:cNvSpPr/>
          <p:nvPr/>
        </p:nvSpPr>
        <p:spPr>
          <a:xfrm>
            <a:off x="3976411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4A628C-4F8D-BF02-528D-2B43054155A9}"/>
              </a:ext>
            </a:extLst>
          </p:cNvPr>
          <p:cNvSpPr/>
          <p:nvPr/>
        </p:nvSpPr>
        <p:spPr>
          <a:xfrm>
            <a:off x="3976411" y="495792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E45C075-E6EE-CB98-3291-0434C40D8E60}"/>
              </a:ext>
            </a:extLst>
          </p:cNvPr>
          <p:cNvSpPr/>
          <p:nvPr/>
        </p:nvSpPr>
        <p:spPr>
          <a:xfrm>
            <a:off x="3976411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F960F0A-2992-19B2-E878-FB05BA14335E}"/>
              </a:ext>
            </a:extLst>
          </p:cNvPr>
          <p:cNvSpPr/>
          <p:nvPr/>
        </p:nvSpPr>
        <p:spPr>
          <a:xfrm>
            <a:off x="3967651" y="3009492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A678EAA-DBEB-7C21-D325-635FF716CABA}"/>
              </a:ext>
            </a:extLst>
          </p:cNvPr>
          <p:cNvCxnSpPr>
            <a:cxnSpLocks/>
          </p:cNvCxnSpPr>
          <p:nvPr/>
        </p:nvCxnSpPr>
        <p:spPr>
          <a:xfrm>
            <a:off x="4034218" y="4783530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A78B87E-66C5-C903-2180-EDC1DB707C98}"/>
              </a:ext>
            </a:extLst>
          </p:cNvPr>
          <p:cNvCxnSpPr>
            <a:cxnSpLocks/>
          </p:cNvCxnSpPr>
          <p:nvPr/>
        </p:nvCxnSpPr>
        <p:spPr>
          <a:xfrm>
            <a:off x="4034218" y="4149224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A13E873-F157-DDC7-6C5D-D5D4922C6AD4}"/>
              </a:ext>
            </a:extLst>
          </p:cNvPr>
          <p:cNvCxnSpPr>
            <a:cxnSpLocks/>
          </p:cNvCxnSpPr>
          <p:nvPr/>
        </p:nvCxnSpPr>
        <p:spPr>
          <a:xfrm>
            <a:off x="4029840" y="3496507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84FCE3B-9F3F-93CE-A4F0-8B31A7EDD977}"/>
              </a:ext>
            </a:extLst>
          </p:cNvPr>
          <p:cNvSpPr txBox="1"/>
          <p:nvPr/>
        </p:nvSpPr>
        <p:spPr>
          <a:xfrm>
            <a:off x="4282092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164A3F-CA03-F886-5809-E6A69364694E}"/>
              </a:ext>
            </a:extLst>
          </p:cNvPr>
          <p:cNvSpPr txBox="1"/>
          <p:nvPr/>
        </p:nvSpPr>
        <p:spPr>
          <a:xfrm>
            <a:off x="4271582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11D779-BB9B-41D1-62DD-1622AFF103AB}"/>
              </a:ext>
            </a:extLst>
          </p:cNvPr>
          <p:cNvSpPr txBox="1"/>
          <p:nvPr/>
        </p:nvSpPr>
        <p:spPr>
          <a:xfrm>
            <a:off x="4271582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8E178E4-5C06-5BE5-DCC0-D29507D3D072}"/>
              </a:ext>
            </a:extLst>
          </p:cNvPr>
          <p:cNvSpPr txBox="1"/>
          <p:nvPr/>
        </p:nvSpPr>
        <p:spPr>
          <a:xfrm>
            <a:off x="4282092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ABF04F-00FE-A2C1-3D1C-9928C557FA1A}"/>
              </a:ext>
            </a:extLst>
          </p:cNvPr>
          <p:cNvSpPr txBox="1"/>
          <p:nvPr/>
        </p:nvSpPr>
        <p:spPr>
          <a:xfrm>
            <a:off x="4282092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D39799-9DFB-4BFB-5FDF-3623219F167D}"/>
              </a:ext>
            </a:extLst>
          </p:cNvPr>
          <p:cNvSpPr txBox="1"/>
          <p:nvPr/>
        </p:nvSpPr>
        <p:spPr>
          <a:xfrm>
            <a:off x="4271581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F9523EC-A717-446A-B62D-401FEEA762AC}"/>
              </a:ext>
            </a:extLst>
          </p:cNvPr>
          <p:cNvSpPr txBox="1"/>
          <p:nvPr/>
        </p:nvSpPr>
        <p:spPr>
          <a:xfrm>
            <a:off x="4282092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0BB4D9-B8BA-368C-98EB-86ED8298D7CE}"/>
              </a:ext>
            </a:extLst>
          </p:cNvPr>
          <p:cNvSpPr txBox="1"/>
          <p:nvPr/>
        </p:nvSpPr>
        <p:spPr>
          <a:xfrm>
            <a:off x="4282092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444B2AE-DC53-A264-866C-88955040450B}"/>
              </a:ext>
            </a:extLst>
          </p:cNvPr>
          <p:cNvSpPr txBox="1"/>
          <p:nvPr/>
        </p:nvSpPr>
        <p:spPr>
          <a:xfrm>
            <a:off x="5334000" y="3811234"/>
            <a:ext cx="61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077229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A1B79-14FC-1CC3-F83C-9918F994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46C5-6D58-27B2-95E4-214444FBD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6BA66-4AB5-5D58-10BD-180C8CC1D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70127"/>
          </a:xfrm>
        </p:spPr>
        <p:txBody>
          <a:bodyPr>
            <a:normAutofit fontScale="92500"/>
          </a:bodyPr>
          <a:lstStyle/>
          <a:p>
            <a:r>
              <a:rPr lang="en-US" dirty="0"/>
              <a:t>Odd-Even Sort – Similar to bubble sort,</a:t>
            </a:r>
          </a:p>
          <a:p>
            <a:pPr lvl="1"/>
            <a:r>
              <a:rPr lang="en-US" dirty="0"/>
              <a:t>In each iteration, move small keys upwards (and large key downwards) iteratively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B2033-0DDB-896F-CDDD-07DFF1383466}"/>
              </a:ext>
            </a:extLst>
          </p:cNvPr>
          <p:cNvSpPr txBox="1"/>
          <p:nvPr/>
        </p:nvSpPr>
        <p:spPr>
          <a:xfrm>
            <a:off x="1625608" y="2930689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E8C06-86F8-FE82-FF25-7760833E18C4}"/>
              </a:ext>
            </a:extLst>
          </p:cNvPr>
          <p:cNvSpPr txBox="1"/>
          <p:nvPr/>
        </p:nvSpPr>
        <p:spPr>
          <a:xfrm>
            <a:off x="1615098" y="3252533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6B08AE-A786-CEA2-6FEF-8AA910990FCB}"/>
              </a:ext>
            </a:extLst>
          </p:cNvPr>
          <p:cNvSpPr txBox="1"/>
          <p:nvPr/>
        </p:nvSpPr>
        <p:spPr>
          <a:xfrm>
            <a:off x="1615098" y="3574377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A64F1-505D-6B71-A86F-B7A8ABCA204A}"/>
              </a:ext>
            </a:extLst>
          </p:cNvPr>
          <p:cNvSpPr txBox="1"/>
          <p:nvPr/>
        </p:nvSpPr>
        <p:spPr>
          <a:xfrm>
            <a:off x="1625608" y="3896221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140668-94C1-05BD-F915-180DE1B348FB}"/>
              </a:ext>
            </a:extLst>
          </p:cNvPr>
          <p:cNvSpPr txBox="1"/>
          <p:nvPr/>
        </p:nvSpPr>
        <p:spPr>
          <a:xfrm>
            <a:off x="1625608" y="421806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70750D-A9D2-71FF-07FB-CF63E3DC33A2}"/>
              </a:ext>
            </a:extLst>
          </p:cNvPr>
          <p:cNvSpPr txBox="1"/>
          <p:nvPr/>
        </p:nvSpPr>
        <p:spPr>
          <a:xfrm>
            <a:off x="1615097" y="4534285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4D07DA-375C-F55A-D80A-5559C839D5EB}"/>
              </a:ext>
            </a:extLst>
          </p:cNvPr>
          <p:cNvSpPr txBox="1"/>
          <p:nvPr/>
        </p:nvSpPr>
        <p:spPr>
          <a:xfrm>
            <a:off x="1625608" y="4861753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398E8-F85B-72C2-4E05-8A4BD0F11238}"/>
              </a:ext>
            </a:extLst>
          </p:cNvPr>
          <p:cNvSpPr txBox="1"/>
          <p:nvPr/>
        </p:nvSpPr>
        <p:spPr>
          <a:xfrm>
            <a:off x="1625608" y="5183597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911B855-6BC0-64A8-D541-F76127129752}"/>
              </a:ext>
            </a:extLst>
          </p:cNvPr>
          <p:cNvSpPr/>
          <p:nvPr/>
        </p:nvSpPr>
        <p:spPr>
          <a:xfrm>
            <a:off x="2554015" y="304676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1CA287E-5FF4-7E7D-A52F-0D148CFD8EA6}"/>
              </a:ext>
            </a:extLst>
          </p:cNvPr>
          <p:cNvSpPr/>
          <p:nvPr/>
        </p:nvSpPr>
        <p:spPr>
          <a:xfrm>
            <a:off x="2554015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343D479-4A22-4173-4093-8032E1D5738C}"/>
              </a:ext>
            </a:extLst>
          </p:cNvPr>
          <p:cNvSpPr/>
          <p:nvPr/>
        </p:nvSpPr>
        <p:spPr>
          <a:xfrm>
            <a:off x="2554015" y="369070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5F85D6-23BE-8E4D-CC0E-F4AECD26172F}"/>
              </a:ext>
            </a:extLst>
          </p:cNvPr>
          <p:cNvSpPr/>
          <p:nvPr/>
        </p:nvSpPr>
        <p:spPr>
          <a:xfrm>
            <a:off x="2554015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16C5F2-FEA1-6BAF-9DB0-5BCC6CA840CF}"/>
              </a:ext>
            </a:extLst>
          </p:cNvPr>
          <p:cNvSpPr/>
          <p:nvPr/>
        </p:nvSpPr>
        <p:spPr>
          <a:xfrm>
            <a:off x="2554015" y="433063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08A226B-F409-F792-952B-8E38DB2DD367}"/>
              </a:ext>
            </a:extLst>
          </p:cNvPr>
          <p:cNvSpPr/>
          <p:nvPr/>
        </p:nvSpPr>
        <p:spPr>
          <a:xfrm>
            <a:off x="2554015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68F5DA-F093-545E-B6EE-5775EE0B9220}"/>
              </a:ext>
            </a:extLst>
          </p:cNvPr>
          <p:cNvSpPr/>
          <p:nvPr/>
        </p:nvSpPr>
        <p:spPr>
          <a:xfrm>
            <a:off x="2554015" y="4974580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F303205-98E2-DA59-9FF9-4CF30F836B6C}"/>
              </a:ext>
            </a:extLst>
          </p:cNvPr>
          <p:cNvSpPr/>
          <p:nvPr/>
        </p:nvSpPr>
        <p:spPr>
          <a:xfrm>
            <a:off x="2554015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078A32-7F8B-075F-E307-D6ACFD1D36A6}"/>
              </a:ext>
            </a:extLst>
          </p:cNvPr>
          <p:cNvCxnSpPr>
            <a:cxnSpLocks/>
            <a:stCxn id="22" idx="4"/>
            <a:endCxn id="23" idx="0"/>
          </p:cNvCxnSpPr>
          <p:nvPr/>
        </p:nvCxnSpPr>
        <p:spPr>
          <a:xfrm>
            <a:off x="2611822" y="5111758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F6B5ADF-7D12-8595-9850-0E09F8CCF4D8}"/>
              </a:ext>
            </a:extLst>
          </p:cNvPr>
          <p:cNvCxnSpPr>
            <a:cxnSpLocks/>
          </p:cNvCxnSpPr>
          <p:nvPr/>
        </p:nvCxnSpPr>
        <p:spPr>
          <a:xfrm>
            <a:off x="2611822" y="4469885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3C35AA-E3D8-06A3-EF28-70CAB2CE55A4}"/>
              </a:ext>
            </a:extLst>
          </p:cNvPr>
          <p:cNvCxnSpPr>
            <a:cxnSpLocks/>
          </p:cNvCxnSpPr>
          <p:nvPr/>
        </p:nvCxnSpPr>
        <p:spPr>
          <a:xfrm>
            <a:off x="2611822" y="3835579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B98C5D-3408-64DA-EF11-ADFBDC7A6674}"/>
              </a:ext>
            </a:extLst>
          </p:cNvPr>
          <p:cNvCxnSpPr>
            <a:cxnSpLocks/>
          </p:cNvCxnSpPr>
          <p:nvPr/>
        </p:nvCxnSpPr>
        <p:spPr>
          <a:xfrm>
            <a:off x="2607444" y="3182862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C868CA2-3D93-477A-357F-260538366802}"/>
              </a:ext>
            </a:extLst>
          </p:cNvPr>
          <p:cNvSpPr txBox="1"/>
          <p:nvPr/>
        </p:nvSpPr>
        <p:spPr>
          <a:xfrm>
            <a:off x="214584" y="2654810"/>
            <a:ext cx="1456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Array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5E7D30-62BA-6322-C951-83629F61398B}"/>
              </a:ext>
            </a:extLst>
          </p:cNvPr>
          <p:cNvSpPr txBox="1"/>
          <p:nvPr/>
        </p:nvSpPr>
        <p:spPr>
          <a:xfrm>
            <a:off x="5098496" y="5763741"/>
            <a:ext cx="122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Iteration 8</a:t>
            </a:r>
          </a:p>
          <a:p>
            <a:pPr algn="ctr"/>
            <a:r>
              <a:rPr lang="en-US" dirty="0"/>
              <a:t>(odd)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A5E785-485B-E3E9-425D-6645D3E29B13}"/>
              </a:ext>
            </a:extLst>
          </p:cNvPr>
          <p:cNvSpPr txBox="1"/>
          <p:nvPr/>
        </p:nvSpPr>
        <p:spPr>
          <a:xfrm>
            <a:off x="3163617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0BB6B2-8C8A-BC2B-C65A-1C08E4687E6F}"/>
              </a:ext>
            </a:extLst>
          </p:cNvPr>
          <p:cNvSpPr txBox="1"/>
          <p:nvPr/>
        </p:nvSpPr>
        <p:spPr>
          <a:xfrm>
            <a:off x="3153107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F04965-838A-B206-93D0-6530078BFBFE}"/>
              </a:ext>
            </a:extLst>
          </p:cNvPr>
          <p:cNvSpPr txBox="1"/>
          <p:nvPr/>
        </p:nvSpPr>
        <p:spPr>
          <a:xfrm>
            <a:off x="3153107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E97CED-F804-43D8-0F54-F4D6B5B2FA42}"/>
              </a:ext>
            </a:extLst>
          </p:cNvPr>
          <p:cNvSpPr txBox="1"/>
          <p:nvPr/>
        </p:nvSpPr>
        <p:spPr>
          <a:xfrm>
            <a:off x="3163617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BBCEAC-BA98-D61F-66D3-C374F42E27FA}"/>
              </a:ext>
            </a:extLst>
          </p:cNvPr>
          <p:cNvSpPr txBox="1"/>
          <p:nvPr/>
        </p:nvSpPr>
        <p:spPr>
          <a:xfrm>
            <a:off x="3163617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C11F68-C372-7448-C745-E7A3A7E01F17}"/>
              </a:ext>
            </a:extLst>
          </p:cNvPr>
          <p:cNvSpPr txBox="1"/>
          <p:nvPr/>
        </p:nvSpPr>
        <p:spPr>
          <a:xfrm>
            <a:off x="3153106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11B205-159E-34B5-234E-0D6BD8375136}"/>
              </a:ext>
            </a:extLst>
          </p:cNvPr>
          <p:cNvSpPr txBox="1"/>
          <p:nvPr/>
        </p:nvSpPr>
        <p:spPr>
          <a:xfrm>
            <a:off x="3163617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9A921C-746F-F0C5-31D8-85540E647636}"/>
              </a:ext>
            </a:extLst>
          </p:cNvPr>
          <p:cNvSpPr txBox="1"/>
          <p:nvPr/>
        </p:nvSpPr>
        <p:spPr>
          <a:xfrm>
            <a:off x="3163617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E8D42B-20E4-1C35-F319-FC7657C517B6}"/>
              </a:ext>
            </a:extLst>
          </p:cNvPr>
          <p:cNvSpPr/>
          <p:nvPr/>
        </p:nvSpPr>
        <p:spPr>
          <a:xfrm>
            <a:off x="3976411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CC8112-B41D-1ECB-7B5D-A23A96F882F6}"/>
              </a:ext>
            </a:extLst>
          </p:cNvPr>
          <p:cNvSpPr/>
          <p:nvPr/>
        </p:nvSpPr>
        <p:spPr>
          <a:xfrm>
            <a:off x="3976411" y="367405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D7FCAB-77E6-975B-2B2F-8740AE4ACDA9}"/>
              </a:ext>
            </a:extLst>
          </p:cNvPr>
          <p:cNvSpPr/>
          <p:nvPr/>
        </p:nvSpPr>
        <p:spPr>
          <a:xfrm>
            <a:off x="3976411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5B8B0D-D966-BD63-A000-FE2F5071ADED}"/>
              </a:ext>
            </a:extLst>
          </p:cNvPr>
          <p:cNvSpPr/>
          <p:nvPr/>
        </p:nvSpPr>
        <p:spPr>
          <a:xfrm>
            <a:off x="3976411" y="431799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23AEC7-B6B0-FC36-9E56-8BAECDF29DDB}"/>
              </a:ext>
            </a:extLst>
          </p:cNvPr>
          <p:cNvSpPr/>
          <p:nvPr/>
        </p:nvSpPr>
        <p:spPr>
          <a:xfrm>
            <a:off x="3976411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4097F3D-5C45-5678-1DE1-9575C53CDB5D}"/>
              </a:ext>
            </a:extLst>
          </p:cNvPr>
          <p:cNvSpPr/>
          <p:nvPr/>
        </p:nvSpPr>
        <p:spPr>
          <a:xfrm>
            <a:off x="3976411" y="495792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867BDA7-9E90-F016-2275-80B153A9BFC3}"/>
              </a:ext>
            </a:extLst>
          </p:cNvPr>
          <p:cNvSpPr/>
          <p:nvPr/>
        </p:nvSpPr>
        <p:spPr>
          <a:xfrm>
            <a:off x="3976411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4D69B4-1BCF-0124-D06D-380A2AAC77CF}"/>
              </a:ext>
            </a:extLst>
          </p:cNvPr>
          <p:cNvSpPr/>
          <p:nvPr/>
        </p:nvSpPr>
        <p:spPr>
          <a:xfrm>
            <a:off x="3967651" y="3009492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FEA03B4-FCA1-34B1-BD24-0F6B824A87D8}"/>
              </a:ext>
            </a:extLst>
          </p:cNvPr>
          <p:cNvCxnSpPr>
            <a:cxnSpLocks/>
          </p:cNvCxnSpPr>
          <p:nvPr/>
        </p:nvCxnSpPr>
        <p:spPr>
          <a:xfrm>
            <a:off x="4034218" y="4783530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C597886-F658-7D24-617B-6668B4102E02}"/>
              </a:ext>
            </a:extLst>
          </p:cNvPr>
          <p:cNvCxnSpPr>
            <a:cxnSpLocks/>
          </p:cNvCxnSpPr>
          <p:nvPr/>
        </p:nvCxnSpPr>
        <p:spPr>
          <a:xfrm>
            <a:off x="4034218" y="4149224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1AC93D-FD3F-CD49-4695-5A5B992A39F9}"/>
              </a:ext>
            </a:extLst>
          </p:cNvPr>
          <p:cNvCxnSpPr>
            <a:cxnSpLocks/>
          </p:cNvCxnSpPr>
          <p:nvPr/>
        </p:nvCxnSpPr>
        <p:spPr>
          <a:xfrm>
            <a:off x="4029840" y="3496507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622284F-52A4-AE10-274E-EB34DB151D7C}"/>
              </a:ext>
            </a:extLst>
          </p:cNvPr>
          <p:cNvSpPr txBox="1"/>
          <p:nvPr/>
        </p:nvSpPr>
        <p:spPr>
          <a:xfrm>
            <a:off x="4282092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32822C5-B7E5-A0B9-AFE4-3742BF4EB6FC}"/>
              </a:ext>
            </a:extLst>
          </p:cNvPr>
          <p:cNvSpPr txBox="1"/>
          <p:nvPr/>
        </p:nvSpPr>
        <p:spPr>
          <a:xfrm>
            <a:off x="4271582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B5B2D0F-EE73-7A1B-365A-83077E76ED01}"/>
              </a:ext>
            </a:extLst>
          </p:cNvPr>
          <p:cNvSpPr txBox="1"/>
          <p:nvPr/>
        </p:nvSpPr>
        <p:spPr>
          <a:xfrm>
            <a:off x="4271582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5BA083-F799-FD96-5C50-503B9BF13BDC}"/>
              </a:ext>
            </a:extLst>
          </p:cNvPr>
          <p:cNvSpPr txBox="1"/>
          <p:nvPr/>
        </p:nvSpPr>
        <p:spPr>
          <a:xfrm>
            <a:off x="4282092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1CDC74-4906-A2D3-54DB-22FA81CBE865}"/>
              </a:ext>
            </a:extLst>
          </p:cNvPr>
          <p:cNvSpPr txBox="1"/>
          <p:nvPr/>
        </p:nvSpPr>
        <p:spPr>
          <a:xfrm>
            <a:off x="4282092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EDDC59-8453-BEA6-FF9A-ABCFDF4F51F6}"/>
              </a:ext>
            </a:extLst>
          </p:cNvPr>
          <p:cNvSpPr txBox="1"/>
          <p:nvPr/>
        </p:nvSpPr>
        <p:spPr>
          <a:xfrm>
            <a:off x="4271581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8089D9-3E07-0243-FBBF-C5CBC27109AC}"/>
              </a:ext>
            </a:extLst>
          </p:cNvPr>
          <p:cNvSpPr txBox="1"/>
          <p:nvPr/>
        </p:nvSpPr>
        <p:spPr>
          <a:xfrm>
            <a:off x="4282092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2D9E78-1FFF-B022-8519-9733150CDD87}"/>
              </a:ext>
            </a:extLst>
          </p:cNvPr>
          <p:cNvSpPr txBox="1"/>
          <p:nvPr/>
        </p:nvSpPr>
        <p:spPr>
          <a:xfrm>
            <a:off x="4282092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C44792-3C11-7DC8-C26A-9B4C862CA07E}"/>
              </a:ext>
            </a:extLst>
          </p:cNvPr>
          <p:cNvSpPr txBox="1"/>
          <p:nvPr/>
        </p:nvSpPr>
        <p:spPr>
          <a:xfrm>
            <a:off x="5334000" y="3811234"/>
            <a:ext cx="61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8C7C3B2-7FF3-0E24-D710-7E761FFB6AB9}"/>
              </a:ext>
            </a:extLst>
          </p:cNvPr>
          <p:cNvSpPr/>
          <p:nvPr/>
        </p:nvSpPr>
        <p:spPr>
          <a:xfrm>
            <a:off x="7066794" y="3360411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999B2CA-2BA3-F356-1709-EF3AF4F97AE0}"/>
              </a:ext>
            </a:extLst>
          </p:cNvPr>
          <p:cNvSpPr/>
          <p:nvPr/>
        </p:nvSpPr>
        <p:spPr>
          <a:xfrm>
            <a:off x="7066794" y="3674056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9179201-612B-60A1-760A-DD25548EA64C}"/>
              </a:ext>
            </a:extLst>
          </p:cNvPr>
          <p:cNvSpPr/>
          <p:nvPr/>
        </p:nvSpPr>
        <p:spPr>
          <a:xfrm>
            <a:off x="7066794" y="400435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53173D2-1E30-42EF-85D2-98041116103E}"/>
              </a:ext>
            </a:extLst>
          </p:cNvPr>
          <p:cNvSpPr/>
          <p:nvPr/>
        </p:nvSpPr>
        <p:spPr>
          <a:xfrm>
            <a:off x="7066794" y="431799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1FFCFF1-D228-34A7-92CB-8F00E8583774}"/>
              </a:ext>
            </a:extLst>
          </p:cNvPr>
          <p:cNvSpPr/>
          <p:nvPr/>
        </p:nvSpPr>
        <p:spPr>
          <a:xfrm>
            <a:off x="7066794" y="4644283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813F064-0E3A-673E-DA75-E18D84F9A256}"/>
              </a:ext>
            </a:extLst>
          </p:cNvPr>
          <p:cNvSpPr/>
          <p:nvPr/>
        </p:nvSpPr>
        <p:spPr>
          <a:xfrm>
            <a:off x="7066794" y="4957928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11C3DCA-ADCE-C5F9-741F-0D82EFB2526B}"/>
              </a:ext>
            </a:extLst>
          </p:cNvPr>
          <p:cNvSpPr/>
          <p:nvPr/>
        </p:nvSpPr>
        <p:spPr>
          <a:xfrm>
            <a:off x="7066794" y="5288225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9490C58-74D5-8D83-4259-945A76D029FF}"/>
              </a:ext>
            </a:extLst>
          </p:cNvPr>
          <p:cNvSpPr/>
          <p:nvPr/>
        </p:nvSpPr>
        <p:spPr>
          <a:xfrm>
            <a:off x="7058034" y="3009492"/>
            <a:ext cx="115613" cy="13717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763A3DF-4F32-0FA9-C9AC-18330CE05F57}"/>
              </a:ext>
            </a:extLst>
          </p:cNvPr>
          <p:cNvCxnSpPr>
            <a:cxnSpLocks/>
          </p:cNvCxnSpPr>
          <p:nvPr/>
        </p:nvCxnSpPr>
        <p:spPr>
          <a:xfrm>
            <a:off x="7124601" y="4783530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26AFE09-AA3B-C01D-E885-06FCE2C87227}"/>
              </a:ext>
            </a:extLst>
          </p:cNvPr>
          <p:cNvCxnSpPr>
            <a:cxnSpLocks/>
          </p:cNvCxnSpPr>
          <p:nvPr/>
        </p:nvCxnSpPr>
        <p:spPr>
          <a:xfrm>
            <a:off x="7124601" y="4149224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48F1C50-A1E0-173B-2593-8E4F39DE1880}"/>
              </a:ext>
            </a:extLst>
          </p:cNvPr>
          <p:cNvCxnSpPr>
            <a:cxnSpLocks/>
          </p:cNvCxnSpPr>
          <p:nvPr/>
        </p:nvCxnSpPr>
        <p:spPr>
          <a:xfrm>
            <a:off x="7120223" y="3496507"/>
            <a:ext cx="0" cy="176467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E082782D-ED08-0CC3-FB8C-1E9726DA7E3A}"/>
              </a:ext>
            </a:extLst>
          </p:cNvPr>
          <p:cNvSpPr txBox="1"/>
          <p:nvPr/>
        </p:nvSpPr>
        <p:spPr>
          <a:xfrm>
            <a:off x="7372475" y="2898938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97C1DF-FD11-9633-431D-DBB3745CA17B}"/>
              </a:ext>
            </a:extLst>
          </p:cNvPr>
          <p:cNvSpPr txBox="1"/>
          <p:nvPr/>
        </p:nvSpPr>
        <p:spPr>
          <a:xfrm>
            <a:off x="7361965" y="3220782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20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626A668-1255-A5A6-426B-AFC6AAAC309E}"/>
              </a:ext>
            </a:extLst>
          </p:cNvPr>
          <p:cNvSpPr txBox="1"/>
          <p:nvPr/>
        </p:nvSpPr>
        <p:spPr>
          <a:xfrm>
            <a:off x="7361965" y="3542626"/>
            <a:ext cx="45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EAD029-4C0D-39EA-4054-80DCF24BD995}"/>
              </a:ext>
            </a:extLst>
          </p:cNvPr>
          <p:cNvSpPr txBox="1"/>
          <p:nvPr/>
        </p:nvSpPr>
        <p:spPr>
          <a:xfrm>
            <a:off x="7372475" y="3864470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40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BDD0F9-E9F3-A2F2-AF68-BAED7705461B}"/>
              </a:ext>
            </a:extLst>
          </p:cNvPr>
          <p:cNvSpPr txBox="1"/>
          <p:nvPr/>
        </p:nvSpPr>
        <p:spPr>
          <a:xfrm>
            <a:off x="7372475" y="418631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50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7A7D7AA-C88B-53DA-7309-232CA4A54A85}"/>
              </a:ext>
            </a:extLst>
          </p:cNvPr>
          <p:cNvSpPr txBox="1"/>
          <p:nvPr/>
        </p:nvSpPr>
        <p:spPr>
          <a:xfrm>
            <a:off x="7361964" y="4502534"/>
            <a:ext cx="44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60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EA0BFF-AF39-BAEE-F9C1-FFC57F749B6D}"/>
              </a:ext>
            </a:extLst>
          </p:cNvPr>
          <p:cNvSpPr txBox="1"/>
          <p:nvPr/>
        </p:nvSpPr>
        <p:spPr>
          <a:xfrm>
            <a:off x="7372475" y="4830002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70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43D56E1-309A-E3FE-C63E-C98BACCECECF}"/>
              </a:ext>
            </a:extLst>
          </p:cNvPr>
          <p:cNvSpPr txBox="1"/>
          <p:nvPr/>
        </p:nvSpPr>
        <p:spPr>
          <a:xfrm>
            <a:off x="7372475" y="5151846"/>
            <a:ext cx="444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80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6CACEA3-099D-2ACC-23A7-7341966C8306}"/>
              </a:ext>
            </a:extLst>
          </p:cNvPr>
          <p:cNvSpPr txBox="1"/>
          <p:nvPr/>
        </p:nvSpPr>
        <p:spPr>
          <a:xfrm>
            <a:off x="7806893" y="5763741"/>
            <a:ext cx="3613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Ungraded HW Assignment: Can you simulate the steps of all 8 iterations</a:t>
            </a:r>
          </a:p>
        </p:txBody>
      </p:sp>
    </p:spTree>
    <p:extLst>
      <p:ext uri="{BB962C8B-B14F-4D97-AF65-F5344CB8AC3E}">
        <p14:creationId xmlns:p14="http://schemas.microsoft.com/office/powerpoint/2010/main" val="16087486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7D16-3A4B-F538-BBDC-E6133E885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pic>
        <p:nvPicPr>
          <p:cNvPr id="5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B46F6FEF-C12E-1262-5F5B-420734F95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75" y="1766886"/>
            <a:ext cx="3333750" cy="34004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7462D3-36D2-56BE-5EAF-78766DCA90B5}"/>
              </a:ext>
            </a:extLst>
          </p:cNvPr>
          <p:cNvSpPr txBox="1"/>
          <p:nvPr/>
        </p:nvSpPr>
        <p:spPr>
          <a:xfrm>
            <a:off x="2019300" y="5167311"/>
            <a:ext cx="80105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Entire Sorting Network – Arrow can be used to represent the direction of comparison</a:t>
            </a:r>
          </a:p>
          <a:p>
            <a:endParaRPr lang="en-US" dirty="0"/>
          </a:p>
          <a:p>
            <a:r>
              <a:rPr lang="en-US" dirty="0"/>
              <a:t>https://developer.nvidia.com/gpugems/gpugems2/part-vi-simulation-and-numerical-algorithms/chapter-46-improved-gpu-sorting</a:t>
            </a:r>
          </a:p>
        </p:txBody>
      </p:sp>
    </p:spTree>
    <p:extLst>
      <p:ext uri="{BB962C8B-B14F-4D97-AF65-F5344CB8AC3E}">
        <p14:creationId xmlns:p14="http://schemas.microsoft.com/office/powerpoint/2010/main" val="14311478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C0DD-A113-D6F2-97D9-96311248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26BC2-5F7F-E893-9B64-BF29F0A091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Odd-Even Sort</a:t>
                </a:r>
              </a:p>
              <a:p>
                <a:endParaRPr lang="en-US" dirty="0"/>
              </a:p>
              <a:p>
                <a:r>
                  <a:rPr lang="en-US" dirty="0"/>
                  <a:t>For an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elements, terminates in at most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endParaRPr lang="en-US" dirty="0"/>
              </a:p>
              <a:p>
                <a:r>
                  <a:rPr lang="en-US" dirty="0"/>
                  <a:t>Serial Complexity: </a:t>
                </a:r>
                <a:r>
                  <a:rPr lang="en-US" dirty="0">
                    <a:solidFill>
                      <a:srgbClr val="C00000"/>
                    </a:solidFill>
                  </a:rPr>
                  <a:t>??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126BC2-5F7F-E893-9B64-BF29F0A09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459872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19D3-5316-6BA7-6AD1-31A23930A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8D92-E015-7133-DF53-56BEB98E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F99D5-08FE-2507-32F8-E71E7C1B13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Odd-Even Sort</a:t>
                </a:r>
              </a:p>
              <a:p>
                <a:endParaRPr lang="en-US" dirty="0"/>
              </a:p>
              <a:p>
                <a:r>
                  <a:rPr lang="en-US" dirty="0"/>
                  <a:t>For an array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elements, terminates in at most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iterations</a:t>
                </a:r>
              </a:p>
              <a:p>
                <a:endParaRPr lang="en-US" dirty="0"/>
              </a:p>
              <a:p>
                <a:r>
                  <a:rPr lang="en-US" dirty="0"/>
                  <a:t>Serial Complexity: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6F99D5-08FE-2507-32F8-E71E7C1B13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86414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802E-2FB0-AE8B-FF12-63DC24EB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59EDC-6A35-AF66-CE47-942662580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4225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How do we parallelize?</a:t>
            </a:r>
          </a:p>
        </p:txBody>
      </p:sp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C6966417-E57F-9D37-EE4D-6E716BF2D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75" y="2824161"/>
            <a:ext cx="333375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298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C3DB-B284-876E-0B2A-BC295D5D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9389-2939-489D-260E-4B99B180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9730E6-3778-346D-30FC-6A09E10357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9730E6-3778-346D-30FC-6A09E1035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3CC3DF1F-187F-CAC3-EA8C-550888BC8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75" y="2824161"/>
            <a:ext cx="3333750" cy="340042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0045D35-EBCD-2C65-E38E-4C9F9FE3BF9B}"/>
              </a:ext>
            </a:extLst>
          </p:cNvPr>
          <p:cNvGrpSpPr/>
          <p:nvPr/>
        </p:nvGrpSpPr>
        <p:grpSpPr>
          <a:xfrm>
            <a:off x="3478555" y="3101584"/>
            <a:ext cx="405397" cy="422487"/>
            <a:chOff x="2906701" y="2603647"/>
            <a:chExt cx="611619" cy="49683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B3C6856-73E6-AB6A-1919-25208CCCDB5D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D011585-9631-D953-3764-F98B482BAD58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30CB370-FE73-A8A3-CF3C-3B2E58EDFF09}"/>
              </a:ext>
            </a:extLst>
          </p:cNvPr>
          <p:cNvGrpSpPr/>
          <p:nvPr/>
        </p:nvGrpSpPr>
        <p:grpSpPr>
          <a:xfrm>
            <a:off x="3444823" y="3893786"/>
            <a:ext cx="479054" cy="422487"/>
            <a:chOff x="2906701" y="2603647"/>
            <a:chExt cx="722744" cy="49683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42FDB73-E3B2-FDA7-65F3-AACF973177D7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6BA0D69-8D55-BFC1-A65F-EB8D2AF6A90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6BA0D69-8D55-BFC1-A65F-EB8D2AF6A9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E0A767-C6C9-0F44-B63F-2EC9A779D6E4}"/>
              </a:ext>
            </a:extLst>
          </p:cNvPr>
          <p:cNvGrpSpPr/>
          <p:nvPr/>
        </p:nvGrpSpPr>
        <p:grpSpPr>
          <a:xfrm>
            <a:off x="3446648" y="4646638"/>
            <a:ext cx="479054" cy="422487"/>
            <a:chOff x="2906701" y="2603647"/>
            <a:chExt cx="722744" cy="49683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5E5A536-E11A-7526-FD9C-4B4F9BEBD5DE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D17E593-7BD5-8635-5679-EF3F1FF1CB18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D17E593-7BD5-8635-5679-EF3F1FF1CB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478BE7A-5C2D-902A-F148-63ACCF9E0738}"/>
              </a:ext>
            </a:extLst>
          </p:cNvPr>
          <p:cNvGrpSpPr/>
          <p:nvPr/>
        </p:nvGrpSpPr>
        <p:grpSpPr>
          <a:xfrm>
            <a:off x="3493245" y="5386069"/>
            <a:ext cx="479054" cy="422487"/>
            <a:chOff x="2906701" y="2603647"/>
            <a:chExt cx="722744" cy="49683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28EB689-792F-5425-23A8-915FC5253B8E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D7BF291-AF9B-540D-3D00-38E1EB49EFD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8D7BF291-AF9B-540D-3D00-38E1EB49E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931954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23CE-D14D-615C-E212-7E2CAA24D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DB6FF-00BA-619F-3CDC-D28F9E199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EF52A-E714-A8E9-5E84-0C42D5665F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5EF52A-E714-A8E9-5E84-0C42D5665F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4FC44694-0CA1-E785-3DA3-40C6CE8B2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75" y="2824161"/>
            <a:ext cx="3333750" cy="3400425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227439A-27D9-BD4D-1220-BF3FE41DE085}"/>
              </a:ext>
            </a:extLst>
          </p:cNvPr>
          <p:cNvGrpSpPr/>
          <p:nvPr/>
        </p:nvGrpSpPr>
        <p:grpSpPr>
          <a:xfrm>
            <a:off x="4278655" y="3429000"/>
            <a:ext cx="405397" cy="422487"/>
            <a:chOff x="2906701" y="2603647"/>
            <a:chExt cx="611619" cy="496835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A63C929-B5DC-7AC8-FF21-CB9D5B7722A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60FAB078-F2C2-43AA-F5DA-4068026F369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83B009C-6921-CB6C-DFEF-66B9FFF42422}"/>
              </a:ext>
            </a:extLst>
          </p:cNvPr>
          <p:cNvGrpSpPr/>
          <p:nvPr/>
        </p:nvGrpSpPr>
        <p:grpSpPr>
          <a:xfrm>
            <a:off x="4244923" y="4221202"/>
            <a:ext cx="479054" cy="422487"/>
            <a:chOff x="2906701" y="2603647"/>
            <a:chExt cx="722744" cy="496835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EFA2A9A-5718-F1DF-3806-7AD38272AC9E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7D4B256-DC26-FC7C-2686-95A210B165C2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7D4B256-DC26-FC7C-2686-95A210B16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F11011-DEDF-7128-21E8-F2BC9D97EF72}"/>
              </a:ext>
            </a:extLst>
          </p:cNvPr>
          <p:cNvGrpSpPr/>
          <p:nvPr/>
        </p:nvGrpSpPr>
        <p:grpSpPr>
          <a:xfrm>
            <a:off x="4246748" y="4974054"/>
            <a:ext cx="479054" cy="422487"/>
            <a:chOff x="2906701" y="2603647"/>
            <a:chExt cx="722744" cy="496835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1037B0F-9579-9EF8-6589-4D0F228CF101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62FE258-193C-4E63-761B-108C1E356138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62FE258-193C-4E63-761B-108C1E3561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850107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0645-8AEF-0F41-FE28-2AB4F8F8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6340-1E19-B5D1-4E10-33A9A8B8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7ABB1-E436-CA71-0D80-9B6B63AA76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57ABB1-E436-CA71-0D80-9B6B63AA76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3E669799-A297-FEC4-B63C-33ECC24F5F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75" y="2824161"/>
            <a:ext cx="3333750" cy="3400425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1151E019-2DA1-22FC-E12B-A391CBF00465}"/>
              </a:ext>
            </a:extLst>
          </p:cNvPr>
          <p:cNvGrpSpPr/>
          <p:nvPr/>
        </p:nvGrpSpPr>
        <p:grpSpPr>
          <a:xfrm>
            <a:off x="4656912" y="3060724"/>
            <a:ext cx="405397" cy="422487"/>
            <a:chOff x="2906701" y="2603647"/>
            <a:chExt cx="611619" cy="496835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005FECA-7DFB-4C48-8677-D5A7CFE401E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DBF3AFEF-D335-F735-99E8-4EFFA0F52DAE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CFE0AE5-BC8E-F510-350D-B9C0F383024B}"/>
              </a:ext>
            </a:extLst>
          </p:cNvPr>
          <p:cNvGrpSpPr/>
          <p:nvPr/>
        </p:nvGrpSpPr>
        <p:grpSpPr>
          <a:xfrm>
            <a:off x="4623180" y="3852926"/>
            <a:ext cx="479054" cy="422487"/>
            <a:chOff x="2906701" y="2603647"/>
            <a:chExt cx="722744" cy="496835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A2E9926-027A-1010-63E1-F911E55FFEF9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CF635C2-75F7-FBC6-5F58-680298C16519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CF635C2-75F7-FBC6-5F58-680298C165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912A1B-18D0-C9D3-33F0-160DB9975C41}"/>
              </a:ext>
            </a:extLst>
          </p:cNvPr>
          <p:cNvGrpSpPr/>
          <p:nvPr/>
        </p:nvGrpSpPr>
        <p:grpSpPr>
          <a:xfrm>
            <a:off x="4625005" y="4605778"/>
            <a:ext cx="479054" cy="422487"/>
            <a:chOff x="2906701" y="2603647"/>
            <a:chExt cx="722744" cy="496835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9A0E8B3-8F81-5325-6FCC-3CE5EA863BD1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BD3E677-EF76-FCD9-5EA8-1454A4A388A5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EBD3E677-EF76-FCD9-5EA8-1454A4A38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B1BCD02-A2FA-E9FD-2E56-6FA707DC2A1D}"/>
              </a:ext>
            </a:extLst>
          </p:cNvPr>
          <p:cNvGrpSpPr/>
          <p:nvPr/>
        </p:nvGrpSpPr>
        <p:grpSpPr>
          <a:xfrm>
            <a:off x="4671602" y="5345209"/>
            <a:ext cx="479054" cy="422487"/>
            <a:chOff x="2906701" y="2603647"/>
            <a:chExt cx="722744" cy="496835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DE04AE4-AE33-F056-9093-245C0E7DB7BD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234BDA-6647-2D7D-56A5-38185D901DF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234BDA-6647-2D7D-56A5-38185D901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202126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07B3-C10A-2AC5-CD08-9F628B6F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92D57-1FEE-F4EF-45D7-698FC43BB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0F8F82-D40B-9533-1969-371D44E2AA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0F8F82-D40B-9533-1969-371D44E2AA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DB9E031B-701A-D67D-9829-EB9DF7FF5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75" y="2824161"/>
            <a:ext cx="3333750" cy="3400425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91EC728B-40F7-E5F9-672F-31AF0D0E81B9}"/>
              </a:ext>
            </a:extLst>
          </p:cNvPr>
          <p:cNvGrpSpPr/>
          <p:nvPr/>
        </p:nvGrpSpPr>
        <p:grpSpPr>
          <a:xfrm>
            <a:off x="5076930" y="3501720"/>
            <a:ext cx="405397" cy="422487"/>
            <a:chOff x="2906701" y="2603647"/>
            <a:chExt cx="611619" cy="496835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75D16DE-C507-ABE2-8295-8E3B80C54401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CA3E595-8041-1ECC-37FB-655B2ACC0A87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D5C400F-58A7-0F83-48FC-6CA9D83D318C}"/>
              </a:ext>
            </a:extLst>
          </p:cNvPr>
          <p:cNvGrpSpPr/>
          <p:nvPr/>
        </p:nvGrpSpPr>
        <p:grpSpPr>
          <a:xfrm>
            <a:off x="5043198" y="4293922"/>
            <a:ext cx="479054" cy="422487"/>
            <a:chOff x="2906701" y="2603647"/>
            <a:chExt cx="722744" cy="496835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ACB7430-2207-5B73-2DE3-0ECD40C9B2A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F714B16-8769-9DE6-E916-3CE34BF906DC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F714B16-8769-9DE6-E916-3CE34BF906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440C6A4-CB83-1260-64FF-6616BDBC8C3C}"/>
              </a:ext>
            </a:extLst>
          </p:cNvPr>
          <p:cNvGrpSpPr/>
          <p:nvPr/>
        </p:nvGrpSpPr>
        <p:grpSpPr>
          <a:xfrm>
            <a:off x="5045023" y="5046774"/>
            <a:ext cx="479054" cy="422487"/>
            <a:chOff x="2906701" y="2603647"/>
            <a:chExt cx="722744" cy="496835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33E10E1-A2B6-CEAE-6C52-CE2E92D30712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1E21404-2C54-8E83-37F6-A5C5E1375BC7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1E21404-2C54-8E83-37F6-A5C5E1375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953532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54E8A-3390-BB2F-E16B-983FBAC6C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06B5D-E145-A2C2-64F6-9A3AA1C4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5179E-3725-C47D-D918-25D524F14C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5179E-3725-C47D-D918-25D524F14C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772D9479-5947-CD80-894F-981B7B146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475" y="3023349"/>
            <a:ext cx="3333750" cy="34004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C61AF91-8406-C5A6-478E-C6A2A600C296}"/>
              </a:ext>
            </a:extLst>
          </p:cNvPr>
          <p:cNvGrpSpPr/>
          <p:nvPr/>
        </p:nvGrpSpPr>
        <p:grpSpPr>
          <a:xfrm>
            <a:off x="5174005" y="3320659"/>
            <a:ext cx="405397" cy="422487"/>
            <a:chOff x="2906701" y="2603647"/>
            <a:chExt cx="611619" cy="49683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7000955-0D1B-31F0-DE55-21176809188D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2083754-9E99-6E4E-CAB1-7AB117F250A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DF641F-1A44-DBBC-448A-70DA8F0B8AED}"/>
              </a:ext>
            </a:extLst>
          </p:cNvPr>
          <p:cNvGrpSpPr/>
          <p:nvPr/>
        </p:nvGrpSpPr>
        <p:grpSpPr>
          <a:xfrm>
            <a:off x="5140273" y="4112861"/>
            <a:ext cx="479054" cy="422487"/>
            <a:chOff x="2906701" y="2603647"/>
            <a:chExt cx="722744" cy="49683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458934-A119-B1C8-427C-12E2BE2E9853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E1EE0CA-461F-8E72-1B5A-F420D357F6BE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E1EE0CA-461F-8E72-1B5A-F420D357F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ED09E9-B897-45B8-16C9-EE0B9D555336}"/>
              </a:ext>
            </a:extLst>
          </p:cNvPr>
          <p:cNvGrpSpPr/>
          <p:nvPr/>
        </p:nvGrpSpPr>
        <p:grpSpPr>
          <a:xfrm>
            <a:off x="5142098" y="4865713"/>
            <a:ext cx="479054" cy="422487"/>
            <a:chOff x="2906701" y="2603647"/>
            <a:chExt cx="722744" cy="49683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D573A96-66B6-1248-81FC-DE7625E1E789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DE3BB31-0D3F-CCCA-4519-67621E81C4FF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DE3BB31-0D3F-CCCA-4519-67621E81C4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6CF2A7A-B2BF-9257-3FDE-449C66754453}"/>
              </a:ext>
            </a:extLst>
          </p:cNvPr>
          <p:cNvGrpSpPr/>
          <p:nvPr/>
        </p:nvGrpSpPr>
        <p:grpSpPr>
          <a:xfrm>
            <a:off x="5188695" y="5605144"/>
            <a:ext cx="479054" cy="422487"/>
            <a:chOff x="2906701" y="2603647"/>
            <a:chExt cx="722744" cy="496835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4B4F4E4-4BD2-8A2F-A2BB-DE51F03EE1F0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5F67BC81-E6F3-BC69-EBCD-B7D1117B565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5F67BC81-E6F3-BC69-EBCD-B7D1117B56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715867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6D8BB-5899-12DB-4185-5DB23FB3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55ED-517F-40C4-AA81-9A284B087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9B0D7-B3C7-99B0-F3DF-AA01C4660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D9B0D7-B3C7-99B0-F3DF-AA01C4660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9C575121-F5F9-C935-9D29-B3F0688F2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296" y="2926497"/>
            <a:ext cx="3333750" cy="34004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E9BBAEC-9680-6699-FD04-E86477F1B76B}"/>
              </a:ext>
            </a:extLst>
          </p:cNvPr>
          <p:cNvGrpSpPr/>
          <p:nvPr/>
        </p:nvGrpSpPr>
        <p:grpSpPr>
          <a:xfrm>
            <a:off x="5772255" y="3558870"/>
            <a:ext cx="405397" cy="422487"/>
            <a:chOff x="2906701" y="2603647"/>
            <a:chExt cx="611619" cy="49683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116058D-C193-8F1B-F3D7-8D9BACAA498C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B10C470-B9B8-F59D-4BF7-7CADECFBD31D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4DDC5C-E11B-14C9-D6A2-5E2585E12887}"/>
              </a:ext>
            </a:extLst>
          </p:cNvPr>
          <p:cNvGrpSpPr/>
          <p:nvPr/>
        </p:nvGrpSpPr>
        <p:grpSpPr>
          <a:xfrm>
            <a:off x="5738523" y="4351072"/>
            <a:ext cx="479054" cy="422487"/>
            <a:chOff x="2906701" y="2603647"/>
            <a:chExt cx="722744" cy="49683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89DE2A-6FA3-5083-AFBB-E872FAB770D8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918EAEA-D107-3CD3-A8CF-19F370D0DA02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918EAEA-D107-3CD3-A8CF-19F370D0DA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B37607-FA56-1464-7B77-8D95203F124F}"/>
              </a:ext>
            </a:extLst>
          </p:cNvPr>
          <p:cNvGrpSpPr/>
          <p:nvPr/>
        </p:nvGrpSpPr>
        <p:grpSpPr>
          <a:xfrm>
            <a:off x="5740348" y="5103924"/>
            <a:ext cx="479054" cy="422487"/>
            <a:chOff x="2906701" y="2603647"/>
            <a:chExt cx="722744" cy="49683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6F203D9-C776-6189-DC20-D49D7FC51EB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EAB5C87-2710-17E4-C771-37F016903E1F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EAB5C87-2710-17E4-C771-37F016903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892776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BD648-5B0A-23AD-9902-53E36423A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BF82-74A0-724C-E3CB-E5C9E67E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05ADD-F7BB-7CD6-D90D-F65933A82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F05ADD-F7BB-7CD6-D90D-F65933A82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2B61B255-4731-18F1-0FC7-2C5E916C6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582" y="2791560"/>
            <a:ext cx="3333750" cy="340042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26924EF-87C0-6912-2C0F-5EECB70428A3}"/>
              </a:ext>
            </a:extLst>
          </p:cNvPr>
          <p:cNvGrpSpPr/>
          <p:nvPr/>
        </p:nvGrpSpPr>
        <p:grpSpPr>
          <a:xfrm>
            <a:off x="6526555" y="3138286"/>
            <a:ext cx="405397" cy="422487"/>
            <a:chOff x="2906701" y="2603647"/>
            <a:chExt cx="611619" cy="49683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12F3AE9-30B3-A250-B1F0-1C3EEBE5091A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90BC9A8-B395-2BE0-42D1-4C1D159D2C99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CCD239E-7768-378D-D7C4-EE1D8AC3749C}"/>
              </a:ext>
            </a:extLst>
          </p:cNvPr>
          <p:cNvGrpSpPr/>
          <p:nvPr/>
        </p:nvGrpSpPr>
        <p:grpSpPr>
          <a:xfrm>
            <a:off x="6492823" y="3930488"/>
            <a:ext cx="479054" cy="422487"/>
            <a:chOff x="2906701" y="2603647"/>
            <a:chExt cx="722744" cy="496835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FF8DA9B-F9D0-A079-1691-02A9C30A063B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4D0C588-7BC9-9EE1-90EA-3680669337BF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4D0C588-7BC9-9EE1-90EA-368066933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9391E78-1245-680B-2690-15317EDE147D}"/>
              </a:ext>
            </a:extLst>
          </p:cNvPr>
          <p:cNvGrpSpPr/>
          <p:nvPr/>
        </p:nvGrpSpPr>
        <p:grpSpPr>
          <a:xfrm>
            <a:off x="6494648" y="4683340"/>
            <a:ext cx="479054" cy="422487"/>
            <a:chOff x="2906701" y="2603647"/>
            <a:chExt cx="722744" cy="49683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78D22F3-2B25-6E7E-D416-6FF93F409486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FC6D2E-09A4-4063-0DB0-4DE3E2531079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AFC6D2E-09A4-4063-0DB0-4DE3E2531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808A8C2-75DA-90B9-5D1A-89EF4E3A080D}"/>
              </a:ext>
            </a:extLst>
          </p:cNvPr>
          <p:cNvGrpSpPr/>
          <p:nvPr/>
        </p:nvGrpSpPr>
        <p:grpSpPr>
          <a:xfrm>
            <a:off x="6541245" y="5422771"/>
            <a:ext cx="479054" cy="422487"/>
            <a:chOff x="2906701" y="2603647"/>
            <a:chExt cx="722744" cy="496835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2EA72D1-249C-8955-5F8B-85DC174823B1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A671D80-77CB-F608-9071-01D1C680582E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A671D80-77CB-F608-9071-01D1C68058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046926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D4A39-1B1C-0C47-9FB6-8C29BA75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AE89-BE77-1AA6-BA3F-C983B3C7C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78E6E-3A72-2821-045F-11782AD37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How do we parallelize? </a:t>
                </a:r>
                <a:r>
                  <a:rPr lang="en-US" dirty="0">
                    <a:solidFill>
                      <a:srgbClr val="C00000"/>
                    </a:solidFill>
                  </a:rPr>
                  <a:t>In each iteration, use a maximum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processors in parallel to do the compare and swap operation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Iterations still need to occur sequentially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978E6E-3A72-2821-045F-11782AD37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965935"/>
              </a:xfrm>
              <a:blipFill>
                <a:blip r:embed="rId2"/>
                <a:stretch>
                  <a:fillRect l="-696" t="-9434" r="-754" b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 descr="A diagram of a number of lines&#10;&#10;AI-generated content may be incorrect.">
            <a:extLst>
              <a:ext uri="{FF2B5EF4-FFF2-40B4-BE49-F238E27FC236}">
                <a16:creationId xmlns:a16="http://schemas.microsoft.com/office/drawing/2014/main" id="{7775A92A-6A43-5BEF-1B5E-C379915841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225" y="2926497"/>
            <a:ext cx="3333750" cy="340042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B9DF5C0-57F6-2459-F557-982413FCFFA9}"/>
              </a:ext>
            </a:extLst>
          </p:cNvPr>
          <p:cNvGrpSpPr/>
          <p:nvPr/>
        </p:nvGrpSpPr>
        <p:grpSpPr>
          <a:xfrm>
            <a:off x="6505578" y="3549345"/>
            <a:ext cx="405397" cy="422487"/>
            <a:chOff x="2906701" y="2603647"/>
            <a:chExt cx="611619" cy="49683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D3057B4-53E2-DB7E-A04D-92E2A819D610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8C6A497-D8C3-06B8-D275-CAB2DAE5CA61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965CDBB-246C-0CA6-9CA3-826817C314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481768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0739B80-9670-6D9B-0E03-FAE0508D6B49}"/>
              </a:ext>
            </a:extLst>
          </p:cNvPr>
          <p:cNvGrpSpPr/>
          <p:nvPr/>
        </p:nvGrpSpPr>
        <p:grpSpPr>
          <a:xfrm>
            <a:off x="6471846" y="4341547"/>
            <a:ext cx="479054" cy="422487"/>
            <a:chOff x="2906701" y="2603647"/>
            <a:chExt cx="722744" cy="496835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AE30EE2-B214-7ADD-F3CA-37B79A352B5D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0D69714-7C44-534D-D0B5-939A34D42868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0D69714-7C44-534D-D0B5-939A34D428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5B020E-E013-4852-828B-C5A5AA27CA4F}"/>
              </a:ext>
            </a:extLst>
          </p:cNvPr>
          <p:cNvGrpSpPr/>
          <p:nvPr/>
        </p:nvGrpSpPr>
        <p:grpSpPr>
          <a:xfrm>
            <a:off x="6473671" y="5094399"/>
            <a:ext cx="479054" cy="422487"/>
            <a:chOff x="2906701" y="2603647"/>
            <a:chExt cx="722744" cy="49683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AF95F41-EA9D-A1C0-7A7A-16BC8EF14532}"/>
                </a:ext>
              </a:extLst>
            </p:cNvPr>
            <p:cNvSpPr/>
            <p:nvPr/>
          </p:nvSpPr>
          <p:spPr>
            <a:xfrm>
              <a:off x="2906701" y="2603647"/>
              <a:ext cx="611619" cy="49683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AFA77DB-8BC0-3C08-4814-7E4BF2DEC3FB}"/>
                    </a:ext>
                  </a:extLst>
                </p:cNvPr>
                <p:cNvSpPr txBox="1"/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6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AFA77DB-8BC0-3C08-4814-7E4BF2DEC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9465" y="2667398"/>
                  <a:ext cx="649980" cy="3981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449716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B2806-73F9-95B9-F266-07309759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A770C-011B-971A-5CF3-C28BF0CD39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Can you calculate speedup. Efficiency, cost, and whether this parallel algorithm is scalable or cost optimal or not? A question on WA 1</a:t>
                </a:r>
              </a:p>
              <a:p>
                <a:endParaRPr lang="en-US" dirty="0"/>
              </a:p>
              <a:p>
                <a:r>
                  <a:rPr lang="en-US" dirty="0"/>
                  <a:t>Can you create a GPU code of the algorithm?</a:t>
                </a:r>
              </a:p>
              <a:p>
                <a:endParaRPr lang="en-US" dirty="0"/>
              </a:p>
              <a:p>
                <a:r>
                  <a:rPr lang="en-US" dirty="0"/>
                  <a:t>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do you see a challenge? (We will explore this more in WA 2)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7A770C-011B-971A-5CF3-C28BF0CD39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66304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C93F9-2406-51C2-D6B0-33BB93584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B6F4-8AB6-35DA-E337-B5A73A7F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Even for comparison based sort, algorithms with better cost/work exist</a:t>
            </a:r>
          </a:p>
          <a:p>
            <a:r>
              <a:rPr lang="en-US" dirty="0"/>
              <a:t>Check out these papers:</a:t>
            </a:r>
          </a:p>
          <a:p>
            <a:pPr lvl="1"/>
            <a:r>
              <a:rPr lang="en-US" dirty="0"/>
              <a:t>Bitton, Dina, et al. "A taxonomy of parallel sorting." </a:t>
            </a:r>
            <a:r>
              <a:rPr lang="en-US" i="1" dirty="0"/>
              <a:t>ACM Computing Surveys (CSUR)</a:t>
            </a:r>
            <a:r>
              <a:rPr lang="en-US" dirty="0"/>
              <a:t> 16.3 (1984): 287-318.</a:t>
            </a:r>
          </a:p>
          <a:p>
            <a:pPr lvl="1"/>
            <a:r>
              <a:rPr lang="en-US" dirty="0"/>
              <a:t>Singh, Dhirendra Pratap, Ishan Joshi, and </a:t>
            </a:r>
            <a:r>
              <a:rPr lang="en-US" dirty="0" err="1"/>
              <a:t>Jaytrilok</a:t>
            </a:r>
            <a:r>
              <a:rPr lang="en-US" dirty="0"/>
              <a:t> Choudhary. "Survey of GPU based sorting algorithms." </a:t>
            </a:r>
            <a:r>
              <a:rPr lang="en-US" i="1" dirty="0"/>
              <a:t>International Journal of Parallel Programming</a:t>
            </a:r>
            <a:r>
              <a:rPr lang="en-US" dirty="0"/>
              <a:t> 46.6 (2018): 1017-1034.</a:t>
            </a:r>
          </a:p>
          <a:p>
            <a:r>
              <a:rPr lang="en-US" dirty="0"/>
              <a:t>You are not expected to know these algorithms for exams</a:t>
            </a:r>
          </a:p>
          <a:p>
            <a:pPr lvl="1"/>
            <a:r>
              <a:rPr lang="en-US" dirty="0"/>
              <a:t>But I may give you an algorithm and ask you to do analysis or convert into a GPU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1028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B88F-2B37-BB98-72C3-C6C0BD25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A737-18E6-8712-BA16-0645D70EB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FEF12-96D0-3E96-B8C7-FEE28A030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Parallel Program Analysis (Quick Review)</a:t>
            </a: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Data Parallel Algorithms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Sorting</a:t>
            </a:r>
          </a:p>
          <a:p>
            <a:r>
              <a:rPr lang="en-US" dirty="0"/>
              <a:t>Task Parallelism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4045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66C62-C69D-52CD-FB8A-3E5933C5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Parallel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8434E-9930-60DB-1859-E4FE0EB12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Idea: Need to decompose an algorithm into chunks of independent tasks. </a:t>
            </a:r>
          </a:p>
          <a:p>
            <a:endParaRPr lang="en-US" dirty="0"/>
          </a:p>
          <a:p>
            <a:r>
              <a:rPr lang="en-US" dirty="0"/>
              <a:t>Such that it can get best performance</a:t>
            </a:r>
          </a:p>
          <a:p>
            <a:endParaRPr lang="en-US" dirty="0"/>
          </a:p>
          <a:p>
            <a:r>
              <a:rPr lang="en-US" dirty="0"/>
              <a:t>Two approaches</a:t>
            </a:r>
          </a:p>
          <a:p>
            <a:pPr lvl="1"/>
            <a:r>
              <a:rPr lang="en-US" dirty="0"/>
              <a:t>Data Parallelism (SPMD): decompose algorithm into tasks that perform “same” work on different data</a:t>
            </a:r>
          </a:p>
          <a:p>
            <a:pPr lvl="1"/>
            <a:r>
              <a:rPr lang="en-US" dirty="0"/>
              <a:t>Task Parallelism: decompose algorithm into tasks that perform “different” work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2887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CEA9E-8FA7-2BDD-FA10-C042494C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vs Data Parallelism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ED598-BDAC-564E-D3C3-F72DC66A9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18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Consider Matrix Vector Multiplication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57C55-063A-8ACA-C5B1-7F0ACEB4CD24}"/>
              </a:ext>
            </a:extLst>
          </p:cNvPr>
          <p:cNvSpPr/>
          <p:nvPr/>
        </p:nvSpPr>
        <p:spPr>
          <a:xfrm>
            <a:off x="1005234" y="3162552"/>
            <a:ext cx="3488043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747B0B-2E5B-EAF0-0FCA-EBCDBE574F0B}"/>
              </a:ext>
            </a:extLst>
          </p:cNvPr>
          <p:cNvSpPr/>
          <p:nvPr/>
        </p:nvSpPr>
        <p:spPr>
          <a:xfrm>
            <a:off x="1005234" y="3982784"/>
            <a:ext cx="3488043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94C78BB-BF8F-86FF-9901-1509A9555B25}"/>
                  </a:ext>
                </a:extLst>
              </p:cNvPr>
              <p:cNvSpPr/>
              <p:nvPr/>
            </p:nvSpPr>
            <p:spPr>
              <a:xfrm>
                <a:off x="1005233" y="5261531"/>
                <a:ext cx="3488043" cy="53289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Row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94C78BB-BF8F-86FF-9901-1509A9555B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233" y="5261531"/>
                <a:ext cx="3488043" cy="5328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C8C31E7-C256-4E79-354C-711FF3471FD0}"/>
              </a:ext>
            </a:extLst>
          </p:cNvPr>
          <p:cNvCxnSpPr>
            <a:stCxn id="4" idx="3"/>
          </p:cNvCxnSpPr>
          <p:nvPr/>
        </p:nvCxnSpPr>
        <p:spPr>
          <a:xfrm>
            <a:off x="4493277" y="3429000"/>
            <a:ext cx="805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8F30D04-A806-0ECB-F46B-657D16F6BF36}"/>
                  </a:ext>
                </a:extLst>
              </p:cNvPr>
              <p:cNvSpPr/>
              <p:nvPr/>
            </p:nvSpPr>
            <p:spPr>
              <a:xfrm>
                <a:off x="5298675" y="3162551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8F30D04-A806-0ECB-F46B-657D16F6BF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75" y="3162551"/>
                <a:ext cx="591433" cy="53289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2FC3E90-C352-691C-A52E-4C45FF703E46}"/>
              </a:ext>
            </a:extLst>
          </p:cNvPr>
          <p:cNvCxnSpPr/>
          <p:nvPr/>
        </p:nvCxnSpPr>
        <p:spPr>
          <a:xfrm>
            <a:off x="4493277" y="4228343"/>
            <a:ext cx="8053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6A79124-AB79-7075-1398-5A81CF266A9C}"/>
                  </a:ext>
                </a:extLst>
              </p:cNvPr>
              <p:cNvSpPr/>
              <p:nvPr/>
            </p:nvSpPr>
            <p:spPr>
              <a:xfrm>
                <a:off x="5298675" y="3961894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A6A79124-AB79-7075-1398-5A81CF266A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675" y="3961894"/>
                <a:ext cx="591433" cy="53289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75A0433-7A5C-E704-D821-04E9A72677E2}"/>
              </a:ext>
            </a:extLst>
          </p:cNvPr>
          <p:cNvSpPr txBox="1"/>
          <p:nvPr/>
        </p:nvSpPr>
        <p:spPr>
          <a:xfrm>
            <a:off x="1985819" y="6231410"/>
            <a:ext cx="168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Parallelism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03A0F7-8DB2-149A-2C3E-F1F527EE50DC}"/>
              </a:ext>
            </a:extLst>
          </p:cNvPr>
          <p:cNvSpPr/>
          <p:nvPr/>
        </p:nvSpPr>
        <p:spPr>
          <a:xfrm>
            <a:off x="7558434" y="3113158"/>
            <a:ext cx="3488043" cy="53289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Row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52AADE-5F08-6887-DE04-8E5CE92033B9}"/>
              </a:ext>
            </a:extLst>
          </p:cNvPr>
          <p:cNvCxnSpPr>
            <a:cxnSpLocks/>
          </p:cNvCxnSpPr>
          <p:nvPr/>
        </p:nvCxnSpPr>
        <p:spPr>
          <a:xfrm>
            <a:off x="8250920" y="3137854"/>
            <a:ext cx="0" cy="5081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FBD8C2-842A-6FC1-7037-B129165328A9}"/>
              </a:ext>
            </a:extLst>
          </p:cNvPr>
          <p:cNvCxnSpPr>
            <a:cxnSpLocks/>
          </p:cNvCxnSpPr>
          <p:nvPr/>
        </p:nvCxnSpPr>
        <p:spPr>
          <a:xfrm>
            <a:off x="10510983" y="3113158"/>
            <a:ext cx="0" cy="557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3D748C-C017-F5A2-3814-EF490BBAF3CD}"/>
              </a:ext>
            </a:extLst>
          </p:cNvPr>
          <p:cNvCxnSpPr>
            <a:cxnSpLocks/>
          </p:cNvCxnSpPr>
          <p:nvPr/>
        </p:nvCxnSpPr>
        <p:spPr>
          <a:xfrm>
            <a:off x="8950037" y="3113959"/>
            <a:ext cx="0" cy="557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87C4353-24E1-B7CB-A5C1-835559C72416}"/>
                  </a:ext>
                </a:extLst>
              </p:cNvPr>
              <p:cNvSpPr/>
              <p:nvPr/>
            </p:nvSpPr>
            <p:spPr>
              <a:xfrm>
                <a:off x="8147559" y="4291769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87C4353-24E1-B7CB-A5C1-835559C72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7559" y="4291769"/>
                <a:ext cx="591433" cy="53289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31786B1-28D4-0AFA-2D2A-31D9AE8BE196}"/>
                  </a:ext>
                </a:extLst>
              </p:cNvPr>
              <p:cNvSpPr/>
              <p:nvPr/>
            </p:nvSpPr>
            <p:spPr>
              <a:xfrm>
                <a:off x="8517434" y="5308841"/>
                <a:ext cx="591433" cy="5328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31786B1-28D4-0AFA-2D2A-31D9AE8BE1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7434" y="5308841"/>
                <a:ext cx="591433" cy="53289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E2E074-C441-7940-C232-E52C27392CCD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7899107" y="3670750"/>
            <a:ext cx="544169" cy="621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0791F13-3C8F-C698-D489-4CC6F584164F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8512923" y="4789685"/>
            <a:ext cx="300228" cy="519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7B9601C-459D-8E3D-C968-F624FD91E3F6}"/>
              </a:ext>
            </a:extLst>
          </p:cNvPr>
          <p:cNvSpPr txBox="1"/>
          <p:nvPr/>
        </p:nvSpPr>
        <p:spPr>
          <a:xfrm>
            <a:off x="8521298" y="6231410"/>
            <a:ext cx="1647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 Parallelism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7581C2B-028E-E189-7DB6-70E8CA10D69A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8443276" y="3628212"/>
            <a:ext cx="148317" cy="663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714E1B-FBB4-FB85-D50D-6912BD0EA9A0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8813151" y="4679153"/>
            <a:ext cx="381912" cy="629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6C1F742-58B5-556E-D23A-4ABD51829525}"/>
              </a:ext>
            </a:extLst>
          </p:cNvPr>
          <p:cNvSpPr txBox="1"/>
          <p:nvPr/>
        </p:nvSpPr>
        <p:spPr>
          <a:xfrm>
            <a:off x="4775200" y="6092910"/>
            <a:ext cx="3123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Data Parallelism is a special case of task parallelism</a:t>
            </a:r>
          </a:p>
        </p:txBody>
      </p:sp>
    </p:spTree>
    <p:extLst>
      <p:ext uri="{BB962C8B-B14F-4D97-AF65-F5344CB8AC3E}">
        <p14:creationId xmlns:p14="http://schemas.microsoft.com/office/powerpoint/2010/main" val="6921806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C4EA-CE76-191F-A1E7-B0AC670E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Parallelism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359B7-1050-BBD9-34A9-A329AB20F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How to write parallel program using task parallelism paradigm?</a:t>
            </a:r>
          </a:p>
          <a:p>
            <a:endParaRPr lang="en-US" dirty="0"/>
          </a:p>
          <a:p>
            <a:r>
              <a:rPr lang="en-US" dirty="0"/>
              <a:t>Can be tricky, needs careful analysis of tasks (operations to be performed) and their dependencies</a:t>
            </a:r>
          </a:p>
          <a:p>
            <a:endParaRPr lang="en-US" dirty="0"/>
          </a:p>
          <a:p>
            <a:r>
              <a:rPr lang="en-US" dirty="0"/>
              <a:t>Careful selection of the granularity of tasks</a:t>
            </a:r>
          </a:p>
          <a:p>
            <a:pPr lvl="1"/>
            <a:r>
              <a:rPr lang="en-US" dirty="0"/>
              <a:t>Lowest granularity – operation level (e.g., Task parallel MV)</a:t>
            </a:r>
          </a:p>
          <a:p>
            <a:pPr lvl="1"/>
            <a:r>
              <a:rPr lang="en-US" dirty="0"/>
              <a:t>Coarser granularity – example, matrix row level in MV</a:t>
            </a:r>
          </a:p>
          <a:p>
            <a:pPr lvl="1"/>
            <a:r>
              <a:rPr lang="en-US" dirty="0"/>
              <a:t>Coarser granularity leads to reduced overheads, but may lose on opportunities of parallelism </a:t>
            </a:r>
          </a:p>
        </p:txBody>
      </p:sp>
    </p:spTree>
    <p:extLst>
      <p:ext uri="{BB962C8B-B14F-4D97-AF65-F5344CB8AC3E}">
        <p14:creationId xmlns:p14="http://schemas.microsoft.com/office/powerpoint/2010/main" val="40958216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DA3DBF-5D56-A742-8B05-F249C70DB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3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a typeface="ＭＳ Ｐゴシック" pitchFamily="34" charset="-128"/>
                <a:cs typeface="ＭＳ Ｐゴシック" charset="0"/>
              </a:rPr>
              <a:t>Tasks and Dependencies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46383" y="1321526"/>
            <a:ext cx="57567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Computation = decompose into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6923" y="1778101"/>
            <a:ext cx="6020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Task = Set of instructions (program segment)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0880" y="2382058"/>
            <a:ext cx="2403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Inputs &amp;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9981" y="4795060"/>
            <a:ext cx="2403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Task size?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9891" y="5237615"/>
            <a:ext cx="4415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= weight of the node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(e.g., # of instructions executed)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9893" y="6085995"/>
            <a:ext cx="59200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Note: tasks need not be of the same size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642313" y="4880938"/>
            <a:ext cx="2403931" cy="918865"/>
            <a:chOff x="4530269" y="4186535"/>
            <a:chExt cx="2403931" cy="918865"/>
          </a:xfrm>
        </p:grpSpPr>
        <p:sp>
          <p:nvSpPr>
            <p:cNvPr id="16" name="TextBox 15"/>
            <p:cNvSpPr txBox="1"/>
            <p:nvPr/>
          </p:nvSpPr>
          <p:spPr>
            <a:xfrm>
              <a:off x="4530269" y="4643735"/>
              <a:ext cx="2403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>
                  <a:solidFill>
                    <a:schemeClr val="bg2">
                      <a:lumMod val="10000"/>
                    </a:schemeClr>
                  </a:solidFill>
                </a:rPr>
                <a:t>Coarse grain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530269" y="4186535"/>
              <a:ext cx="240393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2">
                      <a:lumMod val="10000"/>
                    </a:schemeClr>
                  </a:solidFill>
                </a:rPr>
                <a:t>Fine grain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222310" y="3049934"/>
            <a:ext cx="2403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Begin execution once </a:t>
            </a:r>
            <a:r>
              <a:rPr lang="en-US" sz="2400" b="1" dirty="0">
                <a:solidFill>
                  <a:srgbClr val="C00000"/>
                </a:solidFill>
              </a:rPr>
              <a:t>all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inputs are available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4887711" y="2788458"/>
            <a:ext cx="1594368" cy="1939086"/>
            <a:chOff x="3139620" y="2253125"/>
            <a:chExt cx="1594368" cy="1939086"/>
          </a:xfrm>
        </p:grpSpPr>
        <p:grpSp>
          <p:nvGrpSpPr>
            <p:cNvPr id="26" name="Group 25"/>
            <p:cNvGrpSpPr/>
            <p:nvPr/>
          </p:nvGrpSpPr>
          <p:grpSpPr>
            <a:xfrm>
              <a:off x="3444420" y="2624158"/>
              <a:ext cx="975180" cy="1262042"/>
              <a:chOff x="3139620" y="2522389"/>
              <a:chExt cx="975180" cy="1262042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3139620" y="2971800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" name="Straight Arrow Connector 3"/>
              <p:cNvCxnSpPr>
                <a:endCxn id="2" idx="0"/>
              </p:cNvCxnSpPr>
              <p:nvPr/>
            </p:nvCxnSpPr>
            <p:spPr>
              <a:xfrm>
                <a:off x="3627210" y="2522389"/>
                <a:ext cx="0" cy="449411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endCxn id="2" idx="1"/>
              </p:cNvCxnSpPr>
              <p:nvPr/>
            </p:nvCxnSpPr>
            <p:spPr>
              <a:xfrm>
                <a:off x="3139620" y="2667000"/>
                <a:ext cx="142812" cy="390839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endCxn id="2" idx="7"/>
              </p:cNvCxnSpPr>
              <p:nvPr/>
            </p:nvCxnSpPr>
            <p:spPr>
              <a:xfrm flipH="1">
                <a:off x="3971988" y="2667000"/>
                <a:ext cx="142812" cy="390839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>
                <a:stCxn id="2" idx="3"/>
              </p:cNvCxnSpPr>
              <p:nvPr/>
            </p:nvCxnSpPr>
            <p:spPr>
              <a:xfrm flipH="1">
                <a:off x="3139620" y="3473275"/>
                <a:ext cx="142812" cy="311156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/>
              <p:cNvCxnSpPr>
                <a:stCxn id="2" idx="5"/>
              </p:cNvCxnSpPr>
              <p:nvPr/>
            </p:nvCxnSpPr>
            <p:spPr>
              <a:xfrm>
                <a:off x="3971988" y="3473275"/>
                <a:ext cx="142812" cy="311156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3139620" y="2266890"/>
                  <a:ext cx="4572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9620" y="2266890"/>
                  <a:ext cx="457200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3748057" y="2253125"/>
                  <a:ext cx="4572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8057" y="2253125"/>
                  <a:ext cx="457200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276788" y="2266890"/>
                  <a:ext cx="4572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6788" y="2266890"/>
                  <a:ext cx="457200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3215820" y="3792101"/>
                  <a:ext cx="4572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5820" y="3792101"/>
                  <a:ext cx="45720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227285" y="3790890"/>
                  <a:ext cx="4572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7285" y="3790890"/>
                  <a:ext cx="457200" cy="400110"/>
                </a:xfrm>
                <a:prstGeom prst="rect">
                  <a:avLst/>
                </a:prstGeom>
                <a:blipFill>
                  <a:blip r:embed="rId6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Curved Connector 33"/>
          <p:cNvCxnSpPr>
            <a:stCxn id="18" idx="1"/>
          </p:cNvCxnSpPr>
          <p:nvPr/>
        </p:nvCxnSpPr>
        <p:spPr>
          <a:xfrm rot="10800000" flipV="1">
            <a:off x="6482079" y="3650098"/>
            <a:ext cx="740230" cy="307879"/>
          </a:xfrm>
          <a:prstGeom prst="curvedConnector3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21C92-E9CA-194A-3C4C-D19947F1BBD1}"/>
                  </a:ext>
                </a:extLst>
              </p:cNvPr>
              <p:cNvSpPr txBox="1"/>
              <p:nvPr/>
            </p:nvSpPr>
            <p:spPr>
              <a:xfrm>
                <a:off x="5442887" y="3706166"/>
                <a:ext cx="474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EC21C92-E9CA-194A-3C4C-D19947F1B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887" y="3706166"/>
                <a:ext cx="47442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0631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B8DF520-3172-C94C-A4D3-29087237B8B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Directed Acyclic Graph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CEAE72-6C5D-4949-B7B9-1E4E479A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ea typeface="ＭＳ Ｐゴシック" pitchFamily="34" charset="-128"/>
                <a:cs typeface="ＭＳ Ｐゴシック" charset="0"/>
              </a:rPr>
              <a:t>Task Dependency Graph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000280" y="1722095"/>
                <a:ext cx="5302147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Task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cannot start 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Task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completes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280" y="1722095"/>
                <a:ext cx="5302147" cy="491417"/>
              </a:xfrm>
              <a:prstGeom prst="rect">
                <a:avLst/>
              </a:prstGeom>
              <a:blipFill>
                <a:blip r:embed="rId2"/>
                <a:stretch>
                  <a:fillRect l="-345" t="-8642" r="-2069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034526" y="2443654"/>
            <a:ext cx="798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Data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832810" y="2443653"/>
                <a:ext cx="26270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: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output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Task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810" y="2443653"/>
                <a:ext cx="262708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246508" y="4702479"/>
            <a:ext cx="7000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Task dependency graph need not be connected</a:t>
            </a:r>
          </a:p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Graph is acyclic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329927" y="3023502"/>
                <a:ext cx="2403931" cy="491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Input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Task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927" y="3023502"/>
                <a:ext cx="2403931" cy="491417"/>
              </a:xfrm>
              <a:prstGeom prst="rect">
                <a:avLst/>
              </a:prstGeom>
              <a:blipFill>
                <a:blip r:embed="rId4"/>
                <a:stretch>
                  <a:fillRect l="-3797" t="-8642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8042020" y="1927972"/>
            <a:ext cx="1985630" cy="2003385"/>
            <a:chOff x="6354331" y="1581027"/>
            <a:chExt cx="1985630" cy="2003385"/>
          </a:xfrm>
        </p:grpSpPr>
        <p:grpSp>
          <p:nvGrpSpPr>
            <p:cNvPr id="26" name="Group 25"/>
            <p:cNvGrpSpPr/>
            <p:nvPr/>
          </p:nvGrpSpPr>
          <p:grpSpPr>
            <a:xfrm>
              <a:off x="6354331" y="1602525"/>
              <a:ext cx="1634880" cy="1981887"/>
              <a:chOff x="1802867" y="1577427"/>
              <a:chExt cx="2470338" cy="1981887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3139620" y="2971800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4" name="Straight Arrow Connector 3"/>
              <p:cNvCxnSpPr>
                <a:endCxn id="2" idx="0"/>
              </p:cNvCxnSpPr>
              <p:nvPr/>
            </p:nvCxnSpPr>
            <p:spPr>
              <a:xfrm>
                <a:off x="3627210" y="2522389"/>
                <a:ext cx="0" cy="449411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35" idx="5"/>
                <a:endCxn id="2" idx="1"/>
              </p:cNvCxnSpPr>
              <p:nvPr/>
            </p:nvCxnSpPr>
            <p:spPr>
              <a:xfrm>
                <a:off x="2635236" y="2078902"/>
                <a:ext cx="647196" cy="978937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endCxn id="2" idx="7"/>
              </p:cNvCxnSpPr>
              <p:nvPr/>
            </p:nvCxnSpPr>
            <p:spPr>
              <a:xfrm flipH="1">
                <a:off x="3971989" y="2616103"/>
                <a:ext cx="301216" cy="441736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Oval 34"/>
              <p:cNvSpPr/>
              <p:nvPr/>
            </p:nvSpPr>
            <p:spPr>
              <a:xfrm>
                <a:off x="1802867" y="1577427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7882761" y="3059822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761" y="3059822"/>
                  <a:ext cx="45720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6938011" y="1581027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8011" y="1581027"/>
                  <a:ext cx="45720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56F27D0-4279-6540-9D98-983AE315DE5A}"/>
              </a:ext>
            </a:extLst>
          </p:cNvPr>
          <p:cNvSpPr txBox="1"/>
          <p:nvPr/>
        </p:nvSpPr>
        <p:spPr>
          <a:xfrm>
            <a:off x="1034527" y="3675742"/>
            <a:ext cx="3513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Weight of a node: task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2ED066-FDBA-5343-7367-19206E79295B}"/>
                  </a:ext>
                </a:extLst>
              </p:cNvPr>
              <p:cNvSpPr txBox="1"/>
              <p:nvPr/>
            </p:nvSpPr>
            <p:spPr>
              <a:xfrm>
                <a:off x="8151275" y="2058561"/>
                <a:ext cx="474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2ED066-FDBA-5343-7367-19206E792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1275" y="2058561"/>
                <a:ext cx="474425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B18C10-4658-9959-3A00-CB186A7129FB}"/>
                  </a:ext>
                </a:extLst>
              </p:cNvPr>
              <p:cNvSpPr txBox="1"/>
              <p:nvPr/>
            </p:nvSpPr>
            <p:spPr>
              <a:xfrm>
                <a:off x="9021202" y="3466384"/>
                <a:ext cx="47314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B18C10-4658-9959-3A00-CB186A712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1202" y="3466384"/>
                <a:ext cx="473143" cy="391646"/>
              </a:xfrm>
              <a:prstGeom prst="rect">
                <a:avLst/>
              </a:prstGeom>
              <a:blipFill>
                <a:blip r:embed="rId9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0064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23EDCF-4268-4FF1-62F9-019E3970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ea typeface="ＭＳ Ｐゴシック" pitchFamily="34" charset="-128"/>
                <a:cs typeface="ＭＳ Ｐゴシック" charset="0"/>
              </a:rPr>
              <a:t>Task Dependency Graph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56C7B78-7CAE-C552-8D09-5C70E157C9BB}"/>
              </a:ext>
            </a:extLst>
          </p:cNvPr>
          <p:cNvGrpSpPr/>
          <p:nvPr/>
        </p:nvGrpSpPr>
        <p:grpSpPr>
          <a:xfrm>
            <a:off x="1351660" y="2103232"/>
            <a:ext cx="1985630" cy="2003385"/>
            <a:chOff x="6354331" y="1581027"/>
            <a:chExt cx="1985630" cy="200338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9536B75-836C-1CB1-04D1-DBA43509DDC6}"/>
                </a:ext>
              </a:extLst>
            </p:cNvPr>
            <p:cNvGrpSpPr/>
            <p:nvPr/>
          </p:nvGrpSpPr>
          <p:grpSpPr>
            <a:xfrm>
              <a:off x="6354331" y="1602525"/>
              <a:ext cx="1634880" cy="1981887"/>
              <a:chOff x="1802867" y="1577427"/>
              <a:chExt cx="2470338" cy="198188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2700A5A-8203-F4C7-28ED-DBB6DFFF8BDA}"/>
                  </a:ext>
                </a:extLst>
              </p:cNvPr>
              <p:cNvSpPr/>
              <p:nvPr/>
            </p:nvSpPr>
            <p:spPr>
              <a:xfrm>
                <a:off x="3139620" y="2971800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9E832F61-5616-B12D-90E1-0426982B6969}"/>
                  </a:ext>
                </a:extLst>
              </p:cNvPr>
              <p:cNvCxnSpPr>
                <a:endCxn id="10" idx="0"/>
              </p:cNvCxnSpPr>
              <p:nvPr/>
            </p:nvCxnSpPr>
            <p:spPr>
              <a:xfrm>
                <a:off x="3627210" y="2522389"/>
                <a:ext cx="0" cy="449411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5ED0686-4A01-6836-81B2-29EF2637DA63}"/>
                  </a:ext>
                </a:extLst>
              </p:cNvPr>
              <p:cNvCxnSpPr>
                <a:stCxn id="14" idx="5"/>
                <a:endCxn id="10" idx="1"/>
              </p:cNvCxnSpPr>
              <p:nvPr/>
            </p:nvCxnSpPr>
            <p:spPr>
              <a:xfrm>
                <a:off x="2635236" y="2078902"/>
                <a:ext cx="647196" cy="978937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ADCCB1C-45CF-D3A5-3FD5-62D97A5FB5F6}"/>
                  </a:ext>
                </a:extLst>
              </p:cNvPr>
              <p:cNvCxnSpPr>
                <a:endCxn id="10" idx="7"/>
              </p:cNvCxnSpPr>
              <p:nvPr/>
            </p:nvCxnSpPr>
            <p:spPr>
              <a:xfrm flipH="1">
                <a:off x="3971989" y="2616103"/>
                <a:ext cx="301216" cy="441736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4E37E80-8320-4A81-79CD-7982DC800919}"/>
                  </a:ext>
                </a:extLst>
              </p:cNvPr>
              <p:cNvSpPr/>
              <p:nvPr/>
            </p:nvSpPr>
            <p:spPr>
              <a:xfrm>
                <a:off x="1802867" y="1577427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A65169-FC3E-6D37-D875-D5CC833540B0}"/>
                    </a:ext>
                  </a:extLst>
                </p:cNvPr>
                <p:cNvSpPr txBox="1"/>
                <p:nvPr/>
              </p:nvSpPr>
              <p:spPr>
                <a:xfrm>
                  <a:off x="7882761" y="3059822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A65169-FC3E-6D37-D875-D5CC833540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761" y="3059822"/>
                  <a:ext cx="457200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12DF86-C19B-24C5-527D-AC9DB00979DC}"/>
                    </a:ext>
                  </a:extLst>
                </p:cNvPr>
                <p:cNvSpPr txBox="1"/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69D2B5A-CDDF-C0F8-1D51-EE2ABE6B6B3B}"/>
                    </a:ext>
                  </a:extLst>
                </p:cNvPr>
                <p:cNvSpPr txBox="1"/>
                <p:nvPr/>
              </p:nvSpPr>
              <p:spPr>
                <a:xfrm>
                  <a:off x="6938011" y="1581027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69D2B5A-CDDF-C0F8-1D51-EE2ABE6B6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8011" y="1581027"/>
                  <a:ext cx="457200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A44A90-4EFA-93B5-6685-7F80C6815EF6}"/>
                  </a:ext>
                </a:extLst>
              </p:cNvPr>
              <p:cNvSpPr txBox="1"/>
              <p:nvPr/>
            </p:nvSpPr>
            <p:spPr>
              <a:xfrm>
                <a:off x="1460915" y="2233821"/>
                <a:ext cx="474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A44A90-4EFA-93B5-6685-7F80C6815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915" y="2233821"/>
                <a:ext cx="47442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5C8D4E-5BF7-20B9-43DE-D538236AA601}"/>
                  </a:ext>
                </a:extLst>
              </p:cNvPr>
              <p:cNvSpPr txBox="1"/>
              <p:nvPr/>
            </p:nvSpPr>
            <p:spPr>
              <a:xfrm>
                <a:off x="2330842" y="3641644"/>
                <a:ext cx="47314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5C8D4E-5BF7-20B9-43DE-D538236AA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0842" y="3641644"/>
                <a:ext cx="473143" cy="391646"/>
              </a:xfrm>
              <a:prstGeom prst="rect">
                <a:avLst/>
              </a:prstGeom>
              <a:blipFill>
                <a:blip r:embed="rId9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2B105E7-BC0F-F4FA-FEB7-9395496F7AEE}"/>
              </a:ext>
            </a:extLst>
          </p:cNvPr>
          <p:cNvGrpSpPr/>
          <p:nvPr/>
        </p:nvGrpSpPr>
        <p:grpSpPr>
          <a:xfrm>
            <a:off x="4675507" y="1974208"/>
            <a:ext cx="1634880" cy="1981887"/>
            <a:chOff x="6354331" y="1602525"/>
            <a:chExt cx="1634880" cy="19818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DC443AF-5538-48BF-3763-65E7652C561B}"/>
                </a:ext>
              </a:extLst>
            </p:cNvPr>
            <p:cNvGrpSpPr/>
            <p:nvPr/>
          </p:nvGrpSpPr>
          <p:grpSpPr>
            <a:xfrm>
              <a:off x="6354331" y="1602525"/>
              <a:ext cx="1634880" cy="1981887"/>
              <a:chOff x="1802867" y="1577427"/>
              <a:chExt cx="2470338" cy="1981887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8C05A7A-B11A-2B45-F0BF-3CDB92585A86}"/>
                  </a:ext>
                </a:extLst>
              </p:cNvPr>
              <p:cNvSpPr/>
              <p:nvPr/>
            </p:nvSpPr>
            <p:spPr>
              <a:xfrm>
                <a:off x="3139620" y="2971800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00DB2FA-652A-87E0-820E-7A6E43C55FE7}"/>
                  </a:ext>
                </a:extLst>
              </p:cNvPr>
              <p:cNvCxnSpPr>
                <a:endCxn id="22" idx="0"/>
              </p:cNvCxnSpPr>
              <p:nvPr/>
            </p:nvCxnSpPr>
            <p:spPr>
              <a:xfrm>
                <a:off x="3627210" y="2522389"/>
                <a:ext cx="0" cy="449411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836453C6-AB47-0214-F3DC-C8AC50E22659}"/>
                  </a:ext>
                </a:extLst>
              </p:cNvPr>
              <p:cNvCxnSpPr>
                <a:stCxn id="26" idx="5"/>
                <a:endCxn id="22" idx="1"/>
              </p:cNvCxnSpPr>
              <p:nvPr/>
            </p:nvCxnSpPr>
            <p:spPr>
              <a:xfrm>
                <a:off x="2635236" y="2078902"/>
                <a:ext cx="647196" cy="978937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ADCDEC0A-31D6-A581-DC4F-0CB81FB70FE6}"/>
                  </a:ext>
                </a:extLst>
              </p:cNvPr>
              <p:cNvCxnSpPr>
                <a:endCxn id="22" idx="7"/>
              </p:cNvCxnSpPr>
              <p:nvPr/>
            </p:nvCxnSpPr>
            <p:spPr>
              <a:xfrm flipH="1">
                <a:off x="3971989" y="2616103"/>
                <a:ext cx="301216" cy="441736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CE7296E-AF11-5757-08B2-DAB675C521EB}"/>
                  </a:ext>
                </a:extLst>
              </p:cNvPr>
              <p:cNvSpPr/>
              <p:nvPr/>
            </p:nvSpPr>
            <p:spPr>
              <a:xfrm>
                <a:off x="1802867" y="1577427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1ABE1A6-5DD3-10D1-3A43-90CC5E0F9C5D}"/>
                    </a:ext>
                  </a:extLst>
                </p:cNvPr>
                <p:cNvSpPr txBox="1"/>
                <p:nvPr/>
              </p:nvSpPr>
              <p:spPr>
                <a:xfrm>
                  <a:off x="7316641" y="3022089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1ABE1A6-5DD3-10D1-3A43-90CC5E0F9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6641" y="3022089"/>
                  <a:ext cx="457200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7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23B2B8E-B054-EF3C-5A86-E6BD1A388B7F}"/>
                    </a:ext>
                  </a:extLst>
                </p:cNvPr>
                <p:cNvSpPr txBox="1"/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1330F9F-4C47-1579-4037-D172BE51F2DA}"/>
                    </a:ext>
                  </a:extLst>
                </p:cNvPr>
                <p:cNvSpPr txBox="1"/>
                <p:nvPr/>
              </p:nvSpPr>
              <p:spPr>
                <a:xfrm>
                  <a:off x="6448420" y="1665449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1330F9F-4C47-1579-4037-D172BE51F2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8420" y="1665449"/>
                  <a:ext cx="457200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89BC69-6FA6-D29A-B6E7-93F1C102DCF1}"/>
              </a:ext>
            </a:extLst>
          </p:cNvPr>
          <p:cNvGrpSpPr/>
          <p:nvPr/>
        </p:nvGrpSpPr>
        <p:grpSpPr>
          <a:xfrm>
            <a:off x="8271030" y="1843619"/>
            <a:ext cx="1985630" cy="2003385"/>
            <a:chOff x="6354331" y="1581027"/>
            <a:chExt cx="1985630" cy="200338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3E3F6FF-3092-387E-552A-9D7FCE0504E7}"/>
                </a:ext>
              </a:extLst>
            </p:cNvPr>
            <p:cNvGrpSpPr/>
            <p:nvPr/>
          </p:nvGrpSpPr>
          <p:grpSpPr>
            <a:xfrm>
              <a:off x="6354331" y="1602525"/>
              <a:ext cx="1634880" cy="1981887"/>
              <a:chOff x="1802867" y="1577427"/>
              <a:chExt cx="2470338" cy="1981887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2DD1B56-EFA6-00BC-33FC-C68EE8526F6F}"/>
                  </a:ext>
                </a:extLst>
              </p:cNvPr>
              <p:cNvSpPr/>
              <p:nvPr/>
            </p:nvSpPr>
            <p:spPr>
              <a:xfrm>
                <a:off x="3139620" y="2971800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369F1E5-174A-575B-339D-D873F71AEAA7}"/>
                  </a:ext>
                </a:extLst>
              </p:cNvPr>
              <p:cNvCxnSpPr>
                <a:endCxn id="34" idx="0"/>
              </p:cNvCxnSpPr>
              <p:nvPr/>
            </p:nvCxnSpPr>
            <p:spPr>
              <a:xfrm>
                <a:off x="3627210" y="2522389"/>
                <a:ext cx="0" cy="449411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527280FF-5213-BDA3-0E70-8C0FAE367003}"/>
                  </a:ext>
                </a:extLst>
              </p:cNvPr>
              <p:cNvCxnSpPr>
                <a:stCxn id="38" idx="5"/>
                <a:endCxn id="34" idx="1"/>
              </p:cNvCxnSpPr>
              <p:nvPr/>
            </p:nvCxnSpPr>
            <p:spPr>
              <a:xfrm>
                <a:off x="2635236" y="2078902"/>
                <a:ext cx="647196" cy="978937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6A1CA79A-FD0F-4B60-ECC6-F0020FE7F6D1}"/>
                  </a:ext>
                </a:extLst>
              </p:cNvPr>
              <p:cNvCxnSpPr>
                <a:endCxn id="34" idx="7"/>
              </p:cNvCxnSpPr>
              <p:nvPr/>
            </p:nvCxnSpPr>
            <p:spPr>
              <a:xfrm flipH="1">
                <a:off x="3971989" y="2616103"/>
                <a:ext cx="301216" cy="441736"/>
              </a:xfrm>
              <a:prstGeom prst="straightConnector1">
                <a:avLst/>
              </a:prstGeom>
              <a:ln w="19050">
                <a:solidFill>
                  <a:schemeClr val="bg2">
                    <a:lumMod val="10000"/>
                  </a:schemeClr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E91FF76B-C823-0726-9121-BAA615E4F640}"/>
                  </a:ext>
                </a:extLst>
              </p:cNvPr>
              <p:cNvSpPr/>
              <p:nvPr/>
            </p:nvSpPr>
            <p:spPr>
              <a:xfrm>
                <a:off x="1802867" y="1577427"/>
                <a:ext cx="975180" cy="587514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FCF5853-4EE9-27E0-0883-BE063E42A7CC}"/>
                    </a:ext>
                  </a:extLst>
                </p:cNvPr>
                <p:cNvSpPr txBox="1"/>
                <p:nvPr/>
              </p:nvSpPr>
              <p:spPr>
                <a:xfrm>
                  <a:off x="7882761" y="3059822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FCF5853-4EE9-27E0-0883-BE063E42A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2761" y="3059822"/>
                  <a:ext cx="457200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1B9357EB-8CDB-433D-951C-3BE3F12B4DB5}"/>
                    </a:ext>
                  </a:extLst>
                </p:cNvPr>
                <p:cNvSpPr txBox="1"/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354" y="2323107"/>
                  <a:ext cx="457200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DDBEA8E-45E3-4257-0DD9-561D75C13470}"/>
                    </a:ext>
                  </a:extLst>
                </p:cNvPr>
                <p:cNvSpPr txBox="1"/>
                <p:nvPr/>
              </p:nvSpPr>
              <p:spPr>
                <a:xfrm>
                  <a:off x="6938011" y="1581027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sz="2400" dirty="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CDDBEA8E-45E3-4257-0DD9-561D75C134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38011" y="1581027"/>
                  <a:ext cx="457200" cy="46166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46DAECA-DD60-C2A6-473E-2AD84AD8F622}"/>
                  </a:ext>
                </a:extLst>
              </p:cNvPr>
              <p:cNvSpPr txBox="1"/>
              <p:nvPr/>
            </p:nvSpPr>
            <p:spPr>
              <a:xfrm>
                <a:off x="8380285" y="1974208"/>
                <a:ext cx="4744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46DAECA-DD60-C2A6-473E-2AD84AD8F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285" y="1974208"/>
                <a:ext cx="474425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9086FE-2650-BAF8-EAB2-5270788BC7D2}"/>
                  </a:ext>
                </a:extLst>
              </p:cNvPr>
              <p:cNvSpPr txBox="1"/>
              <p:nvPr/>
            </p:nvSpPr>
            <p:spPr>
              <a:xfrm>
                <a:off x="9250212" y="3382031"/>
                <a:ext cx="47314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A9086FE-2650-BAF8-EAB2-5270788BC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212" y="3382031"/>
                <a:ext cx="473143" cy="391646"/>
              </a:xfrm>
              <a:prstGeom prst="rect">
                <a:avLst/>
              </a:prstGeom>
              <a:blipFill>
                <a:blip r:embed="rId15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82E7445-233D-0BF1-5208-B5BE1EF144C3}"/>
                  </a:ext>
                </a:extLst>
              </p:cNvPr>
              <p:cNvSpPr txBox="1"/>
              <p:nvPr/>
            </p:nvSpPr>
            <p:spPr>
              <a:xfrm>
                <a:off x="8883229" y="2293558"/>
                <a:ext cx="45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𝑖𝑗</m:t>
                      </m:r>
                      <m:r>
                        <a:rPr lang="en-US" sz="2400" b="0" i="1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82E7445-233D-0BF1-5208-B5BE1EF14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3229" y="2293558"/>
                <a:ext cx="457200" cy="461665"/>
              </a:xfrm>
              <a:prstGeom prst="rect">
                <a:avLst/>
              </a:prstGeom>
              <a:blipFill>
                <a:blip r:embed="rId16"/>
                <a:stretch>
                  <a:fillRect r="-97333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6721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661160" y="3529755"/>
                <a:ext cx="4876800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bg2">
                        <a:lumMod val="10000"/>
                      </a:schemeClr>
                    </a:solidFill>
                  </a:rPr>
                  <a:t>Instructions 	            Tasks</a:t>
                </a:r>
              </a:p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Load	R0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A[0]	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	</a:t>
                </a:r>
              </a:p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Add   	R1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R0 + 1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Add	R2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R1 + 1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Store	A[2]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R1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Store	B[0]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←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R2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	</a:t>
                </a:r>
              </a:p>
              <a:p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160" y="3529755"/>
                <a:ext cx="4876800" cy="2677656"/>
              </a:xfrm>
              <a:prstGeom prst="rect">
                <a:avLst/>
              </a:prstGeom>
              <a:blipFill>
                <a:blip r:embed="rId2"/>
                <a:stretch>
                  <a:fillRect l="-2000" t="-1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1699260" y="1594037"/>
            <a:ext cx="304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Code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A[2] = A[0] + 1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B[0] = A[2] + 1 </a:t>
            </a:r>
          </a:p>
        </p:txBody>
      </p:sp>
      <p:sp>
        <p:nvSpPr>
          <p:cNvPr id="4" name="Down Arrow 3"/>
          <p:cNvSpPr/>
          <p:nvPr/>
        </p:nvSpPr>
        <p:spPr>
          <a:xfrm>
            <a:off x="2499360" y="2927715"/>
            <a:ext cx="685800" cy="45720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6156960" y="1594037"/>
            <a:ext cx="449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+mj-lt"/>
                <a:ea typeface="ＭＳ Ｐゴシック" pitchFamily="34" charset="-128"/>
                <a:cs typeface="ＭＳ Ｐゴシック" charset="0"/>
              </a:rPr>
              <a:t>Task Dependency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8101473" y="2318115"/>
                <a:ext cx="685800" cy="609600"/>
              </a:xfrm>
              <a:prstGeom prst="ellips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473" y="2318115"/>
                <a:ext cx="685800" cy="6096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/>
              <p:cNvSpPr/>
              <p:nvPr/>
            </p:nvSpPr>
            <p:spPr>
              <a:xfrm>
                <a:off x="8101473" y="3270436"/>
                <a:ext cx="685800" cy="609600"/>
              </a:xfrm>
              <a:prstGeom prst="ellips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Oval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473" y="3270436"/>
                <a:ext cx="685800" cy="6096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stCxn id="5" idx="4"/>
            <a:endCxn id="29" idx="0"/>
          </p:cNvCxnSpPr>
          <p:nvPr/>
        </p:nvCxnSpPr>
        <p:spPr>
          <a:xfrm>
            <a:off x="8444373" y="2927716"/>
            <a:ext cx="0" cy="342721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/>
              <p:cNvSpPr/>
              <p:nvPr/>
            </p:nvSpPr>
            <p:spPr>
              <a:xfrm>
                <a:off x="8101473" y="4184836"/>
                <a:ext cx="685800" cy="609600"/>
              </a:xfrm>
              <a:prstGeom prst="ellips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473" y="4184836"/>
                <a:ext cx="685800" cy="6096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stCxn id="29" idx="4"/>
            <a:endCxn id="30" idx="0"/>
          </p:cNvCxnSpPr>
          <p:nvPr/>
        </p:nvCxnSpPr>
        <p:spPr>
          <a:xfrm>
            <a:off x="8444373" y="3880036"/>
            <a:ext cx="0" cy="3048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/>
              <p:cNvSpPr/>
              <p:nvPr/>
            </p:nvSpPr>
            <p:spPr>
              <a:xfrm>
                <a:off x="7065839" y="4184836"/>
                <a:ext cx="685800" cy="609600"/>
              </a:xfrm>
              <a:prstGeom prst="ellips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839" y="4184836"/>
                <a:ext cx="685800" cy="6096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/>
              <p:cNvSpPr/>
              <p:nvPr/>
            </p:nvSpPr>
            <p:spPr>
              <a:xfrm>
                <a:off x="8101473" y="5099236"/>
                <a:ext cx="685800" cy="609600"/>
              </a:xfrm>
              <a:prstGeom prst="ellipse">
                <a:avLst/>
              </a:prstGeom>
              <a:ln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Oval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473" y="5099236"/>
                <a:ext cx="685800" cy="6096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>
                    <a:lumMod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>
            <a:stCxn id="29" idx="3"/>
            <a:endCxn id="34" idx="7"/>
          </p:cNvCxnSpPr>
          <p:nvPr/>
        </p:nvCxnSpPr>
        <p:spPr>
          <a:xfrm flipH="1">
            <a:off x="7651206" y="3790762"/>
            <a:ext cx="550700" cy="483348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0" idx="4"/>
            <a:endCxn id="37" idx="0"/>
          </p:cNvCxnSpPr>
          <p:nvPr/>
        </p:nvCxnSpPr>
        <p:spPr>
          <a:xfrm>
            <a:off x="8444373" y="4794436"/>
            <a:ext cx="0" cy="30480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0168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0A88C2-E1EA-4646-9D40-9A3852DBDF7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Matrix Vector Multiplication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Example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39346" y="1443233"/>
                <a:ext cx="431865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C[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 =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sz="2800" dirty="0"/>
                  <a:t>A[</a:t>
                </a:r>
                <a:r>
                  <a:rPr lang="en-US" sz="2800" dirty="0" err="1"/>
                  <a:t>i</a:t>
                </a:r>
                <a:r>
                  <a:rPr lang="en-US" sz="2800" dirty="0"/>
                  <a:t>][k] * B[k]</a:t>
                </a:r>
              </a:p>
              <a:p>
                <a:pPr algn="ctr"/>
                <a:endParaRPr lang="en-US" sz="28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9346" y="1443233"/>
                <a:ext cx="4318654" cy="954107"/>
              </a:xfrm>
              <a:prstGeom prst="rect">
                <a:avLst/>
              </a:prstGeom>
              <a:blipFill>
                <a:blip r:embed="rId2"/>
                <a:stretch>
                  <a:fillRect t="-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144001" y="2745066"/>
                <a:ext cx="21163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US" sz="20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en-US" sz="2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1" y="2745066"/>
                <a:ext cx="211636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44293" y="2279170"/>
                <a:ext cx="341176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Task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28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sz="2800" dirty="0">
                    <a:solidFill>
                      <a:schemeClr val="bg2">
                        <a:lumMod val="10000"/>
                      </a:schemeClr>
                    </a:solidFill>
                  </a:rPr>
                  <a:t> Compute C[</a:t>
                </a:r>
                <a:r>
                  <a:rPr lang="en-US" sz="2800" dirty="0" err="1">
                    <a:solidFill>
                      <a:schemeClr val="bg2">
                        <a:lumMod val="10000"/>
                      </a:schemeClr>
                    </a:solidFill>
                  </a:rPr>
                  <a:t>i</a:t>
                </a:r>
                <a:r>
                  <a:rPr lang="en-US" sz="2800" dirty="0">
                    <a:solidFill>
                      <a:schemeClr val="bg2">
                        <a:lumMod val="10000"/>
                      </a:schemeClr>
                    </a:solidFill>
                  </a:rPr>
                  <a:t>]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4293" y="2279170"/>
                <a:ext cx="3411766" cy="523220"/>
              </a:xfrm>
              <a:prstGeom prst="rect">
                <a:avLst/>
              </a:prstGeom>
              <a:blipFill>
                <a:blip r:embed="rId4"/>
                <a:stretch>
                  <a:fillRect t="-11628" r="-196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601430" y="3148577"/>
            <a:ext cx="33242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Parallel for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 = 1 to 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5443" y="3780340"/>
            <a:ext cx="2179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Compute C[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</a:rPr>
              <a:t>i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4478" y="4264861"/>
            <a:ext cx="2179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4478" y="4831014"/>
            <a:ext cx="2179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Output C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6858000" y="3160561"/>
            <a:ext cx="2918459" cy="2135207"/>
            <a:chOff x="6283961" y="2362200"/>
            <a:chExt cx="2918459" cy="2135207"/>
          </a:xfrm>
        </p:grpSpPr>
        <p:sp>
          <p:nvSpPr>
            <p:cNvPr id="19" name="Oval 18"/>
            <p:cNvSpPr/>
            <p:nvPr/>
          </p:nvSpPr>
          <p:spPr>
            <a:xfrm>
              <a:off x="7022364" y="3909893"/>
              <a:ext cx="645378" cy="587514"/>
            </a:xfrm>
            <a:prstGeom prst="ellips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21" name="Straight Arrow Connector 20"/>
            <p:cNvCxnSpPr>
              <a:stCxn id="23" idx="4"/>
              <a:endCxn id="19" idx="1"/>
            </p:cNvCxnSpPr>
            <p:nvPr/>
          </p:nvCxnSpPr>
          <p:spPr>
            <a:xfrm>
              <a:off x="6606650" y="3397401"/>
              <a:ext cx="510227" cy="598531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26" idx="4"/>
              <a:endCxn id="19" idx="7"/>
            </p:cNvCxnSpPr>
            <p:nvPr/>
          </p:nvCxnSpPr>
          <p:spPr>
            <a:xfrm flipH="1">
              <a:off x="7573229" y="3426520"/>
              <a:ext cx="486082" cy="569412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6283961" y="2809887"/>
              <a:ext cx="645378" cy="587514"/>
            </a:xfrm>
            <a:prstGeom prst="ellips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72399" y="3942040"/>
              <a:ext cx="143002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2">
                      <a:lumMod val="10000"/>
                    </a:schemeClr>
                  </a:solidFill>
                </a:rPr>
                <a:t>Output C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6400800" y="2362200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0800" y="2362200"/>
                  <a:ext cx="457200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667"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7790290" y="2362200"/>
                  <a:ext cx="457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/>
                              </a:rPr>
                              <m:t>−1</m:t>
                            </m:r>
                          </m:sub>
                        </m:sSub>
                      </m:oMath>
                    </m:oMathPara>
                  </a14:m>
                  <a:endParaRPr lang="en-US" sz="2400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0290" y="2362200"/>
                  <a:ext cx="457200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667" r="-65333" b="-13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/>
            <p:cNvSpPr/>
            <p:nvPr/>
          </p:nvSpPr>
          <p:spPr>
            <a:xfrm>
              <a:off x="7736622" y="2839006"/>
              <a:ext cx="645378" cy="587514"/>
            </a:xfrm>
            <a:prstGeom prst="ellipse">
              <a:avLst/>
            </a:prstGeom>
            <a:noFill/>
            <a:ln w="1905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962892" y="2872811"/>
              <a:ext cx="7667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>
                  <a:solidFill>
                    <a:schemeClr val="bg2">
                      <a:lumMod val="10000"/>
                    </a:schemeClr>
                  </a:solidFill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82713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Maximum Degree of Concurrency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6555" y="1690688"/>
            <a:ext cx="7721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Given a task dependency graph, </a:t>
            </a:r>
          </a:p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maximum number of tasks that can be executed concurrently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55" y="3629280"/>
            <a:ext cx="7239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Maximum Parallelism Achievable at any Point in the code -&gt; Decide number of processors</a:t>
            </a:r>
          </a:p>
        </p:txBody>
      </p:sp>
    </p:spTree>
    <p:extLst>
      <p:ext uri="{BB962C8B-B14F-4D97-AF65-F5344CB8AC3E}">
        <p14:creationId xmlns:p14="http://schemas.microsoft.com/office/powerpoint/2010/main" val="24306064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Maximum Degree of Concurrency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9444" y="1539241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Example: </a:t>
            </a:r>
            <a:r>
              <a:rPr lang="en-US" sz="2400" b="1" dirty="0">
                <a:solidFill>
                  <a:srgbClr val="C00000"/>
                </a:solidFill>
              </a:rPr>
              <a:t>level by level ordering (topological sort)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377" y="2910841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11425" indent="-2511425"/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Order tasks level by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377" y="2254442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Task dependency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7DD653-7E17-B046-8BDC-7CFB4B162F59}"/>
                  </a:ext>
                </a:extLst>
              </p:cNvPr>
              <p:cNvSpPr txBox="1"/>
              <p:nvPr/>
            </p:nvSpPr>
            <p:spPr>
              <a:xfrm>
                <a:off x="2130777" y="3464042"/>
                <a:ext cx="6858000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Any level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task has dependency with some task in level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−1</m:t>
                    </m:r>
                    <m:r>
                      <a:rPr lang="en-US" sz="24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(and possibly with other lower levels) but no dependency with level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All tasks in any level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are independent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7DD653-7E17-B046-8BDC-7CFB4B162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777" y="3464042"/>
                <a:ext cx="6858000" cy="2215991"/>
              </a:xfrm>
              <a:prstGeom prst="rect">
                <a:avLst/>
              </a:prstGeom>
              <a:blipFill>
                <a:blip r:embed="rId2"/>
                <a:stretch>
                  <a:fillRect l="-1244" t="-2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7186FF-C3ED-554F-9907-38CED4887AC2}"/>
                  </a:ext>
                </a:extLst>
              </p:cNvPr>
              <p:cNvSpPr txBox="1"/>
              <p:nvPr/>
            </p:nvSpPr>
            <p:spPr>
              <a:xfrm>
                <a:off x="1216377" y="5573376"/>
                <a:ext cx="773641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511425" indent="-2511425"/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Execute level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tasks (in parallel), and then level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𝑖</m:t>
                    </m:r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tasks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7186FF-C3ED-554F-9907-38CED4887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377" y="5573376"/>
                <a:ext cx="7736417" cy="461665"/>
              </a:xfrm>
              <a:prstGeom prst="rect">
                <a:avLst/>
              </a:prstGeom>
              <a:blipFill>
                <a:blip r:embed="rId3"/>
                <a:stretch>
                  <a:fillRect l="-1261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14696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Maximum Degree of Concurrency (3)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1279" y="1836420"/>
            <a:ext cx="5689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Example: </a:t>
            </a:r>
            <a:r>
              <a:rPr lang="en-US" sz="2400" b="1" dirty="0">
                <a:solidFill>
                  <a:srgbClr val="C00000"/>
                </a:solidFill>
              </a:rPr>
              <a:t>level by level ordering (cont.)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131821"/>
            <a:ext cx="4985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Find the number of tasks in each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79" y="3749885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Take maximum over all levels = maximum degree of concurrency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	(if scheduled using level by level ordering)</a:t>
            </a:r>
          </a:p>
        </p:txBody>
      </p:sp>
    </p:spTree>
    <p:extLst>
      <p:ext uri="{BB962C8B-B14F-4D97-AF65-F5344CB8AC3E}">
        <p14:creationId xmlns:p14="http://schemas.microsoft.com/office/powerpoint/2010/main" val="5054002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7BFEF9C-2771-BB49-9946-AABB1B0FAB1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4286" y="1420733"/>
            <a:ext cx="10406213" cy="50256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Example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4105" y="511433"/>
            <a:ext cx="10406214" cy="993158"/>
          </a:xfrm>
        </p:spPr>
        <p:txBody>
          <a:bodyPr/>
          <a:lstStyle/>
          <a:p>
            <a:pPr algn="ctr"/>
            <a:r>
              <a:rPr lang="en-US" b="1" dirty="0"/>
              <a:t>Maximum Degree of Concurrency (4)</a:t>
            </a:r>
          </a:p>
        </p:txBody>
      </p:sp>
      <p:sp>
        <p:nvSpPr>
          <p:cNvPr id="2" name="Oval 1"/>
          <p:cNvSpPr/>
          <p:nvPr/>
        </p:nvSpPr>
        <p:spPr>
          <a:xfrm>
            <a:off x="3810420" y="2522936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232368" y="2456641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6918378" y="2522935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095686" y="2522934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4335554" y="3394327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7560842" y="3395884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5965486" y="3409906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5208271" y="3402895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6810759" y="3409906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8</a:t>
            </a:r>
          </a:p>
        </p:txBody>
      </p:sp>
      <p:sp>
        <p:nvSpPr>
          <p:cNvPr id="18" name="Oval 17"/>
          <p:cNvSpPr/>
          <p:nvPr/>
        </p:nvSpPr>
        <p:spPr>
          <a:xfrm>
            <a:off x="5965486" y="4615639"/>
            <a:ext cx="53484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10</a:t>
            </a:r>
          </a:p>
        </p:txBody>
      </p:sp>
      <p:cxnSp>
        <p:nvCxnSpPr>
          <p:cNvPr id="19" name="Straight Arrow Connector 18"/>
          <p:cNvCxnSpPr>
            <a:stCxn id="2" idx="4"/>
            <a:endCxn id="13" idx="1"/>
          </p:cNvCxnSpPr>
          <p:nvPr/>
        </p:nvCxnSpPr>
        <p:spPr>
          <a:xfrm>
            <a:off x="4077842" y="3014680"/>
            <a:ext cx="336038" cy="45166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4"/>
            <a:endCxn id="13" idx="7"/>
          </p:cNvCxnSpPr>
          <p:nvPr/>
        </p:nvCxnSpPr>
        <p:spPr>
          <a:xfrm flipH="1">
            <a:off x="4792072" y="2948386"/>
            <a:ext cx="707718" cy="51795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4"/>
            <a:endCxn id="16" idx="0"/>
          </p:cNvCxnSpPr>
          <p:nvPr/>
        </p:nvCxnSpPr>
        <p:spPr>
          <a:xfrm flipH="1">
            <a:off x="5475694" y="2948386"/>
            <a:ext cx="24097" cy="454509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4"/>
            <a:endCxn id="15" idx="1"/>
          </p:cNvCxnSpPr>
          <p:nvPr/>
        </p:nvCxnSpPr>
        <p:spPr>
          <a:xfrm>
            <a:off x="5499790" y="2948385"/>
            <a:ext cx="544022" cy="533534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1" idx="5"/>
            <a:endCxn id="14" idx="1"/>
          </p:cNvCxnSpPr>
          <p:nvPr/>
        </p:nvCxnSpPr>
        <p:spPr>
          <a:xfrm>
            <a:off x="7374896" y="2942665"/>
            <a:ext cx="264272" cy="525232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2" idx="4"/>
            <a:endCxn id="14" idx="7"/>
          </p:cNvCxnSpPr>
          <p:nvPr/>
        </p:nvCxnSpPr>
        <p:spPr>
          <a:xfrm flipH="1">
            <a:off x="8017360" y="3014679"/>
            <a:ext cx="345748" cy="453219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5" idx="6"/>
            <a:endCxn id="17" idx="2"/>
          </p:cNvCxnSpPr>
          <p:nvPr/>
        </p:nvCxnSpPr>
        <p:spPr>
          <a:xfrm>
            <a:off x="6500331" y="3655778"/>
            <a:ext cx="310429" cy="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4" idx="2"/>
            <a:endCxn id="17" idx="6"/>
          </p:cNvCxnSpPr>
          <p:nvPr/>
        </p:nvCxnSpPr>
        <p:spPr>
          <a:xfrm flipH="1">
            <a:off x="7345604" y="3641756"/>
            <a:ext cx="215239" cy="14022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3" idx="6"/>
            <a:endCxn id="16" idx="2"/>
          </p:cNvCxnSpPr>
          <p:nvPr/>
        </p:nvCxnSpPr>
        <p:spPr>
          <a:xfrm>
            <a:off x="4870399" y="3640199"/>
            <a:ext cx="337873" cy="8568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6" idx="4"/>
            <a:endCxn id="18" idx="1"/>
          </p:cNvCxnSpPr>
          <p:nvPr/>
        </p:nvCxnSpPr>
        <p:spPr>
          <a:xfrm>
            <a:off x="5475694" y="3894640"/>
            <a:ext cx="568119" cy="79301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4"/>
            <a:endCxn id="18" idx="7"/>
          </p:cNvCxnSpPr>
          <p:nvPr/>
        </p:nvCxnSpPr>
        <p:spPr>
          <a:xfrm flipH="1">
            <a:off x="6422005" y="3901650"/>
            <a:ext cx="656177" cy="786002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2" idx="3"/>
            <a:endCxn id="18" idx="2"/>
          </p:cNvCxnSpPr>
          <p:nvPr/>
        </p:nvCxnSpPr>
        <p:spPr>
          <a:xfrm rot="16200000" flipH="1">
            <a:off x="3967695" y="2863718"/>
            <a:ext cx="1918845" cy="2076740"/>
          </a:xfrm>
          <a:prstGeom prst="curvedConnector2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57267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20416C-DCE6-8249-94BB-86696A104B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44285" y="1352152"/>
            <a:ext cx="10406213" cy="50256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Example (cont.)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4285" y="454717"/>
            <a:ext cx="10406214" cy="993158"/>
          </a:xfrm>
        </p:spPr>
        <p:txBody>
          <a:bodyPr/>
          <a:lstStyle/>
          <a:p>
            <a:pPr algn="ctr"/>
            <a:r>
              <a:rPr lang="en-US" b="1" dirty="0"/>
              <a:t>Maximum Degree of Concurrency (5)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5019" y="231793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2">
                    <a:lumMod val="10000"/>
                  </a:schemeClr>
                </a:solidFill>
              </a:rPr>
              <a:t>Level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5219" y="5554752"/>
            <a:ext cx="487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Maximum degree of concurrency = 4</a:t>
            </a:r>
          </a:p>
        </p:txBody>
      </p:sp>
      <p:sp>
        <p:nvSpPr>
          <p:cNvPr id="2" name="Oval 1"/>
          <p:cNvSpPr/>
          <p:nvPr/>
        </p:nvSpPr>
        <p:spPr>
          <a:xfrm>
            <a:off x="5029619" y="2282617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6080868" y="2282617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7132117" y="2282617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183366" y="2282617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5555243" y="3045560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7657741" y="3068210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9</a:t>
            </a:r>
          </a:p>
        </p:txBody>
      </p:sp>
      <p:sp>
        <p:nvSpPr>
          <p:cNvPr id="15" name="Oval 14"/>
          <p:cNvSpPr/>
          <p:nvPr/>
        </p:nvSpPr>
        <p:spPr>
          <a:xfrm>
            <a:off x="6606492" y="3068210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6080868" y="3849952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6</a:t>
            </a:r>
          </a:p>
        </p:txBody>
      </p:sp>
      <p:sp>
        <p:nvSpPr>
          <p:cNvPr id="17" name="Oval 16"/>
          <p:cNvSpPr/>
          <p:nvPr/>
        </p:nvSpPr>
        <p:spPr>
          <a:xfrm>
            <a:off x="7132117" y="3835875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8</a:t>
            </a:r>
          </a:p>
        </p:txBody>
      </p:sp>
      <p:sp>
        <p:nvSpPr>
          <p:cNvPr id="18" name="Oval 17"/>
          <p:cNvSpPr/>
          <p:nvPr/>
        </p:nvSpPr>
        <p:spPr>
          <a:xfrm>
            <a:off x="6606492" y="4610272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10</a:t>
            </a:r>
          </a:p>
        </p:txBody>
      </p:sp>
      <p:cxnSp>
        <p:nvCxnSpPr>
          <p:cNvPr id="19" name="Straight Arrow Connector 18"/>
          <p:cNvCxnSpPr>
            <a:stCxn id="2" idx="4"/>
            <a:endCxn id="13" idx="1"/>
          </p:cNvCxnSpPr>
          <p:nvPr/>
        </p:nvCxnSpPr>
        <p:spPr>
          <a:xfrm>
            <a:off x="5292431" y="2774362"/>
            <a:ext cx="339788" cy="34321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4"/>
            <a:endCxn id="13" idx="7"/>
          </p:cNvCxnSpPr>
          <p:nvPr/>
        </p:nvCxnSpPr>
        <p:spPr>
          <a:xfrm flipH="1">
            <a:off x="6003892" y="2774362"/>
            <a:ext cx="339788" cy="34321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4"/>
            <a:endCxn id="16" idx="0"/>
          </p:cNvCxnSpPr>
          <p:nvPr/>
        </p:nvCxnSpPr>
        <p:spPr>
          <a:xfrm>
            <a:off x="6343680" y="2774361"/>
            <a:ext cx="0" cy="107559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4"/>
            <a:endCxn id="15" idx="1"/>
          </p:cNvCxnSpPr>
          <p:nvPr/>
        </p:nvCxnSpPr>
        <p:spPr>
          <a:xfrm>
            <a:off x="6343680" y="2774362"/>
            <a:ext cx="339788" cy="36586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1" idx="4"/>
            <a:endCxn id="14" idx="1"/>
          </p:cNvCxnSpPr>
          <p:nvPr/>
        </p:nvCxnSpPr>
        <p:spPr>
          <a:xfrm>
            <a:off x="7394929" y="2774362"/>
            <a:ext cx="339788" cy="36586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2" idx="4"/>
            <a:endCxn id="14" idx="7"/>
          </p:cNvCxnSpPr>
          <p:nvPr/>
        </p:nvCxnSpPr>
        <p:spPr>
          <a:xfrm flipH="1">
            <a:off x="8106390" y="2774362"/>
            <a:ext cx="339788" cy="36586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5" idx="4"/>
            <a:endCxn id="17" idx="1"/>
          </p:cNvCxnSpPr>
          <p:nvPr/>
        </p:nvCxnSpPr>
        <p:spPr>
          <a:xfrm>
            <a:off x="6869305" y="3559955"/>
            <a:ext cx="339788" cy="34793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4" idx="4"/>
            <a:endCxn id="17" idx="7"/>
          </p:cNvCxnSpPr>
          <p:nvPr/>
        </p:nvCxnSpPr>
        <p:spPr>
          <a:xfrm flipH="1">
            <a:off x="7580766" y="3559955"/>
            <a:ext cx="339788" cy="34793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3" idx="4"/>
            <a:endCxn id="16" idx="1"/>
          </p:cNvCxnSpPr>
          <p:nvPr/>
        </p:nvCxnSpPr>
        <p:spPr>
          <a:xfrm>
            <a:off x="5818056" y="3537303"/>
            <a:ext cx="339788" cy="384662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6" idx="4"/>
            <a:endCxn id="18" idx="1"/>
          </p:cNvCxnSpPr>
          <p:nvPr/>
        </p:nvCxnSpPr>
        <p:spPr>
          <a:xfrm>
            <a:off x="6343680" y="4341697"/>
            <a:ext cx="339788" cy="340591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7" idx="4"/>
            <a:endCxn id="18" idx="7"/>
          </p:cNvCxnSpPr>
          <p:nvPr/>
        </p:nvCxnSpPr>
        <p:spPr>
          <a:xfrm flipH="1">
            <a:off x="7055141" y="4327618"/>
            <a:ext cx="339788" cy="354668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urved Connector 43"/>
          <p:cNvCxnSpPr>
            <a:stCxn id="2" idx="3"/>
            <a:endCxn id="18" idx="2"/>
          </p:cNvCxnSpPr>
          <p:nvPr/>
        </p:nvCxnSpPr>
        <p:spPr>
          <a:xfrm rot="16200000" flipH="1">
            <a:off x="4779644" y="3029295"/>
            <a:ext cx="2153798" cy="1499898"/>
          </a:xfrm>
          <a:prstGeom prst="curvedConnector2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200819" y="3839066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2">
                    <a:lumMod val="10000"/>
                  </a:schemeClr>
                </a:solidFill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819" y="3040152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2">
                    <a:lumMod val="10000"/>
                  </a:schemeClr>
                </a:solidFill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819" y="4610272"/>
            <a:ext cx="53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2">
                    <a:lumMod val="10000"/>
                  </a:schemeClr>
                </a:solidFill>
              </a:rPr>
              <a:t>3</a:t>
            </a:r>
          </a:p>
        </p:txBody>
      </p:sp>
      <p:cxnSp>
        <p:nvCxnSpPr>
          <p:cNvPr id="50" name="Straight Connector 49"/>
          <p:cNvCxnSpPr>
            <a:stCxn id="8" idx="3"/>
          </p:cNvCxnSpPr>
          <p:nvPr/>
        </p:nvCxnSpPr>
        <p:spPr>
          <a:xfrm>
            <a:off x="3581819" y="2548768"/>
            <a:ext cx="1219200" cy="0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3581819" y="3291433"/>
            <a:ext cx="1219200" cy="1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3581819" y="4086336"/>
            <a:ext cx="1219200" cy="1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3581819" y="4859134"/>
            <a:ext cx="1219200" cy="1"/>
          </a:xfrm>
          <a:prstGeom prst="line">
            <a:avLst/>
          </a:prstGeom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269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Critical Path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39714" y="1470713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Dependency graph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25914" y="1521774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Start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25914" y="2094958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Finish nodes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83528" y="1521774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(indeg = 0)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3528" y="2094958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(outdeg = 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39714" y="3075378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Critical path =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73314" y="3094489"/>
            <a:ext cx="5029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A longest path from a start node to a finish node (# of edges)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39714" y="4635871"/>
            <a:ext cx="346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Critical path length =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63914" y="4635872"/>
            <a:ext cx="46119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Sum of the task weights of the nodes along the critical path</a:t>
            </a:r>
          </a:p>
        </p:txBody>
      </p:sp>
    </p:spTree>
    <p:extLst>
      <p:ext uri="{BB962C8B-B14F-4D97-AF65-F5344CB8AC3E}">
        <p14:creationId xmlns:p14="http://schemas.microsoft.com/office/powerpoint/2010/main" val="359044559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Critical Path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2755" y="1593894"/>
            <a:ext cx="9564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Note: Critical path length considers critical path only (long paths)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855B29D-84BC-0149-9D5B-92BC8556B75C}"/>
              </a:ext>
            </a:extLst>
          </p:cNvPr>
          <p:cNvSpPr/>
          <p:nvPr/>
        </p:nvSpPr>
        <p:spPr>
          <a:xfrm>
            <a:off x="6736394" y="2129327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E52CFD1-4D6E-854D-847A-84E7F914FD77}"/>
              </a:ext>
            </a:extLst>
          </p:cNvPr>
          <p:cNvCxnSpPr>
            <a:cxnSpLocks/>
            <a:stCxn id="23" idx="4"/>
            <a:endCxn id="25" idx="0"/>
          </p:cNvCxnSpPr>
          <p:nvPr/>
        </p:nvCxnSpPr>
        <p:spPr>
          <a:xfrm>
            <a:off x="6999206" y="2621072"/>
            <a:ext cx="21404" cy="951271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1E6D1C4-9179-1E46-A535-44BF987DE655}"/>
              </a:ext>
            </a:extLst>
          </p:cNvPr>
          <p:cNvSpPr/>
          <p:nvPr/>
        </p:nvSpPr>
        <p:spPr>
          <a:xfrm>
            <a:off x="6757798" y="3572343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A7F58E-9BE9-3445-A40D-4147CEC96C78}"/>
                  </a:ext>
                </a:extLst>
              </p:cNvPr>
              <p:cNvSpPr txBox="1"/>
              <p:nvPr/>
            </p:nvSpPr>
            <p:spPr>
              <a:xfrm>
                <a:off x="6999206" y="2117114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A7F58E-9BE9-3445-A40D-4147CEC96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206" y="2117114"/>
                <a:ext cx="9144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CD2CE4-287F-6F4E-AC5B-1DD439933D1C}"/>
                  </a:ext>
                </a:extLst>
              </p:cNvPr>
              <p:cNvSpPr txBox="1"/>
              <p:nvPr/>
            </p:nvSpPr>
            <p:spPr>
              <a:xfrm>
                <a:off x="7089034" y="3556604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0CD2CE4-287F-6F4E-AC5B-1DD439933D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034" y="3556604"/>
                <a:ext cx="9144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581551-92E6-864F-B37B-76B857143862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>
            <a:off x="7020610" y="4064087"/>
            <a:ext cx="12806" cy="982746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C4518EB4-B642-3745-9573-E9ABDDC0936E}"/>
              </a:ext>
            </a:extLst>
          </p:cNvPr>
          <p:cNvSpPr/>
          <p:nvPr/>
        </p:nvSpPr>
        <p:spPr>
          <a:xfrm>
            <a:off x="6770604" y="5046834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379686-FBFA-2142-808E-EBC9177E226E}"/>
                  </a:ext>
                </a:extLst>
              </p:cNvPr>
              <p:cNvSpPr txBox="1"/>
              <p:nvPr/>
            </p:nvSpPr>
            <p:spPr>
              <a:xfrm>
                <a:off x="7101840" y="5031095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1379686-FBFA-2142-808E-EBC9177E2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840" y="5031095"/>
                <a:ext cx="9144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3CFD44-9F63-A188-8C72-4749F412C9D9}"/>
                  </a:ext>
                </a:extLst>
              </p:cNvPr>
              <p:cNvSpPr txBox="1"/>
              <p:nvPr/>
            </p:nvSpPr>
            <p:spPr>
              <a:xfrm>
                <a:off x="1480820" y="5814145"/>
                <a:ext cx="86106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2">
                        <a:lumMod val="10000"/>
                      </a:schemeClr>
                    </a:solidFill>
                  </a:rPr>
                  <a:t>Longer critical path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sz="2800" dirty="0">
                    <a:solidFill>
                      <a:schemeClr val="bg2">
                        <a:lumMod val="10000"/>
                      </a:schemeClr>
                    </a:solidFill>
                  </a:rPr>
                  <a:t> Longer execution time </a:t>
                </a:r>
              </a:p>
              <a:p>
                <a:pPr algn="ctr"/>
                <a:r>
                  <a:rPr lang="en-US" sz="2800" dirty="0">
                    <a:solidFill>
                      <a:schemeClr val="bg2">
                        <a:lumMod val="10000"/>
                      </a:schemeClr>
                    </a:solidFill>
                  </a:rPr>
                  <a:t>                                   (may also mean less concurrency)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13CFD44-9F63-A188-8C72-4749F412C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820" y="5814145"/>
                <a:ext cx="8610600" cy="954107"/>
              </a:xfrm>
              <a:prstGeom prst="rect">
                <a:avLst/>
              </a:prstGeom>
              <a:blipFill>
                <a:blip r:embed="rId5"/>
                <a:stretch>
                  <a:fillRect l="-1487" t="-641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E0D09BF-4976-C027-0754-8260B248BF15}"/>
              </a:ext>
            </a:extLst>
          </p:cNvPr>
          <p:cNvSpPr txBox="1"/>
          <p:nvPr/>
        </p:nvSpPr>
        <p:spPr>
          <a:xfrm>
            <a:off x="1480820" y="5052144"/>
            <a:ext cx="6250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For a given number of tasks, </a:t>
            </a:r>
          </a:p>
        </p:txBody>
      </p:sp>
    </p:spTree>
    <p:extLst>
      <p:ext uri="{BB962C8B-B14F-4D97-AF65-F5344CB8AC3E}">
        <p14:creationId xmlns:p14="http://schemas.microsoft.com/office/powerpoint/2010/main" val="182902490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Critical Path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573440" y="1811704"/>
                <a:ext cx="8735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/2</m:t>
                      </m:r>
                    </m:oMath>
                  </m:oMathPara>
                </a14:m>
                <a:endParaRPr lang="en-US" sz="28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440" y="1811704"/>
                <a:ext cx="87358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9497239" y="265166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𝑛</m:t>
                      </m:r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/4</m:t>
                      </m:r>
                    </m:oMath>
                  </m:oMathPara>
                </a14:m>
                <a:endParaRPr lang="en-US" sz="28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239" y="2651668"/>
                <a:ext cx="9144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6366030" y="5431286"/>
                <a:ext cx="39285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Critical path length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030" y="5431286"/>
                <a:ext cx="3928591" cy="461665"/>
              </a:xfrm>
              <a:prstGeom prst="rect">
                <a:avLst/>
              </a:prstGeom>
              <a:blipFill>
                <a:blip r:embed="rId4"/>
                <a:stretch>
                  <a:fillRect l="-232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5839639" y="1823900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890888" y="1823900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7942137" y="1823900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8993386" y="1823900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365264" y="2586843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467761" y="2609493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7416512" y="3978543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stCxn id="12" idx="4"/>
            <a:endCxn id="17" idx="1"/>
          </p:cNvCxnSpPr>
          <p:nvPr/>
        </p:nvCxnSpPr>
        <p:spPr>
          <a:xfrm>
            <a:off x="6102451" y="2315645"/>
            <a:ext cx="339788" cy="34321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4" idx="4"/>
            <a:endCxn id="17" idx="7"/>
          </p:cNvCxnSpPr>
          <p:nvPr/>
        </p:nvCxnSpPr>
        <p:spPr>
          <a:xfrm flipH="1">
            <a:off x="6813913" y="2315645"/>
            <a:ext cx="339788" cy="34321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5" idx="4"/>
            <a:endCxn id="18" idx="1"/>
          </p:cNvCxnSpPr>
          <p:nvPr/>
        </p:nvCxnSpPr>
        <p:spPr>
          <a:xfrm>
            <a:off x="8204949" y="2315645"/>
            <a:ext cx="339788" cy="36586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6" idx="4"/>
            <a:endCxn id="18" idx="7"/>
          </p:cNvCxnSpPr>
          <p:nvPr/>
        </p:nvCxnSpPr>
        <p:spPr>
          <a:xfrm flipH="1">
            <a:off x="8916410" y="2315645"/>
            <a:ext cx="339788" cy="36586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8" idx="4"/>
          </p:cNvCxnSpPr>
          <p:nvPr/>
        </p:nvCxnSpPr>
        <p:spPr>
          <a:xfrm flipH="1">
            <a:off x="8390786" y="3101238"/>
            <a:ext cx="339788" cy="34793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7" idx="4"/>
          </p:cNvCxnSpPr>
          <p:nvPr/>
        </p:nvCxnSpPr>
        <p:spPr>
          <a:xfrm>
            <a:off x="6628076" y="3078586"/>
            <a:ext cx="339788" cy="384662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22" idx="1"/>
          </p:cNvCxnSpPr>
          <p:nvPr/>
        </p:nvCxnSpPr>
        <p:spPr>
          <a:xfrm>
            <a:off x="7153700" y="3709966"/>
            <a:ext cx="339788" cy="34059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2" idx="7"/>
          </p:cNvCxnSpPr>
          <p:nvPr/>
        </p:nvCxnSpPr>
        <p:spPr>
          <a:xfrm flipH="1">
            <a:off x="7865161" y="3695890"/>
            <a:ext cx="339788" cy="354668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3086100" y="1702416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9632886" y="3449173"/>
            <a:ext cx="615553" cy="52937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421039" y="406306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28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039" y="4063068"/>
                <a:ext cx="9144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6830239" y="3251088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6243" y="3261268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p:sp>
        <p:nvSpPr>
          <p:cNvPr id="41" name="Oval 40"/>
          <p:cNvSpPr/>
          <p:nvPr/>
        </p:nvSpPr>
        <p:spPr>
          <a:xfrm>
            <a:off x="3086100" y="2542028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40" idx="4"/>
            <a:endCxn id="41" idx="0"/>
          </p:cNvCxnSpPr>
          <p:nvPr/>
        </p:nvCxnSpPr>
        <p:spPr>
          <a:xfrm>
            <a:off x="3348912" y="2194161"/>
            <a:ext cx="0" cy="34786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41" idx="4"/>
          </p:cNvCxnSpPr>
          <p:nvPr/>
        </p:nvCxnSpPr>
        <p:spPr>
          <a:xfrm>
            <a:off x="3348912" y="3033773"/>
            <a:ext cx="0" cy="37805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086100" y="4182471"/>
            <a:ext cx="525624" cy="491745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>
            <a:endCxn id="45" idx="0"/>
          </p:cNvCxnSpPr>
          <p:nvPr/>
        </p:nvCxnSpPr>
        <p:spPr>
          <a:xfrm>
            <a:off x="3348912" y="3834604"/>
            <a:ext cx="0" cy="34786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156348" y="3459045"/>
            <a:ext cx="615553" cy="52937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619500" y="169068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0" y="1690688"/>
                <a:ext cx="9144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771900" y="4123541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800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80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0" y="4123541"/>
                <a:ext cx="9144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293621" y="5403708"/>
                <a:ext cx="3361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Critical path length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621" y="5403708"/>
                <a:ext cx="3361253" cy="461665"/>
              </a:xfrm>
              <a:prstGeom prst="rect">
                <a:avLst/>
              </a:prstGeom>
              <a:blipFill>
                <a:blip r:embed="rId8"/>
                <a:stretch>
                  <a:fillRect l="-271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505890" y="4942043"/>
                <a:ext cx="3361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Total no. of tasks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890" y="4942043"/>
                <a:ext cx="3361253" cy="461665"/>
              </a:xfrm>
              <a:prstGeom prst="rect">
                <a:avLst/>
              </a:prstGeom>
              <a:blipFill>
                <a:blip r:embed="rId9"/>
                <a:stretch>
                  <a:fillRect l="-2722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6478211" y="4942044"/>
                <a:ext cx="3361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Total no. of tasks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𝑛</m:t>
                    </m:r>
                    <m:r>
                      <a:rPr lang="en-US" sz="24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−1</m:t>
                    </m:r>
                  </m:oMath>
                </a14:m>
                <a:endParaRPr lang="en-US" sz="24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211" y="4942044"/>
                <a:ext cx="3361253" cy="461665"/>
              </a:xfrm>
              <a:prstGeom prst="rect">
                <a:avLst/>
              </a:prstGeom>
              <a:blipFill>
                <a:blip r:embed="rId10"/>
                <a:stretch>
                  <a:fillRect l="-2904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99201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Critical Path (4)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4174234" y="1750542"/>
            <a:ext cx="3840844" cy="3174632"/>
            <a:chOff x="4775513" y="2159368"/>
            <a:chExt cx="3840844" cy="3174632"/>
          </a:xfrm>
        </p:grpSpPr>
        <p:grpSp>
          <p:nvGrpSpPr>
            <p:cNvPr id="57" name="Group 56"/>
            <p:cNvGrpSpPr/>
            <p:nvPr/>
          </p:nvGrpSpPr>
          <p:grpSpPr>
            <a:xfrm>
              <a:off x="4919426" y="2550786"/>
              <a:ext cx="534307" cy="477560"/>
              <a:chOff x="806580" y="2037040"/>
              <a:chExt cx="534307" cy="477560"/>
            </a:xfrm>
          </p:grpSpPr>
          <p:sp>
            <p:nvSpPr>
              <p:cNvPr id="96" name="Oval 95"/>
              <p:cNvSpPr/>
              <p:nvPr/>
            </p:nvSpPr>
            <p:spPr>
              <a:xfrm>
                <a:off x="838200" y="2037040"/>
                <a:ext cx="457200" cy="47756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806580" y="2090019"/>
                <a:ext cx="534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100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5941646" y="2550786"/>
              <a:ext cx="534307" cy="477560"/>
              <a:chOff x="838200" y="2037040"/>
              <a:chExt cx="534307" cy="477560"/>
            </a:xfrm>
          </p:grpSpPr>
          <p:sp>
            <p:nvSpPr>
              <p:cNvPr id="94" name="Oval 93"/>
              <p:cNvSpPr/>
              <p:nvPr/>
            </p:nvSpPr>
            <p:spPr>
              <a:xfrm>
                <a:off x="838200" y="2037040"/>
                <a:ext cx="457200" cy="47756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Box 94"/>
              <p:cNvSpPr txBox="1"/>
              <p:nvPr/>
            </p:nvSpPr>
            <p:spPr>
              <a:xfrm>
                <a:off x="838200" y="2069068"/>
                <a:ext cx="534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10</a:t>
                </a:r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6949482" y="2528700"/>
              <a:ext cx="608300" cy="477560"/>
              <a:chOff x="838200" y="2037040"/>
              <a:chExt cx="608300" cy="477560"/>
            </a:xfrm>
          </p:grpSpPr>
          <p:sp>
            <p:nvSpPr>
              <p:cNvPr id="92" name="Oval 91"/>
              <p:cNvSpPr/>
              <p:nvPr/>
            </p:nvSpPr>
            <p:spPr>
              <a:xfrm>
                <a:off x="838200" y="2037040"/>
                <a:ext cx="457200" cy="47756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TextBox 92"/>
              <p:cNvSpPr txBox="1"/>
              <p:nvPr/>
            </p:nvSpPr>
            <p:spPr>
              <a:xfrm>
                <a:off x="912193" y="2091154"/>
                <a:ext cx="534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10000"/>
                      </a:schemeClr>
                    </a:solidFill>
                  </a:rPr>
                  <a:t>8</a:t>
                </a: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7845739" y="2528700"/>
              <a:ext cx="534307" cy="477560"/>
              <a:chOff x="829582" y="2037040"/>
              <a:chExt cx="534307" cy="477560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838200" y="2037040"/>
                <a:ext cx="457200" cy="47756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829582" y="2091154"/>
                <a:ext cx="534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10</a:t>
                </a:r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6444971" y="3942040"/>
              <a:ext cx="534307" cy="477560"/>
              <a:chOff x="785133" y="2037040"/>
              <a:chExt cx="534307" cy="477560"/>
            </a:xfrm>
          </p:grpSpPr>
          <p:sp>
            <p:nvSpPr>
              <p:cNvPr id="88" name="Oval 87"/>
              <p:cNvSpPr/>
              <p:nvPr/>
            </p:nvSpPr>
            <p:spPr>
              <a:xfrm>
                <a:off x="838200" y="2037040"/>
                <a:ext cx="457200" cy="47756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785133" y="2069068"/>
                <a:ext cx="534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11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7397157" y="3276600"/>
              <a:ext cx="457200" cy="477560"/>
              <a:chOff x="838200" y="2037040"/>
              <a:chExt cx="457200" cy="477560"/>
            </a:xfrm>
          </p:grpSpPr>
          <p:sp>
            <p:nvSpPr>
              <p:cNvPr id="86" name="Oval 85"/>
              <p:cNvSpPr/>
              <p:nvPr/>
            </p:nvSpPr>
            <p:spPr>
              <a:xfrm>
                <a:off x="838200" y="2037040"/>
                <a:ext cx="457200" cy="47756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896712" y="2069068"/>
                <a:ext cx="3317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6</a:t>
                </a:r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6246446" y="4856440"/>
              <a:ext cx="534307" cy="477560"/>
              <a:chOff x="762907" y="2037040"/>
              <a:chExt cx="534307" cy="477560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838200" y="2037040"/>
                <a:ext cx="457200" cy="477560"/>
              </a:xfrm>
              <a:prstGeom prst="ellipse">
                <a:avLst/>
              </a:prstGeom>
              <a:noFill/>
              <a:ln w="19050">
                <a:solidFill>
                  <a:schemeClr val="bg2">
                    <a:lumMod val="1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762907" y="2069068"/>
                <a:ext cx="5343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>
                    <a:solidFill>
                      <a:schemeClr val="bg2">
                        <a:lumMod val="10000"/>
                      </a:schemeClr>
                    </a:solidFill>
                  </a:rPr>
                  <a:t>7</a:t>
                </a:r>
              </a:p>
            </p:txBody>
          </p:sp>
        </p:grpSp>
        <p:cxnSp>
          <p:nvCxnSpPr>
            <p:cNvPr id="64" name="Straight Arrow Connector 63"/>
            <p:cNvCxnSpPr>
              <a:stCxn id="96" idx="4"/>
              <a:endCxn id="84" idx="1"/>
            </p:cNvCxnSpPr>
            <p:nvPr/>
          </p:nvCxnSpPr>
          <p:spPr>
            <a:xfrm>
              <a:off x="5179646" y="3028346"/>
              <a:ext cx="1209048" cy="1898031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>
              <a:stCxn id="94" idx="4"/>
              <a:endCxn id="89" idx="0"/>
            </p:cNvCxnSpPr>
            <p:nvPr/>
          </p:nvCxnSpPr>
          <p:spPr>
            <a:xfrm>
              <a:off x="6170246" y="3028346"/>
              <a:ext cx="541879" cy="945722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>
              <a:stCxn id="92" idx="4"/>
              <a:endCxn id="86" idx="1"/>
            </p:cNvCxnSpPr>
            <p:nvPr/>
          </p:nvCxnSpPr>
          <p:spPr>
            <a:xfrm>
              <a:off x="7178082" y="3006260"/>
              <a:ext cx="286030" cy="340277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>
              <a:stCxn id="90" idx="4"/>
              <a:endCxn id="86" idx="7"/>
            </p:cNvCxnSpPr>
            <p:nvPr/>
          </p:nvCxnSpPr>
          <p:spPr>
            <a:xfrm flipH="1">
              <a:off x="7787402" y="3006260"/>
              <a:ext cx="295555" cy="340277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88" idx="4"/>
              <a:endCxn id="84" idx="0"/>
            </p:cNvCxnSpPr>
            <p:nvPr/>
          </p:nvCxnSpPr>
          <p:spPr>
            <a:xfrm flipH="1">
              <a:off x="6550339" y="4419600"/>
              <a:ext cx="176299" cy="436840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86" idx="4"/>
              <a:endCxn id="88" idx="7"/>
            </p:cNvCxnSpPr>
            <p:nvPr/>
          </p:nvCxnSpPr>
          <p:spPr>
            <a:xfrm flipH="1">
              <a:off x="6888283" y="3754160"/>
              <a:ext cx="737474" cy="257817"/>
            </a:xfrm>
            <a:prstGeom prst="straightConnector1">
              <a:avLst/>
            </a:prstGeom>
            <a:ln w="19050">
              <a:solidFill>
                <a:schemeClr val="bg2">
                  <a:lumMod val="1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7701957" y="215936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Task 1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779846" y="215936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2">
                      <a:lumMod val="10000"/>
                    </a:schemeClr>
                  </a:solidFill>
                </a:rPr>
                <a:t>Task 2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827799" y="215936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Task 3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775513" y="2159368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Task 4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854357" y="333811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Task 5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7025402" y="4061154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Task 6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6797082" y="487680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2">
                      <a:lumMod val="10000"/>
                    </a:schemeClr>
                  </a:solidFill>
                </a:rPr>
                <a:t>Task 7</a:t>
              </a:r>
            </a:p>
          </p:txBody>
        </p:sp>
      </p:grpSp>
      <p:sp>
        <p:nvSpPr>
          <p:cNvPr id="7" name="Freeform 6"/>
          <p:cNvSpPr/>
          <p:nvPr/>
        </p:nvSpPr>
        <p:spPr>
          <a:xfrm>
            <a:off x="5285363" y="2055342"/>
            <a:ext cx="2804022" cy="3028724"/>
          </a:xfrm>
          <a:custGeom>
            <a:avLst/>
            <a:gdLst>
              <a:gd name="connsiteX0" fmla="*/ 1757742 w 2804022"/>
              <a:gd name="connsiteY0" fmla="*/ 201061 h 3028724"/>
              <a:gd name="connsiteX1" fmla="*/ 1977198 w 2804022"/>
              <a:gd name="connsiteY1" fmla="*/ 47442 h 3028724"/>
              <a:gd name="connsiteX2" fmla="*/ 2416110 w 2804022"/>
              <a:gd name="connsiteY2" fmla="*/ 40127 h 3028724"/>
              <a:gd name="connsiteX3" fmla="*/ 2803816 w 2804022"/>
              <a:gd name="connsiteY3" fmla="*/ 530245 h 3028724"/>
              <a:gd name="connsiteX4" fmla="*/ 2364904 w 2804022"/>
              <a:gd name="connsiteY4" fmla="*/ 1883557 h 3028724"/>
              <a:gd name="connsiteX5" fmla="*/ 1428558 w 2804022"/>
              <a:gd name="connsiteY5" fmla="*/ 2856479 h 3028724"/>
              <a:gd name="connsiteX6" fmla="*/ 448321 w 2804022"/>
              <a:gd name="connsiteY6" fmla="*/ 3017413 h 3028724"/>
              <a:gd name="connsiteX7" fmla="*/ 2094 w 2804022"/>
              <a:gd name="connsiteY7" fmla="*/ 2717490 h 3028724"/>
              <a:gd name="connsiteX8" fmla="*/ 316648 w 2804022"/>
              <a:gd name="connsiteY8" fmla="*/ 1612895 h 3028724"/>
              <a:gd name="connsiteX9" fmla="*/ 1099374 w 2804022"/>
              <a:gd name="connsiteY9" fmla="*/ 961842 h 3028724"/>
              <a:gd name="connsiteX10" fmla="*/ 1757742 w 2804022"/>
              <a:gd name="connsiteY10" fmla="*/ 201061 h 3028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4022" h="3028724">
                <a:moveTo>
                  <a:pt x="1757742" y="201061"/>
                </a:moveTo>
                <a:cubicBezTo>
                  <a:pt x="1904046" y="48661"/>
                  <a:pt x="1867470" y="74264"/>
                  <a:pt x="1977198" y="47442"/>
                </a:cubicBezTo>
                <a:cubicBezTo>
                  <a:pt x="2086926" y="20620"/>
                  <a:pt x="2278340" y="-40340"/>
                  <a:pt x="2416110" y="40127"/>
                </a:cubicBezTo>
                <a:cubicBezTo>
                  <a:pt x="2553880" y="120594"/>
                  <a:pt x="2812350" y="223007"/>
                  <a:pt x="2803816" y="530245"/>
                </a:cubicBezTo>
                <a:cubicBezTo>
                  <a:pt x="2795282" y="837483"/>
                  <a:pt x="2594114" y="1495851"/>
                  <a:pt x="2364904" y="1883557"/>
                </a:cubicBezTo>
                <a:cubicBezTo>
                  <a:pt x="2135694" y="2271263"/>
                  <a:pt x="1747988" y="2667503"/>
                  <a:pt x="1428558" y="2856479"/>
                </a:cubicBezTo>
                <a:cubicBezTo>
                  <a:pt x="1109127" y="3045455"/>
                  <a:pt x="686065" y="3040578"/>
                  <a:pt x="448321" y="3017413"/>
                </a:cubicBezTo>
                <a:cubicBezTo>
                  <a:pt x="210577" y="2994248"/>
                  <a:pt x="24039" y="2951576"/>
                  <a:pt x="2094" y="2717490"/>
                </a:cubicBezTo>
                <a:cubicBezTo>
                  <a:pt x="-19851" y="2483404"/>
                  <a:pt x="133768" y="1905503"/>
                  <a:pt x="316648" y="1612895"/>
                </a:cubicBezTo>
                <a:cubicBezTo>
                  <a:pt x="499528" y="1320287"/>
                  <a:pt x="857972" y="1198367"/>
                  <a:pt x="1099374" y="961842"/>
                </a:cubicBezTo>
                <a:cubicBezTo>
                  <a:pt x="1340775" y="725317"/>
                  <a:pt x="1611438" y="353461"/>
                  <a:pt x="1757742" y="201061"/>
                </a:cubicBezTo>
                <a:close/>
              </a:path>
            </a:pathLst>
          </a:custGeom>
          <a:noFill/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3510791" y="5371278"/>
                <a:ext cx="53700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Critical path length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= 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10+6+11+7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sz="2400" dirty="0">
                    <a:solidFill>
                      <a:schemeClr val="bg2">
                        <a:lumMod val="10000"/>
                      </a:schemeClr>
                    </a:solidFill>
                  </a:rPr>
                  <a:t> 34 </a:t>
                </a:r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791" y="5371278"/>
                <a:ext cx="5370024" cy="461665"/>
              </a:xfrm>
              <a:prstGeom prst="rect">
                <a:avLst/>
              </a:prstGeom>
              <a:blipFill>
                <a:blip r:embed="rId2"/>
                <a:stretch>
                  <a:fillRect l="-18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2786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dependency graph to Parallel Program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4765" y="181356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Given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7060" y="2270760"/>
            <a:ext cx="4917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Assume weight of each node =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736580" y="2750820"/>
                <a:ext cx="568998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2">
                        <a:lumMod val="10000"/>
                      </a:schemeClr>
                    </a:solidFill>
                  </a:rPr>
                  <a:t>Maximum degree of concurrency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580" y="2750820"/>
                <a:ext cx="5689980" cy="523220"/>
              </a:xfrm>
              <a:prstGeom prst="rect">
                <a:avLst/>
              </a:prstGeom>
              <a:blipFill>
                <a:blip r:embed="rId2"/>
                <a:stretch>
                  <a:fillRect l="-2251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737150" y="3360420"/>
                <a:ext cx="46988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bg2">
                        <a:lumMod val="10000"/>
                      </a:schemeClr>
                    </a:solidFill>
                  </a:rPr>
                  <a:t>Critical path length =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𝑙</m:t>
                    </m:r>
                  </m:oMath>
                </a14:m>
                <a:endParaRPr lang="en-US" sz="28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150" y="3360420"/>
                <a:ext cx="4698810" cy="523220"/>
              </a:xfrm>
              <a:prstGeom prst="rect">
                <a:avLst/>
              </a:prstGeom>
              <a:blipFill>
                <a:blip r:embed="rId3"/>
                <a:stretch>
                  <a:fillRect l="-2594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997265" y="1813560"/>
            <a:ext cx="4098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a task dependency graph</a:t>
            </a:r>
          </a:p>
        </p:txBody>
      </p:sp>
    </p:spTree>
    <p:extLst>
      <p:ext uri="{BB962C8B-B14F-4D97-AF65-F5344CB8AC3E}">
        <p14:creationId xmlns:p14="http://schemas.microsoft.com/office/powerpoint/2010/main" val="74063462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66900" y="1690688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2">
                    <a:lumMod val="10000"/>
                  </a:schemeClr>
                </a:solidFill>
              </a:rPr>
              <a:t>Idea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24501" y="3519489"/>
                <a:ext cx="128996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>
                    <a:solidFill>
                      <a:schemeClr val="bg2">
                        <a:lumMod val="10000"/>
                      </a:schemeClr>
                    </a:solidFill>
                  </a:rPr>
                  <a:t>0 to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 </m:t>
                    </m:r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𝑙</m:t>
                    </m:r>
                  </m:oMath>
                </a14:m>
                <a:endParaRPr lang="en-US" sz="2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1" y="3519489"/>
                <a:ext cx="1289961" cy="492443"/>
              </a:xfrm>
              <a:prstGeom prst="rect">
                <a:avLst/>
              </a:prstGeom>
              <a:blipFill>
                <a:blip r:embed="rId2"/>
                <a:stretch>
                  <a:fillRect l="-8491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355928" y="2300289"/>
                <a:ext cx="750257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>
                    <a:solidFill>
                      <a:schemeClr val="bg2">
                        <a:lumMod val="10000"/>
                      </a:schemeClr>
                    </a:solidFill>
                  </a:rPr>
                  <a:t>Organize into levels 0, 1, …,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𝑙</m:t>
                    </m:r>
                  </m:oMath>
                </a14:m>
                <a:r>
                  <a:rPr lang="en-US" sz="2600" dirty="0">
                    <a:solidFill>
                      <a:schemeClr val="bg2">
                        <a:lumMod val="10000"/>
                      </a:schemeClr>
                    </a:solidFill>
                  </a:rPr>
                  <a:t>  (level by level ordering)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928" y="2300289"/>
                <a:ext cx="7502572" cy="492443"/>
              </a:xfrm>
              <a:prstGeom prst="rect">
                <a:avLst/>
              </a:prstGeom>
              <a:blipFill>
                <a:blip r:embed="rId3"/>
                <a:stretch>
                  <a:fillRect l="-1463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390901" y="2831976"/>
                <a:ext cx="2169355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(</m:t>
                    </m:r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𝑙</m:t>
                    </m:r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+1)</m:t>
                    </m:r>
                  </m:oMath>
                </a14:m>
                <a:r>
                  <a:rPr lang="en-US" sz="2600" dirty="0">
                    <a:solidFill>
                      <a:schemeClr val="bg2">
                        <a:lumMod val="10000"/>
                      </a:schemeClr>
                    </a:solidFill>
                  </a:rPr>
                  <a:t> levels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1" y="2831976"/>
                <a:ext cx="2169355" cy="492443"/>
              </a:xfrm>
              <a:prstGeom prst="rect">
                <a:avLst/>
              </a:prstGeom>
              <a:blipFill>
                <a:blip r:embed="rId4"/>
                <a:stretch>
                  <a:fillRect t="-11250" b="-3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1902655" y="3525351"/>
            <a:ext cx="36576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2">
                    <a:lumMod val="10000"/>
                  </a:schemeClr>
                </a:solidFill>
              </a:rPr>
              <a:t>Execute level by level,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1866900" y="4129089"/>
                <a:ext cx="658533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 dirty="0">
                    <a:solidFill>
                      <a:schemeClr val="bg2">
                        <a:lumMod val="10000"/>
                      </a:schemeClr>
                    </a:solidFill>
                  </a:rPr>
                  <a:t>Total number of processors needed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600" i="1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  <a:ea typeface="Cambria Math"/>
                      </a:rPr>
                      <m:t>𝑐</m:t>
                    </m:r>
                  </m:oMath>
                </a14:m>
                <a:endParaRPr lang="en-US" sz="26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00" y="4129089"/>
                <a:ext cx="6585330" cy="492443"/>
              </a:xfrm>
              <a:prstGeom prst="rect">
                <a:avLst/>
              </a:prstGeom>
              <a:blipFill>
                <a:blip r:embed="rId5"/>
                <a:stretch>
                  <a:fillRect l="-1665" t="-9877" b="-32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882966" y="2300288"/>
            <a:ext cx="9745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DAG</a:t>
            </a:r>
          </a:p>
        </p:txBody>
      </p:sp>
      <p:cxnSp>
        <p:nvCxnSpPr>
          <p:cNvPr id="4" name="Straight Arrow Connector 3"/>
          <p:cNvCxnSpPr>
            <a:stCxn id="13" idx="3"/>
          </p:cNvCxnSpPr>
          <p:nvPr/>
        </p:nvCxnSpPr>
        <p:spPr>
          <a:xfrm>
            <a:off x="2857500" y="2561898"/>
            <a:ext cx="381000" cy="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Task dependency graph to Parallel Program (2)</a:t>
            </a:r>
          </a:p>
        </p:txBody>
      </p:sp>
    </p:spTree>
    <p:extLst>
      <p:ext uri="{BB962C8B-B14F-4D97-AF65-F5344CB8AC3E}">
        <p14:creationId xmlns:p14="http://schemas.microsoft.com/office/powerpoint/2010/main" val="2821946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Mapping Tasks to Processes</a:t>
            </a:r>
          </a:p>
        </p:txBody>
      </p:sp>
      <p:sp>
        <p:nvSpPr>
          <p:cNvPr id="2" name="Oval 1"/>
          <p:cNvSpPr/>
          <p:nvPr/>
        </p:nvSpPr>
        <p:spPr>
          <a:xfrm>
            <a:off x="2149789" y="2398386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140389" y="2398386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148225" y="2376300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053100" y="2376300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2683189" y="3535464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376371" y="3593774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520482" y="4704040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2" idx="4"/>
            <a:endCxn id="19" idx="1"/>
          </p:cNvCxnSpPr>
          <p:nvPr/>
        </p:nvCxnSpPr>
        <p:spPr>
          <a:xfrm>
            <a:off x="2378390" y="2875947"/>
            <a:ext cx="371755" cy="729455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0" idx="4"/>
          </p:cNvCxnSpPr>
          <p:nvPr/>
        </p:nvCxnSpPr>
        <p:spPr>
          <a:xfrm flipH="1">
            <a:off x="3026543" y="2875946"/>
            <a:ext cx="342447" cy="717828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3" idx="4"/>
            <a:endCxn id="22" idx="0"/>
          </p:cNvCxnSpPr>
          <p:nvPr/>
        </p:nvCxnSpPr>
        <p:spPr>
          <a:xfrm>
            <a:off x="4376825" y="2853860"/>
            <a:ext cx="228146" cy="739914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6" idx="4"/>
            <a:endCxn id="22" idx="7"/>
          </p:cNvCxnSpPr>
          <p:nvPr/>
        </p:nvCxnSpPr>
        <p:spPr>
          <a:xfrm flipH="1">
            <a:off x="4766616" y="2853861"/>
            <a:ext cx="515084" cy="809851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9" idx="4"/>
            <a:endCxn id="25" idx="1"/>
          </p:cNvCxnSpPr>
          <p:nvPr/>
        </p:nvCxnSpPr>
        <p:spPr>
          <a:xfrm>
            <a:off x="2911789" y="4013025"/>
            <a:ext cx="675648" cy="76095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22" idx="4"/>
            <a:endCxn id="25" idx="7"/>
          </p:cNvCxnSpPr>
          <p:nvPr/>
        </p:nvCxnSpPr>
        <p:spPr>
          <a:xfrm flipH="1">
            <a:off x="3910727" y="4071335"/>
            <a:ext cx="694244" cy="702643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5350189" y="2723546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189" y="2723546"/>
                <a:ext cx="60506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845693" y="2739192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693" y="2739192"/>
                <a:ext cx="60506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317282" y="2723546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82" y="2723546"/>
                <a:ext cx="6050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497225" y="2723546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225" y="2723546"/>
                <a:ext cx="6050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745125" y="3790346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125" y="3790346"/>
                <a:ext cx="6050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2964856" y="3520234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856" y="3520234"/>
                <a:ext cx="60506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3910727" y="4812268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727" y="4812268"/>
                <a:ext cx="6050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900700" y="1943468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700" y="1943468"/>
                <a:ext cx="7620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3978589" y="1978254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589" y="1978254"/>
                <a:ext cx="7620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3026542" y="1978254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6542" y="1978254"/>
                <a:ext cx="7620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974256" y="1956168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256" y="1956168"/>
                <a:ext cx="7620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787669" y="3633320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7669" y="3633320"/>
                <a:ext cx="7620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2037757" y="3611234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57" y="3611234"/>
                <a:ext cx="762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2625899" y="4734580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899" y="4734580"/>
                <a:ext cx="7620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Oval 95"/>
          <p:cNvSpPr/>
          <p:nvPr/>
        </p:nvSpPr>
        <p:spPr>
          <a:xfrm>
            <a:off x="6710136" y="2372618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7700736" y="2372618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8708572" y="2350532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9613447" y="2350532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8257128" y="3763872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9156247" y="3098432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8080829" y="4678272"/>
            <a:ext cx="457200" cy="477560"/>
          </a:xfrm>
          <a:prstGeom prst="ellipse">
            <a:avLst/>
          </a:prstGeom>
          <a:noFill/>
          <a:ln w="19050">
            <a:solidFill>
              <a:schemeClr val="bg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96" idx="4"/>
            <a:endCxn id="84" idx="1"/>
          </p:cNvCxnSpPr>
          <p:nvPr/>
        </p:nvCxnSpPr>
        <p:spPr>
          <a:xfrm>
            <a:off x="6938736" y="2850179"/>
            <a:ext cx="1209048" cy="1898031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94" idx="4"/>
          </p:cNvCxnSpPr>
          <p:nvPr/>
        </p:nvCxnSpPr>
        <p:spPr>
          <a:xfrm>
            <a:off x="7929337" y="2850178"/>
            <a:ext cx="541879" cy="945722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92" idx="4"/>
            <a:endCxn id="86" idx="1"/>
          </p:cNvCxnSpPr>
          <p:nvPr/>
        </p:nvCxnSpPr>
        <p:spPr>
          <a:xfrm>
            <a:off x="8937172" y="2828093"/>
            <a:ext cx="286030" cy="34027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90" idx="4"/>
            <a:endCxn id="86" idx="7"/>
          </p:cNvCxnSpPr>
          <p:nvPr/>
        </p:nvCxnSpPr>
        <p:spPr>
          <a:xfrm flipH="1">
            <a:off x="9546493" y="2828093"/>
            <a:ext cx="295555" cy="34027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88" idx="4"/>
            <a:endCxn id="84" idx="0"/>
          </p:cNvCxnSpPr>
          <p:nvPr/>
        </p:nvCxnSpPr>
        <p:spPr>
          <a:xfrm flipH="1">
            <a:off x="8309430" y="4241432"/>
            <a:ext cx="176299" cy="43684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86" idx="4"/>
            <a:endCxn id="88" idx="7"/>
          </p:cNvCxnSpPr>
          <p:nvPr/>
        </p:nvCxnSpPr>
        <p:spPr>
          <a:xfrm flipH="1">
            <a:off x="8647373" y="3575993"/>
            <a:ext cx="737474" cy="257817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9910536" y="2697778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0536" y="2697778"/>
                <a:ext cx="60506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8436883" y="2723546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883" y="2723546"/>
                <a:ext cx="60506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954596" y="2697778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596" y="2697778"/>
                <a:ext cx="60506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7057572" y="2697778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7572" y="2697778"/>
                <a:ext cx="60506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8697826" y="3242846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826" y="3242846"/>
                <a:ext cx="605064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783426" y="3795900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426" y="3795900"/>
                <a:ext cx="60506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7554826" y="4774832"/>
                <a:ext cx="6050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4826" y="4774832"/>
                <a:ext cx="60506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9384847" y="1943468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847" y="1943468"/>
                <a:ext cx="76200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8462736" y="1952486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2736" y="1952486"/>
                <a:ext cx="76200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/>
              <p:cNvSpPr txBox="1"/>
              <p:nvPr/>
            </p:nvSpPr>
            <p:spPr>
              <a:xfrm>
                <a:off x="7510689" y="1952486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1" name="TextBox 10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689" y="1952486"/>
                <a:ext cx="762000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6458403" y="1930400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403" y="1930400"/>
                <a:ext cx="7620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/>
              <p:cNvSpPr txBox="1"/>
              <p:nvPr/>
            </p:nvSpPr>
            <p:spPr>
              <a:xfrm>
                <a:off x="9525000" y="3190823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3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0" y="3190823"/>
                <a:ext cx="762000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8610600" y="3886668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886668"/>
                <a:ext cx="762000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/>
              <p:cNvSpPr txBox="1"/>
              <p:nvPr/>
            </p:nvSpPr>
            <p:spPr>
              <a:xfrm>
                <a:off x="8382000" y="4738735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Cambria Math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6" name="TextBox 1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4738735"/>
                <a:ext cx="762000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Freeform 106"/>
          <p:cNvSpPr/>
          <p:nvPr/>
        </p:nvSpPr>
        <p:spPr>
          <a:xfrm>
            <a:off x="7662636" y="2286164"/>
            <a:ext cx="2804022" cy="3028724"/>
          </a:xfrm>
          <a:custGeom>
            <a:avLst/>
            <a:gdLst>
              <a:gd name="connsiteX0" fmla="*/ 1757742 w 2804022"/>
              <a:gd name="connsiteY0" fmla="*/ 201061 h 3028724"/>
              <a:gd name="connsiteX1" fmla="*/ 1977198 w 2804022"/>
              <a:gd name="connsiteY1" fmla="*/ 47442 h 3028724"/>
              <a:gd name="connsiteX2" fmla="*/ 2416110 w 2804022"/>
              <a:gd name="connsiteY2" fmla="*/ 40127 h 3028724"/>
              <a:gd name="connsiteX3" fmla="*/ 2803816 w 2804022"/>
              <a:gd name="connsiteY3" fmla="*/ 530245 h 3028724"/>
              <a:gd name="connsiteX4" fmla="*/ 2364904 w 2804022"/>
              <a:gd name="connsiteY4" fmla="*/ 1883557 h 3028724"/>
              <a:gd name="connsiteX5" fmla="*/ 1428558 w 2804022"/>
              <a:gd name="connsiteY5" fmla="*/ 2856479 h 3028724"/>
              <a:gd name="connsiteX6" fmla="*/ 448321 w 2804022"/>
              <a:gd name="connsiteY6" fmla="*/ 3017413 h 3028724"/>
              <a:gd name="connsiteX7" fmla="*/ 2094 w 2804022"/>
              <a:gd name="connsiteY7" fmla="*/ 2717490 h 3028724"/>
              <a:gd name="connsiteX8" fmla="*/ 316648 w 2804022"/>
              <a:gd name="connsiteY8" fmla="*/ 1612895 h 3028724"/>
              <a:gd name="connsiteX9" fmla="*/ 1099374 w 2804022"/>
              <a:gd name="connsiteY9" fmla="*/ 961842 h 3028724"/>
              <a:gd name="connsiteX10" fmla="*/ 1757742 w 2804022"/>
              <a:gd name="connsiteY10" fmla="*/ 201061 h 3028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4022" h="3028724">
                <a:moveTo>
                  <a:pt x="1757742" y="201061"/>
                </a:moveTo>
                <a:cubicBezTo>
                  <a:pt x="1904046" y="48661"/>
                  <a:pt x="1867470" y="74264"/>
                  <a:pt x="1977198" y="47442"/>
                </a:cubicBezTo>
                <a:cubicBezTo>
                  <a:pt x="2086926" y="20620"/>
                  <a:pt x="2278340" y="-40340"/>
                  <a:pt x="2416110" y="40127"/>
                </a:cubicBezTo>
                <a:cubicBezTo>
                  <a:pt x="2553880" y="120594"/>
                  <a:pt x="2812350" y="223007"/>
                  <a:pt x="2803816" y="530245"/>
                </a:cubicBezTo>
                <a:cubicBezTo>
                  <a:pt x="2795282" y="837483"/>
                  <a:pt x="2594114" y="1495851"/>
                  <a:pt x="2364904" y="1883557"/>
                </a:cubicBezTo>
                <a:cubicBezTo>
                  <a:pt x="2135694" y="2271263"/>
                  <a:pt x="1747988" y="2667503"/>
                  <a:pt x="1428558" y="2856479"/>
                </a:cubicBezTo>
                <a:cubicBezTo>
                  <a:pt x="1109127" y="3045455"/>
                  <a:pt x="686065" y="3040578"/>
                  <a:pt x="448321" y="3017413"/>
                </a:cubicBezTo>
                <a:cubicBezTo>
                  <a:pt x="210577" y="2994248"/>
                  <a:pt x="24039" y="2951576"/>
                  <a:pt x="2094" y="2717490"/>
                </a:cubicBezTo>
                <a:cubicBezTo>
                  <a:pt x="-19851" y="2483404"/>
                  <a:pt x="133768" y="1905503"/>
                  <a:pt x="316648" y="1612895"/>
                </a:cubicBezTo>
                <a:cubicBezTo>
                  <a:pt x="499528" y="1320287"/>
                  <a:pt x="857972" y="1198367"/>
                  <a:pt x="1099374" y="961842"/>
                </a:cubicBezTo>
                <a:cubicBezTo>
                  <a:pt x="1340775" y="725317"/>
                  <a:pt x="1611438" y="353461"/>
                  <a:pt x="1757742" y="201061"/>
                </a:cubicBezTo>
                <a:close/>
              </a:path>
            </a:pathLst>
          </a:custGeom>
          <a:noFill/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 107"/>
          <p:cNvSpPr/>
          <p:nvPr/>
        </p:nvSpPr>
        <p:spPr>
          <a:xfrm>
            <a:off x="3203414" y="2312064"/>
            <a:ext cx="2804022" cy="3028724"/>
          </a:xfrm>
          <a:custGeom>
            <a:avLst/>
            <a:gdLst>
              <a:gd name="connsiteX0" fmla="*/ 1757742 w 2804022"/>
              <a:gd name="connsiteY0" fmla="*/ 201061 h 3028724"/>
              <a:gd name="connsiteX1" fmla="*/ 1977198 w 2804022"/>
              <a:gd name="connsiteY1" fmla="*/ 47442 h 3028724"/>
              <a:gd name="connsiteX2" fmla="*/ 2416110 w 2804022"/>
              <a:gd name="connsiteY2" fmla="*/ 40127 h 3028724"/>
              <a:gd name="connsiteX3" fmla="*/ 2803816 w 2804022"/>
              <a:gd name="connsiteY3" fmla="*/ 530245 h 3028724"/>
              <a:gd name="connsiteX4" fmla="*/ 2364904 w 2804022"/>
              <a:gd name="connsiteY4" fmla="*/ 1883557 h 3028724"/>
              <a:gd name="connsiteX5" fmla="*/ 1428558 w 2804022"/>
              <a:gd name="connsiteY5" fmla="*/ 2856479 h 3028724"/>
              <a:gd name="connsiteX6" fmla="*/ 448321 w 2804022"/>
              <a:gd name="connsiteY6" fmla="*/ 3017413 h 3028724"/>
              <a:gd name="connsiteX7" fmla="*/ 2094 w 2804022"/>
              <a:gd name="connsiteY7" fmla="*/ 2717490 h 3028724"/>
              <a:gd name="connsiteX8" fmla="*/ 316648 w 2804022"/>
              <a:gd name="connsiteY8" fmla="*/ 1612895 h 3028724"/>
              <a:gd name="connsiteX9" fmla="*/ 1099374 w 2804022"/>
              <a:gd name="connsiteY9" fmla="*/ 961842 h 3028724"/>
              <a:gd name="connsiteX10" fmla="*/ 1757742 w 2804022"/>
              <a:gd name="connsiteY10" fmla="*/ 201061 h 3028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4022" h="3028724">
                <a:moveTo>
                  <a:pt x="1757742" y="201061"/>
                </a:moveTo>
                <a:cubicBezTo>
                  <a:pt x="1904046" y="48661"/>
                  <a:pt x="1867470" y="74264"/>
                  <a:pt x="1977198" y="47442"/>
                </a:cubicBezTo>
                <a:cubicBezTo>
                  <a:pt x="2086926" y="20620"/>
                  <a:pt x="2278340" y="-40340"/>
                  <a:pt x="2416110" y="40127"/>
                </a:cubicBezTo>
                <a:cubicBezTo>
                  <a:pt x="2553880" y="120594"/>
                  <a:pt x="2812350" y="223007"/>
                  <a:pt x="2803816" y="530245"/>
                </a:cubicBezTo>
                <a:cubicBezTo>
                  <a:pt x="2795282" y="837483"/>
                  <a:pt x="2594114" y="1495851"/>
                  <a:pt x="2364904" y="1883557"/>
                </a:cubicBezTo>
                <a:cubicBezTo>
                  <a:pt x="2135694" y="2271263"/>
                  <a:pt x="1747988" y="2667503"/>
                  <a:pt x="1428558" y="2856479"/>
                </a:cubicBezTo>
                <a:cubicBezTo>
                  <a:pt x="1109127" y="3045455"/>
                  <a:pt x="686065" y="3040578"/>
                  <a:pt x="448321" y="3017413"/>
                </a:cubicBezTo>
                <a:cubicBezTo>
                  <a:pt x="210577" y="2994248"/>
                  <a:pt x="24039" y="2951576"/>
                  <a:pt x="2094" y="2717490"/>
                </a:cubicBezTo>
                <a:cubicBezTo>
                  <a:pt x="-19851" y="2483404"/>
                  <a:pt x="133768" y="1905503"/>
                  <a:pt x="316648" y="1612895"/>
                </a:cubicBezTo>
                <a:cubicBezTo>
                  <a:pt x="499528" y="1320287"/>
                  <a:pt x="857972" y="1198367"/>
                  <a:pt x="1099374" y="961842"/>
                </a:cubicBezTo>
                <a:cubicBezTo>
                  <a:pt x="1340775" y="725317"/>
                  <a:pt x="1611438" y="353461"/>
                  <a:pt x="1757742" y="201061"/>
                </a:cubicBezTo>
                <a:close/>
              </a:path>
            </a:pathLst>
          </a:custGeom>
          <a:noFill/>
          <a:ln w="19050">
            <a:solidFill>
              <a:schemeClr val="bg2">
                <a:lumMod val="1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816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9/18 Lecture 8 – Systolic Array Architecture – Modeling, Matrix Multiplication; 	</a:t>
            </a:r>
          </a:p>
        </p:txBody>
      </p:sp>
    </p:spTree>
    <p:extLst>
      <p:ext uri="{BB962C8B-B14F-4D97-AF65-F5344CB8AC3E}">
        <p14:creationId xmlns:p14="http://schemas.microsoft.com/office/powerpoint/2010/main" val="38378750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4028</TotalTime>
  <Words>4551</Words>
  <Application>Microsoft Office PowerPoint</Application>
  <PresentationFormat>Widescreen</PresentationFormat>
  <Paragraphs>1101</Paragraphs>
  <Slides>96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4" baseType="lpstr">
      <vt:lpstr>ＭＳ Ｐゴシック</vt:lpstr>
      <vt:lpstr>宋体</vt:lpstr>
      <vt:lpstr>Arial</vt:lpstr>
      <vt:lpstr>Calibri</vt:lpstr>
      <vt:lpstr>Calibri Light</vt:lpstr>
      <vt:lpstr>Cambria Math</vt:lpstr>
      <vt:lpstr>Wingdings</vt:lpstr>
      <vt:lpstr>Office Theme</vt:lpstr>
      <vt:lpstr>CSDS 451: Designing High Performant Systems for AI</vt:lpstr>
      <vt:lpstr>Outline</vt:lpstr>
      <vt:lpstr>Outline</vt:lpstr>
      <vt:lpstr>Speedup</vt:lpstr>
      <vt:lpstr>Scalability</vt:lpstr>
      <vt:lpstr>Amdahl’s Law</vt:lpstr>
      <vt:lpstr>Scaled Speedup (Gustafson’s Law) (1)</vt:lpstr>
      <vt:lpstr>Scaled Speedup (Gustafson’s Law) (2)</vt:lpstr>
      <vt:lpstr>Strong or Weak Scaling</vt:lpstr>
      <vt:lpstr>Performance (1)</vt:lpstr>
      <vt:lpstr>Performance (2)</vt:lpstr>
      <vt:lpstr>Performance (3)</vt:lpstr>
      <vt:lpstr>Blocked Matrix Multiplication</vt:lpstr>
      <vt:lpstr>Sum of Elements in an Array</vt:lpstr>
      <vt:lpstr>Roofline Model</vt:lpstr>
      <vt:lpstr>Roofline Model</vt:lpstr>
      <vt:lpstr>Roofline Model</vt:lpstr>
      <vt:lpstr>Compute Bound vs Memory Bound Roofline Model (for a given platform)</vt:lpstr>
      <vt:lpstr>Compute Bound vs Memory Bound Roofline Model (for a given platform)</vt:lpstr>
      <vt:lpstr>Compute Bound vs Memory Bound Roofline Model (for a given platform)</vt:lpstr>
      <vt:lpstr>Roofline Model – What about actual performance?</vt:lpstr>
      <vt:lpstr>Outline</vt:lpstr>
      <vt:lpstr>Modeling GPU Architectures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Block Matrix Multiplication</vt:lpstr>
      <vt:lpstr>Sum of an Array</vt:lpstr>
      <vt:lpstr>Sum of an Array</vt:lpstr>
      <vt:lpstr>Sum of an Array</vt:lpstr>
      <vt:lpstr>Parallel Sorting</vt:lpstr>
      <vt:lpstr>Parallel Sorting</vt:lpstr>
      <vt:lpstr>Parallel Sorting</vt:lpstr>
      <vt:lpstr>Parallel Sorting</vt:lpstr>
      <vt:lpstr>Parallel Sorting</vt:lpstr>
      <vt:lpstr>Parallel Sort</vt:lpstr>
      <vt:lpstr>Parallel Sort</vt:lpstr>
      <vt:lpstr>Parallel Sort</vt:lpstr>
      <vt:lpstr>Parallel Sort</vt:lpstr>
      <vt:lpstr>Parallel Sort</vt:lpstr>
      <vt:lpstr>Parallel Sort</vt:lpstr>
      <vt:lpstr>Parallel Sort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Parallel Sorting</vt:lpstr>
      <vt:lpstr>Outline</vt:lpstr>
      <vt:lpstr>Writing Parallel Programs</vt:lpstr>
      <vt:lpstr>Task vs Data Parallelism</vt:lpstr>
      <vt:lpstr>Task Parallelism Techniques</vt:lpstr>
      <vt:lpstr>Tasks and Dependencies</vt:lpstr>
      <vt:lpstr>Task Dependency Graph</vt:lpstr>
      <vt:lpstr>Task Dependency Graph</vt:lpstr>
      <vt:lpstr>Example (1)</vt:lpstr>
      <vt:lpstr>Example (2)</vt:lpstr>
      <vt:lpstr>Maximum Degree of Concurrency (1)</vt:lpstr>
      <vt:lpstr>Maximum Degree of Concurrency (2)</vt:lpstr>
      <vt:lpstr>Maximum Degree of Concurrency (3)</vt:lpstr>
      <vt:lpstr>Maximum Degree of Concurrency (4)</vt:lpstr>
      <vt:lpstr>Maximum Degree of Concurrency (5)</vt:lpstr>
      <vt:lpstr>Critical Path (1)</vt:lpstr>
      <vt:lpstr>Critical Path (2)</vt:lpstr>
      <vt:lpstr>Critical Path (3)</vt:lpstr>
      <vt:lpstr>Critical Path (4)</vt:lpstr>
      <vt:lpstr>Task dependency graph to Parallel Program (1)</vt:lpstr>
      <vt:lpstr>Task dependency graph to Parallel Program (2)</vt:lpstr>
      <vt:lpstr>Mapping Tasks to Processes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133</cp:revision>
  <dcterms:created xsi:type="dcterms:W3CDTF">2022-08-26T11:47:57Z</dcterms:created>
  <dcterms:modified xsi:type="dcterms:W3CDTF">2026-02-15T20:38:07Z</dcterms:modified>
</cp:coreProperties>
</file>
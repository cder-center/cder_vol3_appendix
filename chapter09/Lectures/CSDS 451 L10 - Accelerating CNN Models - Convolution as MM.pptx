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3"/>
  </p:notesMasterIdLst>
  <p:sldIdLst>
    <p:sldId id="256" r:id="rId2"/>
    <p:sldId id="261" r:id="rId3"/>
    <p:sldId id="1253" r:id="rId4"/>
    <p:sldId id="1557" r:id="rId5"/>
    <p:sldId id="1554" r:id="rId6"/>
    <p:sldId id="1332" r:id="rId7"/>
    <p:sldId id="1628" r:id="rId8"/>
    <p:sldId id="1272" r:id="rId9"/>
    <p:sldId id="1629" r:id="rId10"/>
    <p:sldId id="1371" r:id="rId11"/>
    <p:sldId id="1563" r:id="rId12"/>
    <p:sldId id="1630" r:id="rId13"/>
    <p:sldId id="1631" r:id="rId14"/>
    <p:sldId id="1632" r:id="rId15"/>
    <p:sldId id="1633" r:id="rId16"/>
    <p:sldId id="1634" r:id="rId17"/>
    <p:sldId id="1635" r:id="rId18"/>
    <p:sldId id="1636" r:id="rId19"/>
    <p:sldId id="1637" r:id="rId20"/>
    <p:sldId id="1638" r:id="rId21"/>
    <p:sldId id="1555" r:id="rId22"/>
    <p:sldId id="1301" r:id="rId23"/>
    <p:sldId id="1363" r:id="rId24"/>
    <p:sldId id="1364" r:id="rId25"/>
    <p:sldId id="1365" r:id="rId26"/>
    <p:sldId id="1366" r:id="rId27"/>
    <p:sldId id="1640" r:id="rId28"/>
    <p:sldId id="1644" r:id="rId29"/>
    <p:sldId id="1645" r:id="rId30"/>
    <p:sldId id="1646" r:id="rId31"/>
    <p:sldId id="1647" r:id="rId32"/>
    <p:sldId id="1641" r:id="rId33"/>
    <p:sldId id="1642" r:id="rId34"/>
    <p:sldId id="1643" r:id="rId35"/>
    <p:sldId id="1302" r:id="rId36"/>
    <p:sldId id="1639" r:id="rId37"/>
    <p:sldId id="1648" r:id="rId38"/>
    <p:sldId id="1649" r:id="rId39"/>
    <p:sldId id="1650" r:id="rId40"/>
    <p:sldId id="1651" r:id="rId41"/>
    <p:sldId id="1652" r:id="rId42"/>
    <p:sldId id="1348" r:id="rId43"/>
    <p:sldId id="1349" r:id="rId44"/>
    <p:sldId id="1350" r:id="rId45"/>
    <p:sldId id="1351" r:id="rId46"/>
    <p:sldId id="1352" r:id="rId47"/>
    <p:sldId id="1353" r:id="rId48"/>
    <p:sldId id="1354" r:id="rId49"/>
    <p:sldId id="1355" r:id="rId50"/>
    <p:sldId id="1356" r:id="rId51"/>
    <p:sldId id="1357" r:id="rId52"/>
    <p:sldId id="1358" r:id="rId53"/>
    <p:sldId id="1359" r:id="rId54"/>
    <p:sldId id="1360" r:id="rId55"/>
    <p:sldId id="1361" r:id="rId56"/>
    <p:sldId id="1556" r:id="rId57"/>
    <p:sldId id="1393" r:id="rId58"/>
    <p:sldId id="1394" r:id="rId59"/>
    <p:sldId id="1653" r:id="rId60"/>
    <p:sldId id="1395" r:id="rId61"/>
    <p:sldId id="1396" r:id="rId62"/>
    <p:sldId id="1397" r:id="rId63"/>
    <p:sldId id="1398" r:id="rId64"/>
    <p:sldId id="1399" r:id="rId65"/>
    <p:sldId id="1400" r:id="rId66"/>
    <p:sldId id="1401" r:id="rId67"/>
    <p:sldId id="1402" r:id="rId68"/>
    <p:sldId id="1404" r:id="rId69"/>
    <p:sldId id="1405" r:id="rId70"/>
    <p:sldId id="1407" r:id="rId71"/>
    <p:sldId id="1408" r:id="rId72"/>
    <p:sldId id="1406" r:id="rId73"/>
    <p:sldId id="1403" r:id="rId74"/>
    <p:sldId id="1409" r:id="rId75"/>
    <p:sldId id="1410" r:id="rId76"/>
    <p:sldId id="1411" r:id="rId77"/>
    <p:sldId id="1413" r:id="rId78"/>
    <p:sldId id="1412" r:id="rId79"/>
    <p:sldId id="1414" r:id="rId80"/>
    <p:sldId id="1551" r:id="rId81"/>
    <p:sldId id="391" r:id="rId8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899746-57B6-4E24-B35A-B865791EE055}" v="12" dt="2025-10-02T15:54:21.7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325" autoAdjust="0"/>
  </p:normalViewPr>
  <p:slideViewPr>
    <p:cSldViewPr snapToGrid="0">
      <p:cViewPr varScale="1">
        <p:scale>
          <a:sx n="79" d="100"/>
          <a:sy n="79" d="100"/>
        </p:scale>
        <p:origin x="504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89" Type="http://schemas.microsoft.com/office/2015/10/relationships/revisionInfo" Target="revisionInfo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mukh Kuppannagari" userId="ad215094-da36-4b66-9c79-369a17aea26b" providerId="ADAL" clId="{AA11B565-206C-4EF0-881B-47DE8798C588}"/>
    <pc:docChg chg="undo custSel addSld delSld modSld sldOrd">
      <pc:chgData name="Sanmukh Kuppannagari" userId="ad215094-da36-4b66-9c79-369a17aea26b" providerId="ADAL" clId="{AA11B565-206C-4EF0-881B-47DE8798C588}" dt="2024-10-01T14:08:02.554" v="5632" actId="47"/>
      <pc:docMkLst>
        <pc:docMk/>
      </pc:docMkLst>
      <pc:sldChg chg="modSp mod">
        <pc:chgData name="Sanmukh Kuppannagari" userId="ad215094-da36-4b66-9c79-369a17aea26b" providerId="ADAL" clId="{AA11B565-206C-4EF0-881B-47DE8798C588}" dt="2024-10-01T09:58:55.217" v="4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AA11B565-206C-4EF0-881B-47DE8798C588}" dt="2024-10-01T09:59:06.456" v="19" actId="20577"/>
        <pc:sldMkLst>
          <pc:docMk/>
          <pc:sldMk cId="2017305151" sldId="261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34877374" sldId="31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37731969" sldId="31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275422666" sldId="31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230029266" sldId="31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79505598" sldId="3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64895541" sldId="32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496462880" sldId="36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289731522" sldId="36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086263254" sldId="37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34613010" sldId="37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54907447" sldId="38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38842979" sldId="38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771660" sldId="385"/>
        </pc:sldMkLst>
      </pc:sldChg>
      <pc:sldChg chg="add">
        <pc:chgData name="Sanmukh Kuppannagari" userId="ad215094-da36-4b66-9c79-369a17aea26b" providerId="ADAL" clId="{AA11B565-206C-4EF0-881B-47DE8798C588}" dt="2024-10-01T10:05:48.128" v="596"/>
        <pc:sldMkLst>
          <pc:docMk/>
          <pc:sldMk cId="1402981858" sldId="38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181382666" sldId="40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19194896" sldId="41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47479394" sldId="4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51680372" sldId="43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736426824" sldId="43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20019786" sldId="43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642145031" sldId="44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275163260" sldId="45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699708138" sldId="122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453964490" sldId="123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037780407" sldId="123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479534324" sldId="1233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3857326952" sldId="1234"/>
        </pc:sldMkLst>
      </pc:sldChg>
      <pc:sldChg chg="addSp delSp modSp add mod">
        <pc:chgData name="Sanmukh Kuppannagari" userId="ad215094-da36-4b66-9c79-369a17aea26b" providerId="ADAL" clId="{AA11B565-206C-4EF0-881B-47DE8798C588}" dt="2024-10-01T11:07:20.802" v="3082" actId="1076"/>
        <pc:sldMkLst>
          <pc:docMk/>
          <pc:sldMk cId="2152651734" sldId="123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124545071" sldId="1238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3423587688" sldId="1304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1249666363" sldId="1305"/>
        </pc:sldMkLst>
      </pc:sldChg>
      <pc:sldChg chg="addSp delSp modSp add mod">
        <pc:chgData name="Sanmukh Kuppannagari" userId="ad215094-da36-4b66-9c79-369a17aea26b" providerId="ADAL" clId="{AA11B565-206C-4EF0-881B-47DE8798C588}" dt="2024-10-01T11:14:09.005" v="3149" actId="20577"/>
        <pc:sldMkLst>
          <pc:docMk/>
          <pc:sldMk cId="2044792240" sldId="1306"/>
        </pc:sldMkLst>
      </pc:sldChg>
      <pc:sldChg chg="addSp modSp add mod">
        <pc:chgData name="Sanmukh Kuppannagari" userId="ad215094-da36-4b66-9c79-369a17aea26b" providerId="ADAL" clId="{AA11B565-206C-4EF0-881B-47DE8798C588}" dt="2024-10-01T11:14:16.062" v="3150"/>
        <pc:sldMkLst>
          <pc:docMk/>
          <pc:sldMk cId="1826032475" sldId="1307"/>
        </pc:sldMkLst>
      </pc:sldChg>
      <pc:sldChg chg="addSp modSp add mod">
        <pc:chgData name="Sanmukh Kuppannagari" userId="ad215094-da36-4b66-9c79-369a17aea26b" providerId="ADAL" clId="{AA11B565-206C-4EF0-881B-47DE8798C588}" dt="2024-10-01T11:14:19.432" v="3151"/>
        <pc:sldMkLst>
          <pc:docMk/>
          <pc:sldMk cId="2121754159" sldId="1308"/>
        </pc:sldMkLst>
      </pc:sldChg>
      <pc:sldChg chg="addSp modSp add mod">
        <pc:chgData name="Sanmukh Kuppannagari" userId="ad215094-da36-4b66-9c79-369a17aea26b" providerId="ADAL" clId="{AA11B565-206C-4EF0-881B-47DE8798C588}" dt="2024-10-01T11:05:27.831" v="2857" actId="20577"/>
        <pc:sldMkLst>
          <pc:docMk/>
          <pc:sldMk cId="3322226313" sldId="1309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2120287752" sldId="1310"/>
        </pc:sldMkLst>
      </pc:sldChg>
      <pc:sldChg chg="addSp modSp add mod">
        <pc:chgData name="Sanmukh Kuppannagari" userId="ad215094-da36-4b66-9c79-369a17aea26b" providerId="ADAL" clId="{AA11B565-206C-4EF0-881B-47DE8798C588}" dt="2024-10-01T11:16:51.587" v="3211" actId="14100"/>
        <pc:sldMkLst>
          <pc:docMk/>
          <pc:sldMk cId="2652461517" sldId="1311"/>
        </pc:sldMkLst>
      </pc:sldChg>
      <pc:sldChg chg="addSp modSp add">
        <pc:chgData name="Sanmukh Kuppannagari" userId="ad215094-da36-4b66-9c79-369a17aea26b" providerId="ADAL" clId="{AA11B565-206C-4EF0-881B-47DE8798C588}" dt="2024-10-01T11:17:00.366" v="3212"/>
        <pc:sldMkLst>
          <pc:docMk/>
          <pc:sldMk cId="284065558" sldId="1312"/>
        </pc:sldMkLst>
      </pc:sldChg>
      <pc:sldChg chg="addSp modSp add">
        <pc:chgData name="Sanmukh Kuppannagari" userId="ad215094-da36-4b66-9c79-369a17aea26b" providerId="ADAL" clId="{AA11B565-206C-4EF0-881B-47DE8798C588}" dt="2024-10-01T11:17:12.644" v="3213"/>
        <pc:sldMkLst>
          <pc:docMk/>
          <pc:sldMk cId="303362016" sldId="1313"/>
        </pc:sldMkLst>
      </pc:sldChg>
      <pc:sldChg chg="addSp delSp modSp add mod">
        <pc:chgData name="Sanmukh Kuppannagari" userId="ad215094-da36-4b66-9c79-369a17aea26b" providerId="ADAL" clId="{AA11B565-206C-4EF0-881B-47DE8798C588}" dt="2024-10-01T11:24:38.186" v="3272" actId="478"/>
        <pc:sldMkLst>
          <pc:docMk/>
          <pc:sldMk cId="1137941797" sldId="1314"/>
        </pc:sldMkLst>
      </pc:sldChg>
      <pc:sldChg chg="addSp modSp add mod">
        <pc:chgData name="Sanmukh Kuppannagari" userId="ad215094-da36-4b66-9c79-369a17aea26b" providerId="ADAL" clId="{AA11B565-206C-4EF0-881B-47DE8798C588}" dt="2024-10-01T11:36:59.712" v="3420" actId="1076"/>
        <pc:sldMkLst>
          <pc:docMk/>
          <pc:sldMk cId="1070225856" sldId="1315"/>
        </pc:sldMkLst>
      </pc:sldChg>
      <pc:sldChg chg="modSp add mod">
        <pc:chgData name="Sanmukh Kuppannagari" userId="ad215094-da36-4b66-9c79-369a17aea26b" providerId="ADAL" clId="{AA11B565-206C-4EF0-881B-47DE8798C588}" dt="2024-10-01T11:52:49.664" v="3890" actId="27636"/>
        <pc:sldMkLst>
          <pc:docMk/>
          <pc:sldMk cId="3769246865" sldId="1316"/>
        </pc:sldMkLst>
      </pc:sldChg>
      <pc:sldChg chg="modSp add mod">
        <pc:chgData name="Sanmukh Kuppannagari" userId="ad215094-da36-4b66-9c79-369a17aea26b" providerId="ADAL" clId="{AA11B565-206C-4EF0-881B-47DE8798C588}" dt="2024-10-01T13:51:42.692" v="5037"/>
        <pc:sldMkLst>
          <pc:docMk/>
          <pc:sldMk cId="3610053994" sldId="1317"/>
        </pc:sldMkLst>
      </pc:sldChg>
      <pc:sldChg chg="addSp delSp modSp add mod">
        <pc:chgData name="Sanmukh Kuppannagari" userId="ad215094-da36-4b66-9c79-369a17aea26b" providerId="ADAL" clId="{AA11B565-206C-4EF0-881B-47DE8798C588}" dt="2024-10-01T13:39:20.194" v="4580" actId="20577"/>
        <pc:sldMkLst>
          <pc:docMk/>
          <pc:sldMk cId="2864732836" sldId="1318"/>
        </pc:sldMkLst>
      </pc:sldChg>
      <pc:sldChg chg="modSp add">
        <pc:chgData name="Sanmukh Kuppannagari" userId="ad215094-da36-4b66-9c79-369a17aea26b" providerId="ADAL" clId="{AA11B565-206C-4EF0-881B-47DE8798C588}" dt="2024-10-01T13:51:57.821" v="5047" actId="20577"/>
        <pc:sldMkLst>
          <pc:docMk/>
          <pc:sldMk cId="1541579916" sldId="1319"/>
        </pc:sldMkLst>
      </pc:sldChg>
      <pc:sldChg chg="addSp modSp add mod">
        <pc:chgData name="Sanmukh Kuppannagari" userId="ad215094-da36-4b66-9c79-369a17aea26b" providerId="ADAL" clId="{AA11B565-206C-4EF0-881B-47DE8798C588}" dt="2024-10-01T11:50:28.923" v="3663" actId="20577"/>
        <pc:sldMkLst>
          <pc:docMk/>
          <pc:sldMk cId="3204193764" sldId="1320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42729149" sldId="1321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727594955" sldId="1322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025259238" sldId="1323"/>
        </pc:sldMkLst>
      </pc:sldChg>
      <pc:sldChg chg="modSp add mod">
        <pc:chgData name="Sanmukh Kuppannagari" userId="ad215094-da36-4b66-9c79-369a17aea26b" providerId="ADAL" clId="{AA11B565-206C-4EF0-881B-47DE8798C588}" dt="2024-10-01T14:05:54.496" v="5475" actId="20577"/>
        <pc:sldMkLst>
          <pc:docMk/>
          <pc:sldMk cId="433802440" sldId="1324"/>
        </pc:sldMkLst>
      </pc:sldChg>
      <pc:sldChg chg="modSp add mod">
        <pc:chgData name="Sanmukh Kuppannagari" userId="ad215094-da36-4b66-9c79-369a17aea26b" providerId="ADAL" clId="{AA11B565-206C-4EF0-881B-47DE8798C588}" dt="2024-10-01T14:07:04.043" v="5578" actId="20577"/>
        <pc:sldMkLst>
          <pc:docMk/>
          <pc:sldMk cId="1510092015" sldId="1325"/>
        </pc:sldMkLst>
      </pc:sldChg>
      <pc:sldChg chg="modSp add">
        <pc:chgData name="Sanmukh Kuppannagari" userId="ad215094-da36-4b66-9c79-369a17aea26b" providerId="ADAL" clId="{AA11B565-206C-4EF0-881B-47DE8798C588}" dt="2024-10-01T14:02:27.400" v="5259" actId="20577"/>
        <pc:sldMkLst>
          <pc:docMk/>
          <pc:sldMk cId="1032694092" sldId="1326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882075548" sldId="1327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213054822" sldId="1328"/>
        </pc:sldMkLst>
      </pc:sldChg>
      <pc:sldChg chg="modSp add mod">
        <pc:chgData name="Sanmukh Kuppannagari" userId="ad215094-da36-4b66-9c79-369a17aea26b" providerId="ADAL" clId="{AA11B565-206C-4EF0-881B-47DE8798C588}" dt="2024-10-01T14:07:59.552" v="5631" actId="6549"/>
        <pc:sldMkLst>
          <pc:docMk/>
          <pc:sldMk cId="2090666711" sldId="1329"/>
        </pc:sldMkLst>
      </pc:sldChg>
      <pc:sldChg chg="add del">
        <pc:chgData name="Sanmukh Kuppannagari" userId="ad215094-da36-4b66-9c79-369a17aea26b" providerId="ADAL" clId="{AA11B565-206C-4EF0-881B-47DE8798C588}" dt="2024-10-01T14:08:02.554" v="5632" actId="47"/>
        <pc:sldMkLst>
          <pc:docMk/>
          <pc:sldMk cId="517395871" sldId="1330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292168333" sldId="1331"/>
        </pc:sldMkLst>
      </pc:sldChg>
      <pc:sldChg chg="addSp delSp modSp add mod modShow">
        <pc:chgData name="Sanmukh Kuppannagari" userId="ad215094-da36-4b66-9c79-369a17aea26b" providerId="ADAL" clId="{AA11B565-206C-4EF0-881B-47DE8798C588}" dt="2024-10-01T14:00:57.584" v="5255" actId="20577"/>
        <pc:sldMkLst>
          <pc:docMk/>
          <pc:sldMk cId="4063916795" sldId="1332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49812825" sldId="1333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521760129" sldId="1334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697549759" sldId="1335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913952742" sldId="1336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246694647" sldId="1337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611822888" sldId="1338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3710810416" sldId="1339"/>
        </pc:sldMkLst>
      </pc:sldChg>
      <pc:sldChg chg="modSp add mod">
        <pc:chgData name="Sanmukh Kuppannagari" userId="ad215094-da36-4b66-9c79-369a17aea26b" providerId="ADAL" clId="{AA11B565-206C-4EF0-881B-47DE8798C588}" dt="2024-10-01T12:37:05.789" v="4494" actId="20577"/>
        <pc:sldMkLst>
          <pc:docMk/>
          <pc:sldMk cId="330368493" sldId="1340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2647962746" sldId="1341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662702247" sldId="1342"/>
        </pc:sldMkLst>
      </pc:sldChg>
      <pc:sldChg chg="addSp modSp add mod">
        <pc:chgData name="Sanmukh Kuppannagari" userId="ad215094-da36-4b66-9c79-369a17aea26b" providerId="ADAL" clId="{AA11B565-206C-4EF0-881B-47DE8798C588}" dt="2024-10-01T10:22:14.887" v="874" actId="208"/>
        <pc:sldMkLst>
          <pc:docMk/>
          <pc:sldMk cId="1718626453" sldId="1343"/>
        </pc:sldMkLst>
      </pc:sldChg>
      <pc:sldChg chg="add">
        <pc:chgData name="Sanmukh Kuppannagari" userId="ad215094-da36-4b66-9c79-369a17aea26b" providerId="ADAL" clId="{AA11B565-206C-4EF0-881B-47DE8798C588}" dt="2024-10-01T10:05:36.200" v="595"/>
        <pc:sldMkLst>
          <pc:docMk/>
          <pc:sldMk cId="3119197295" sldId="135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66141272" sldId="1453"/>
        </pc:sldMkLst>
      </pc:sldChg>
      <pc:sldChg chg="modSp mod">
        <pc:chgData name="Sanmukh Kuppannagari" userId="ad215094-da36-4b66-9c79-369a17aea26b" providerId="ADAL" clId="{AA11B565-206C-4EF0-881B-47DE8798C588}" dt="2024-10-01T09:59:35.031" v="135" actId="20577"/>
        <pc:sldMkLst>
          <pc:docMk/>
          <pc:sldMk cId="2091044005" sldId="1513"/>
        </pc:sldMkLst>
      </pc:sldChg>
      <pc:sldChg chg="modSp mod">
        <pc:chgData name="Sanmukh Kuppannagari" userId="ad215094-da36-4b66-9c79-369a17aea26b" providerId="ADAL" clId="{AA11B565-206C-4EF0-881B-47DE8798C588}" dt="2024-10-01T10:00:36.240" v="384" actId="20577"/>
        <pc:sldMkLst>
          <pc:docMk/>
          <pc:sldMk cId="48973366" sldId="151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02113540" sldId="151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51048179" sldId="151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170564833" sldId="151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223128325" sldId="15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63376498" sldId="152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29791837" sldId="152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93234935" sldId="152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481763059" sldId="152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617663034" sldId="152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939595551" sldId="152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78398838" sldId="152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27224132" sldId="152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7830899" sldId="152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863297826" sldId="152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83326334" sldId="153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97297747" sldId="153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72806902" sldId="153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249077636" sldId="153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35340187" sldId="153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563148363" sldId="153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060344090" sldId="153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17529413" sldId="153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64603884" sldId="153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96873436" sldId="154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73707918" sldId="154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634998908" sldId="154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27029584" sldId="154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63799951" sldId="154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64679798" sldId="154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78971665" sldId="154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055355578" sldId="154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72000199" sldId="1548"/>
        </pc:sldMkLst>
      </pc:sldChg>
      <pc:sldChg chg="modSp new mod">
        <pc:chgData name="Sanmukh Kuppannagari" userId="ad215094-da36-4b66-9c79-369a17aea26b" providerId="ADAL" clId="{AA11B565-206C-4EF0-881B-47DE8798C588}" dt="2024-10-01T10:01:30.466" v="557" actId="20577"/>
        <pc:sldMkLst>
          <pc:docMk/>
          <pc:sldMk cId="312789784" sldId="1549"/>
        </pc:sldMkLst>
      </pc:sldChg>
      <pc:sldChg chg="add">
        <pc:chgData name="Sanmukh Kuppannagari" userId="ad215094-da36-4b66-9c79-369a17aea26b" providerId="ADAL" clId="{AA11B565-206C-4EF0-881B-47DE8798C588}" dt="2024-10-01T10:01:43.558" v="558"/>
        <pc:sldMkLst>
          <pc:docMk/>
          <pc:sldMk cId="3693446765" sldId="1550"/>
        </pc:sldMkLst>
      </pc:sldChg>
      <pc:sldChg chg="modSp add mod">
        <pc:chgData name="Sanmukh Kuppannagari" userId="ad215094-da36-4b66-9c79-369a17aea26b" providerId="ADAL" clId="{AA11B565-206C-4EF0-881B-47DE8798C588}" dt="2024-10-01T10:03:59.521" v="594" actId="20577"/>
        <pc:sldMkLst>
          <pc:docMk/>
          <pc:sldMk cId="1297240811" sldId="1551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1944980054" sldId="1552"/>
        </pc:sldMkLst>
      </pc:sldChg>
      <pc:sldChg chg="addSp delSp modSp add mod">
        <pc:chgData name="Sanmukh Kuppannagari" userId="ad215094-da36-4b66-9c79-369a17aea26b" providerId="ADAL" clId="{AA11B565-206C-4EF0-881B-47DE8798C588}" dt="2024-10-01T10:14:52.887" v="676" actId="478"/>
        <pc:sldMkLst>
          <pc:docMk/>
          <pc:sldMk cId="3777170493" sldId="1553"/>
        </pc:sldMkLst>
      </pc:sldChg>
      <pc:sldChg chg="addSp delSp modSp add mod">
        <pc:chgData name="Sanmukh Kuppannagari" userId="ad215094-da36-4b66-9c79-369a17aea26b" providerId="ADAL" clId="{AA11B565-206C-4EF0-881B-47DE8798C588}" dt="2024-10-01T10:16:46.428" v="759" actId="208"/>
        <pc:sldMkLst>
          <pc:docMk/>
          <pc:sldMk cId="3166067996" sldId="1554"/>
        </pc:sldMkLst>
      </pc:sldChg>
      <pc:sldChg chg="modSp add">
        <pc:chgData name="Sanmukh Kuppannagari" userId="ad215094-da36-4b66-9c79-369a17aea26b" providerId="ADAL" clId="{AA11B565-206C-4EF0-881B-47DE8798C588}" dt="2024-10-01T10:17:44.613" v="781" actId="207"/>
        <pc:sldMkLst>
          <pc:docMk/>
          <pc:sldMk cId="3437991697" sldId="1555"/>
        </pc:sldMkLst>
      </pc:sldChg>
      <pc:sldChg chg="modSp add">
        <pc:chgData name="Sanmukh Kuppannagari" userId="ad215094-da36-4b66-9c79-369a17aea26b" providerId="ADAL" clId="{AA11B565-206C-4EF0-881B-47DE8798C588}" dt="2024-10-01T10:18:05.746" v="791" actId="207"/>
        <pc:sldMkLst>
          <pc:docMk/>
          <pc:sldMk cId="2404150593" sldId="1556"/>
        </pc:sldMkLst>
      </pc:sldChg>
      <pc:sldChg chg="addSp delSp modSp add mod">
        <pc:chgData name="Sanmukh Kuppannagari" userId="ad215094-da36-4b66-9c79-369a17aea26b" providerId="ADAL" clId="{AA11B565-206C-4EF0-881B-47DE8798C588}" dt="2024-10-01T10:23:01.334" v="930" actId="207"/>
        <pc:sldMkLst>
          <pc:docMk/>
          <pc:sldMk cId="3779503060" sldId="1557"/>
        </pc:sldMkLst>
      </pc:sldChg>
      <pc:sldChg chg="modSp add mod">
        <pc:chgData name="Sanmukh Kuppannagari" userId="ad215094-da36-4b66-9c79-369a17aea26b" providerId="ADAL" clId="{AA11B565-206C-4EF0-881B-47DE8798C588}" dt="2024-10-01T10:23:17.888" v="937" actId="207"/>
        <pc:sldMkLst>
          <pc:docMk/>
          <pc:sldMk cId="106497288" sldId="1558"/>
        </pc:sldMkLst>
      </pc:sldChg>
      <pc:sldChg chg="modSp add mod">
        <pc:chgData name="Sanmukh Kuppannagari" userId="ad215094-da36-4b66-9c79-369a17aea26b" providerId="ADAL" clId="{AA11B565-206C-4EF0-881B-47DE8798C588}" dt="2024-10-01T10:23:55.131" v="977" actId="207"/>
        <pc:sldMkLst>
          <pc:docMk/>
          <pc:sldMk cId="3799998865" sldId="1559"/>
        </pc:sldMkLst>
      </pc:sldChg>
      <pc:sldChg chg="modSp add mod">
        <pc:chgData name="Sanmukh Kuppannagari" userId="ad215094-da36-4b66-9c79-369a17aea26b" providerId="ADAL" clId="{AA11B565-206C-4EF0-881B-47DE8798C588}" dt="2024-10-01T10:24:31.261" v="992" actId="20577"/>
        <pc:sldMkLst>
          <pc:docMk/>
          <pc:sldMk cId="2468521858" sldId="1560"/>
        </pc:sldMkLst>
      </pc:sldChg>
      <pc:sldChg chg="modSp add mod">
        <pc:chgData name="Sanmukh Kuppannagari" userId="ad215094-da36-4b66-9c79-369a17aea26b" providerId="ADAL" clId="{AA11B565-206C-4EF0-881B-47DE8798C588}" dt="2024-10-01T10:25:19.458" v="1092" actId="207"/>
        <pc:sldMkLst>
          <pc:docMk/>
          <pc:sldMk cId="4139369451" sldId="1561"/>
        </pc:sldMkLst>
      </pc:sldChg>
      <pc:sldChg chg="modSp add">
        <pc:chgData name="Sanmukh Kuppannagari" userId="ad215094-da36-4b66-9c79-369a17aea26b" providerId="ADAL" clId="{AA11B565-206C-4EF0-881B-47DE8798C588}" dt="2024-10-01T10:25:51.260" v="1108" actId="207"/>
        <pc:sldMkLst>
          <pc:docMk/>
          <pc:sldMk cId="3842374225" sldId="1562"/>
        </pc:sldMkLst>
      </pc:sldChg>
      <pc:sldChg chg="modSp add">
        <pc:chgData name="Sanmukh Kuppannagari" userId="ad215094-da36-4b66-9c79-369a17aea26b" providerId="ADAL" clId="{AA11B565-206C-4EF0-881B-47DE8798C588}" dt="2024-10-01T10:26:43.345" v="1171" actId="207"/>
        <pc:sldMkLst>
          <pc:docMk/>
          <pc:sldMk cId="467876598" sldId="1563"/>
        </pc:sldMkLst>
      </pc:sldChg>
      <pc:sldChg chg="modSp add">
        <pc:chgData name="Sanmukh Kuppannagari" userId="ad215094-da36-4b66-9c79-369a17aea26b" providerId="ADAL" clId="{AA11B565-206C-4EF0-881B-47DE8798C588}" dt="2024-10-01T10:27:11.392" v="1179" actId="207"/>
        <pc:sldMkLst>
          <pc:docMk/>
          <pc:sldMk cId="2623927009" sldId="1564"/>
        </pc:sldMkLst>
      </pc:sldChg>
      <pc:sldChg chg="modSp new mod">
        <pc:chgData name="Sanmukh Kuppannagari" userId="ad215094-da36-4b66-9c79-369a17aea26b" providerId="ADAL" clId="{AA11B565-206C-4EF0-881B-47DE8798C588}" dt="2024-10-01T10:40:02.652" v="2383" actId="27636"/>
        <pc:sldMkLst>
          <pc:docMk/>
          <pc:sldMk cId="2204093479" sldId="1565"/>
        </pc:sldMkLst>
      </pc:sldChg>
      <pc:sldChg chg="modSp new mod">
        <pc:chgData name="Sanmukh Kuppannagari" userId="ad215094-da36-4b66-9c79-369a17aea26b" providerId="ADAL" clId="{AA11B565-206C-4EF0-881B-47DE8798C588}" dt="2024-10-01T11:06:03.324" v="2987" actId="20577"/>
        <pc:sldMkLst>
          <pc:docMk/>
          <pc:sldMk cId="4158087431" sldId="1566"/>
        </pc:sldMkLst>
      </pc:sldChg>
      <pc:sldChg chg="modSp new mod">
        <pc:chgData name="Sanmukh Kuppannagari" userId="ad215094-da36-4b66-9c79-369a17aea26b" providerId="ADAL" clId="{AA11B565-206C-4EF0-881B-47DE8798C588}" dt="2024-10-01T10:57:28.516" v="2762" actId="20577"/>
        <pc:sldMkLst>
          <pc:docMk/>
          <pc:sldMk cId="821460343" sldId="1567"/>
        </pc:sldMkLst>
      </pc:sldChg>
      <pc:sldChg chg="delSp modSp add mod">
        <pc:chgData name="Sanmukh Kuppannagari" userId="ad215094-da36-4b66-9c79-369a17aea26b" providerId="ADAL" clId="{AA11B565-206C-4EF0-881B-47DE8798C588}" dt="2024-10-01T11:11:59.348" v="3093" actId="122"/>
        <pc:sldMkLst>
          <pc:docMk/>
          <pc:sldMk cId="2973146182" sldId="1568"/>
        </pc:sldMkLst>
      </pc:sldChg>
      <pc:sldChg chg="add del">
        <pc:chgData name="Sanmukh Kuppannagari" userId="ad215094-da36-4b66-9c79-369a17aea26b" providerId="ADAL" clId="{AA11B565-206C-4EF0-881B-47DE8798C588}" dt="2024-10-01T11:04:30.100" v="2820"/>
        <pc:sldMkLst>
          <pc:docMk/>
          <pc:sldMk cId="3818436102" sldId="1568"/>
        </pc:sldMkLst>
      </pc:sldChg>
      <pc:sldChg chg="addSp modSp add mod">
        <pc:chgData name="Sanmukh Kuppannagari" userId="ad215094-da36-4b66-9c79-369a17aea26b" providerId="ADAL" clId="{AA11B565-206C-4EF0-881B-47DE8798C588}" dt="2024-10-01T11:12:45.543" v="3129" actId="20577"/>
        <pc:sldMkLst>
          <pc:docMk/>
          <pc:sldMk cId="2321545462" sldId="1569"/>
        </pc:sldMkLst>
      </pc:sldChg>
      <pc:sldChg chg="modSp add mod">
        <pc:chgData name="Sanmukh Kuppannagari" userId="ad215094-da36-4b66-9c79-369a17aea26b" providerId="ADAL" clId="{AA11B565-206C-4EF0-881B-47DE8798C588}" dt="2024-10-01T11:13:01.546" v="3131" actId="1076"/>
        <pc:sldMkLst>
          <pc:docMk/>
          <pc:sldMk cId="1024748460" sldId="1570"/>
        </pc:sldMkLst>
      </pc:sldChg>
      <pc:sldChg chg="addSp delSp modSp add mod">
        <pc:chgData name="Sanmukh Kuppannagari" userId="ad215094-da36-4b66-9c79-369a17aea26b" providerId="ADAL" clId="{AA11B565-206C-4EF0-881B-47DE8798C588}" dt="2024-10-01T11:13:33.815" v="3142" actId="1076"/>
        <pc:sldMkLst>
          <pc:docMk/>
          <pc:sldMk cId="3042058996" sldId="1571"/>
        </pc:sldMkLst>
      </pc:sldChg>
      <pc:sldChg chg="add">
        <pc:chgData name="Sanmukh Kuppannagari" userId="ad215094-da36-4b66-9c79-369a17aea26b" providerId="ADAL" clId="{AA11B565-206C-4EF0-881B-47DE8798C588}" dt="2024-10-01T11:13:20.810" v="3132"/>
        <pc:sldMkLst>
          <pc:docMk/>
          <pc:sldMk cId="2940334320" sldId="1572"/>
        </pc:sldMkLst>
      </pc:sldChg>
      <pc:sldChg chg="delSp modSp add mod">
        <pc:chgData name="Sanmukh Kuppannagari" userId="ad215094-da36-4b66-9c79-369a17aea26b" providerId="ADAL" clId="{AA11B565-206C-4EF0-881B-47DE8798C588}" dt="2024-10-01T11:24:45.046" v="3273" actId="478"/>
        <pc:sldMkLst>
          <pc:docMk/>
          <pc:sldMk cId="570117069" sldId="1573"/>
        </pc:sldMkLst>
      </pc:sldChg>
      <pc:sldChg chg="addSp delSp modSp add mod">
        <pc:chgData name="Sanmukh Kuppannagari" userId="ad215094-da36-4b66-9c79-369a17aea26b" providerId="ADAL" clId="{AA11B565-206C-4EF0-881B-47DE8798C588}" dt="2024-10-01T11:24:56.219" v="3274" actId="478"/>
        <pc:sldMkLst>
          <pc:docMk/>
          <pc:sldMk cId="995901004" sldId="1574"/>
        </pc:sldMkLst>
      </pc:sldChg>
      <pc:sldChg chg="delSp modSp add mod">
        <pc:chgData name="Sanmukh Kuppannagari" userId="ad215094-da36-4b66-9c79-369a17aea26b" providerId="ADAL" clId="{AA11B565-206C-4EF0-881B-47DE8798C588}" dt="2024-10-01T11:25:01.341" v="3275" actId="478"/>
        <pc:sldMkLst>
          <pc:docMk/>
          <pc:sldMk cId="440498288" sldId="1575"/>
        </pc:sldMkLst>
      </pc:sldChg>
      <pc:sldChg chg="delSp modSp add mod">
        <pc:chgData name="Sanmukh Kuppannagari" userId="ad215094-da36-4b66-9c79-369a17aea26b" providerId="ADAL" clId="{AA11B565-206C-4EF0-881B-47DE8798C588}" dt="2024-10-01T11:25:17.466" v="3277" actId="478"/>
        <pc:sldMkLst>
          <pc:docMk/>
          <pc:sldMk cId="670652363" sldId="1576"/>
        </pc:sldMkLst>
      </pc:sldChg>
      <pc:sldChg chg="modSp add mod">
        <pc:chgData name="Sanmukh Kuppannagari" userId="ad215094-da36-4b66-9c79-369a17aea26b" providerId="ADAL" clId="{AA11B565-206C-4EF0-881B-47DE8798C588}" dt="2024-10-01T11:37:50.448" v="3456" actId="20577"/>
        <pc:sldMkLst>
          <pc:docMk/>
          <pc:sldMk cId="3839101789" sldId="1577"/>
        </pc:sldMkLst>
      </pc:sldChg>
      <pc:sldChg chg="delSp modSp add del mod">
        <pc:chgData name="Sanmukh Kuppannagari" userId="ad215094-da36-4b66-9c79-369a17aea26b" providerId="ADAL" clId="{AA11B565-206C-4EF0-881B-47DE8798C588}" dt="2024-10-01T11:25:21.712" v="3278" actId="47"/>
        <pc:sldMkLst>
          <pc:docMk/>
          <pc:sldMk cId="3875852213" sldId="1577"/>
        </pc:sldMkLst>
      </pc:sldChg>
      <pc:sldChg chg="modSp add mod">
        <pc:chgData name="Sanmukh Kuppannagari" userId="ad215094-da36-4b66-9c79-369a17aea26b" providerId="ADAL" clId="{AA11B565-206C-4EF0-881B-47DE8798C588}" dt="2024-10-01T11:38:37.488" v="3475" actId="1076"/>
        <pc:sldMkLst>
          <pc:docMk/>
          <pc:sldMk cId="106292723" sldId="1578"/>
        </pc:sldMkLst>
      </pc:sldChg>
      <pc:sldChg chg="modSp add mod">
        <pc:chgData name="Sanmukh Kuppannagari" userId="ad215094-da36-4b66-9c79-369a17aea26b" providerId="ADAL" clId="{AA11B565-206C-4EF0-881B-47DE8798C588}" dt="2024-10-01T11:39:03.607" v="3515" actId="1076"/>
        <pc:sldMkLst>
          <pc:docMk/>
          <pc:sldMk cId="201330410" sldId="1579"/>
        </pc:sldMkLst>
      </pc:sldChg>
      <pc:sldChg chg="modSp add mod">
        <pc:chgData name="Sanmukh Kuppannagari" userId="ad215094-da36-4b66-9c79-369a17aea26b" providerId="ADAL" clId="{AA11B565-206C-4EF0-881B-47DE8798C588}" dt="2024-10-01T11:52:42.923" v="3885" actId="27636"/>
        <pc:sldMkLst>
          <pc:docMk/>
          <pc:sldMk cId="2481400793" sldId="1580"/>
        </pc:sldMkLst>
      </pc:sldChg>
      <pc:sldChg chg="modSp add">
        <pc:chgData name="Sanmukh Kuppannagari" userId="ad215094-da36-4b66-9c79-369a17aea26b" providerId="ADAL" clId="{AA11B565-206C-4EF0-881B-47DE8798C588}" dt="2024-10-01T13:43:50.810" v="4755" actId="207"/>
        <pc:sldMkLst>
          <pc:docMk/>
          <pc:sldMk cId="3218476509" sldId="1581"/>
        </pc:sldMkLst>
      </pc:sldChg>
      <pc:sldChg chg="modSp add mod">
        <pc:chgData name="Sanmukh Kuppannagari" userId="ad215094-da36-4b66-9c79-369a17aea26b" providerId="ADAL" clId="{AA11B565-206C-4EF0-881B-47DE8798C588}" dt="2024-10-01T13:55:19.647" v="5146" actId="20577"/>
        <pc:sldMkLst>
          <pc:docMk/>
          <pc:sldMk cId="535281774" sldId="1582"/>
        </pc:sldMkLst>
      </pc:sldChg>
      <pc:sldChg chg="add del">
        <pc:chgData name="Sanmukh Kuppannagari" userId="ad215094-da36-4b66-9c79-369a17aea26b" providerId="ADAL" clId="{AA11B565-206C-4EF0-881B-47DE8798C588}" dt="2024-10-01T13:49:44.294" v="5009"/>
        <pc:sldMkLst>
          <pc:docMk/>
          <pc:sldMk cId="2076416953" sldId="1582"/>
        </pc:sldMkLst>
      </pc:sldChg>
      <pc:sldChg chg="modSp add">
        <pc:chgData name="Sanmukh Kuppannagari" userId="ad215094-da36-4b66-9c79-369a17aea26b" providerId="ADAL" clId="{AA11B565-206C-4EF0-881B-47DE8798C588}" dt="2024-10-01T13:51:46.507" v="5038"/>
        <pc:sldMkLst>
          <pc:docMk/>
          <pc:sldMk cId="3330804335" sldId="1583"/>
        </pc:sldMkLst>
      </pc:sldChg>
      <pc:sldChg chg="addSp delSp modSp add mod">
        <pc:chgData name="Sanmukh Kuppannagari" userId="ad215094-da36-4b66-9c79-369a17aea26b" providerId="ADAL" clId="{AA11B565-206C-4EF0-881B-47DE8798C588}" dt="2024-10-01T13:54:07.958" v="5074" actId="478"/>
        <pc:sldMkLst>
          <pc:docMk/>
          <pc:sldMk cId="936452190" sldId="1584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652014047" sldId="1585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3673118713" sldId="1586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1582105460" sldId="1587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2630656864" sldId="1588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501396604" sldId="1589"/>
        </pc:sldMkLst>
      </pc:sldChg>
      <pc:sldChg chg="modSp add mod">
        <pc:chgData name="Sanmukh Kuppannagari" userId="ad215094-da36-4b66-9c79-369a17aea26b" providerId="ADAL" clId="{AA11B565-206C-4EF0-881B-47DE8798C588}" dt="2024-10-01T13:57:24.279" v="5244" actId="20577"/>
        <pc:sldMkLst>
          <pc:docMk/>
          <pc:sldMk cId="1936211990" sldId="1590"/>
        </pc:sldMkLst>
      </pc:sldChg>
      <pc:sldChg chg="add ord">
        <pc:chgData name="Sanmukh Kuppannagari" userId="ad215094-da36-4b66-9c79-369a17aea26b" providerId="ADAL" clId="{AA11B565-206C-4EF0-881B-47DE8798C588}" dt="2024-10-01T13:57:46.397" v="5247"/>
        <pc:sldMkLst>
          <pc:docMk/>
          <pc:sldMk cId="2024305596" sldId="1591"/>
        </pc:sldMkLst>
      </pc:sldChg>
      <pc:sldMasterChg chg="delSldLayout">
        <pc:chgData name="Sanmukh Kuppannagari" userId="ad215094-da36-4b66-9c79-369a17aea26b" providerId="ADAL" clId="{AA11B565-206C-4EF0-881B-47DE8798C588}" dt="2024-10-01T11:53:05.818" v="3891" actId="47"/>
        <pc:sldMasterMkLst>
          <pc:docMk/>
          <pc:sldMasterMk cId="1728476084" sldId="2147483648"/>
        </pc:sldMasterMkLst>
        <pc:sldLayoutChg chg="del">
          <pc:chgData name="Sanmukh Kuppannagari" userId="ad215094-da36-4b66-9c79-369a17aea26b" providerId="ADAL" clId="{AA11B565-206C-4EF0-881B-47DE8798C588}" dt="2024-10-01T11:53:05.818" v="3891" actId="47"/>
          <pc:sldLayoutMkLst>
            <pc:docMk/>
            <pc:sldMasterMk cId="1728476084" sldId="2147483648"/>
            <pc:sldLayoutMk cId="2002986407" sldId="2147483660"/>
          </pc:sldLayoutMkLst>
        </pc:sldLayoutChg>
      </pc:sldMasterChg>
    </pc:docChg>
  </pc:docChgLst>
  <pc:docChgLst>
    <pc:chgData name="Sanmukh Kuppannagari" userId="ad215094-da36-4b66-9c79-369a17aea26b" providerId="ADAL" clId="{211AAAC7-5250-492F-AD78-DC6370DC9F86}"/>
    <pc:docChg chg="undo custSel addSld delSld modSld">
      <pc:chgData name="Sanmukh Kuppannagari" userId="ad215094-da36-4b66-9c79-369a17aea26b" providerId="ADAL" clId="{211AAAC7-5250-492F-AD78-DC6370DC9F86}" dt="2023-01-17T19:03:05.967" v="5107" actId="20577"/>
      <pc:docMkLst>
        <pc:docMk/>
      </pc:docMkLst>
      <pc:sldChg chg="modSp mod">
        <pc:chgData name="Sanmukh Kuppannagari" userId="ad215094-da36-4b66-9c79-369a17aea26b" providerId="ADAL" clId="{211AAAC7-5250-492F-AD78-DC6370DC9F86}" dt="2023-01-17T00:10:26.149" v="62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211AAAC7-5250-492F-AD78-DC6370DC9F86}" dt="2023-01-17T00:13:53.144" v="165" actId="2057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211AAAC7-5250-492F-AD78-DC6370DC9F86}" dt="2023-01-17T00:14:37.645" v="166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211AAAC7-5250-492F-AD78-DC6370DC9F86}" dt="2023-01-17T05:21:29.636" v="3029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211AAAC7-5250-492F-AD78-DC6370DC9F86}" dt="2023-01-17T00:14:40.024" v="167" actId="47"/>
        <pc:sldMkLst>
          <pc:docMk/>
          <pc:sldMk cId="935783954" sldId="262"/>
        </pc:sldMkLst>
      </pc:sldChg>
      <pc:sldChg chg="modSp mod">
        <pc:chgData name="Sanmukh Kuppannagari" userId="ad215094-da36-4b66-9c79-369a17aea26b" providerId="ADAL" clId="{211AAAC7-5250-492F-AD78-DC6370DC9F86}" dt="2023-01-17T05:27:42.704" v="3061" actId="2057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211AAAC7-5250-492F-AD78-DC6370DC9F86}" dt="2023-01-17T00:31:13.296" v="259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211AAAC7-5250-492F-AD78-DC6370DC9F86}" dt="2023-01-17T00:34:34.466" v="465" actId="2057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546929182" sldId="26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141319369" sldId="26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869887146" sldId="26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405443998" sldId="27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7832347" sldId="27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974194003" sldId="27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517079826" sldId="27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21001467" sldId="28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056812290" sldId="28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7679245" sldId="28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965516982" sldId="28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839782843" sldId="286"/>
        </pc:sldMkLst>
      </pc:sldChg>
      <pc:sldChg chg="modSp mod">
        <pc:chgData name="Sanmukh Kuppannagari" userId="ad215094-da36-4b66-9c79-369a17aea26b" providerId="ADAL" clId="{211AAAC7-5250-492F-AD78-DC6370DC9F86}" dt="2023-01-17T19:03:05.967" v="5107" actId="20577"/>
        <pc:sldMkLst>
          <pc:docMk/>
          <pc:sldMk cId="2158303791" sldId="288"/>
        </pc:sldMkLst>
      </pc:sldChg>
      <pc:sldChg chg="modSp mod">
        <pc:chgData name="Sanmukh Kuppannagari" userId="ad215094-da36-4b66-9c79-369a17aea26b" providerId="ADAL" clId="{211AAAC7-5250-492F-AD78-DC6370DC9F86}" dt="2023-01-17T05:27:35.099" v="3045" actId="20577"/>
        <pc:sldMkLst>
          <pc:docMk/>
          <pc:sldMk cId="570291501" sldId="289"/>
        </pc:sldMkLst>
      </pc:sldChg>
      <pc:sldChg chg="modSp new mod">
        <pc:chgData name="Sanmukh Kuppannagari" userId="ad215094-da36-4b66-9c79-369a17aea26b" providerId="ADAL" clId="{211AAAC7-5250-492F-AD78-DC6370DC9F86}" dt="2023-01-17T16:57:39.252" v="3298" actId="20577"/>
        <pc:sldMkLst>
          <pc:docMk/>
          <pc:sldMk cId="2156678824" sldId="290"/>
        </pc:sldMkLst>
      </pc:sldChg>
      <pc:sldChg chg="modSp new mod">
        <pc:chgData name="Sanmukh Kuppannagari" userId="ad215094-da36-4b66-9c79-369a17aea26b" providerId="ADAL" clId="{211AAAC7-5250-492F-AD78-DC6370DC9F86}" dt="2023-01-17T16:58:07.896" v="3380" actId="20577"/>
        <pc:sldMkLst>
          <pc:docMk/>
          <pc:sldMk cId="2291869099" sldId="291"/>
        </pc:sldMkLst>
      </pc:sldChg>
      <pc:sldChg chg="modSp new mod">
        <pc:chgData name="Sanmukh Kuppannagari" userId="ad215094-da36-4b66-9c79-369a17aea26b" providerId="ADAL" clId="{211AAAC7-5250-492F-AD78-DC6370DC9F86}" dt="2023-01-17T00:52:03.469" v="1234" actId="20577"/>
        <pc:sldMkLst>
          <pc:docMk/>
          <pc:sldMk cId="3873626867" sldId="292"/>
        </pc:sldMkLst>
      </pc:sldChg>
      <pc:sldChg chg="modSp new mod">
        <pc:chgData name="Sanmukh Kuppannagari" userId="ad215094-da36-4b66-9c79-369a17aea26b" providerId="ADAL" clId="{211AAAC7-5250-492F-AD78-DC6370DC9F86}" dt="2023-01-17T00:53:22.245" v="1376" actId="20577"/>
        <pc:sldMkLst>
          <pc:docMk/>
          <pc:sldMk cId="1774998115" sldId="293"/>
        </pc:sldMkLst>
      </pc:sldChg>
      <pc:sldChg chg="modSp new mod">
        <pc:chgData name="Sanmukh Kuppannagari" userId="ad215094-da36-4b66-9c79-369a17aea26b" providerId="ADAL" clId="{211AAAC7-5250-492F-AD78-DC6370DC9F86}" dt="2023-01-17T17:07:59.378" v="3662" actId="20577"/>
        <pc:sldMkLst>
          <pc:docMk/>
          <pc:sldMk cId="2638425655" sldId="294"/>
        </pc:sldMkLst>
      </pc:sldChg>
      <pc:sldChg chg="modSp new mod">
        <pc:chgData name="Sanmukh Kuppannagari" userId="ad215094-da36-4b66-9c79-369a17aea26b" providerId="ADAL" clId="{211AAAC7-5250-492F-AD78-DC6370DC9F86}" dt="2023-01-17T04:46:26.863" v="1821" actId="20577"/>
        <pc:sldMkLst>
          <pc:docMk/>
          <pc:sldMk cId="2615144390" sldId="295"/>
        </pc:sldMkLst>
      </pc:sldChg>
      <pc:sldChg chg="modSp new mod">
        <pc:chgData name="Sanmukh Kuppannagari" userId="ad215094-da36-4b66-9c79-369a17aea26b" providerId="ADAL" clId="{211AAAC7-5250-492F-AD78-DC6370DC9F86}" dt="2023-01-17T04:50:22.336" v="2113" actId="20577"/>
        <pc:sldMkLst>
          <pc:docMk/>
          <pc:sldMk cId="3329329736" sldId="296"/>
        </pc:sldMkLst>
      </pc:sldChg>
      <pc:sldChg chg="modSp new mod">
        <pc:chgData name="Sanmukh Kuppannagari" userId="ad215094-da36-4b66-9c79-369a17aea26b" providerId="ADAL" clId="{211AAAC7-5250-492F-AD78-DC6370DC9F86}" dt="2023-01-17T17:57:00.676" v="3862" actId="20577"/>
        <pc:sldMkLst>
          <pc:docMk/>
          <pc:sldMk cId="99553615" sldId="297"/>
        </pc:sldMkLst>
      </pc:sldChg>
      <pc:sldChg chg="modSp new mod">
        <pc:chgData name="Sanmukh Kuppannagari" userId="ad215094-da36-4b66-9c79-369a17aea26b" providerId="ADAL" clId="{211AAAC7-5250-492F-AD78-DC6370DC9F86}" dt="2023-01-17T04:55:37.586" v="2539" actId="20577"/>
        <pc:sldMkLst>
          <pc:docMk/>
          <pc:sldMk cId="3682190543" sldId="298"/>
        </pc:sldMkLst>
      </pc:sldChg>
      <pc:sldChg chg="modSp new mod">
        <pc:chgData name="Sanmukh Kuppannagari" userId="ad215094-da36-4b66-9c79-369a17aea26b" providerId="ADAL" clId="{211AAAC7-5250-492F-AD78-DC6370DC9F86}" dt="2023-01-17T17:59:25.345" v="4026" actId="20577"/>
        <pc:sldMkLst>
          <pc:docMk/>
          <pc:sldMk cId="1020910546" sldId="299"/>
        </pc:sldMkLst>
      </pc:sldChg>
      <pc:sldChg chg="modSp new mod">
        <pc:chgData name="Sanmukh Kuppannagari" userId="ad215094-da36-4b66-9c79-369a17aea26b" providerId="ADAL" clId="{211AAAC7-5250-492F-AD78-DC6370DC9F86}" dt="2023-01-17T05:02:26.766" v="2961" actId="20577"/>
        <pc:sldMkLst>
          <pc:docMk/>
          <pc:sldMk cId="3765558418" sldId="300"/>
        </pc:sldMkLst>
      </pc:sldChg>
      <pc:sldChg chg="modSp add mod">
        <pc:chgData name="Sanmukh Kuppannagari" userId="ad215094-da36-4b66-9c79-369a17aea26b" providerId="ADAL" clId="{211AAAC7-5250-492F-AD78-DC6370DC9F86}" dt="2023-01-17T05:27:59.040" v="3096" actId="207"/>
        <pc:sldMkLst>
          <pc:docMk/>
          <pc:sldMk cId="670794243" sldId="301"/>
        </pc:sldMkLst>
      </pc:sldChg>
      <pc:sldChg chg="modSp new mod">
        <pc:chgData name="Sanmukh Kuppannagari" userId="ad215094-da36-4b66-9c79-369a17aea26b" providerId="ADAL" clId="{211AAAC7-5250-492F-AD78-DC6370DC9F86}" dt="2023-01-17T05:04:14.702" v="3013" actId="20577"/>
        <pc:sldMkLst>
          <pc:docMk/>
          <pc:sldMk cId="2162272" sldId="302"/>
        </pc:sldMkLst>
      </pc:sldChg>
      <pc:sldChg chg="modSp add mod">
        <pc:chgData name="Sanmukh Kuppannagari" userId="ad215094-da36-4b66-9c79-369a17aea26b" providerId="ADAL" clId="{211AAAC7-5250-492F-AD78-DC6370DC9F86}" dt="2023-01-17T05:28:17.340" v="3098" actId="207"/>
        <pc:sldMkLst>
          <pc:docMk/>
          <pc:sldMk cId="2602328554" sldId="303"/>
        </pc:sldMkLst>
      </pc:sldChg>
      <pc:sldChg chg="modSp new mod">
        <pc:chgData name="Sanmukh Kuppannagari" userId="ad215094-da36-4b66-9c79-369a17aea26b" providerId="ADAL" clId="{211AAAC7-5250-492F-AD78-DC6370DC9F86}" dt="2023-01-17T05:32:46.400" v="3279" actId="20577"/>
        <pc:sldMkLst>
          <pc:docMk/>
          <pc:sldMk cId="3182011601" sldId="304"/>
        </pc:sldMkLst>
      </pc:sldChg>
      <pc:sldChg chg="modSp new mod">
        <pc:chgData name="Sanmukh Kuppannagari" userId="ad215094-da36-4b66-9c79-369a17aea26b" providerId="ADAL" clId="{211AAAC7-5250-492F-AD78-DC6370DC9F86}" dt="2023-01-17T18:00:34.818" v="4104" actId="20577"/>
        <pc:sldMkLst>
          <pc:docMk/>
          <pc:sldMk cId="2520937317" sldId="305"/>
        </pc:sldMkLst>
      </pc:sldChg>
      <pc:sldChg chg="addSp delSp modSp new mod">
        <pc:chgData name="Sanmukh Kuppannagari" userId="ad215094-da36-4b66-9c79-369a17aea26b" providerId="ADAL" clId="{211AAAC7-5250-492F-AD78-DC6370DC9F86}" dt="2023-01-17T18:15:02.850" v="4280" actId="1076"/>
        <pc:sldMkLst>
          <pc:docMk/>
          <pc:sldMk cId="787331322" sldId="306"/>
        </pc:sldMkLst>
      </pc:sldChg>
      <pc:sldChg chg="addSp delSp modSp new mod">
        <pc:chgData name="Sanmukh Kuppannagari" userId="ad215094-da36-4b66-9c79-369a17aea26b" providerId="ADAL" clId="{211AAAC7-5250-492F-AD78-DC6370DC9F86}" dt="2023-01-17T18:19:15.464" v="4300" actId="1076"/>
        <pc:sldMkLst>
          <pc:docMk/>
          <pc:sldMk cId="592458898" sldId="307"/>
        </pc:sldMkLst>
      </pc:sldChg>
      <pc:sldChg chg="addSp delSp modSp new mod">
        <pc:chgData name="Sanmukh Kuppannagari" userId="ad215094-da36-4b66-9c79-369a17aea26b" providerId="ADAL" clId="{211AAAC7-5250-492F-AD78-DC6370DC9F86}" dt="2023-01-17T18:20:47.319" v="4319" actId="1076"/>
        <pc:sldMkLst>
          <pc:docMk/>
          <pc:sldMk cId="1871853996" sldId="308"/>
        </pc:sldMkLst>
      </pc:sldChg>
      <pc:sldChg chg="addSp modSp new mod">
        <pc:chgData name="Sanmukh Kuppannagari" userId="ad215094-da36-4b66-9c79-369a17aea26b" providerId="ADAL" clId="{211AAAC7-5250-492F-AD78-DC6370DC9F86}" dt="2023-01-17T18:59:20.062" v="4992" actId="20577"/>
        <pc:sldMkLst>
          <pc:docMk/>
          <pc:sldMk cId="418652833" sldId="309"/>
        </pc:sldMkLst>
      </pc:sldChg>
      <pc:sldChg chg="addSp modSp new mod">
        <pc:chgData name="Sanmukh Kuppannagari" userId="ad215094-da36-4b66-9c79-369a17aea26b" providerId="ADAL" clId="{211AAAC7-5250-492F-AD78-DC6370DC9F86}" dt="2023-01-17T18:41:03.310" v="4764" actId="20577"/>
        <pc:sldMkLst>
          <pc:docMk/>
          <pc:sldMk cId="712137956" sldId="310"/>
        </pc:sldMkLst>
      </pc:sldChg>
      <pc:sldChg chg="addSp delSp modSp new mod">
        <pc:chgData name="Sanmukh Kuppannagari" userId="ad215094-da36-4b66-9c79-369a17aea26b" providerId="ADAL" clId="{211AAAC7-5250-492F-AD78-DC6370DC9F86}" dt="2023-01-17T18:47:03.341" v="4901" actId="20577"/>
        <pc:sldMkLst>
          <pc:docMk/>
          <pc:sldMk cId="670143684" sldId="311"/>
        </pc:sldMkLst>
      </pc:sldChg>
      <pc:sldChg chg="addSp modSp new mod">
        <pc:chgData name="Sanmukh Kuppannagari" userId="ad215094-da36-4b66-9c79-369a17aea26b" providerId="ADAL" clId="{211AAAC7-5250-492F-AD78-DC6370DC9F86}" dt="2023-01-17T18:56:38.874" v="4978" actId="1076"/>
        <pc:sldMkLst>
          <pc:docMk/>
          <pc:sldMk cId="1402496708" sldId="312"/>
        </pc:sldMkLst>
      </pc:sldChg>
      <pc:sldChg chg="modSp new mod">
        <pc:chgData name="Sanmukh Kuppannagari" userId="ad215094-da36-4b66-9c79-369a17aea26b" providerId="ADAL" clId="{211AAAC7-5250-492F-AD78-DC6370DC9F86}" dt="2023-01-17T19:02:16.888" v="5028" actId="20577"/>
        <pc:sldMkLst>
          <pc:docMk/>
          <pc:sldMk cId="4113171285" sldId="313"/>
        </pc:sldMkLst>
      </pc:sldChg>
    </pc:docChg>
  </pc:docChgLst>
  <pc:docChgLst>
    <pc:chgData name="Sanmukh Kuppannagari" userId="ad215094-da36-4b66-9c79-369a17aea26b" providerId="ADAL" clId="{57CFD692-4744-46EE-BC36-4B4ADFBE76FB}"/>
    <pc:docChg chg="undo custSel addSld delSld modSld">
      <pc:chgData name="Sanmukh Kuppannagari" userId="ad215094-da36-4b66-9c79-369a17aea26b" providerId="ADAL" clId="{57CFD692-4744-46EE-BC36-4B4ADFBE76FB}" dt="2024-09-17T17:25:16.114" v="6207" actId="14100"/>
      <pc:docMkLst>
        <pc:docMk/>
      </pc:docMkLst>
      <pc:sldChg chg="modSp mod">
        <pc:chgData name="Sanmukh Kuppannagari" userId="ad215094-da36-4b66-9c79-369a17aea26b" providerId="ADAL" clId="{57CFD692-4744-46EE-BC36-4B4ADFBE76FB}" dt="2024-09-17T14:18:24.778" v="1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57CFD692-4744-46EE-BC36-4B4ADFBE76FB}" dt="2024-09-17T15:18:46.245" v="3476" actId="20577"/>
        <pc:sldMkLst>
          <pc:docMk/>
          <pc:sldMk cId="2017305151" sldId="261"/>
        </pc:sldMkLst>
      </pc:sldChg>
      <pc:sldChg chg="modSp add mod">
        <pc:chgData name="Sanmukh Kuppannagari" userId="ad215094-da36-4b66-9c79-369a17aea26b" providerId="ADAL" clId="{57CFD692-4744-46EE-BC36-4B4ADFBE76FB}" dt="2024-09-17T14:30:17.188" v="519" actId="20577"/>
        <pc:sldMkLst>
          <pc:docMk/>
          <pc:sldMk cId="3934877374" sldId="311"/>
        </pc:sldMkLst>
      </pc:sldChg>
      <pc:sldChg chg="modSp add mod">
        <pc:chgData name="Sanmukh Kuppannagari" userId="ad215094-da36-4b66-9c79-369a17aea26b" providerId="ADAL" clId="{57CFD692-4744-46EE-BC36-4B4ADFBE76FB}" dt="2024-09-17T14:30:13.222" v="516" actId="27636"/>
        <pc:sldMkLst>
          <pc:docMk/>
          <pc:sldMk cId="1937731969" sldId="312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2275422666" sldId="313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230029266" sldId="316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879505598" sldId="31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964895541" sldId="32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18063122" sldId="34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287006485" sldId="34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41016882" sldId="34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430606432" sldId="35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998572678" sldId="35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590445591" sldId="35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349920142" sldId="35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740634628" sldId="35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2194659" sldId="359"/>
        </pc:sldMkLst>
      </pc:sldChg>
      <pc:sldChg chg="modSp add mod">
        <pc:chgData name="Sanmukh Kuppannagari" userId="ad215094-da36-4b66-9c79-369a17aea26b" providerId="ADAL" clId="{57CFD692-4744-46EE-BC36-4B4ADFBE76FB}" dt="2024-09-17T14:30:20.712" v="522" actId="20577"/>
        <pc:sldMkLst>
          <pc:docMk/>
          <pc:sldMk cId="2496462880" sldId="363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4289731522" sldId="367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4086263254" sldId="371"/>
        </pc:sldMkLst>
      </pc:sldChg>
      <pc:sldChg chg="modSp add mod">
        <pc:chgData name="Sanmukh Kuppannagari" userId="ad215094-da36-4b66-9c79-369a17aea26b" providerId="ADAL" clId="{57CFD692-4744-46EE-BC36-4B4ADFBE76FB}" dt="2024-09-17T14:33:11.060" v="566" actId="20577"/>
        <pc:sldMkLst>
          <pc:docMk/>
          <pc:sldMk cId="2834613010" sldId="37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431469683" sldId="37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72326915" sldId="375"/>
        </pc:sldMkLst>
      </pc:sldChg>
      <pc:sldChg chg="modSp add mod">
        <pc:chgData name="Sanmukh Kuppannagari" userId="ad215094-da36-4b66-9c79-369a17aea26b" providerId="ADAL" clId="{57CFD692-4744-46EE-BC36-4B4ADFBE76FB}" dt="2024-09-17T14:39:45.023" v="570" actId="113"/>
        <pc:sldMkLst>
          <pc:docMk/>
          <pc:sldMk cId="854907447" sldId="382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338842979" sldId="384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3771660" sldId="38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98278600" sldId="389"/>
        </pc:sldMkLst>
      </pc:sldChg>
      <pc:sldChg chg="modSp mod">
        <pc:chgData name="Sanmukh Kuppannagari" userId="ad215094-da36-4b66-9c79-369a17aea26b" providerId="ADAL" clId="{57CFD692-4744-46EE-BC36-4B4ADFBE76FB}" dt="2024-09-17T14:40:31.818" v="621" actId="20577"/>
        <pc:sldMkLst>
          <pc:docMk/>
          <pc:sldMk cId="3837875043" sldId="390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181382666" sldId="404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319194896" sldId="41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947479394" sldId="41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51680372" sldId="437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736426824" sldId="43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820019786" sldId="43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642145031" sldId="441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275163260" sldId="45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967081645" sldId="46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29024903" sldId="64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233672176" sldId="122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699708138" sldId="122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453964490" sldId="1230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037780407" sldId="1232"/>
        </pc:sldMkLst>
      </pc:sldChg>
      <pc:sldChg chg="add">
        <pc:chgData name="Sanmukh Kuppannagari" userId="ad215094-da36-4b66-9c79-369a17aea26b" providerId="ADAL" clId="{57CFD692-4744-46EE-BC36-4B4ADFBE76FB}" dt="2024-09-17T14:37:27.956" v="567"/>
        <pc:sldMkLst>
          <pc:docMk/>
          <pc:sldMk cId="1479534324" sldId="123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46288794" sldId="1237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124545071" sldId="123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692180613" sldId="123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095821644" sldId="124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59763505" sldId="124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178271313" sldId="124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05400230" sldId="124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95113626" sldId="143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65455456" sldId="143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49774978" sldId="143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744848553" sldId="143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911730472" sldId="1439"/>
        </pc:sldMkLst>
      </pc:sldChg>
      <pc:sldChg chg="addSp delSp modSp add del mod">
        <pc:chgData name="Sanmukh Kuppannagari" userId="ad215094-da36-4b66-9c79-369a17aea26b" providerId="ADAL" clId="{57CFD692-4744-46EE-BC36-4B4ADFBE76FB}" dt="2024-09-17T15:55:41.974" v="3822" actId="21"/>
        <pc:sldMkLst>
          <pc:docMk/>
          <pc:sldMk cId="166141272" sldId="145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35296341" sldId="147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59220519" sldId="147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637780389" sldId="147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65918572" sldId="147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33588936" sldId="148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51489107" sldId="148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137888738" sldId="148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749571042" sldId="148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73926282" sldId="148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951002451" sldId="148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093951396" sldId="148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27016912" sldId="148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81566112" sldId="148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895175968" sldId="148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883266803" sldId="149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32030833" sldId="149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51547733" sldId="149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110247357" sldId="149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48702013" sldId="149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83901888" sldId="149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607590641" sldId="149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416366971" sldId="149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466822053" sldId="149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318329734" sldId="149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356971427" sldId="150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018545262" sldId="150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635305440" sldId="150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50447005" sldId="150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91644866" sldId="150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26465458" sldId="150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71495037" sldId="150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267279555" sldId="150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753430728" sldId="150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38830724" sldId="150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97212904" sldId="151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991715139" sldId="151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42445932" sldId="1512"/>
        </pc:sldMkLst>
      </pc:sldChg>
      <pc:sldChg chg="modSp new mod">
        <pc:chgData name="Sanmukh Kuppannagari" userId="ad215094-da36-4b66-9c79-369a17aea26b" providerId="ADAL" clId="{57CFD692-4744-46EE-BC36-4B4ADFBE76FB}" dt="2024-09-17T14:19:49.941" v="229" actId="20577"/>
        <pc:sldMkLst>
          <pc:docMk/>
          <pc:sldMk cId="2091044005" sldId="1513"/>
        </pc:sldMkLst>
      </pc:sldChg>
      <pc:sldChg chg="modSp new mod">
        <pc:chgData name="Sanmukh Kuppannagari" userId="ad215094-da36-4b66-9c79-369a17aea26b" providerId="ADAL" clId="{57CFD692-4744-46EE-BC36-4B4ADFBE76FB}" dt="2024-09-17T14:21:09.571" v="413" actId="20577"/>
        <pc:sldMkLst>
          <pc:docMk/>
          <pc:sldMk cId="48973366" sldId="1514"/>
        </pc:sldMkLst>
      </pc:sldChg>
      <pc:sldChg chg="modSp new del mod">
        <pc:chgData name="Sanmukh Kuppannagari" userId="ad215094-da36-4b66-9c79-369a17aea26b" providerId="ADAL" clId="{57CFD692-4744-46EE-BC36-4B4ADFBE76FB}" dt="2024-09-17T15:06:44.715" v="1416" actId="47"/>
        <pc:sldMkLst>
          <pc:docMk/>
          <pc:sldMk cId="877053149" sldId="1515"/>
        </pc:sldMkLst>
      </pc:sldChg>
      <pc:sldChg chg="modSp add mod">
        <pc:chgData name="Sanmukh Kuppannagari" userId="ad215094-da36-4b66-9c79-369a17aea26b" providerId="ADAL" clId="{57CFD692-4744-46EE-BC36-4B4ADFBE76FB}" dt="2024-09-17T15:18:38.206" v="3463" actId="20577"/>
        <pc:sldMkLst>
          <pc:docMk/>
          <pc:sldMk cId="202113540" sldId="1516"/>
        </pc:sldMkLst>
      </pc:sldChg>
      <pc:sldChg chg="modSp add mod">
        <pc:chgData name="Sanmukh Kuppannagari" userId="ad215094-da36-4b66-9c79-369a17aea26b" providerId="ADAL" clId="{57CFD692-4744-46EE-BC36-4B4ADFBE76FB}" dt="2024-09-17T15:18:59.063" v="3489" actId="20577"/>
        <pc:sldMkLst>
          <pc:docMk/>
          <pc:sldMk cId="2851048179" sldId="1517"/>
        </pc:sldMkLst>
      </pc:sldChg>
      <pc:sldChg chg="add">
        <pc:chgData name="Sanmukh Kuppannagari" userId="ad215094-da36-4b66-9c79-369a17aea26b" providerId="ADAL" clId="{57CFD692-4744-46EE-BC36-4B4ADFBE76FB}" dt="2024-09-17T14:39:54.780" v="571"/>
        <pc:sldMkLst>
          <pc:docMk/>
          <pc:sldMk cId="2170564833" sldId="1518"/>
        </pc:sldMkLst>
      </pc:sldChg>
      <pc:sldChg chg="modSp new mod">
        <pc:chgData name="Sanmukh Kuppannagari" userId="ad215094-da36-4b66-9c79-369a17aea26b" providerId="ADAL" clId="{57CFD692-4744-46EE-BC36-4B4ADFBE76FB}" dt="2024-09-17T14:52:17.795" v="1015" actId="20577"/>
        <pc:sldMkLst>
          <pc:docMk/>
          <pc:sldMk cId="1223128325" sldId="1519"/>
        </pc:sldMkLst>
      </pc:sldChg>
      <pc:sldChg chg="modSp new mod">
        <pc:chgData name="Sanmukh Kuppannagari" userId="ad215094-da36-4b66-9c79-369a17aea26b" providerId="ADAL" clId="{57CFD692-4744-46EE-BC36-4B4ADFBE76FB}" dt="2024-09-17T15:50:27.077" v="3662" actId="20577"/>
        <pc:sldMkLst>
          <pc:docMk/>
          <pc:sldMk cId="1363376498" sldId="1520"/>
        </pc:sldMkLst>
      </pc:sldChg>
      <pc:sldChg chg="modSp new mod">
        <pc:chgData name="Sanmukh Kuppannagari" userId="ad215094-da36-4b66-9c79-369a17aea26b" providerId="ADAL" clId="{57CFD692-4744-46EE-BC36-4B4ADFBE76FB}" dt="2024-09-17T15:50:00.221" v="3615" actId="20577"/>
        <pc:sldMkLst>
          <pc:docMk/>
          <pc:sldMk cId="2829791837" sldId="1521"/>
        </pc:sldMkLst>
      </pc:sldChg>
      <pc:sldChg chg="modSp new mod">
        <pc:chgData name="Sanmukh Kuppannagari" userId="ad215094-da36-4b66-9c79-369a17aea26b" providerId="ADAL" clId="{57CFD692-4744-46EE-BC36-4B4ADFBE76FB}" dt="2024-09-17T15:10:08.920" v="1852" actId="20577"/>
        <pc:sldMkLst>
          <pc:docMk/>
          <pc:sldMk cId="3893234935" sldId="1522"/>
        </pc:sldMkLst>
      </pc:sldChg>
      <pc:sldChg chg="modSp new mod">
        <pc:chgData name="Sanmukh Kuppannagari" userId="ad215094-da36-4b66-9c79-369a17aea26b" providerId="ADAL" clId="{57CFD692-4744-46EE-BC36-4B4ADFBE76FB}" dt="2024-09-17T15:11:33.231" v="2175" actId="20577"/>
        <pc:sldMkLst>
          <pc:docMk/>
          <pc:sldMk cId="3481763059" sldId="1523"/>
        </pc:sldMkLst>
      </pc:sldChg>
      <pc:sldChg chg="modSp new mod">
        <pc:chgData name="Sanmukh Kuppannagari" userId="ad215094-da36-4b66-9c79-369a17aea26b" providerId="ADAL" clId="{57CFD692-4744-46EE-BC36-4B4ADFBE76FB}" dt="2024-09-17T15:14:34.208" v="2893" actId="20577"/>
        <pc:sldMkLst>
          <pc:docMk/>
          <pc:sldMk cId="2617663034" sldId="1524"/>
        </pc:sldMkLst>
      </pc:sldChg>
      <pc:sldChg chg="modSp new mod">
        <pc:chgData name="Sanmukh Kuppannagari" userId="ad215094-da36-4b66-9c79-369a17aea26b" providerId="ADAL" clId="{57CFD692-4744-46EE-BC36-4B4ADFBE76FB}" dt="2024-09-17T15:18:21.833" v="3452" actId="20577"/>
        <pc:sldMkLst>
          <pc:docMk/>
          <pc:sldMk cId="939595551" sldId="1525"/>
        </pc:sldMkLst>
      </pc:sldChg>
      <pc:sldChg chg="addSp delSp modSp new mod">
        <pc:chgData name="Sanmukh Kuppannagari" userId="ad215094-da36-4b66-9c79-369a17aea26b" providerId="ADAL" clId="{57CFD692-4744-46EE-BC36-4B4ADFBE76FB}" dt="2024-09-17T15:57:35.506" v="3887" actId="14100"/>
        <pc:sldMkLst>
          <pc:docMk/>
          <pc:sldMk cId="878398838" sldId="1526"/>
        </pc:sldMkLst>
      </pc:sldChg>
      <pc:sldChg chg="modSp new del mod">
        <pc:chgData name="Sanmukh Kuppannagari" userId="ad215094-da36-4b66-9c79-369a17aea26b" providerId="ADAL" clId="{57CFD692-4744-46EE-BC36-4B4ADFBE76FB}" dt="2024-09-17T15:26:03.633" v="3599" actId="47"/>
        <pc:sldMkLst>
          <pc:docMk/>
          <pc:sldMk cId="3481160692" sldId="1526"/>
        </pc:sldMkLst>
      </pc:sldChg>
      <pc:sldChg chg="addSp delSp modSp add mod">
        <pc:chgData name="Sanmukh Kuppannagari" userId="ad215094-da36-4b66-9c79-369a17aea26b" providerId="ADAL" clId="{57CFD692-4744-46EE-BC36-4B4ADFBE76FB}" dt="2024-09-17T16:00:17.033" v="3942" actId="1076"/>
        <pc:sldMkLst>
          <pc:docMk/>
          <pc:sldMk cId="827224132" sldId="1527"/>
        </pc:sldMkLst>
      </pc:sldChg>
      <pc:sldChg chg="addSp delSp modSp add mod">
        <pc:chgData name="Sanmukh Kuppannagari" userId="ad215094-da36-4b66-9c79-369a17aea26b" providerId="ADAL" clId="{57CFD692-4744-46EE-BC36-4B4ADFBE76FB}" dt="2024-09-17T16:03:26.446" v="4105" actId="14100"/>
        <pc:sldMkLst>
          <pc:docMk/>
          <pc:sldMk cId="297830899" sldId="1528"/>
        </pc:sldMkLst>
      </pc:sldChg>
      <pc:sldChg chg="modSp add mod">
        <pc:chgData name="Sanmukh Kuppannagari" userId="ad215094-da36-4b66-9c79-369a17aea26b" providerId="ADAL" clId="{57CFD692-4744-46EE-BC36-4B4ADFBE76FB}" dt="2024-09-17T16:00:57.279" v="3987" actId="207"/>
        <pc:sldMkLst>
          <pc:docMk/>
          <pc:sldMk cId="1863297826" sldId="1529"/>
        </pc:sldMkLst>
      </pc:sldChg>
      <pc:sldChg chg="modSp add mod">
        <pc:chgData name="Sanmukh Kuppannagari" userId="ad215094-da36-4b66-9c79-369a17aea26b" providerId="ADAL" clId="{57CFD692-4744-46EE-BC36-4B4ADFBE76FB}" dt="2024-09-17T16:01:16.796" v="3993" actId="207"/>
        <pc:sldMkLst>
          <pc:docMk/>
          <pc:sldMk cId="3983326334" sldId="1530"/>
        </pc:sldMkLst>
      </pc:sldChg>
      <pc:sldChg chg="modSp new mod">
        <pc:chgData name="Sanmukh Kuppannagari" userId="ad215094-da36-4b66-9c79-369a17aea26b" providerId="ADAL" clId="{57CFD692-4744-46EE-BC36-4B4ADFBE76FB}" dt="2024-09-17T16:05:32.807" v="4277" actId="20577"/>
        <pc:sldMkLst>
          <pc:docMk/>
          <pc:sldMk cId="3897297747" sldId="1531"/>
        </pc:sldMkLst>
      </pc:sldChg>
      <pc:sldChg chg="addSp delSp modSp new mod">
        <pc:chgData name="Sanmukh Kuppannagari" userId="ad215094-da36-4b66-9c79-369a17aea26b" providerId="ADAL" clId="{57CFD692-4744-46EE-BC36-4B4ADFBE76FB}" dt="2024-09-17T16:32:52.796" v="4804" actId="20577"/>
        <pc:sldMkLst>
          <pc:docMk/>
          <pc:sldMk cId="172806902" sldId="1532"/>
        </pc:sldMkLst>
      </pc:sldChg>
      <pc:sldChg chg="addSp modSp add del mod">
        <pc:chgData name="Sanmukh Kuppannagari" userId="ad215094-da36-4b66-9c79-369a17aea26b" providerId="ADAL" clId="{57CFD692-4744-46EE-BC36-4B4ADFBE76FB}" dt="2024-09-17T16:29:14.144" v="4682" actId="47"/>
        <pc:sldMkLst>
          <pc:docMk/>
          <pc:sldMk cId="600423300" sldId="1533"/>
        </pc:sldMkLst>
      </pc:sldChg>
      <pc:sldChg chg="addSp delSp modSp add mod">
        <pc:chgData name="Sanmukh Kuppannagari" userId="ad215094-da36-4b66-9c79-369a17aea26b" providerId="ADAL" clId="{57CFD692-4744-46EE-BC36-4B4ADFBE76FB}" dt="2024-09-17T16:33:10.745" v="4806"/>
        <pc:sldMkLst>
          <pc:docMk/>
          <pc:sldMk cId="4249077636" sldId="1534"/>
        </pc:sldMkLst>
      </pc:sldChg>
      <pc:sldChg chg="addSp delSp modSp add mod">
        <pc:chgData name="Sanmukh Kuppannagari" userId="ad215094-da36-4b66-9c79-369a17aea26b" providerId="ADAL" clId="{57CFD692-4744-46EE-BC36-4B4ADFBE76FB}" dt="2024-09-17T16:33:16.361" v="4808"/>
        <pc:sldMkLst>
          <pc:docMk/>
          <pc:sldMk cId="335340187" sldId="1535"/>
        </pc:sldMkLst>
      </pc:sldChg>
      <pc:sldChg chg="addSp delSp modSp add mod">
        <pc:chgData name="Sanmukh Kuppannagari" userId="ad215094-da36-4b66-9c79-369a17aea26b" providerId="ADAL" clId="{57CFD692-4744-46EE-BC36-4B4ADFBE76FB}" dt="2024-09-17T16:33:22.104" v="4810"/>
        <pc:sldMkLst>
          <pc:docMk/>
          <pc:sldMk cId="2563148363" sldId="1536"/>
        </pc:sldMkLst>
      </pc:sldChg>
      <pc:sldChg chg="addSp delSp modSp add mod">
        <pc:chgData name="Sanmukh Kuppannagari" userId="ad215094-da36-4b66-9c79-369a17aea26b" providerId="ADAL" clId="{57CFD692-4744-46EE-BC36-4B4ADFBE76FB}" dt="2024-09-17T16:36:38.349" v="4866" actId="1076"/>
        <pc:sldMkLst>
          <pc:docMk/>
          <pc:sldMk cId="4060344090" sldId="1537"/>
        </pc:sldMkLst>
      </pc:sldChg>
      <pc:sldChg chg="addSp delSp modSp add mod">
        <pc:chgData name="Sanmukh Kuppannagari" userId="ad215094-da36-4b66-9c79-369a17aea26b" providerId="ADAL" clId="{57CFD692-4744-46EE-BC36-4B4ADFBE76FB}" dt="2024-09-17T16:34:47.230" v="4830" actId="207"/>
        <pc:sldMkLst>
          <pc:docMk/>
          <pc:sldMk cId="1917529413" sldId="1538"/>
        </pc:sldMkLst>
      </pc:sldChg>
      <pc:sldChg chg="modSp add mod">
        <pc:chgData name="Sanmukh Kuppannagari" userId="ad215094-da36-4b66-9c79-369a17aea26b" providerId="ADAL" clId="{57CFD692-4744-46EE-BC36-4B4ADFBE76FB}" dt="2024-09-17T16:35:38.286" v="4841" actId="207"/>
        <pc:sldMkLst>
          <pc:docMk/>
          <pc:sldMk cId="2364603884" sldId="1539"/>
        </pc:sldMkLst>
      </pc:sldChg>
      <pc:sldChg chg="modSp add">
        <pc:chgData name="Sanmukh Kuppannagari" userId="ad215094-da36-4b66-9c79-369a17aea26b" providerId="ADAL" clId="{57CFD692-4744-46EE-BC36-4B4ADFBE76FB}" dt="2024-09-17T16:36:08.447" v="4858" actId="207"/>
        <pc:sldMkLst>
          <pc:docMk/>
          <pc:sldMk cId="2896873436" sldId="1540"/>
        </pc:sldMkLst>
      </pc:sldChg>
      <pc:sldChg chg="addSp delSp modSp add mod">
        <pc:chgData name="Sanmukh Kuppannagari" userId="ad215094-da36-4b66-9c79-369a17aea26b" providerId="ADAL" clId="{57CFD692-4744-46EE-BC36-4B4ADFBE76FB}" dt="2024-09-17T16:37:32.517" v="4880" actId="207"/>
        <pc:sldMkLst>
          <pc:docMk/>
          <pc:sldMk cId="2873707918" sldId="1541"/>
        </pc:sldMkLst>
      </pc:sldChg>
      <pc:sldChg chg="delSp modSp add mod">
        <pc:chgData name="Sanmukh Kuppannagari" userId="ad215094-da36-4b66-9c79-369a17aea26b" providerId="ADAL" clId="{57CFD692-4744-46EE-BC36-4B4ADFBE76FB}" dt="2024-09-17T16:38:43.291" v="4909" actId="207"/>
        <pc:sldMkLst>
          <pc:docMk/>
          <pc:sldMk cId="2634998908" sldId="1542"/>
        </pc:sldMkLst>
      </pc:sldChg>
      <pc:sldChg chg="modSp add mod">
        <pc:chgData name="Sanmukh Kuppannagari" userId="ad215094-da36-4b66-9c79-369a17aea26b" providerId="ADAL" clId="{57CFD692-4744-46EE-BC36-4B4ADFBE76FB}" dt="2024-09-17T16:39:58.305" v="4918" actId="207"/>
        <pc:sldMkLst>
          <pc:docMk/>
          <pc:sldMk cId="1327029584" sldId="1543"/>
        </pc:sldMkLst>
      </pc:sldChg>
      <pc:sldChg chg="modSp add">
        <pc:chgData name="Sanmukh Kuppannagari" userId="ad215094-da36-4b66-9c79-369a17aea26b" providerId="ADAL" clId="{57CFD692-4744-46EE-BC36-4B4ADFBE76FB}" dt="2024-09-17T16:40:21.164" v="4935" actId="207"/>
        <pc:sldMkLst>
          <pc:docMk/>
          <pc:sldMk cId="2963799951" sldId="1544"/>
        </pc:sldMkLst>
      </pc:sldChg>
      <pc:sldChg chg="addSp modSp add mod">
        <pc:chgData name="Sanmukh Kuppannagari" userId="ad215094-da36-4b66-9c79-369a17aea26b" providerId="ADAL" clId="{57CFD692-4744-46EE-BC36-4B4ADFBE76FB}" dt="2024-09-17T16:40:48.746" v="4941" actId="14100"/>
        <pc:sldMkLst>
          <pc:docMk/>
          <pc:sldMk cId="64679798" sldId="1545"/>
        </pc:sldMkLst>
      </pc:sldChg>
      <pc:sldChg chg="modSp new mod">
        <pc:chgData name="Sanmukh Kuppannagari" userId="ad215094-da36-4b66-9c79-369a17aea26b" providerId="ADAL" clId="{57CFD692-4744-46EE-BC36-4B4ADFBE76FB}" dt="2024-09-17T17:22:57.522" v="6126" actId="20577"/>
        <pc:sldMkLst>
          <pc:docMk/>
          <pc:sldMk cId="1378971665" sldId="1546"/>
        </pc:sldMkLst>
      </pc:sldChg>
      <pc:sldChg chg="addSp modSp new mod">
        <pc:chgData name="Sanmukh Kuppannagari" userId="ad215094-da36-4b66-9c79-369a17aea26b" providerId="ADAL" clId="{57CFD692-4744-46EE-BC36-4B4ADFBE76FB}" dt="2024-09-17T17:25:16.114" v="6207" actId="14100"/>
        <pc:sldMkLst>
          <pc:docMk/>
          <pc:sldMk cId="2055355578" sldId="1547"/>
        </pc:sldMkLst>
      </pc:sldChg>
      <pc:sldChg chg="modSp add mod">
        <pc:chgData name="Sanmukh Kuppannagari" userId="ad215094-da36-4b66-9c79-369a17aea26b" providerId="ADAL" clId="{57CFD692-4744-46EE-BC36-4B4ADFBE76FB}" dt="2024-09-17T17:20:59.089" v="5991" actId="20577"/>
        <pc:sldMkLst>
          <pc:docMk/>
          <pc:sldMk cId="3972000199" sldId="1548"/>
        </pc:sldMkLst>
      </pc:sldChg>
    </pc:docChg>
  </pc:docChgLst>
  <pc:docChgLst>
    <pc:chgData name="Sanmukh Kuppannagari" userId="ad215094-da36-4b66-9c79-369a17aea26b" providerId="ADAL" clId="{AD558336-AE15-4CDD-AB6D-EE016937268C}"/>
    <pc:docChg chg="undo custSel addSld delSld modSld">
      <pc:chgData name="Sanmukh Kuppannagari" userId="ad215094-da36-4b66-9c79-369a17aea26b" providerId="ADAL" clId="{AD558336-AE15-4CDD-AB6D-EE016937268C}" dt="2025-09-23T14:35:03.059" v="2126" actId="20577"/>
      <pc:docMkLst>
        <pc:docMk/>
      </pc:docMkLst>
      <pc:sldChg chg="modSp mod">
        <pc:chgData name="Sanmukh Kuppannagari" userId="ad215094-da36-4b66-9c79-369a17aea26b" providerId="ADAL" clId="{AD558336-AE15-4CDD-AB6D-EE016937268C}" dt="2025-09-22T23:30:25.200" v="2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AD558336-AE15-4CDD-AB6D-EE016937268C}" dt="2025-09-22T23:30:25.200" v="2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modSp mod">
        <pc:chgData name="Sanmukh Kuppannagari" userId="ad215094-da36-4b66-9c79-369a17aea26b" providerId="ADAL" clId="{AD558336-AE15-4CDD-AB6D-EE016937268C}" dt="2025-09-22T23:37:32.583" v="682" actId="20577"/>
        <pc:sldMkLst>
          <pc:docMk/>
          <pc:sldMk cId="2017305151" sldId="261"/>
        </pc:sldMkLst>
        <pc:spChg chg="mod">
          <ac:chgData name="Sanmukh Kuppannagari" userId="ad215094-da36-4b66-9c79-369a17aea26b" providerId="ADAL" clId="{AD558336-AE15-4CDD-AB6D-EE016937268C}" dt="2025-09-22T23:37:32.583" v="682" actId="20577"/>
          <ac:spMkLst>
            <pc:docMk/>
            <pc:sldMk cId="2017305151" sldId="261"/>
            <ac:spMk id="3" creationId="{D61E7643-79A8-EFA8-035B-07E3457DA90C}"/>
          </ac:spMkLst>
        </pc:spChg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402981858" sldId="38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857326952" sldId="123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152651734" sldId="1235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3630924" sldId="1253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4284530624" sldId="1254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3413064123" sldId="1255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3574746539" sldId="1256"/>
        </pc:sldMkLst>
      </pc:sldChg>
      <pc:sldChg chg="addSp modSp add mod">
        <pc:chgData name="Sanmukh Kuppannagari" userId="ad215094-da36-4b66-9c79-369a17aea26b" providerId="ADAL" clId="{AD558336-AE15-4CDD-AB6D-EE016937268C}" dt="2025-09-22T23:39:08.349" v="691" actId="14100"/>
        <pc:sldMkLst>
          <pc:docMk/>
          <pc:sldMk cId="927700788" sldId="1257"/>
        </pc:sldMkLst>
      </pc:sldChg>
      <pc:sldChg chg="addSp delSp modSp add mod">
        <pc:chgData name="Sanmukh Kuppannagari" userId="ad215094-da36-4b66-9c79-369a17aea26b" providerId="ADAL" clId="{AD558336-AE15-4CDD-AB6D-EE016937268C}" dt="2025-09-22T23:41:08.121" v="695"/>
        <pc:sldMkLst>
          <pc:docMk/>
          <pc:sldMk cId="1750676043" sldId="1258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329904463" sldId="1259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3892195865" sldId="1260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157439954" sldId="1261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769619670" sldId="1262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80733138" sldId="1263"/>
        </pc:sldMkLst>
      </pc:sldChg>
      <pc:sldChg chg="modSp add del mod">
        <pc:chgData name="Sanmukh Kuppannagari" userId="ad215094-da36-4b66-9c79-369a17aea26b" providerId="ADAL" clId="{AD558336-AE15-4CDD-AB6D-EE016937268C}" dt="2025-09-22T23:49:05.875" v="937" actId="47"/>
        <pc:sldMkLst>
          <pc:docMk/>
          <pc:sldMk cId="1938244019" sldId="1264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3116587120" sldId="1265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205148523" sldId="1266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207822773" sldId="1267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3166595346" sldId="1268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888322834" sldId="1269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981461382" sldId="1270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3073609131" sldId="1271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505794832" sldId="1272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899752863" sldId="1280"/>
        </pc:sldMkLst>
      </pc:sldChg>
      <pc:sldChg chg="modSp add mod">
        <pc:chgData name="Sanmukh Kuppannagari" userId="ad215094-da36-4b66-9c79-369a17aea26b" providerId="ADAL" clId="{AD558336-AE15-4CDD-AB6D-EE016937268C}" dt="2025-09-23T13:56:06.564" v="1143" actId="20577"/>
        <pc:sldMkLst>
          <pc:docMk/>
          <pc:sldMk cId="1199527142" sldId="1281"/>
        </pc:sldMkLst>
      </pc:sldChg>
      <pc:sldChg chg="addSp modSp add mod">
        <pc:chgData name="Sanmukh Kuppannagari" userId="ad215094-da36-4b66-9c79-369a17aea26b" providerId="ADAL" clId="{AD558336-AE15-4CDD-AB6D-EE016937268C}" dt="2025-09-23T13:56:48.161" v="1193" actId="14100"/>
        <pc:sldMkLst>
          <pc:docMk/>
          <pc:sldMk cId="1004796864" sldId="128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423587688" sldId="130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249666363" sldId="1305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044792240" sldId="130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826032475" sldId="130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121754159" sldId="130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322226313" sldId="1309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902944658" sldId="1309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120287752" sldId="1310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2577631310" sldId="1310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692720287" sldId="1311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652461517" sldId="1311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84065558" sldId="1312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4072723455" sldId="131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03362016" sldId="1313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830590251" sldId="131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137941797" sldId="1314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979417289" sldId="131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070225856" sldId="1315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2062603384" sldId="1315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238687387" sldId="131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769246865" sldId="1316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105581169" sldId="131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610053994" sldId="1317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1626710577" sldId="131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864732836" sldId="131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541579916" sldId="1319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2589855805" sldId="1319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204193764" sldId="1320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870134566" sldId="1320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42729149" sldId="1321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443015343" sldId="1321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108815486" sldId="132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727594955" sldId="1322"/>
        </pc:sldMkLst>
      </pc:sldChg>
      <pc:sldChg chg="addSp modSp add mod">
        <pc:chgData name="Sanmukh Kuppannagari" userId="ad215094-da36-4b66-9c79-369a17aea26b" providerId="ADAL" clId="{AD558336-AE15-4CDD-AB6D-EE016937268C}" dt="2025-09-23T14:29:28.708" v="1868" actId="14100"/>
        <pc:sldMkLst>
          <pc:docMk/>
          <pc:sldMk cId="3927615945" sldId="132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025259238" sldId="1323"/>
        </pc:sldMkLst>
      </pc:sldChg>
      <pc:sldChg chg="addSp modSp add">
        <pc:chgData name="Sanmukh Kuppannagari" userId="ad215094-da36-4b66-9c79-369a17aea26b" providerId="ADAL" clId="{AD558336-AE15-4CDD-AB6D-EE016937268C}" dt="2025-09-23T14:29:10.839" v="1841"/>
        <pc:sldMkLst>
          <pc:docMk/>
          <pc:sldMk cId="48302563" sldId="132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33802440" sldId="132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510092015" sldId="1325"/>
        </pc:sldMkLst>
      </pc:sldChg>
      <pc:sldChg chg="addSp delSp modSp add mod">
        <pc:chgData name="Sanmukh Kuppannagari" userId="ad215094-da36-4b66-9c79-369a17aea26b" providerId="ADAL" clId="{AD558336-AE15-4CDD-AB6D-EE016937268C}" dt="2025-09-23T14:29:08.761" v="1840"/>
        <pc:sldMkLst>
          <pc:docMk/>
          <pc:sldMk cId="1558153898" sldId="1325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579584412" sldId="132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032694092" sldId="1326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1876399712" sldId="132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882075548" sldId="132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213054822" sldId="1328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577888197" sldId="132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090666711" sldId="1329"/>
        </pc:sldMkLst>
      </pc:sldChg>
      <pc:sldChg chg="addSp modSp add mod">
        <pc:chgData name="Sanmukh Kuppannagari" userId="ad215094-da36-4b66-9c79-369a17aea26b" providerId="ADAL" clId="{AD558336-AE15-4CDD-AB6D-EE016937268C}" dt="2025-09-23T14:35:03.059" v="2126" actId="20577"/>
        <pc:sldMkLst>
          <pc:docMk/>
          <pc:sldMk cId="3446468191" sldId="1329"/>
        </pc:sldMkLst>
      </pc:sldChg>
      <pc:sldChg chg="modSp add">
        <pc:chgData name="Sanmukh Kuppannagari" userId="ad215094-da36-4b66-9c79-369a17aea26b" providerId="ADAL" clId="{AD558336-AE15-4CDD-AB6D-EE016937268C}" dt="2025-09-23T14:11:07.280" v="1372" actId="20577"/>
        <pc:sldMkLst>
          <pc:docMk/>
          <pc:sldMk cId="3270243835" sldId="1330"/>
        </pc:sldMkLst>
      </pc:sldChg>
      <pc:sldChg chg="addSp modSp add mod">
        <pc:chgData name="Sanmukh Kuppannagari" userId="ad215094-da36-4b66-9c79-369a17aea26b" providerId="ADAL" clId="{AD558336-AE15-4CDD-AB6D-EE016937268C}" dt="2025-09-23T14:33:53.418" v="2114" actId="20577"/>
        <pc:sldMkLst>
          <pc:docMk/>
          <pc:sldMk cId="580580032" sldId="1331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292168333" sldId="1331"/>
        </pc:sldMkLst>
      </pc:sldChg>
      <pc:sldChg chg="modSp add">
        <pc:chgData name="Sanmukh Kuppannagari" userId="ad215094-da36-4b66-9c79-369a17aea26b" providerId="ADAL" clId="{AD558336-AE15-4CDD-AB6D-EE016937268C}" dt="2025-09-23T13:28:44.477" v="1086"/>
        <pc:sldMkLst>
          <pc:docMk/>
          <pc:sldMk cId="189707620" sldId="1332"/>
        </pc:sldMkLst>
        <pc:spChg chg="mod">
          <ac:chgData name="Sanmukh Kuppannagari" userId="ad215094-da36-4b66-9c79-369a17aea26b" providerId="ADAL" clId="{AD558336-AE15-4CDD-AB6D-EE016937268C}" dt="2025-09-23T13:28:44.477" v="1086"/>
          <ac:spMkLst>
            <pc:docMk/>
            <pc:sldMk cId="189707620" sldId="1332"/>
            <ac:spMk id="3" creationId="{90A4B006-13F0-C9EB-1BA3-1AD158389745}"/>
          </ac:spMkLst>
        </pc:spChg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063916795" sldId="133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49812825" sldId="133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521760129" sldId="133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697549759" sldId="1335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913952742" sldId="133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246694647" sldId="133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611822888" sldId="133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710810416" sldId="1339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30368493" sldId="1340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647962746" sldId="1341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662702247" sldId="134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718626453" sldId="134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119197295" sldId="135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091044005" sldId="151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693446765" sldId="1550"/>
        </pc:sldMkLst>
      </pc:sldChg>
      <pc:sldChg chg="modSp mod">
        <pc:chgData name="Sanmukh Kuppannagari" userId="ad215094-da36-4b66-9c79-369a17aea26b" providerId="ADAL" clId="{AD558336-AE15-4CDD-AB6D-EE016937268C}" dt="2025-09-22T23:31:13.027" v="56" actId="20577"/>
        <pc:sldMkLst>
          <pc:docMk/>
          <pc:sldMk cId="1297240811" sldId="1551"/>
        </pc:sldMkLst>
        <pc:spChg chg="mod">
          <ac:chgData name="Sanmukh Kuppannagari" userId="ad215094-da36-4b66-9c79-369a17aea26b" providerId="ADAL" clId="{AD558336-AE15-4CDD-AB6D-EE016937268C}" dt="2025-09-22T23:31:13.027" v="56" actId="20577"/>
          <ac:spMkLst>
            <pc:docMk/>
            <pc:sldMk cId="1297240811" sldId="1551"/>
            <ac:spMk id="3" creationId="{E7FF2391-E8AE-9A93-A4FC-0E02B54BC29C}"/>
          </ac:spMkLst>
        </pc:spChg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944980054" sldId="155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777170493" sldId="155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166067996" sldId="155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437991697" sldId="1555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404150593" sldId="155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779503060" sldId="155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06497288" sldId="155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799998865" sldId="1559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468521858" sldId="1560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139369451" sldId="1561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842374225" sldId="156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67876598" sldId="156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623927009" sldId="156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204093479" sldId="1565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158087431" sldId="156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821460343" sldId="156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973146182" sldId="156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321545462" sldId="1569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024748460" sldId="1570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042058996" sldId="1571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940334320" sldId="157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570117069" sldId="157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995901004" sldId="157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40498288" sldId="1575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670652363" sldId="157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839101789" sldId="157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06292723" sldId="157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01330410" sldId="1579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481400793" sldId="1580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218476509" sldId="1581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535281774" sldId="158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330804335" sldId="158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936452190" sldId="158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652014047" sldId="1585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673118713" sldId="158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582105460" sldId="158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630656864" sldId="158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501396604" sldId="1589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936211990" sldId="1590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024305596" sldId="1591"/>
        </pc:sldMkLst>
      </pc:sldChg>
      <pc:sldChg chg="add del">
        <pc:chgData name="Sanmukh Kuppannagari" userId="ad215094-da36-4b66-9c79-369a17aea26b" providerId="ADAL" clId="{AD558336-AE15-4CDD-AB6D-EE016937268C}" dt="2025-09-23T13:52:15.015" v="1123" actId="47"/>
        <pc:sldMkLst>
          <pc:docMk/>
          <pc:sldMk cId="1460223335" sldId="1605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95513352" sldId="1606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1256665225" sldId="1607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4149257190" sldId="1608"/>
        </pc:sldMkLst>
      </pc:sldChg>
      <pc:sldChg chg="addSp delSp modSp add del mod">
        <pc:chgData name="Sanmukh Kuppannagari" userId="ad215094-da36-4b66-9c79-369a17aea26b" providerId="ADAL" clId="{AD558336-AE15-4CDD-AB6D-EE016937268C}" dt="2025-09-23T14:01:21.472" v="1201" actId="47"/>
        <pc:sldMkLst>
          <pc:docMk/>
          <pc:sldMk cId="455736369" sldId="1609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25795403" sldId="1610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322584748" sldId="1611"/>
        </pc:sldMkLst>
      </pc:sldChg>
      <pc:sldChg chg="modSp new mod">
        <pc:chgData name="Sanmukh Kuppannagari" userId="ad215094-da36-4b66-9c79-369a17aea26b" providerId="ADAL" clId="{AD558336-AE15-4CDD-AB6D-EE016937268C}" dt="2025-09-22T23:34:34.650" v="313" actId="20577"/>
        <pc:sldMkLst>
          <pc:docMk/>
          <pc:sldMk cId="3368184345" sldId="1612"/>
        </pc:sldMkLst>
      </pc:sldChg>
      <pc:sldChg chg="modSp add mod">
        <pc:chgData name="Sanmukh Kuppannagari" userId="ad215094-da36-4b66-9c79-369a17aea26b" providerId="ADAL" clId="{AD558336-AE15-4CDD-AB6D-EE016937268C}" dt="2025-09-22T23:34:51.216" v="315" actId="113"/>
        <pc:sldMkLst>
          <pc:docMk/>
          <pc:sldMk cId="660858661" sldId="1613"/>
        </pc:sldMkLst>
      </pc:sldChg>
      <pc:sldChg chg="modSp add mod">
        <pc:chgData name="Sanmukh Kuppannagari" userId="ad215094-da36-4b66-9c79-369a17aea26b" providerId="ADAL" clId="{AD558336-AE15-4CDD-AB6D-EE016937268C}" dt="2025-09-22T23:34:58.850" v="317" actId="113"/>
        <pc:sldMkLst>
          <pc:docMk/>
          <pc:sldMk cId="2075019539" sldId="1614"/>
        </pc:sldMkLst>
      </pc:sldChg>
      <pc:sldChg chg="add">
        <pc:chgData name="Sanmukh Kuppannagari" userId="ad215094-da36-4b66-9c79-369a17aea26b" providerId="ADAL" clId="{AD558336-AE15-4CDD-AB6D-EE016937268C}" dt="2025-09-22T23:35:30.771" v="318"/>
        <pc:sldMkLst>
          <pc:docMk/>
          <pc:sldMk cId="2026419143" sldId="1615"/>
        </pc:sldMkLst>
      </pc:sldChg>
      <pc:sldChg chg="add">
        <pc:chgData name="Sanmukh Kuppannagari" userId="ad215094-da36-4b66-9c79-369a17aea26b" providerId="ADAL" clId="{AD558336-AE15-4CDD-AB6D-EE016937268C}" dt="2025-09-22T23:35:30.771" v="318"/>
        <pc:sldMkLst>
          <pc:docMk/>
          <pc:sldMk cId="332141421" sldId="1616"/>
        </pc:sldMkLst>
      </pc:sldChg>
      <pc:sldChg chg="add">
        <pc:chgData name="Sanmukh Kuppannagari" userId="ad215094-da36-4b66-9c79-369a17aea26b" providerId="ADAL" clId="{AD558336-AE15-4CDD-AB6D-EE016937268C}" dt="2025-09-22T23:35:30.771" v="318"/>
        <pc:sldMkLst>
          <pc:docMk/>
          <pc:sldMk cId="2723772378" sldId="1617"/>
        </pc:sldMkLst>
      </pc:sldChg>
      <pc:sldChg chg="add">
        <pc:chgData name="Sanmukh Kuppannagari" userId="ad215094-da36-4b66-9c79-369a17aea26b" providerId="ADAL" clId="{AD558336-AE15-4CDD-AB6D-EE016937268C}" dt="2025-09-22T23:35:30.771" v="318"/>
        <pc:sldMkLst>
          <pc:docMk/>
          <pc:sldMk cId="2299419835" sldId="1618"/>
        </pc:sldMkLst>
      </pc:sldChg>
      <pc:sldChg chg="modSp new mod">
        <pc:chgData name="Sanmukh Kuppannagari" userId="ad215094-da36-4b66-9c79-369a17aea26b" providerId="ADAL" clId="{AD558336-AE15-4CDD-AB6D-EE016937268C}" dt="2025-09-22T23:36:59.419" v="609" actId="20577"/>
        <pc:sldMkLst>
          <pc:docMk/>
          <pc:sldMk cId="4038028448" sldId="1619"/>
        </pc:sldMkLst>
      </pc:sldChg>
      <pc:sldChg chg="add">
        <pc:chgData name="Sanmukh Kuppannagari" userId="ad215094-da36-4b66-9c79-369a17aea26b" providerId="ADAL" clId="{AD558336-AE15-4CDD-AB6D-EE016937268C}" dt="2025-09-22T23:40:46.652" v="692"/>
        <pc:sldMkLst>
          <pc:docMk/>
          <pc:sldMk cId="3184318108" sldId="1620"/>
        </pc:sldMkLst>
      </pc:sldChg>
      <pc:sldChg chg="addSp delSp modSp new mod">
        <pc:chgData name="Sanmukh Kuppannagari" userId="ad215094-da36-4b66-9c79-369a17aea26b" providerId="ADAL" clId="{AD558336-AE15-4CDD-AB6D-EE016937268C}" dt="2025-09-22T23:43:21.755" v="808" actId="20577"/>
        <pc:sldMkLst>
          <pc:docMk/>
          <pc:sldMk cId="2088901676" sldId="1621"/>
        </pc:sldMkLst>
      </pc:sldChg>
      <pc:sldChg chg="addSp modSp new mod">
        <pc:chgData name="Sanmukh Kuppannagari" userId="ad215094-da36-4b66-9c79-369a17aea26b" providerId="ADAL" clId="{AD558336-AE15-4CDD-AB6D-EE016937268C}" dt="2025-09-22T23:45:02.890" v="817" actId="207"/>
        <pc:sldMkLst>
          <pc:docMk/>
          <pc:sldMk cId="1941417563" sldId="1622"/>
        </pc:sldMkLst>
      </pc:sldChg>
      <pc:sldChg chg="addSp modSp add mod">
        <pc:chgData name="Sanmukh Kuppannagari" userId="ad215094-da36-4b66-9c79-369a17aea26b" providerId="ADAL" clId="{AD558336-AE15-4CDD-AB6D-EE016937268C}" dt="2025-09-22T23:47:21.835" v="871" actId="207"/>
        <pc:sldMkLst>
          <pc:docMk/>
          <pc:sldMk cId="20892369" sldId="1623"/>
        </pc:sldMkLst>
      </pc:sldChg>
      <pc:sldChg chg="modSp add mod">
        <pc:chgData name="Sanmukh Kuppannagari" userId="ad215094-da36-4b66-9c79-369a17aea26b" providerId="ADAL" clId="{AD558336-AE15-4CDD-AB6D-EE016937268C}" dt="2025-09-22T23:48:34.691" v="934" actId="14100"/>
        <pc:sldMkLst>
          <pc:docMk/>
          <pc:sldMk cId="2754744985" sldId="1624"/>
        </pc:sldMkLst>
      </pc:sldChg>
      <pc:sldChg chg="delSp modSp add mod">
        <pc:chgData name="Sanmukh Kuppannagari" userId="ad215094-da36-4b66-9c79-369a17aea26b" providerId="ADAL" clId="{AD558336-AE15-4CDD-AB6D-EE016937268C}" dt="2025-09-22T23:48:46.444" v="936"/>
        <pc:sldMkLst>
          <pc:docMk/>
          <pc:sldMk cId="319091824" sldId="1625"/>
        </pc:sldMkLst>
      </pc:sldChg>
      <pc:sldChg chg="addSp delSp modSp new mod">
        <pc:chgData name="Sanmukh Kuppannagari" userId="ad215094-da36-4b66-9c79-369a17aea26b" providerId="ADAL" clId="{AD558336-AE15-4CDD-AB6D-EE016937268C}" dt="2025-09-22T23:56:02.308" v="1085" actId="478"/>
        <pc:sldMkLst>
          <pc:docMk/>
          <pc:sldMk cId="1290179611" sldId="1626"/>
        </pc:sldMkLst>
      </pc:sldChg>
      <pc:sldChg chg="addSp delSp modSp add mod">
        <pc:chgData name="Sanmukh Kuppannagari" userId="ad215094-da36-4b66-9c79-369a17aea26b" providerId="ADAL" clId="{AD558336-AE15-4CDD-AB6D-EE016937268C}" dt="2025-09-22T23:55:55.397" v="1084" actId="478"/>
        <pc:sldMkLst>
          <pc:docMk/>
          <pc:sldMk cId="3180180404" sldId="1627"/>
        </pc:sldMkLst>
      </pc:sldChg>
      <pc:sldChg chg="delSp modSp add mod">
        <pc:chgData name="Sanmukh Kuppannagari" userId="ad215094-da36-4b66-9c79-369a17aea26b" providerId="ADAL" clId="{AD558336-AE15-4CDD-AB6D-EE016937268C}" dt="2025-09-22T23:55:51.515" v="1083" actId="478"/>
        <pc:sldMkLst>
          <pc:docMk/>
          <pc:sldMk cId="1699230104" sldId="1628"/>
        </pc:sldMkLst>
      </pc:sldChg>
      <pc:sldChg chg="addSp modSp add mod">
        <pc:chgData name="Sanmukh Kuppannagari" userId="ad215094-da36-4b66-9c79-369a17aea26b" providerId="ADAL" clId="{AD558336-AE15-4CDD-AB6D-EE016937268C}" dt="2025-09-23T14:00:50.028" v="1199" actId="1076"/>
        <pc:sldMkLst>
          <pc:docMk/>
          <pc:sldMk cId="4173184227" sldId="1629"/>
        </pc:sldMkLst>
      </pc:sldChg>
      <pc:sldChg chg="addSp delSp modSp add mod">
        <pc:chgData name="Sanmukh Kuppannagari" userId="ad215094-da36-4b66-9c79-369a17aea26b" providerId="ADAL" clId="{AD558336-AE15-4CDD-AB6D-EE016937268C}" dt="2025-09-23T14:01:08.517" v="1200"/>
        <pc:sldMkLst>
          <pc:docMk/>
          <pc:sldMk cId="3474780682" sldId="1630"/>
        </pc:sldMkLst>
      </pc:sldChg>
      <pc:sldChg chg="addSp delSp modSp add mod">
        <pc:chgData name="Sanmukh Kuppannagari" userId="ad215094-da36-4b66-9c79-369a17aea26b" providerId="ADAL" clId="{AD558336-AE15-4CDD-AB6D-EE016937268C}" dt="2025-09-23T14:03:15.523" v="1215" actId="1076"/>
        <pc:sldMkLst>
          <pc:docMk/>
          <pc:sldMk cId="3692075067" sldId="1631"/>
        </pc:sldMkLst>
      </pc:sldChg>
      <pc:sldChg chg="delSp modSp add mod">
        <pc:chgData name="Sanmukh Kuppannagari" userId="ad215094-da36-4b66-9c79-369a17aea26b" providerId="ADAL" clId="{AD558336-AE15-4CDD-AB6D-EE016937268C}" dt="2025-09-23T14:09:31.650" v="1363" actId="14100"/>
        <pc:sldMkLst>
          <pc:docMk/>
          <pc:sldMk cId="3605704340" sldId="1632"/>
        </pc:sldMkLst>
      </pc:sldChg>
      <pc:sldChg chg="modSp add">
        <pc:chgData name="Sanmukh Kuppannagari" userId="ad215094-da36-4b66-9c79-369a17aea26b" providerId="ADAL" clId="{AD558336-AE15-4CDD-AB6D-EE016937268C}" dt="2025-09-23T14:11:38.691" v="1379" actId="20577"/>
        <pc:sldMkLst>
          <pc:docMk/>
          <pc:sldMk cId="421242867" sldId="1633"/>
        </pc:sldMkLst>
      </pc:sldChg>
      <pc:sldChg chg="modSp new mod">
        <pc:chgData name="Sanmukh Kuppannagari" userId="ad215094-da36-4b66-9c79-369a17aea26b" providerId="ADAL" clId="{AD558336-AE15-4CDD-AB6D-EE016937268C}" dt="2025-09-23T14:17:54.204" v="1839" actId="20577"/>
        <pc:sldMkLst>
          <pc:docMk/>
          <pc:sldMk cId="2259558617" sldId="1634"/>
        </pc:sldMkLst>
      </pc:sldChg>
    </pc:docChg>
  </pc:docChgLst>
  <pc:docChgLst>
    <pc:chgData name="Sanmukh Kuppannagari" userId="ad215094-da36-4b66-9c79-369a17aea26b" providerId="ADAL" clId="{5FCC71F3-C825-43C2-BB90-7A89A27DA80B}"/>
    <pc:docChg chg="undo custSel addSld delSld modSld sldOrd">
      <pc:chgData name="Sanmukh Kuppannagari" userId="ad215094-da36-4b66-9c79-369a17aea26b" providerId="ADAL" clId="{5FCC71F3-C825-43C2-BB90-7A89A27DA80B}" dt="2024-08-27T14:56:17.359" v="2869" actId="1076"/>
      <pc:docMkLst>
        <pc:docMk/>
      </pc:docMkLst>
      <pc:sldChg chg="modSp mod">
        <pc:chgData name="Sanmukh Kuppannagari" userId="ad215094-da36-4b66-9c79-369a17aea26b" providerId="ADAL" clId="{5FCC71F3-C825-43C2-BB90-7A89A27DA80B}" dt="2024-08-27T12:44:58.871" v="21" actId="20577"/>
        <pc:sldMkLst>
          <pc:docMk/>
          <pc:sldMk cId="728785357" sldId="256"/>
        </pc:sldMkLst>
      </pc:sldChg>
      <pc:sldChg chg="addSp delSp modSp mod">
        <pc:chgData name="Sanmukh Kuppannagari" userId="ad215094-da36-4b66-9c79-369a17aea26b" providerId="ADAL" clId="{5FCC71F3-C825-43C2-BB90-7A89A27DA80B}" dt="2024-08-27T14:56:17.359" v="2869" actId="1076"/>
        <pc:sldMkLst>
          <pc:docMk/>
          <pc:sldMk cId="1853368443" sldId="257"/>
        </pc:sldMkLst>
      </pc:sldChg>
      <pc:sldChg chg="modSp mod">
        <pc:chgData name="Sanmukh Kuppannagari" userId="ad215094-da36-4b66-9c79-369a17aea26b" providerId="ADAL" clId="{5FCC71F3-C825-43C2-BB90-7A89A27DA80B}" dt="2024-08-27T12:45:35.542" v="27" actId="6549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5FCC71F3-C825-43C2-BB90-7A89A27DA80B}" dt="2024-08-27T12:46:21.210" v="33" actId="4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5FCC71F3-C825-43C2-BB90-7A89A27DA80B}" dt="2024-08-27T12:47:52.206" v="81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5FCC71F3-C825-43C2-BB90-7A89A27DA80B}" dt="2024-08-27T13:46:38.444" v="734" actId="20577"/>
        <pc:sldMkLst>
          <pc:docMk/>
          <pc:sldMk cId="229327562" sldId="265"/>
        </pc:sldMkLst>
      </pc:sldChg>
      <pc:sldChg chg="modSp mod">
        <pc:chgData name="Sanmukh Kuppannagari" userId="ad215094-da36-4b66-9c79-369a17aea26b" providerId="ADAL" clId="{5FCC71F3-C825-43C2-BB90-7A89A27DA80B}" dt="2024-08-27T13:48:25.862" v="819" actId="20577"/>
        <pc:sldMkLst>
          <pc:docMk/>
          <pc:sldMk cId="773656466" sldId="266"/>
        </pc:sldMkLst>
      </pc:sldChg>
      <pc:sldChg chg="modSp mod">
        <pc:chgData name="Sanmukh Kuppannagari" userId="ad215094-da36-4b66-9c79-369a17aea26b" providerId="ADAL" clId="{5FCC71F3-C825-43C2-BB90-7A89A27DA80B}" dt="2024-08-27T13:44:27.239" v="709" actId="27636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517079826" sldId="274"/>
        </pc:sldMkLst>
      </pc:sldChg>
      <pc:sldChg chg="modSp mod">
        <pc:chgData name="Sanmukh Kuppannagari" userId="ad215094-da36-4b66-9c79-369a17aea26b" providerId="ADAL" clId="{5FCC71F3-C825-43C2-BB90-7A89A27DA80B}" dt="2024-08-27T14:22:04.340" v="2079" actId="20577"/>
        <pc:sldMkLst>
          <pc:docMk/>
          <pc:sldMk cId="1064585860" sldId="277"/>
        </pc:sldMkLst>
      </pc:sldChg>
      <pc:sldChg chg="modSp mod">
        <pc:chgData name="Sanmukh Kuppannagari" userId="ad215094-da36-4b66-9c79-369a17aea26b" providerId="ADAL" clId="{5FCC71F3-C825-43C2-BB90-7A89A27DA80B}" dt="2024-08-27T13:57:02.226" v="873" actId="20577"/>
        <pc:sldMkLst>
          <pc:docMk/>
          <pc:sldMk cId="2392899443" sldId="278"/>
        </pc:sldMkLst>
      </pc:sldChg>
      <pc:sldChg chg="modSp mod">
        <pc:chgData name="Sanmukh Kuppannagari" userId="ad215094-da36-4b66-9c79-369a17aea26b" providerId="ADAL" clId="{5FCC71F3-C825-43C2-BB90-7A89A27DA80B}" dt="2024-08-27T13:57:06.581" v="874" actId="20577"/>
        <pc:sldMkLst>
          <pc:docMk/>
          <pc:sldMk cId="3752910855" sldId="279"/>
        </pc:sldMkLst>
      </pc:sldChg>
      <pc:sldChg chg="modSp del mod">
        <pc:chgData name="Sanmukh Kuppannagari" userId="ad215094-da36-4b66-9c79-369a17aea26b" providerId="ADAL" clId="{5FCC71F3-C825-43C2-BB90-7A89A27DA80B}" dt="2024-08-27T14:01:55.303" v="877" actId="47"/>
        <pc:sldMkLst>
          <pc:docMk/>
          <pc:sldMk cId="621001467" sldId="280"/>
        </pc:sldMkLst>
      </pc:sldChg>
      <pc:sldChg chg="modSp mod">
        <pc:chgData name="Sanmukh Kuppannagari" userId="ad215094-da36-4b66-9c79-369a17aea26b" providerId="ADAL" clId="{5FCC71F3-C825-43C2-BB90-7A89A27DA80B}" dt="2024-08-27T14:18:22.939" v="1920" actId="2057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3056812290" sldId="283"/>
        </pc:sldMkLst>
      </pc:sldChg>
      <pc:sldChg chg="modSp mod">
        <pc:chgData name="Sanmukh Kuppannagari" userId="ad215094-da36-4b66-9c79-369a17aea26b" providerId="ADAL" clId="{5FCC71F3-C825-43C2-BB90-7A89A27DA80B}" dt="2024-08-27T14:30:48.700" v="2231" actId="2057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5FCC71F3-C825-43C2-BB90-7A89A27DA80B}" dt="2024-08-27T12:45:39.178" v="28" actId="47"/>
        <pc:sldMkLst>
          <pc:docMk/>
          <pc:sldMk cId="570291501" sldId="28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0871894" sldId="29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5FCC71F3-C825-43C2-BB90-7A89A27DA80B}" dt="2024-08-27T12:46:57.001" v="38" actId="47"/>
        <pc:sldMkLst>
          <pc:docMk/>
          <pc:sldMk cId="670794243" sldId="301"/>
        </pc:sldMkLst>
      </pc:sldChg>
      <pc:sldChg chg="del">
        <pc:chgData name="Sanmukh Kuppannagari" userId="ad215094-da36-4b66-9c79-369a17aea26b" providerId="ADAL" clId="{5FCC71F3-C825-43C2-BB90-7A89A27DA80B}" dt="2024-08-27T12:46:10.357" v="31" actId="47"/>
        <pc:sldMkLst>
          <pc:docMk/>
          <pc:sldMk cId="2162272" sldId="30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56202256" sldId="307"/>
        </pc:sldMkLst>
      </pc:sldChg>
      <pc:sldChg chg="modSp mod">
        <pc:chgData name="Sanmukh Kuppannagari" userId="ad215094-da36-4b66-9c79-369a17aea26b" providerId="ADAL" clId="{5FCC71F3-C825-43C2-BB90-7A89A27DA80B}" dt="2024-08-27T12:50:53.261" v="131" actId="20577"/>
        <pc:sldMkLst>
          <pc:docMk/>
          <pc:sldMk cId="4010883220" sldId="315"/>
        </pc:sldMkLst>
      </pc:sldChg>
      <pc:sldChg chg="modSp mod">
        <pc:chgData name="Sanmukh Kuppannagari" userId="ad215094-da36-4b66-9c79-369a17aea26b" providerId="ADAL" clId="{5FCC71F3-C825-43C2-BB90-7A89A27DA80B}" dt="2024-08-27T12:51:14.099" v="134" actId="20577"/>
        <pc:sldMkLst>
          <pc:docMk/>
          <pc:sldMk cId="961129123" sldId="316"/>
        </pc:sldMkLst>
      </pc:sldChg>
      <pc:sldChg chg="modSp mod">
        <pc:chgData name="Sanmukh Kuppannagari" userId="ad215094-da36-4b66-9c79-369a17aea26b" providerId="ADAL" clId="{5FCC71F3-C825-43C2-BB90-7A89A27DA80B}" dt="2024-08-27T13:47:13.431" v="812" actId="20577"/>
        <pc:sldMkLst>
          <pc:docMk/>
          <pc:sldMk cId="537906077" sldId="319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522483144" sldId="34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047053487" sldId="34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11840423" sldId="344"/>
        </pc:sldMkLst>
      </pc:sldChg>
      <pc:sldChg chg="add del">
        <pc:chgData name="Sanmukh Kuppannagari" userId="ad215094-da36-4b66-9c79-369a17aea26b" providerId="ADAL" clId="{5FCC71F3-C825-43C2-BB90-7A89A27DA80B}" dt="2024-08-27T13:06:08.936" v="354" actId="47"/>
        <pc:sldMkLst>
          <pc:docMk/>
          <pc:sldMk cId="3723127128" sldId="34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90123102" sldId="349"/>
        </pc:sldMkLst>
      </pc:sldChg>
      <pc:sldChg chg="add del">
        <pc:chgData name="Sanmukh Kuppannagari" userId="ad215094-da36-4b66-9c79-369a17aea26b" providerId="ADAL" clId="{5FCC71F3-C825-43C2-BB90-7A89A27DA80B}" dt="2024-08-27T13:06:03.574" v="352" actId="47"/>
        <pc:sldMkLst>
          <pc:docMk/>
          <pc:sldMk cId="3483887094" sldId="35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758420558" sldId="351"/>
        </pc:sldMkLst>
      </pc:sldChg>
      <pc:sldChg chg="add del">
        <pc:chgData name="Sanmukh Kuppannagari" userId="ad215094-da36-4b66-9c79-369a17aea26b" providerId="ADAL" clId="{5FCC71F3-C825-43C2-BB90-7A89A27DA80B}" dt="2024-08-27T13:06:06.715" v="353" actId="47"/>
        <pc:sldMkLst>
          <pc:docMk/>
          <pc:sldMk cId="1279029055" sldId="35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812071874" sldId="35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492042211" sldId="35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65917714" sldId="355"/>
        </pc:sldMkLst>
      </pc:sldChg>
      <pc:sldChg chg="add del">
        <pc:chgData name="Sanmukh Kuppannagari" userId="ad215094-da36-4b66-9c79-369a17aea26b" providerId="ADAL" clId="{5FCC71F3-C825-43C2-BB90-7A89A27DA80B}" dt="2024-08-27T14:28:26.121" v="2081" actId="47"/>
        <pc:sldMkLst>
          <pc:docMk/>
          <pc:sldMk cId="705628724" sldId="35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214734292" sldId="357"/>
        </pc:sldMkLst>
      </pc:sldChg>
      <pc:sldChg chg="add del">
        <pc:chgData name="Sanmukh Kuppannagari" userId="ad215094-da36-4b66-9c79-369a17aea26b" providerId="ADAL" clId="{5FCC71F3-C825-43C2-BB90-7A89A27DA80B}" dt="2024-08-27T14:28:33.065" v="2082" actId="47"/>
        <pc:sldMkLst>
          <pc:docMk/>
          <pc:sldMk cId="1027554099" sldId="358"/>
        </pc:sldMkLst>
      </pc:sldChg>
      <pc:sldChg chg="addSp modSp add mod">
        <pc:chgData name="Sanmukh Kuppannagari" userId="ad215094-da36-4b66-9c79-369a17aea26b" providerId="ADAL" clId="{5FCC71F3-C825-43C2-BB90-7A89A27DA80B}" dt="2024-08-27T14:30:12.508" v="2214" actId="20577"/>
        <pc:sldMkLst>
          <pc:docMk/>
          <pc:sldMk cId="508044999" sldId="359"/>
        </pc:sldMkLst>
      </pc:sldChg>
      <pc:sldChg chg="add del">
        <pc:chgData name="Sanmukh Kuppannagari" userId="ad215094-da36-4b66-9c79-369a17aea26b" providerId="ADAL" clId="{5FCC71F3-C825-43C2-BB90-7A89A27DA80B}" dt="2024-08-27T14:28:57.385" v="2085" actId="47"/>
        <pc:sldMkLst>
          <pc:docMk/>
          <pc:sldMk cId="1622640958" sldId="360"/>
        </pc:sldMkLst>
      </pc:sldChg>
      <pc:sldChg chg="add ord">
        <pc:chgData name="Sanmukh Kuppannagari" userId="ad215094-da36-4b66-9c79-369a17aea26b" providerId="ADAL" clId="{5FCC71F3-C825-43C2-BB90-7A89A27DA80B}" dt="2024-08-27T14:28:43.371" v="2084"/>
        <pc:sldMkLst>
          <pc:docMk/>
          <pc:sldMk cId="3582721875" sldId="36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711586685" sldId="36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76817876" sldId="36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059025400" sldId="365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5FCC71F3-C825-43C2-BB90-7A89A27DA80B}" dt="2024-08-27T14:27:51.019" v="2080" actId="20577"/>
        <pc:sldMkLst>
          <pc:docMk/>
          <pc:sldMk cId="3904881137" sldId="370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638638761" sldId="1242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3019430982" sldId="124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516867430" sldId="1244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4248992536" sldId="141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738820361" sldId="1414"/>
        </pc:sldMkLst>
      </pc:sldChg>
      <pc:sldChg chg="modSp add mod">
        <pc:chgData name="Sanmukh Kuppannagari" userId="ad215094-da36-4b66-9c79-369a17aea26b" providerId="ADAL" clId="{5FCC71F3-C825-43C2-BB90-7A89A27DA80B}" dt="2024-08-27T12:46:01.359" v="30" actId="207"/>
        <pc:sldMkLst>
          <pc:docMk/>
          <pc:sldMk cId="145402012" sldId="1415"/>
        </pc:sldMkLst>
      </pc:sldChg>
      <pc:sldChg chg="modSp add mod ord">
        <pc:chgData name="Sanmukh Kuppannagari" userId="ad215094-da36-4b66-9c79-369a17aea26b" providerId="ADAL" clId="{5FCC71F3-C825-43C2-BB90-7A89A27DA80B}" dt="2024-08-27T12:46:50.722" v="37"/>
        <pc:sldMkLst>
          <pc:docMk/>
          <pc:sldMk cId="295492823" sldId="141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99650778" sldId="1417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24960510" sldId="141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42676586" sldId="141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171868693" sldId="142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70763525" sldId="1421"/>
        </pc:sldMkLst>
      </pc:sldChg>
      <pc:sldChg chg="modSp add mod">
        <pc:chgData name="Sanmukh Kuppannagari" userId="ad215094-da36-4b66-9c79-369a17aea26b" providerId="ADAL" clId="{5FCC71F3-C825-43C2-BB90-7A89A27DA80B}" dt="2024-08-27T13:02:13.990" v="348" actId="207"/>
        <pc:sldMkLst>
          <pc:docMk/>
          <pc:sldMk cId="665993282" sldId="1422"/>
        </pc:sldMkLst>
      </pc:sldChg>
      <pc:sldChg chg="modSp add mod">
        <pc:chgData name="Sanmukh Kuppannagari" userId="ad215094-da36-4b66-9c79-369a17aea26b" providerId="ADAL" clId="{5FCC71F3-C825-43C2-BB90-7A89A27DA80B}" dt="2024-08-27T13:02:32.376" v="350" actId="207"/>
        <pc:sldMkLst>
          <pc:docMk/>
          <pc:sldMk cId="3988014077" sldId="1423"/>
        </pc:sldMkLst>
      </pc:sldChg>
      <pc:sldChg chg="addSp delSp modSp new mod modNotesTx">
        <pc:chgData name="Sanmukh Kuppannagari" userId="ad215094-da36-4b66-9c79-369a17aea26b" providerId="ADAL" clId="{5FCC71F3-C825-43C2-BB90-7A89A27DA80B}" dt="2024-08-27T13:56:52.839" v="871" actId="20577"/>
        <pc:sldMkLst>
          <pc:docMk/>
          <pc:sldMk cId="3464992614" sldId="1424"/>
        </pc:sldMkLst>
      </pc:sldChg>
      <pc:sldChg chg="modSp new mod">
        <pc:chgData name="Sanmukh Kuppannagari" userId="ad215094-da36-4b66-9c79-369a17aea26b" providerId="ADAL" clId="{5FCC71F3-C825-43C2-BB90-7A89A27DA80B}" dt="2024-08-27T14:07:06.102" v="1226" actId="20577"/>
        <pc:sldMkLst>
          <pc:docMk/>
          <pc:sldMk cId="2900684070" sldId="1425"/>
        </pc:sldMkLst>
      </pc:sldChg>
      <pc:sldChg chg="addSp modSp add mod">
        <pc:chgData name="Sanmukh Kuppannagari" userId="ad215094-da36-4b66-9c79-369a17aea26b" providerId="ADAL" clId="{5FCC71F3-C825-43C2-BB90-7A89A27DA80B}" dt="2024-08-27T14:19:41.285" v="1996" actId="403"/>
        <pc:sldMkLst>
          <pc:docMk/>
          <pc:sldMk cId="2221228576" sldId="1426"/>
        </pc:sldMkLst>
      </pc:sldChg>
      <pc:sldChg chg="modSp add mod">
        <pc:chgData name="Sanmukh Kuppannagari" userId="ad215094-da36-4b66-9c79-369a17aea26b" providerId="ADAL" clId="{5FCC71F3-C825-43C2-BB90-7A89A27DA80B}" dt="2024-08-27T14:20:05.515" v="2057" actId="20577"/>
        <pc:sldMkLst>
          <pc:docMk/>
          <pc:sldMk cId="2023560490" sldId="1427"/>
        </pc:sldMkLst>
      </pc:sldChg>
      <pc:sldChg chg="modSp new mod">
        <pc:chgData name="Sanmukh Kuppannagari" userId="ad215094-da36-4b66-9c79-369a17aea26b" providerId="ADAL" clId="{5FCC71F3-C825-43C2-BB90-7A89A27DA80B}" dt="2024-08-27T14:42:08.727" v="2618" actId="20577"/>
        <pc:sldMkLst>
          <pc:docMk/>
          <pc:sldMk cId="2220318750" sldId="1428"/>
        </pc:sldMkLst>
      </pc:sldChg>
      <pc:sldChg chg="modSp new mod">
        <pc:chgData name="Sanmukh Kuppannagari" userId="ad215094-da36-4b66-9c79-369a17aea26b" providerId="ADAL" clId="{5FCC71F3-C825-43C2-BB90-7A89A27DA80B}" dt="2024-08-27T14:43:10.500" v="2790" actId="2057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11171A05-B6FC-4395-9957-15FB24B3E448}"/>
    <pc:docChg chg="undo custSel addSld delSld modSld sldOrd">
      <pc:chgData name="Sanmukh Kuppannagari" userId="ad215094-da36-4b66-9c79-369a17aea26b" providerId="ADAL" clId="{11171A05-B6FC-4395-9957-15FB24B3E448}" dt="2024-08-29T14:52:38.567" v="6676" actId="962"/>
      <pc:docMkLst>
        <pc:docMk/>
      </pc:docMkLst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11171A05-B6FC-4395-9957-15FB24B3E448}" dt="2024-08-29T13:54:11.711" v="6045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79812585" sldId="2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40158276" sldId="281"/>
        </pc:sldMkLst>
      </pc:sldChg>
      <pc:sldChg chg="modSp mod">
        <pc:chgData name="Sanmukh Kuppannagari" userId="ad215094-da36-4b66-9c79-369a17aea26b" providerId="ADAL" clId="{11171A05-B6FC-4395-9957-15FB24B3E448}" dt="2024-08-29T14:50:06.257" v="6646" actId="20577"/>
        <pc:sldMkLst>
          <pc:docMk/>
          <pc:sldMk cId="2158303791" sldId="288"/>
        </pc:sldMkLst>
      </pc:sldChg>
      <pc:sldChg chg="modSp add mod">
        <pc:chgData name="Sanmukh Kuppannagari" userId="ad215094-da36-4b66-9c79-369a17aea26b" providerId="ADAL" clId="{11171A05-B6FC-4395-9957-15FB24B3E448}" dt="2024-08-29T13:54:15.117" v="6046" actId="20577"/>
        <pc:sldMkLst>
          <pc:docMk/>
          <pc:sldMk cId="1737272183" sldId="289"/>
        </pc:sldMkLst>
      </pc:sldChg>
      <pc:sldChg chg="modSp new mod">
        <pc:chgData name="Sanmukh Kuppannagari" userId="ad215094-da36-4b66-9c79-369a17aea26b" providerId="ADAL" clId="{11171A05-B6FC-4395-9957-15FB24B3E448}" dt="2024-08-29T03:23:19.483" v="506" actId="113"/>
        <pc:sldMkLst>
          <pc:docMk/>
          <pc:sldMk cId="2096129851" sldId="290"/>
        </pc:sldMkLst>
      </pc:sldChg>
      <pc:sldChg chg="modSp add mod">
        <pc:chgData name="Sanmukh Kuppannagari" userId="ad215094-da36-4b66-9c79-369a17aea26b" providerId="ADAL" clId="{11171A05-B6FC-4395-9957-15FB24B3E448}" dt="2024-08-29T14:52:38.567" v="6676" actId="962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1869099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873626867" sldId="29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0871894" sldId="293"/>
        </pc:sldMkLst>
      </pc:sldChg>
      <pc:sldChg chg="modSp add">
        <pc:chgData name="Sanmukh Kuppannagari" userId="ad215094-da36-4b66-9c79-369a17aea26b" providerId="ADAL" clId="{11171A05-B6FC-4395-9957-15FB24B3E448}" dt="2024-08-29T04:32:03.469" v="1362" actId="12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20910546" sldId="29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65558418" sldId="300"/>
        </pc:sldMkLst>
      </pc:sldChg>
      <pc:sldChg chg="addSp delSp modSp add mod">
        <pc:chgData name="Sanmukh Kuppannagari" userId="ad215094-da36-4b66-9c79-369a17aea26b" providerId="ADAL" clId="{11171A05-B6FC-4395-9957-15FB24B3E448}" dt="2024-08-29T04:56:22.963" v="2261" actId="478"/>
        <pc:sldMkLst>
          <pc:docMk/>
          <pc:sldMk cId="2873989303" sldId="301"/>
        </pc:sldMkLst>
      </pc:sldChg>
      <pc:sldChg chg="modSp add mod">
        <pc:chgData name="Sanmukh Kuppannagari" userId="ad215094-da36-4b66-9c79-369a17aea26b" providerId="ADAL" clId="{11171A05-B6FC-4395-9957-15FB24B3E448}" dt="2024-08-29T05:04:51.928" v="2596" actId="20577"/>
        <pc:sldMkLst>
          <pc:docMk/>
          <pc:sldMk cId="1126324089" sldId="302"/>
        </pc:sldMkLst>
      </pc:sldChg>
      <pc:sldChg chg="modSp add mod">
        <pc:chgData name="Sanmukh Kuppannagari" userId="ad215094-da36-4b66-9c79-369a17aea26b" providerId="ADAL" clId="{11171A05-B6FC-4395-9957-15FB24B3E448}" dt="2024-08-29T14:42:13.950" v="6420" actId="20577"/>
        <pc:sldMkLst>
          <pc:docMk/>
          <pc:sldMk cId="1159033991" sldId="30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520937317" sldId="30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56202256" sldId="307"/>
        </pc:sldMkLst>
      </pc:sldChg>
      <pc:sldChg chg="modSp add mod">
        <pc:chgData name="Sanmukh Kuppannagari" userId="ad215094-da36-4b66-9c79-369a17aea26b" providerId="ADAL" clId="{11171A05-B6FC-4395-9957-15FB24B3E448}" dt="2024-08-29T06:15:27.501" v="5155" actId="20577"/>
        <pc:sldMkLst>
          <pc:docMk/>
          <pc:sldMk cId="276729432" sldId="30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3261310" sldId="31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0883220" sldId="3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961129123" sldId="3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05956743" sldId="3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89729582" sldId="3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37906077" sldId="3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47053487" sldId="34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11840423" sldId="344"/>
        </pc:sldMkLst>
      </pc:sldChg>
      <pc:sldChg chg="add">
        <pc:chgData name="Sanmukh Kuppannagari" userId="ad215094-da36-4b66-9c79-369a17aea26b" providerId="ADAL" clId="{11171A05-B6FC-4395-9957-15FB24B3E448}" dt="2024-08-29T03:00:03.375" v="317"/>
        <pc:sldMkLst>
          <pc:docMk/>
          <pc:sldMk cId="1479581269" sldId="344"/>
        </pc:sldMkLst>
      </pc:sldChg>
      <pc:sldChg chg="add">
        <pc:chgData name="Sanmukh Kuppannagari" userId="ad215094-da36-4b66-9c79-369a17aea26b" providerId="ADAL" clId="{11171A05-B6FC-4395-9957-15FB24B3E448}" dt="2024-08-29T02:59:36.373" v="315"/>
        <pc:sldMkLst>
          <pc:docMk/>
          <pc:sldMk cId="1462781511" sldId="345"/>
        </pc:sldMkLst>
      </pc:sldChg>
      <pc:sldChg chg="add">
        <pc:chgData name="Sanmukh Kuppannagari" userId="ad215094-da36-4b66-9c79-369a17aea26b" providerId="ADAL" clId="{11171A05-B6FC-4395-9957-15FB24B3E448}" dt="2024-08-29T02:59:44.248" v="316"/>
        <pc:sldMkLst>
          <pc:docMk/>
          <pc:sldMk cId="1801581427" sldId="346"/>
        </pc:sldMkLst>
      </pc:sldChg>
      <pc:sldChg chg="modSp add mod ord">
        <pc:chgData name="Sanmukh Kuppannagari" userId="ad215094-da36-4b66-9c79-369a17aea26b" providerId="ADAL" clId="{11171A05-B6FC-4395-9957-15FB24B3E448}" dt="2024-08-29T03:23:59.070" v="547" actId="20577"/>
        <pc:sldMkLst>
          <pc:docMk/>
          <pc:sldMk cId="770539502" sldId="347"/>
        </pc:sldMkLst>
      </pc:sldChg>
      <pc:sldChg chg="modSp add mod">
        <pc:chgData name="Sanmukh Kuppannagari" userId="ad215094-da36-4b66-9c79-369a17aea26b" providerId="ADAL" clId="{11171A05-B6FC-4395-9957-15FB24B3E448}" dt="2024-08-29T13:54:42.456" v="6047" actId="20577"/>
        <pc:sldMkLst>
          <pc:docMk/>
          <pc:sldMk cId="2297479372" sldId="348"/>
        </pc:sldMkLst>
      </pc:sldChg>
      <pc:sldChg chg="addSp delSp modSp add mod">
        <pc:chgData name="Sanmukh Kuppannagari" userId="ad215094-da36-4b66-9c79-369a17aea26b" providerId="ADAL" clId="{11171A05-B6FC-4395-9957-15FB24B3E448}" dt="2024-08-29T04:12:22.321" v="748" actId="478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90123102" sldId="349"/>
        </pc:sldMkLst>
      </pc:sldChg>
      <pc:sldChg chg="delSp modSp add mod">
        <pc:chgData name="Sanmukh Kuppannagari" userId="ad215094-da36-4b66-9c79-369a17aea26b" providerId="ADAL" clId="{11171A05-B6FC-4395-9957-15FB24B3E448}" dt="2024-08-29T04:10:35.198" v="723" actId="20577"/>
        <pc:sldMkLst>
          <pc:docMk/>
          <pc:sldMk cId="3256780983" sldId="350"/>
        </pc:sldMkLst>
      </pc:sldChg>
      <pc:sldChg chg="addSp delSp modSp add mod">
        <pc:chgData name="Sanmukh Kuppannagari" userId="ad215094-da36-4b66-9c79-369a17aea26b" providerId="ADAL" clId="{11171A05-B6FC-4395-9957-15FB24B3E448}" dt="2024-08-29T04:32:11.350" v="1364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8420558" sldId="351"/>
        </pc:sldMkLst>
      </pc:sldChg>
      <pc:sldChg chg="modSp add mod">
        <pc:chgData name="Sanmukh Kuppannagari" userId="ad215094-da36-4b66-9c79-369a17aea26b" providerId="ADAL" clId="{11171A05-B6FC-4395-9957-15FB24B3E448}" dt="2024-08-29T04:12:40.860" v="750" actId="20577"/>
        <pc:sldMkLst>
          <pc:docMk/>
          <pc:sldMk cId="3895847466" sldId="352"/>
        </pc:sldMkLst>
      </pc:sldChg>
      <pc:sldChg chg="delSp modSp add mod">
        <pc:chgData name="Sanmukh Kuppannagari" userId="ad215094-da36-4b66-9c79-369a17aea26b" providerId="ADAL" clId="{11171A05-B6FC-4395-9957-15FB24B3E448}" dt="2024-08-29T04:34:56.365" v="1410" actId="2057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492042211" sldId="354"/>
        </pc:sldMkLst>
      </pc:sldChg>
      <pc:sldChg chg="modSp add mod ord">
        <pc:chgData name="Sanmukh Kuppannagari" userId="ad215094-da36-4b66-9c79-369a17aea26b" providerId="ADAL" clId="{11171A05-B6FC-4395-9957-15FB24B3E448}" dt="2024-08-29T04:32:07.401" v="1363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65917714" sldId="355"/>
        </pc:sldMkLst>
      </pc:sldChg>
      <pc:sldChg chg="addSp modSp add mod">
        <pc:chgData name="Sanmukh Kuppannagari" userId="ad215094-da36-4b66-9c79-369a17aea26b" providerId="ADAL" clId="{11171A05-B6FC-4395-9957-15FB24B3E448}" dt="2024-08-29T04:32:15.343" v="1365"/>
        <pc:sldMkLst>
          <pc:docMk/>
          <pc:sldMk cId="4053306255" sldId="355"/>
        </pc:sldMkLst>
      </pc:sldChg>
      <pc:sldChg chg="modSp new mod">
        <pc:chgData name="Sanmukh Kuppannagari" userId="ad215094-da36-4b66-9c79-369a17aea26b" providerId="ADAL" clId="{11171A05-B6FC-4395-9957-15FB24B3E448}" dt="2024-08-29T04:28:58.024" v="1349" actId="20577"/>
        <pc:sldMkLst>
          <pc:docMk/>
          <pc:sldMk cId="4022701561" sldId="356"/>
        </pc:sldMkLst>
      </pc:sldChg>
      <pc:sldChg chg="delSp modSp add mod">
        <pc:chgData name="Sanmukh Kuppannagari" userId="ad215094-da36-4b66-9c79-369a17aea26b" providerId="ADAL" clId="{11171A05-B6FC-4395-9957-15FB24B3E448}" dt="2024-08-29T04:35:06.838" v="1411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14734292" sldId="357"/>
        </pc:sldMkLst>
      </pc:sldChg>
      <pc:sldChg chg="modSp add mod">
        <pc:chgData name="Sanmukh Kuppannagari" userId="ad215094-da36-4b66-9c79-369a17aea26b" providerId="ADAL" clId="{11171A05-B6FC-4395-9957-15FB24B3E448}" dt="2024-08-29T04:40:51.696" v="1816" actId="5793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08044999" sldId="359"/>
        </pc:sldMkLst>
      </pc:sldChg>
      <pc:sldChg chg="modSp add mod">
        <pc:chgData name="Sanmukh Kuppannagari" userId="ad215094-da36-4b66-9c79-369a17aea26b" providerId="ADAL" clId="{11171A05-B6FC-4395-9957-15FB24B3E448}" dt="2024-08-29T13:54:53.355" v="6048" actId="20577"/>
        <pc:sldMkLst>
          <pc:docMk/>
          <pc:sldMk cId="2439461653" sldId="359"/>
        </pc:sldMkLst>
      </pc:sldChg>
      <pc:sldChg chg="modSp add mod">
        <pc:chgData name="Sanmukh Kuppannagari" userId="ad215094-da36-4b66-9c79-369a17aea26b" providerId="ADAL" clId="{11171A05-B6FC-4395-9957-15FB24B3E448}" dt="2024-08-29T05:38:21.643" v="4008" actId="113"/>
        <pc:sldMkLst>
          <pc:docMk/>
          <pc:sldMk cId="1297561959" sldId="360"/>
        </pc:sldMkLst>
      </pc:sldChg>
      <pc:sldChg chg="addSp modSp add del mod">
        <pc:chgData name="Sanmukh Kuppannagari" userId="ad215094-da36-4b66-9c79-369a17aea26b" providerId="ADAL" clId="{11171A05-B6FC-4395-9957-15FB24B3E448}" dt="2024-08-29T04:39:20.330" v="1614" actId="47"/>
        <pc:sldMkLst>
          <pc:docMk/>
          <pc:sldMk cId="3344308429" sldId="36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582721875" sldId="361"/>
        </pc:sldMkLst>
      </pc:sldChg>
      <pc:sldChg chg="addSp modSp new mod">
        <pc:chgData name="Sanmukh Kuppannagari" userId="ad215094-da36-4b66-9c79-369a17aea26b" providerId="ADAL" clId="{11171A05-B6FC-4395-9957-15FB24B3E448}" dt="2024-08-29T04:39:02.116" v="1596" actId="20577"/>
        <pc:sldMkLst>
          <pc:docMk/>
          <pc:sldMk cId="3929262316" sldId="361"/>
        </pc:sldMkLst>
      </pc:sldChg>
      <pc:sldChg chg="modSp add mod">
        <pc:chgData name="Sanmukh Kuppannagari" userId="ad215094-da36-4b66-9c79-369a17aea26b" providerId="ADAL" clId="{11171A05-B6FC-4395-9957-15FB24B3E448}" dt="2024-08-29T04:39:11.472" v="1613" actId="2057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711586685" sldId="362"/>
        </pc:sldMkLst>
      </pc:sldChg>
      <pc:sldChg chg="modSp new mod">
        <pc:chgData name="Sanmukh Kuppannagari" userId="ad215094-da36-4b66-9c79-369a17aea26b" providerId="ADAL" clId="{11171A05-B6FC-4395-9957-15FB24B3E448}" dt="2024-08-29T04:44:10.032" v="2034" actId="2057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76817876" sldId="364"/>
        </pc:sldMkLst>
      </pc:sldChg>
      <pc:sldChg chg="addSp modSp new mod">
        <pc:chgData name="Sanmukh Kuppannagari" userId="ad215094-da36-4b66-9c79-369a17aea26b" providerId="ADAL" clId="{11171A05-B6FC-4395-9957-15FB24B3E448}" dt="2024-08-29T04:54:41.167" v="2230" actId="20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59025400" sldId="365"/>
        </pc:sldMkLst>
      </pc:sldChg>
      <pc:sldChg chg="modSp add mod">
        <pc:chgData name="Sanmukh Kuppannagari" userId="ad215094-da36-4b66-9c79-369a17aea26b" providerId="ADAL" clId="{11171A05-B6FC-4395-9957-15FB24B3E448}" dt="2024-08-29T04:55:25.790" v="2255" actId="20577"/>
        <pc:sldMkLst>
          <pc:docMk/>
          <pc:sldMk cId="3248262078" sldId="365"/>
        </pc:sldMkLst>
      </pc:sldChg>
      <pc:sldChg chg="modSp add mod">
        <pc:chgData name="Sanmukh Kuppannagari" userId="ad215094-da36-4b66-9c79-369a17aea26b" providerId="ADAL" clId="{11171A05-B6FC-4395-9957-15FB24B3E448}" dt="2024-08-29T04:56:34.507" v="2262" actId="20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11171A05-B6FC-4395-9957-15FB24B3E448}" dt="2024-08-29T04:57:32.754" v="2263"/>
        <pc:sldMkLst>
          <pc:docMk/>
          <pc:sldMk cId="4238699627" sldId="367"/>
        </pc:sldMkLst>
      </pc:sldChg>
      <pc:sldChg chg="modSp add mod">
        <pc:chgData name="Sanmukh Kuppannagari" userId="ad215094-da36-4b66-9c79-369a17aea26b" providerId="ADAL" clId="{11171A05-B6FC-4395-9957-15FB24B3E448}" dt="2024-08-29T05:00:42.811" v="2508" actId="207"/>
        <pc:sldMkLst>
          <pc:docMk/>
          <pc:sldMk cId="2321776317" sldId="368"/>
        </pc:sldMkLst>
      </pc:sldChg>
      <pc:sldChg chg="modSp add mod">
        <pc:chgData name="Sanmukh Kuppannagari" userId="ad215094-da36-4b66-9c79-369a17aea26b" providerId="ADAL" clId="{11171A05-B6FC-4395-9957-15FB24B3E448}" dt="2024-08-29T05:01:57.706" v="2572" actId="20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11171A05-B6FC-4395-9957-15FB24B3E448}" dt="2024-08-29T05:04:06.167" v="2592" actId="2057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04881137" sldId="370"/>
        </pc:sldMkLst>
      </pc:sldChg>
      <pc:sldChg chg="add ord">
        <pc:chgData name="Sanmukh Kuppannagari" userId="ad215094-da36-4b66-9c79-369a17aea26b" providerId="ADAL" clId="{11171A05-B6FC-4395-9957-15FB24B3E448}" dt="2024-08-29T05:04:12.943" v="2594"/>
        <pc:sldMkLst>
          <pc:docMk/>
          <pc:sldMk cId="2998747380" sldId="371"/>
        </pc:sldMkLst>
      </pc:sldChg>
      <pc:sldChg chg="addSp modSp add mod">
        <pc:chgData name="Sanmukh Kuppannagari" userId="ad215094-da36-4b66-9c79-369a17aea26b" providerId="ADAL" clId="{11171A05-B6FC-4395-9957-15FB24B3E448}" dt="2024-08-29T14:42:02.660" v="6414" actId="20577"/>
        <pc:sldMkLst>
          <pc:docMk/>
          <pc:sldMk cId="2379148958" sldId="372"/>
        </pc:sldMkLst>
      </pc:sldChg>
      <pc:sldChg chg="addSp modSp new mod">
        <pc:chgData name="Sanmukh Kuppannagari" userId="ad215094-da36-4b66-9c79-369a17aea26b" providerId="ADAL" clId="{11171A05-B6FC-4395-9957-15FB24B3E448}" dt="2024-08-29T14:42:38.760" v="6421" actId="113"/>
        <pc:sldMkLst>
          <pc:docMk/>
          <pc:sldMk cId="516672496" sldId="373"/>
        </pc:sldMkLst>
      </pc:sldChg>
      <pc:sldChg chg="modSp new mod ord">
        <pc:chgData name="Sanmukh Kuppannagari" userId="ad215094-da36-4b66-9c79-369a17aea26b" providerId="ADAL" clId="{11171A05-B6FC-4395-9957-15FB24B3E448}" dt="2024-08-29T14:40:40.631" v="6410"/>
        <pc:sldMkLst>
          <pc:docMk/>
          <pc:sldMk cId="3793747627" sldId="374"/>
        </pc:sldMkLst>
      </pc:sldChg>
      <pc:sldChg chg="addSp modSp add mod">
        <pc:chgData name="Sanmukh Kuppannagari" userId="ad215094-da36-4b66-9c79-369a17aea26b" providerId="ADAL" clId="{11171A05-B6FC-4395-9957-15FB24B3E448}" dt="2024-08-29T05:29:06.839" v="3626"/>
        <pc:sldMkLst>
          <pc:docMk/>
          <pc:sldMk cId="429392883" sldId="375"/>
        </pc:sldMkLst>
      </pc:sldChg>
      <pc:sldChg chg="modSp new mod">
        <pc:chgData name="Sanmukh Kuppannagari" userId="ad215094-da36-4b66-9c79-369a17aea26b" providerId="ADAL" clId="{11171A05-B6FC-4395-9957-15FB24B3E448}" dt="2024-08-29T14:43:44.626" v="6437" actId="20577"/>
        <pc:sldMkLst>
          <pc:docMk/>
          <pc:sldMk cId="1569227808" sldId="376"/>
        </pc:sldMkLst>
      </pc:sldChg>
      <pc:sldChg chg="modSp add del mod">
        <pc:chgData name="Sanmukh Kuppannagari" userId="ad215094-da36-4b66-9c79-369a17aea26b" providerId="ADAL" clId="{11171A05-B6FC-4395-9957-15FB24B3E448}" dt="2024-08-29T05:29:17.311" v="3628" actId="47"/>
        <pc:sldMkLst>
          <pc:docMk/>
          <pc:sldMk cId="2849554143" sldId="376"/>
        </pc:sldMkLst>
      </pc:sldChg>
      <pc:sldChg chg="add del">
        <pc:chgData name="Sanmukh Kuppannagari" userId="ad215094-da36-4b66-9c79-369a17aea26b" providerId="ADAL" clId="{11171A05-B6FC-4395-9957-15FB24B3E448}" dt="2024-08-29T05:29:29.409" v="3631"/>
        <pc:sldMkLst>
          <pc:docMk/>
          <pc:sldMk cId="359187930" sldId="377"/>
        </pc:sldMkLst>
      </pc:sldChg>
      <pc:sldChg chg="modSp add mod">
        <pc:chgData name="Sanmukh Kuppannagari" userId="ad215094-da36-4b66-9c79-369a17aea26b" providerId="ADAL" clId="{11171A05-B6FC-4395-9957-15FB24B3E448}" dt="2024-08-29T14:43:50.328" v="6447" actId="20577"/>
        <pc:sldMkLst>
          <pc:docMk/>
          <pc:sldMk cId="3476898497" sldId="377"/>
        </pc:sldMkLst>
      </pc:sldChg>
      <pc:sldChg chg="addSp modSp new mod">
        <pc:chgData name="Sanmukh Kuppannagari" userId="ad215094-da36-4b66-9c79-369a17aea26b" providerId="ADAL" clId="{11171A05-B6FC-4395-9957-15FB24B3E448}" dt="2024-08-29T05:52:17.083" v="4886" actId="20577"/>
        <pc:sldMkLst>
          <pc:docMk/>
          <pc:sldMk cId="3635117112" sldId="378"/>
        </pc:sldMkLst>
      </pc:sldChg>
      <pc:sldChg chg="addSp modSp new mod ord">
        <pc:chgData name="Sanmukh Kuppannagari" userId="ad215094-da36-4b66-9c79-369a17aea26b" providerId="ADAL" clId="{11171A05-B6FC-4395-9957-15FB24B3E448}" dt="2024-08-29T05:48:09.784" v="4605" actId="20577"/>
        <pc:sldMkLst>
          <pc:docMk/>
          <pc:sldMk cId="41816131" sldId="379"/>
        </pc:sldMkLst>
      </pc:sldChg>
      <pc:sldChg chg="modSp new mod">
        <pc:chgData name="Sanmukh Kuppannagari" userId="ad215094-da36-4b66-9c79-369a17aea26b" providerId="ADAL" clId="{11171A05-B6FC-4395-9957-15FB24B3E448}" dt="2024-08-29T05:53:16.792" v="4977" actId="20577"/>
        <pc:sldMkLst>
          <pc:docMk/>
          <pc:sldMk cId="2126930210" sldId="380"/>
        </pc:sldMkLst>
      </pc:sldChg>
      <pc:sldChg chg="addSp delSp modSp add mod">
        <pc:chgData name="Sanmukh Kuppannagari" userId="ad215094-da36-4b66-9c79-369a17aea26b" providerId="ADAL" clId="{11171A05-B6FC-4395-9957-15FB24B3E448}" dt="2024-08-29T14:45:36.314" v="6483" actId="113"/>
        <pc:sldMkLst>
          <pc:docMk/>
          <pc:sldMk cId="2509516140" sldId="381"/>
        </pc:sldMkLst>
      </pc:sldChg>
      <pc:sldChg chg="modSp add mod">
        <pc:chgData name="Sanmukh Kuppannagari" userId="ad215094-da36-4b66-9c79-369a17aea26b" providerId="ADAL" clId="{11171A05-B6FC-4395-9957-15FB24B3E448}" dt="2024-08-29T14:46:01.205" v="6484"/>
        <pc:sldMkLst>
          <pc:docMk/>
          <pc:sldMk cId="793354200" sldId="382"/>
        </pc:sldMkLst>
      </pc:sldChg>
      <pc:sldChg chg="addSp modSp add mod">
        <pc:chgData name="Sanmukh Kuppannagari" userId="ad215094-da36-4b66-9c79-369a17aea26b" providerId="ADAL" clId="{11171A05-B6FC-4395-9957-15FB24B3E448}" dt="2024-08-29T14:46:19.193" v="6485"/>
        <pc:sldMkLst>
          <pc:docMk/>
          <pc:sldMk cId="2098484828" sldId="383"/>
        </pc:sldMkLst>
      </pc:sldChg>
      <pc:sldChg chg="modSp add mod">
        <pc:chgData name="Sanmukh Kuppannagari" userId="ad215094-da36-4b66-9c79-369a17aea26b" providerId="ADAL" clId="{11171A05-B6FC-4395-9957-15FB24B3E448}" dt="2024-08-29T06:00:00.119" v="5113" actId="20577"/>
        <pc:sldMkLst>
          <pc:docMk/>
          <pc:sldMk cId="468428153" sldId="384"/>
        </pc:sldMkLst>
      </pc:sldChg>
      <pc:sldChg chg="modSp add mod">
        <pc:chgData name="Sanmukh Kuppannagari" userId="ad215094-da36-4b66-9c79-369a17aea26b" providerId="ADAL" clId="{11171A05-B6FC-4395-9957-15FB24B3E448}" dt="2024-08-29T14:51:11.632" v="6672" actId="20577"/>
        <pc:sldMkLst>
          <pc:docMk/>
          <pc:sldMk cId="3753143955" sldId="385"/>
        </pc:sldMkLst>
      </pc:sldChg>
      <pc:sldChg chg="modSp add del mod">
        <pc:chgData name="Sanmukh Kuppannagari" userId="ad215094-da36-4b66-9c79-369a17aea26b" providerId="ADAL" clId="{11171A05-B6FC-4395-9957-15FB24B3E448}" dt="2024-08-29T13:55:06.345" v="6049" actId="47"/>
        <pc:sldMkLst>
          <pc:docMk/>
          <pc:sldMk cId="3189588850" sldId="386"/>
        </pc:sldMkLst>
      </pc:sldChg>
      <pc:sldChg chg="modSp new mod">
        <pc:chgData name="Sanmukh Kuppannagari" userId="ad215094-da36-4b66-9c79-369a17aea26b" providerId="ADAL" clId="{11171A05-B6FC-4395-9957-15FB24B3E448}" dt="2024-08-29T13:50:23.094" v="5793" actId="20577"/>
        <pc:sldMkLst>
          <pc:docMk/>
          <pc:sldMk cId="3250158129" sldId="387"/>
        </pc:sldMkLst>
      </pc:sldChg>
      <pc:sldChg chg="modSp add mod">
        <pc:chgData name="Sanmukh Kuppannagari" userId="ad215094-da36-4b66-9c79-369a17aea26b" providerId="ADAL" clId="{11171A05-B6FC-4395-9957-15FB24B3E448}" dt="2024-08-29T14:48:00.793" v="6509" actId="20577"/>
        <pc:sldMkLst>
          <pc:docMk/>
          <pc:sldMk cId="1655728199" sldId="388"/>
        </pc:sldMkLst>
      </pc:sldChg>
      <pc:sldChg chg="modSp new mod">
        <pc:chgData name="Sanmukh Kuppannagari" userId="ad215094-da36-4b66-9c79-369a17aea26b" providerId="ADAL" clId="{11171A05-B6FC-4395-9957-15FB24B3E448}" dt="2024-08-29T13:58:03.672" v="6405" actId="20577"/>
        <pc:sldMkLst>
          <pc:docMk/>
          <pc:sldMk cId="531953894" sldId="38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5402012" sldId="14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5492823" sldId="14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99650778" sldId="14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24960510" sldId="14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42676586" sldId="14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171868693" sldId="142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70763525" sldId="142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5993282" sldId="142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88014077" sldId="142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64992614" sldId="142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00684070" sldId="142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1228576" sldId="142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23560490" sldId="142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0318750" sldId="142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59899746-57B6-4E24-B35A-B865791EE055}"/>
    <pc:docChg chg="modSld">
      <pc:chgData name="Sanmukh Kuppannagari" userId="ad215094-da36-4b66-9c79-369a17aea26b" providerId="ADAL" clId="{59899746-57B6-4E24-B35A-B865791EE055}" dt="2025-10-02T15:54:21.753" v="20"/>
      <pc:docMkLst>
        <pc:docMk/>
      </pc:docMkLst>
      <pc:sldChg chg="addSp modSp mod">
        <pc:chgData name="Sanmukh Kuppannagari" userId="ad215094-da36-4b66-9c79-369a17aea26b" providerId="ADAL" clId="{59899746-57B6-4E24-B35A-B865791EE055}" dt="2025-10-02T15:51:06.414" v="10"/>
        <pc:sldMkLst>
          <pc:docMk/>
          <pc:sldMk cId="189707620" sldId="1332"/>
        </pc:sldMkLst>
        <pc:spChg chg="mod">
          <ac:chgData name="Sanmukh Kuppannagari" userId="ad215094-da36-4b66-9c79-369a17aea26b" providerId="ADAL" clId="{59899746-57B6-4E24-B35A-B865791EE055}" dt="2025-10-02T15:51:06.414" v="10"/>
          <ac:spMkLst>
            <pc:docMk/>
            <pc:sldMk cId="189707620" sldId="1332"/>
            <ac:spMk id="3" creationId="{90A4B006-13F0-C9EB-1BA3-1AD158389745}"/>
          </ac:spMkLst>
        </pc:spChg>
        <pc:spChg chg="add mod">
          <ac:chgData name="Sanmukh Kuppannagari" userId="ad215094-da36-4b66-9c79-369a17aea26b" providerId="ADAL" clId="{59899746-57B6-4E24-B35A-B865791EE055}" dt="2025-10-02T15:50:53.813" v="9" actId="207"/>
          <ac:spMkLst>
            <pc:docMk/>
            <pc:sldMk cId="189707620" sldId="1332"/>
            <ac:spMk id="4" creationId="{229E7E0D-374C-8E85-DFFA-9538BADF934D}"/>
          </ac:spMkLst>
        </pc:spChg>
      </pc:sldChg>
      <pc:sldChg chg="addSp modSp">
        <pc:chgData name="Sanmukh Kuppannagari" userId="ad215094-da36-4b66-9c79-369a17aea26b" providerId="ADAL" clId="{59899746-57B6-4E24-B35A-B865791EE055}" dt="2025-10-02T15:54:11.195" v="18"/>
        <pc:sldMkLst>
          <pc:docMk/>
          <pc:sldMk cId="326597970" sldId="1397"/>
        </pc:sldMkLst>
        <pc:spChg chg="add mod">
          <ac:chgData name="Sanmukh Kuppannagari" userId="ad215094-da36-4b66-9c79-369a17aea26b" providerId="ADAL" clId="{59899746-57B6-4E24-B35A-B865791EE055}" dt="2025-10-02T15:54:11.195" v="18"/>
          <ac:spMkLst>
            <pc:docMk/>
            <pc:sldMk cId="326597970" sldId="1397"/>
            <ac:spMk id="37" creationId="{4C2EAD03-AFC8-C763-5759-2B1D7C88E989}"/>
          </ac:spMkLst>
        </pc:spChg>
        <pc:spChg chg="mod">
          <ac:chgData name="Sanmukh Kuppannagari" userId="ad215094-da36-4b66-9c79-369a17aea26b" providerId="ADAL" clId="{59899746-57B6-4E24-B35A-B865791EE055}" dt="2025-10-02T15:51:54.580" v="11" actId="207"/>
          <ac:spMkLst>
            <pc:docMk/>
            <pc:sldMk cId="326597970" sldId="1397"/>
            <ac:spMk id="45" creationId="{8E6D6EED-B748-F632-694F-DEF845ABE23E}"/>
          </ac:spMkLst>
        </pc:spChg>
        <pc:spChg chg="mod">
          <ac:chgData name="Sanmukh Kuppannagari" userId="ad215094-da36-4b66-9c79-369a17aea26b" providerId="ADAL" clId="{59899746-57B6-4E24-B35A-B865791EE055}" dt="2025-10-02T15:51:54.580" v="11" actId="207"/>
          <ac:spMkLst>
            <pc:docMk/>
            <pc:sldMk cId="326597970" sldId="1397"/>
            <ac:spMk id="48" creationId="{EA221E99-FC33-2CA5-2664-107C934162C6}"/>
          </ac:spMkLst>
        </pc:spChg>
        <pc:spChg chg="mod">
          <ac:chgData name="Sanmukh Kuppannagari" userId="ad215094-da36-4b66-9c79-369a17aea26b" providerId="ADAL" clId="{59899746-57B6-4E24-B35A-B865791EE055}" dt="2025-10-02T15:51:54.580" v="11" actId="207"/>
          <ac:spMkLst>
            <pc:docMk/>
            <pc:sldMk cId="326597970" sldId="1397"/>
            <ac:spMk id="51" creationId="{8D88B47F-008F-E5C1-C3BF-BA4B1FCE2198}"/>
          </ac:spMkLst>
        </pc:spChg>
        <pc:spChg chg="mod">
          <ac:chgData name="Sanmukh Kuppannagari" userId="ad215094-da36-4b66-9c79-369a17aea26b" providerId="ADAL" clId="{59899746-57B6-4E24-B35A-B865791EE055}" dt="2025-10-02T15:52:00.928" v="12" actId="207"/>
          <ac:spMkLst>
            <pc:docMk/>
            <pc:sldMk cId="326597970" sldId="1397"/>
            <ac:spMk id="55" creationId="{7949DA4E-3DD8-B388-126C-D02F32CA55E8}"/>
          </ac:spMkLst>
        </pc:spChg>
        <pc:spChg chg="mod">
          <ac:chgData name="Sanmukh Kuppannagari" userId="ad215094-da36-4b66-9c79-369a17aea26b" providerId="ADAL" clId="{59899746-57B6-4E24-B35A-B865791EE055}" dt="2025-10-02T15:52:00.928" v="12" actId="207"/>
          <ac:spMkLst>
            <pc:docMk/>
            <pc:sldMk cId="326597970" sldId="1397"/>
            <ac:spMk id="56" creationId="{9EF6906E-0451-D21E-DC87-1B484B891EB8}"/>
          </ac:spMkLst>
        </pc:spChg>
        <pc:spChg chg="mod">
          <ac:chgData name="Sanmukh Kuppannagari" userId="ad215094-da36-4b66-9c79-369a17aea26b" providerId="ADAL" clId="{59899746-57B6-4E24-B35A-B865791EE055}" dt="2025-10-02T15:52:00.928" v="12" actId="207"/>
          <ac:spMkLst>
            <pc:docMk/>
            <pc:sldMk cId="326597970" sldId="1397"/>
            <ac:spMk id="57" creationId="{DC070CA9-B260-FAB9-1BAF-A5206C7F1083}"/>
          </ac:spMkLst>
        </pc:spChg>
        <pc:spChg chg="mod">
          <ac:chgData name="Sanmukh Kuppannagari" userId="ad215094-da36-4b66-9c79-369a17aea26b" providerId="ADAL" clId="{59899746-57B6-4E24-B35A-B865791EE055}" dt="2025-10-02T15:51:54.580" v="11" actId="207"/>
          <ac:spMkLst>
            <pc:docMk/>
            <pc:sldMk cId="326597970" sldId="1397"/>
            <ac:spMk id="59" creationId="{EB5FB815-8EEA-F22B-3798-48B33A3FD5BB}"/>
          </ac:spMkLst>
        </pc:spChg>
        <pc:spChg chg="mod">
          <ac:chgData name="Sanmukh Kuppannagari" userId="ad215094-da36-4b66-9c79-369a17aea26b" providerId="ADAL" clId="{59899746-57B6-4E24-B35A-B865791EE055}" dt="2025-10-02T15:52:00.928" v="12" actId="207"/>
          <ac:spMkLst>
            <pc:docMk/>
            <pc:sldMk cId="326597970" sldId="1397"/>
            <ac:spMk id="62" creationId="{A3C558BA-621E-549A-9336-B154C0155963}"/>
          </ac:spMkLst>
        </pc:spChg>
      </pc:sldChg>
      <pc:sldChg chg="addSp modSp">
        <pc:chgData name="Sanmukh Kuppannagari" userId="ad215094-da36-4b66-9c79-369a17aea26b" providerId="ADAL" clId="{59899746-57B6-4E24-B35A-B865791EE055}" dt="2025-10-02T15:54:17.741" v="19"/>
        <pc:sldMkLst>
          <pc:docMk/>
          <pc:sldMk cId="3317642017" sldId="1398"/>
        </pc:sldMkLst>
        <pc:spChg chg="add mod">
          <ac:chgData name="Sanmukh Kuppannagari" userId="ad215094-da36-4b66-9c79-369a17aea26b" providerId="ADAL" clId="{59899746-57B6-4E24-B35A-B865791EE055}" dt="2025-10-02T15:54:17.741" v="19"/>
          <ac:spMkLst>
            <pc:docMk/>
            <pc:sldMk cId="3317642017" sldId="1398"/>
            <ac:spMk id="37" creationId="{F74C289E-8E81-C535-AEE1-FEF826EFE99B}"/>
          </ac:spMkLst>
        </pc:spChg>
        <pc:spChg chg="mod">
          <ac:chgData name="Sanmukh Kuppannagari" userId="ad215094-da36-4b66-9c79-369a17aea26b" providerId="ADAL" clId="{59899746-57B6-4E24-B35A-B865791EE055}" dt="2025-10-02T15:52:19.428" v="13" actId="207"/>
          <ac:spMkLst>
            <pc:docMk/>
            <pc:sldMk cId="3317642017" sldId="1398"/>
            <ac:spMk id="45" creationId="{8E6D6EED-B748-F632-694F-DEF845ABE23E}"/>
          </ac:spMkLst>
        </pc:spChg>
        <pc:spChg chg="mod">
          <ac:chgData name="Sanmukh Kuppannagari" userId="ad215094-da36-4b66-9c79-369a17aea26b" providerId="ADAL" clId="{59899746-57B6-4E24-B35A-B865791EE055}" dt="2025-10-02T15:52:19.428" v="13" actId="207"/>
          <ac:spMkLst>
            <pc:docMk/>
            <pc:sldMk cId="3317642017" sldId="1398"/>
            <ac:spMk id="46" creationId="{7FF4F161-D993-A82D-68F9-126B90C65192}"/>
          </ac:spMkLst>
        </pc:spChg>
        <pc:spChg chg="mod">
          <ac:chgData name="Sanmukh Kuppannagari" userId="ad215094-da36-4b66-9c79-369a17aea26b" providerId="ADAL" clId="{59899746-57B6-4E24-B35A-B865791EE055}" dt="2025-10-02T15:52:19.428" v="13" actId="207"/>
          <ac:spMkLst>
            <pc:docMk/>
            <pc:sldMk cId="3317642017" sldId="1398"/>
            <ac:spMk id="47" creationId="{9C480DE2-594E-116B-5EE5-659F9D785E56}"/>
          </ac:spMkLst>
        </pc:spChg>
        <pc:spChg chg="mod">
          <ac:chgData name="Sanmukh Kuppannagari" userId="ad215094-da36-4b66-9c79-369a17aea26b" providerId="ADAL" clId="{59899746-57B6-4E24-B35A-B865791EE055}" dt="2025-10-02T15:52:19.428" v="13" actId="207"/>
          <ac:spMkLst>
            <pc:docMk/>
            <pc:sldMk cId="3317642017" sldId="1398"/>
            <ac:spMk id="55" creationId="{7949DA4E-3DD8-B388-126C-D02F32CA55E8}"/>
          </ac:spMkLst>
        </pc:spChg>
        <pc:spChg chg="mod">
          <ac:chgData name="Sanmukh Kuppannagari" userId="ad215094-da36-4b66-9c79-369a17aea26b" providerId="ADAL" clId="{59899746-57B6-4E24-B35A-B865791EE055}" dt="2025-10-02T15:52:37.019" v="15" actId="207"/>
          <ac:spMkLst>
            <pc:docMk/>
            <pc:sldMk cId="3317642017" sldId="1398"/>
            <ac:spMk id="59" creationId="{EB5FB815-8EEA-F22B-3798-48B33A3FD5BB}"/>
          </ac:spMkLst>
        </pc:spChg>
        <pc:spChg chg="mod">
          <ac:chgData name="Sanmukh Kuppannagari" userId="ad215094-da36-4b66-9c79-369a17aea26b" providerId="ADAL" clId="{59899746-57B6-4E24-B35A-B865791EE055}" dt="2025-10-02T15:52:37.019" v="15" actId="207"/>
          <ac:spMkLst>
            <pc:docMk/>
            <pc:sldMk cId="3317642017" sldId="1398"/>
            <ac:spMk id="60" creationId="{AA24EF27-31D1-E542-2E09-3AFCA20FF217}"/>
          </ac:spMkLst>
        </pc:spChg>
        <pc:spChg chg="mod">
          <ac:chgData name="Sanmukh Kuppannagari" userId="ad215094-da36-4b66-9c79-369a17aea26b" providerId="ADAL" clId="{59899746-57B6-4E24-B35A-B865791EE055}" dt="2025-10-02T15:52:37.019" v="15" actId="207"/>
          <ac:spMkLst>
            <pc:docMk/>
            <pc:sldMk cId="3317642017" sldId="1398"/>
            <ac:spMk id="61" creationId="{780B0D26-E895-098D-463A-3F95D2E1DB40}"/>
          </ac:spMkLst>
        </pc:spChg>
        <pc:spChg chg="mod">
          <ac:chgData name="Sanmukh Kuppannagari" userId="ad215094-da36-4b66-9c79-369a17aea26b" providerId="ADAL" clId="{59899746-57B6-4E24-B35A-B865791EE055}" dt="2025-10-02T15:52:37.019" v="15" actId="207"/>
          <ac:spMkLst>
            <pc:docMk/>
            <pc:sldMk cId="3317642017" sldId="1398"/>
            <ac:spMk id="62" creationId="{A3C558BA-621E-549A-9336-B154C0155963}"/>
          </ac:spMkLst>
        </pc:spChg>
        <pc:grpChg chg="mod">
          <ac:chgData name="Sanmukh Kuppannagari" userId="ad215094-da36-4b66-9c79-369a17aea26b" providerId="ADAL" clId="{59899746-57B6-4E24-B35A-B865791EE055}" dt="2025-10-02T15:52:28.902" v="14" actId="207"/>
          <ac:grpSpMkLst>
            <pc:docMk/>
            <pc:sldMk cId="3317642017" sldId="1398"/>
            <ac:grpSpMk id="39" creationId="{0082B7CF-0702-8D27-8C45-21015B68F951}"/>
          </ac:grpSpMkLst>
        </pc:grpChg>
      </pc:sldChg>
      <pc:sldChg chg="addSp modSp">
        <pc:chgData name="Sanmukh Kuppannagari" userId="ad215094-da36-4b66-9c79-369a17aea26b" providerId="ADAL" clId="{59899746-57B6-4E24-B35A-B865791EE055}" dt="2025-10-02T15:54:21.753" v="20"/>
        <pc:sldMkLst>
          <pc:docMk/>
          <pc:sldMk cId="1917602464" sldId="1399"/>
        </pc:sldMkLst>
        <pc:spChg chg="add mod">
          <ac:chgData name="Sanmukh Kuppannagari" userId="ad215094-da36-4b66-9c79-369a17aea26b" providerId="ADAL" clId="{59899746-57B6-4E24-B35A-B865791EE055}" dt="2025-10-02T15:54:21.753" v="20"/>
          <ac:spMkLst>
            <pc:docMk/>
            <pc:sldMk cId="1917602464" sldId="1399"/>
            <ac:spMk id="37" creationId="{7BEDF23E-8408-CFFF-BDD3-F1DD5FE59783}"/>
          </ac:spMkLst>
        </pc:spChg>
        <pc:spChg chg="mod">
          <ac:chgData name="Sanmukh Kuppannagari" userId="ad215094-da36-4b66-9c79-369a17aea26b" providerId="ADAL" clId="{59899746-57B6-4E24-B35A-B865791EE055}" dt="2025-10-02T15:53:03.993" v="17" actId="207"/>
          <ac:spMkLst>
            <pc:docMk/>
            <pc:sldMk cId="1917602464" sldId="1399"/>
            <ac:spMk id="55" creationId="{7949DA4E-3DD8-B388-126C-D02F32CA55E8}"/>
          </ac:spMkLst>
        </pc:spChg>
        <pc:spChg chg="mod">
          <ac:chgData name="Sanmukh Kuppannagari" userId="ad215094-da36-4b66-9c79-369a17aea26b" providerId="ADAL" clId="{59899746-57B6-4E24-B35A-B865791EE055}" dt="2025-10-02T15:53:03.993" v="17" actId="207"/>
          <ac:spMkLst>
            <pc:docMk/>
            <pc:sldMk cId="1917602464" sldId="1399"/>
            <ac:spMk id="56" creationId="{9EF6906E-0451-D21E-DC87-1B484B891EB8}"/>
          </ac:spMkLst>
        </pc:spChg>
        <pc:spChg chg="mod">
          <ac:chgData name="Sanmukh Kuppannagari" userId="ad215094-da36-4b66-9c79-369a17aea26b" providerId="ADAL" clId="{59899746-57B6-4E24-B35A-B865791EE055}" dt="2025-10-02T15:53:03.993" v="17" actId="207"/>
          <ac:spMkLst>
            <pc:docMk/>
            <pc:sldMk cId="1917602464" sldId="1399"/>
            <ac:spMk id="57" creationId="{DC070CA9-B260-FAB9-1BAF-A5206C7F1083}"/>
          </ac:spMkLst>
        </pc:spChg>
        <pc:spChg chg="mod">
          <ac:chgData name="Sanmukh Kuppannagari" userId="ad215094-da36-4b66-9c79-369a17aea26b" providerId="ADAL" clId="{59899746-57B6-4E24-B35A-B865791EE055}" dt="2025-10-02T15:53:03.993" v="17" actId="207"/>
          <ac:spMkLst>
            <pc:docMk/>
            <pc:sldMk cId="1917602464" sldId="1399"/>
            <ac:spMk id="59" creationId="{EB5FB815-8EEA-F22B-3798-48B33A3FD5BB}"/>
          </ac:spMkLst>
        </pc:spChg>
        <pc:spChg chg="mod">
          <ac:chgData name="Sanmukh Kuppannagari" userId="ad215094-da36-4b66-9c79-369a17aea26b" providerId="ADAL" clId="{59899746-57B6-4E24-B35A-B865791EE055}" dt="2025-10-02T15:53:03.993" v="17" actId="207"/>
          <ac:spMkLst>
            <pc:docMk/>
            <pc:sldMk cId="1917602464" sldId="1399"/>
            <ac:spMk id="60" creationId="{AA24EF27-31D1-E542-2E09-3AFCA20FF217}"/>
          </ac:spMkLst>
        </pc:spChg>
        <pc:spChg chg="mod">
          <ac:chgData name="Sanmukh Kuppannagari" userId="ad215094-da36-4b66-9c79-369a17aea26b" providerId="ADAL" clId="{59899746-57B6-4E24-B35A-B865791EE055}" dt="2025-10-02T15:53:03.993" v="17" actId="207"/>
          <ac:spMkLst>
            <pc:docMk/>
            <pc:sldMk cId="1917602464" sldId="1399"/>
            <ac:spMk id="61" creationId="{780B0D26-E895-098D-463A-3F95D2E1DB40}"/>
          </ac:spMkLst>
        </pc:spChg>
        <pc:spChg chg="mod">
          <ac:chgData name="Sanmukh Kuppannagari" userId="ad215094-da36-4b66-9c79-369a17aea26b" providerId="ADAL" clId="{59899746-57B6-4E24-B35A-B865791EE055}" dt="2025-10-02T15:53:03.993" v="17" actId="207"/>
          <ac:spMkLst>
            <pc:docMk/>
            <pc:sldMk cId="1917602464" sldId="1399"/>
            <ac:spMk id="62" creationId="{A3C558BA-621E-549A-9336-B154C0155963}"/>
          </ac:spMkLst>
        </pc:spChg>
        <pc:grpChg chg="mod">
          <ac:chgData name="Sanmukh Kuppannagari" userId="ad215094-da36-4b66-9c79-369a17aea26b" providerId="ADAL" clId="{59899746-57B6-4E24-B35A-B865791EE055}" dt="2025-10-02T15:52:48.593" v="16" actId="207"/>
          <ac:grpSpMkLst>
            <pc:docMk/>
            <pc:sldMk cId="1917602464" sldId="1399"/>
            <ac:grpSpMk id="39" creationId="{0082B7CF-0702-8D27-8C45-21015B68F951}"/>
          </ac:grpSpMkLst>
        </pc:grpChg>
      </pc:sldChg>
    </pc:docChg>
  </pc:docChgLst>
  <pc:docChgLst>
    <pc:chgData name="Sanmukh Kuppannagari" userId="ad215094-da36-4b66-9c79-369a17aea26b" providerId="ADAL" clId="{F807B796-0606-4BF0-9A84-6557326C69B2}"/>
    <pc:docChg chg="undo custSel addSld delSld modSld">
      <pc:chgData name="Sanmukh Kuppannagari" userId="ad215094-da36-4b66-9c79-369a17aea26b" providerId="ADAL" clId="{F807B796-0606-4BF0-9A84-6557326C69B2}" dt="2024-09-03T17:27:21.796" v="6281" actId="20577"/>
      <pc:docMkLst>
        <pc:docMk/>
      </pc:docMkLst>
      <pc:sldChg chg="modSp mod">
        <pc:chgData name="Sanmukh Kuppannagari" userId="ad215094-da36-4b66-9c79-369a17aea26b" providerId="ADAL" clId="{F807B796-0606-4BF0-9A84-6557326C69B2}" dt="2024-09-02T20:54:53.692" v="3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F807B796-0606-4BF0-9A84-6557326C69B2}" dt="2024-09-02T21:00:55.314" v="267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396895355" sldId="2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737272183" sldId="28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6129851" sldId="29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873989303" sldId="30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26324089" sldId="30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59033991" sldId="303"/>
        </pc:sldMkLst>
      </pc:sldChg>
      <pc:sldChg chg="modSp add del mod">
        <pc:chgData name="Sanmukh Kuppannagari" userId="ad215094-da36-4b66-9c79-369a17aea26b" providerId="ADAL" clId="{F807B796-0606-4BF0-9A84-6557326C69B2}" dt="2024-09-03T12:45:55.217" v="3724" actId="20577"/>
        <pc:sldMkLst>
          <pc:docMk/>
          <pc:sldMk cId="276729432" sldId="309"/>
        </pc:sldMkLst>
      </pc:sldChg>
      <pc:sldChg chg="addSp delSp modSp add mod">
        <pc:chgData name="Sanmukh Kuppannagari" userId="ad215094-da36-4b66-9c79-369a17aea26b" providerId="ADAL" clId="{F807B796-0606-4BF0-9A84-6557326C69B2}" dt="2024-09-03T02:17:35.441" v="1671" actId="20577"/>
        <pc:sldMkLst>
          <pc:docMk/>
          <pc:sldMk cId="2950079441" sldId="328"/>
        </pc:sldMkLst>
      </pc:sldChg>
      <pc:sldChg chg="modSp add mod">
        <pc:chgData name="Sanmukh Kuppannagari" userId="ad215094-da36-4b66-9c79-369a17aea26b" providerId="ADAL" clId="{F807B796-0606-4BF0-9A84-6557326C69B2}" dt="2024-09-03T02:40:17.050" v="2520" actId="20577"/>
        <pc:sldMkLst>
          <pc:docMk/>
          <pc:sldMk cId="607569566" sldId="335"/>
        </pc:sldMkLst>
      </pc:sldChg>
      <pc:sldChg chg="add">
        <pc:chgData name="Sanmukh Kuppannagari" userId="ad215094-da36-4b66-9c79-369a17aea26b" providerId="ADAL" clId="{F807B796-0606-4BF0-9A84-6557326C69B2}" dt="2024-09-03T13:08:49.519" v="3811"/>
        <pc:sldMkLst>
          <pc:docMk/>
          <pc:sldMk cId="2522483144" sldId="34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79581269" sldId="34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62781511" sldId="34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01581427" sldId="34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70539502" sldId="34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297479372" sldId="34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6780983" sldId="35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895847466" sldId="35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53306255" sldId="35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22701561" sldId="35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39461653" sldId="35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97561959" sldId="36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929262316" sldId="3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48262078" sldId="36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38699627" sldId="36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21776317" sldId="36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998747380" sldId="37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79148958" sldId="37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16672496" sldId="37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93747627" sldId="37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9392883" sldId="37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69227808" sldId="37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76898497" sldId="37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635117112" sldId="37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1816131" sldId="37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26930210" sldId="38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509516140" sldId="38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93354200" sldId="38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8484828" sldId="38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68428153" sldId="38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53143955" sldId="38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0158129" sldId="3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655728199" sldId="3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31953894" sldId="389"/>
        </pc:sldMkLst>
      </pc:sldChg>
      <pc:sldChg chg="modSp add mod">
        <pc:chgData name="Sanmukh Kuppannagari" userId="ad215094-da36-4b66-9c79-369a17aea26b" providerId="ADAL" clId="{F807B796-0606-4BF0-9A84-6557326C69B2}" dt="2024-09-02T20:55:49.175" v="65" actId="20577"/>
        <pc:sldMkLst>
          <pc:docMk/>
          <pc:sldMk cId="3837875043" sldId="390"/>
        </pc:sldMkLst>
      </pc:sldChg>
      <pc:sldChg chg="add">
        <pc:chgData name="Sanmukh Kuppannagari" userId="ad215094-da36-4b66-9c79-369a17aea26b" providerId="ADAL" clId="{F807B796-0606-4BF0-9A84-6557326C69B2}" dt="2024-09-02T20:55:16.300" v="4"/>
        <pc:sldMkLst>
          <pc:docMk/>
          <pc:sldMk cId="4141662449" sldId="391"/>
        </pc:sldMkLst>
      </pc:sldChg>
      <pc:sldChg chg="add">
        <pc:chgData name="Sanmukh Kuppannagari" userId="ad215094-da36-4b66-9c79-369a17aea26b" providerId="ADAL" clId="{F807B796-0606-4BF0-9A84-6557326C69B2}" dt="2024-09-02T20:59:42.685" v="220"/>
        <pc:sldMkLst>
          <pc:docMk/>
          <pc:sldMk cId="2314761624" sldId="392"/>
        </pc:sldMkLst>
      </pc:sldChg>
      <pc:sldChg chg="add del">
        <pc:chgData name="Sanmukh Kuppannagari" userId="ad215094-da36-4b66-9c79-369a17aea26b" providerId="ADAL" clId="{F807B796-0606-4BF0-9A84-6557326C69B2}" dt="2024-09-03T12:45:51.099" v="3716" actId="47"/>
        <pc:sldMkLst>
          <pc:docMk/>
          <pc:sldMk cId="3854406681" sldId="393"/>
        </pc:sldMkLst>
      </pc:sldChg>
      <pc:sldChg chg="modSp add mod">
        <pc:chgData name="Sanmukh Kuppannagari" userId="ad215094-da36-4b66-9c79-369a17aea26b" providerId="ADAL" clId="{F807B796-0606-4BF0-9A84-6557326C69B2}" dt="2024-09-03T12:46:30.391" v="3736" actId="20577"/>
        <pc:sldMkLst>
          <pc:docMk/>
          <pc:sldMk cId="4158598040" sldId="394"/>
        </pc:sldMkLst>
      </pc:sldChg>
      <pc:sldChg chg="add">
        <pc:chgData name="Sanmukh Kuppannagari" userId="ad215094-da36-4b66-9c79-369a17aea26b" providerId="ADAL" clId="{F807B796-0606-4BF0-9A84-6557326C69B2}" dt="2024-09-02T20:59:56.248" v="221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73456708" sldId="1344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62074433" sldId="1345"/>
        </pc:sldMkLst>
      </pc:sldChg>
      <pc:sldChg chg="addSp modSp add mod">
        <pc:chgData name="Sanmukh Kuppannagari" userId="ad215094-da36-4b66-9c79-369a17aea26b" providerId="ADAL" clId="{F807B796-0606-4BF0-9A84-6557326C69B2}" dt="2024-09-02T21:02:28.358" v="358" actId="20577"/>
        <pc:sldMkLst>
          <pc:docMk/>
          <pc:sldMk cId="3585318733" sldId="1346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3890367929" sldId="1347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1799099576" sldId="1348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4227676260" sldId="1349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262656913" sldId="1352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167355194" sldId="1353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804131373" sldId="1354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3834269155" sldId="1355"/>
        </pc:sldMkLst>
      </pc:sldChg>
      <pc:sldChg chg="modSp add mod">
        <pc:chgData name="Sanmukh Kuppannagari" userId="ad215094-da36-4b66-9c79-369a17aea26b" providerId="ADAL" clId="{F807B796-0606-4BF0-9A84-6557326C69B2}" dt="2024-09-02T21:08:32.777" v="697" actId="15"/>
        <pc:sldMkLst>
          <pc:docMk/>
          <pc:sldMk cId="1967107891" sldId="1356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794884751" sldId="1358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315821937" sldId="1359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463516898" sldId="1361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886344154" sldId="1362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856732028" sldId="1363"/>
        </pc:sldMkLst>
      </pc:sldChg>
      <pc:sldChg chg="modSp add mod">
        <pc:chgData name="Sanmukh Kuppannagari" userId="ad215094-da36-4b66-9c79-369a17aea26b" providerId="ADAL" clId="{F807B796-0606-4BF0-9A84-6557326C69B2}" dt="2024-09-03T13:12:03.900" v="3832" actId="20577"/>
        <pc:sldMkLst>
          <pc:docMk/>
          <pc:sldMk cId="603735269" sldId="1365"/>
        </pc:sldMkLst>
      </pc:sldChg>
      <pc:sldChg chg="modSp add mod">
        <pc:chgData name="Sanmukh Kuppannagari" userId="ad215094-da36-4b66-9c79-369a17aea26b" providerId="ADAL" clId="{F807B796-0606-4BF0-9A84-6557326C69B2}" dt="2024-09-03T13:13:47.455" v="3844" actId="20577"/>
        <pc:sldMkLst>
          <pc:docMk/>
          <pc:sldMk cId="3326920156" sldId="1366"/>
        </pc:sldMkLst>
      </pc:sldChg>
      <pc:sldChg chg="delSp modSp add mod">
        <pc:chgData name="Sanmukh Kuppannagari" userId="ad215094-da36-4b66-9c79-369a17aea26b" providerId="ADAL" clId="{F807B796-0606-4BF0-9A84-6557326C69B2}" dt="2024-09-03T13:49:28.301" v="5270" actId="1076"/>
        <pc:sldMkLst>
          <pc:docMk/>
          <pc:sldMk cId="3859140757" sldId="1367"/>
        </pc:sldMkLst>
      </pc:sldChg>
      <pc:sldChg chg="add">
        <pc:chgData name="Sanmukh Kuppannagari" userId="ad215094-da36-4b66-9c79-369a17aea26b" providerId="ADAL" clId="{F807B796-0606-4BF0-9A84-6557326C69B2}" dt="2024-09-03T02:55:12.122" v="3067"/>
        <pc:sldMkLst>
          <pc:docMk/>
          <pc:sldMk cId="4078040195" sldId="1369"/>
        </pc:sldMkLst>
      </pc:sldChg>
      <pc:sldChg chg="addSp modSp add mod">
        <pc:chgData name="Sanmukh Kuppannagari" userId="ad215094-da36-4b66-9c79-369a17aea26b" providerId="ADAL" clId="{F807B796-0606-4BF0-9A84-6557326C69B2}" dt="2024-09-03T13:52:40.634" v="5308" actId="1076"/>
        <pc:sldMkLst>
          <pc:docMk/>
          <pc:sldMk cId="284771599" sldId="1370"/>
        </pc:sldMkLst>
      </pc:sldChg>
      <pc:sldChg chg="modSp add mod">
        <pc:chgData name="Sanmukh Kuppannagari" userId="ad215094-da36-4b66-9c79-369a17aea26b" providerId="ADAL" clId="{F807B796-0606-4BF0-9A84-6557326C69B2}" dt="2024-09-03T13:54:59.046" v="5421" actId="20577"/>
        <pc:sldMkLst>
          <pc:docMk/>
          <pc:sldMk cId="906755194" sldId="1371"/>
        </pc:sldMkLst>
      </pc:sldChg>
      <pc:sldChg chg="modSp add mod">
        <pc:chgData name="Sanmukh Kuppannagari" userId="ad215094-da36-4b66-9c79-369a17aea26b" providerId="ADAL" clId="{F807B796-0606-4BF0-9A84-6557326C69B2}" dt="2024-09-03T02:37:21.221" v="2435" actId="20577"/>
        <pc:sldMkLst>
          <pc:docMk/>
          <pc:sldMk cId="518010934" sldId="1373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2532106449" sldId="1374"/>
        </pc:sldMkLst>
      </pc:sldChg>
      <pc:sldChg chg="modSp new mod">
        <pc:chgData name="Sanmukh Kuppannagari" userId="ad215094-da36-4b66-9c79-369a17aea26b" providerId="ADAL" clId="{F807B796-0606-4BF0-9A84-6557326C69B2}" dt="2024-09-02T21:42:29.989" v="1380" actId="20577"/>
        <pc:sldMkLst>
          <pc:docMk/>
          <pc:sldMk cId="63097358" sldId="1375"/>
        </pc:sldMkLst>
      </pc:sldChg>
      <pc:sldChg chg="delSp modSp add mod">
        <pc:chgData name="Sanmukh Kuppannagari" userId="ad215094-da36-4b66-9c79-369a17aea26b" providerId="ADAL" clId="{F807B796-0606-4BF0-9A84-6557326C69B2}" dt="2024-09-03T02:12:19.131" v="1602" actId="20577"/>
        <pc:sldMkLst>
          <pc:docMk/>
          <pc:sldMk cId="2155445605" sldId="1376"/>
        </pc:sldMkLst>
      </pc:sldChg>
      <pc:sldChg chg="addSp delSp modSp add mod">
        <pc:chgData name="Sanmukh Kuppannagari" userId="ad215094-da36-4b66-9c79-369a17aea26b" providerId="ADAL" clId="{F807B796-0606-4BF0-9A84-6557326C69B2}" dt="2024-09-03T02:15:33.103" v="1646" actId="20577"/>
        <pc:sldMkLst>
          <pc:docMk/>
          <pc:sldMk cId="2373852911" sldId="1377"/>
        </pc:sldMkLst>
      </pc:sldChg>
      <pc:sldChg chg="addSp delSp modSp add mod">
        <pc:chgData name="Sanmukh Kuppannagari" userId="ad215094-da36-4b66-9c79-369a17aea26b" providerId="ADAL" clId="{F807B796-0606-4BF0-9A84-6557326C69B2}" dt="2024-09-03T02:18:53.201" v="1704" actId="1076"/>
        <pc:sldMkLst>
          <pc:docMk/>
          <pc:sldMk cId="2785090204" sldId="1378"/>
        </pc:sldMkLst>
      </pc:sldChg>
      <pc:sldChg chg="modSp new mod">
        <pc:chgData name="Sanmukh Kuppannagari" userId="ad215094-da36-4b66-9c79-369a17aea26b" providerId="ADAL" clId="{F807B796-0606-4BF0-9A84-6557326C69B2}" dt="2024-09-03T02:19:58.369" v="1758" actId="207"/>
        <pc:sldMkLst>
          <pc:docMk/>
          <pc:sldMk cId="1578956546" sldId="1379"/>
        </pc:sldMkLst>
      </pc:sldChg>
      <pc:sldChg chg="modSp add mod">
        <pc:chgData name="Sanmukh Kuppannagari" userId="ad215094-da36-4b66-9c79-369a17aea26b" providerId="ADAL" clId="{F807B796-0606-4BF0-9A84-6557326C69B2}" dt="2024-09-03T02:26:15.664" v="2061" actId="20577"/>
        <pc:sldMkLst>
          <pc:docMk/>
          <pc:sldMk cId="1387291192" sldId="1380"/>
        </pc:sldMkLst>
      </pc:sldChg>
      <pc:sldChg chg="modSp new mod">
        <pc:chgData name="Sanmukh Kuppannagari" userId="ad215094-da36-4b66-9c79-369a17aea26b" providerId="ADAL" clId="{F807B796-0606-4BF0-9A84-6557326C69B2}" dt="2024-09-03T02:26:24.889" v="2064" actId="207"/>
        <pc:sldMkLst>
          <pc:docMk/>
          <pc:sldMk cId="3729273499" sldId="1381"/>
        </pc:sldMkLst>
      </pc:sldChg>
      <pc:sldChg chg="modSp add mod">
        <pc:chgData name="Sanmukh Kuppannagari" userId="ad215094-da36-4b66-9c79-369a17aea26b" providerId="ADAL" clId="{F807B796-0606-4BF0-9A84-6557326C69B2}" dt="2024-09-03T02:27:58.737" v="2084" actId="20577"/>
        <pc:sldMkLst>
          <pc:docMk/>
          <pc:sldMk cId="1604865990" sldId="1382"/>
        </pc:sldMkLst>
      </pc:sldChg>
      <pc:sldChg chg="add">
        <pc:chgData name="Sanmukh Kuppannagari" userId="ad215094-da36-4b66-9c79-369a17aea26b" providerId="ADAL" clId="{F807B796-0606-4BF0-9A84-6557326C69B2}" dt="2024-09-03T02:28:04.789" v="2085"/>
        <pc:sldMkLst>
          <pc:docMk/>
          <pc:sldMk cId="3140536196" sldId="1383"/>
        </pc:sldMkLst>
      </pc:sldChg>
      <pc:sldChg chg="modSp add mod">
        <pc:chgData name="Sanmukh Kuppannagari" userId="ad215094-da36-4b66-9c79-369a17aea26b" providerId="ADAL" clId="{F807B796-0606-4BF0-9A84-6557326C69B2}" dt="2024-09-03T02:28:44.396" v="2099" actId="20577"/>
        <pc:sldMkLst>
          <pc:docMk/>
          <pc:sldMk cId="4028848195" sldId="1384"/>
        </pc:sldMkLst>
      </pc:sldChg>
      <pc:sldChg chg="modSp new mod">
        <pc:chgData name="Sanmukh Kuppannagari" userId="ad215094-da36-4b66-9c79-369a17aea26b" providerId="ADAL" clId="{F807B796-0606-4BF0-9A84-6557326C69B2}" dt="2024-09-03T02:32:27.269" v="2432" actId="20577"/>
        <pc:sldMkLst>
          <pc:docMk/>
          <pc:sldMk cId="855061855" sldId="1385"/>
        </pc:sldMkLst>
      </pc:sldChg>
      <pc:sldChg chg="add">
        <pc:chgData name="Sanmukh Kuppannagari" userId="ad215094-da36-4b66-9c79-369a17aea26b" providerId="ADAL" clId="{F807B796-0606-4BF0-9A84-6557326C69B2}" dt="2024-09-03T02:38:51.879" v="2436"/>
        <pc:sldMkLst>
          <pc:docMk/>
          <pc:sldMk cId="3507384733" sldId="1386"/>
        </pc:sldMkLst>
      </pc:sldChg>
      <pc:sldChg chg="modSp new del mod">
        <pc:chgData name="Sanmukh Kuppannagari" userId="ad215094-da36-4b66-9c79-369a17aea26b" providerId="ADAL" clId="{F807B796-0606-4BF0-9A84-6557326C69B2}" dt="2024-09-03T13:20:40.100" v="4051" actId="47"/>
        <pc:sldMkLst>
          <pc:docMk/>
          <pc:sldMk cId="1227237758" sldId="1387"/>
        </pc:sldMkLst>
      </pc:sldChg>
      <pc:sldChg chg="modSp add mod">
        <pc:chgData name="Sanmukh Kuppannagari" userId="ad215094-da36-4b66-9c79-369a17aea26b" providerId="ADAL" clId="{F807B796-0606-4BF0-9A84-6557326C69B2}" dt="2024-09-03T02:45:20.826" v="2547" actId="207"/>
        <pc:sldMkLst>
          <pc:docMk/>
          <pc:sldMk cId="1406617072" sldId="1388"/>
        </pc:sldMkLst>
      </pc:sldChg>
      <pc:sldChg chg="modSp new mod">
        <pc:chgData name="Sanmukh Kuppannagari" userId="ad215094-da36-4b66-9c79-369a17aea26b" providerId="ADAL" clId="{F807B796-0606-4BF0-9A84-6557326C69B2}" dt="2024-09-03T12:43:53.169" v="3714" actId="20577"/>
        <pc:sldMkLst>
          <pc:docMk/>
          <pc:sldMk cId="15178750" sldId="1389"/>
        </pc:sldMkLst>
      </pc:sldChg>
      <pc:sldChg chg="addSp delSp modSp add mod">
        <pc:chgData name="Sanmukh Kuppannagari" userId="ad215094-da36-4b66-9c79-369a17aea26b" providerId="ADAL" clId="{F807B796-0606-4BF0-9A84-6557326C69B2}" dt="2024-09-03T13:47:41.899" v="5236" actId="14100"/>
        <pc:sldMkLst>
          <pc:docMk/>
          <pc:sldMk cId="3904397812" sldId="1390"/>
        </pc:sldMkLst>
      </pc:sldChg>
      <pc:sldChg chg="modSp new mod">
        <pc:chgData name="Sanmukh Kuppannagari" userId="ad215094-da36-4b66-9c79-369a17aea26b" providerId="ADAL" clId="{F807B796-0606-4BF0-9A84-6557326C69B2}" dt="2024-09-03T13:21:58.025" v="4299" actId="20577"/>
        <pc:sldMkLst>
          <pc:docMk/>
          <pc:sldMk cId="1115784977" sldId="1391"/>
        </pc:sldMkLst>
      </pc:sldChg>
      <pc:sldChg chg="addSp delSp modSp add mod">
        <pc:chgData name="Sanmukh Kuppannagari" userId="ad215094-da36-4b66-9c79-369a17aea26b" providerId="ADAL" clId="{F807B796-0606-4BF0-9A84-6557326C69B2}" dt="2024-09-03T12:51:33.052" v="3745" actId="20577"/>
        <pc:sldMkLst>
          <pc:docMk/>
          <pc:sldMk cId="3579675671" sldId="1392"/>
        </pc:sldMkLst>
      </pc:sldChg>
      <pc:sldChg chg="addSp modSp add mod">
        <pc:chgData name="Sanmukh Kuppannagari" userId="ad215094-da36-4b66-9c79-369a17aea26b" providerId="ADAL" clId="{F807B796-0606-4BF0-9A84-6557326C69B2}" dt="2024-09-03T12:51:38.226" v="3752" actId="20577"/>
        <pc:sldMkLst>
          <pc:docMk/>
          <pc:sldMk cId="3848896675" sldId="1393"/>
        </pc:sldMkLst>
      </pc:sldChg>
      <pc:sldChg chg="modSp add mod">
        <pc:chgData name="Sanmukh Kuppannagari" userId="ad215094-da36-4b66-9c79-369a17aea26b" providerId="ADAL" clId="{F807B796-0606-4BF0-9A84-6557326C69B2}" dt="2024-09-03T12:51:44.050" v="3753"/>
        <pc:sldMkLst>
          <pc:docMk/>
          <pc:sldMk cId="1213479204" sldId="1394"/>
        </pc:sldMkLst>
      </pc:sldChg>
      <pc:sldChg chg="modSp add mod">
        <pc:chgData name="Sanmukh Kuppannagari" userId="ad215094-da36-4b66-9c79-369a17aea26b" providerId="ADAL" clId="{F807B796-0606-4BF0-9A84-6557326C69B2}" dt="2024-09-03T12:51:47.861" v="3754"/>
        <pc:sldMkLst>
          <pc:docMk/>
          <pc:sldMk cId="3698062718" sldId="1395"/>
        </pc:sldMkLst>
      </pc:sldChg>
      <pc:sldChg chg="modSp add mod">
        <pc:chgData name="Sanmukh Kuppannagari" userId="ad215094-da36-4b66-9c79-369a17aea26b" providerId="ADAL" clId="{F807B796-0606-4BF0-9A84-6557326C69B2}" dt="2024-09-03T12:51:51.477" v="3755"/>
        <pc:sldMkLst>
          <pc:docMk/>
          <pc:sldMk cId="2428240830" sldId="1396"/>
        </pc:sldMkLst>
      </pc:sldChg>
      <pc:sldChg chg="addSp delSp modSp add mod">
        <pc:chgData name="Sanmukh Kuppannagari" userId="ad215094-da36-4b66-9c79-369a17aea26b" providerId="ADAL" clId="{F807B796-0606-4BF0-9A84-6557326C69B2}" dt="2024-09-03T12:38:02.576" v="3536" actId="207"/>
        <pc:sldMkLst>
          <pc:docMk/>
          <pc:sldMk cId="1577004698" sldId="1397"/>
        </pc:sldMkLst>
      </pc:sldChg>
      <pc:sldChg chg="modSp add mod">
        <pc:chgData name="Sanmukh Kuppannagari" userId="ad215094-da36-4b66-9c79-369a17aea26b" providerId="ADAL" clId="{F807B796-0606-4BF0-9A84-6557326C69B2}" dt="2024-09-03T12:52:00.900" v="3762" actId="20577"/>
        <pc:sldMkLst>
          <pc:docMk/>
          <pc:sldMk cId="3187165335" sldId="1398"/>
        </pc:sldMkLst>
      </pc:sldChg>
      <pc:sldChg chg="modSp add mod">
        <pc:chgData name="Sanmukh Kuppannagari" userId="ad215094-da36-4b66-9c79-369a17aea26b" providerId="ADAL" clId="{F807B796-0606-4BF0-9A84-6557326C69B2}" dt="2024-09-03T12:52:07.589" v="3763"/>
        <pc:sldMkLst>
          <pc:docMk/>
          <pc:sldMk cId="3448802495" sldId="1399"/>
        </pc:sldMkLst>
      </pc:sldChg>
      <pc:sldChg chg="modSp add mod">
        <pc:chgData name="Sanmukh Kuppannagari" userId="ad215094-da36-4b66-9c79-369a17aea26b" providerId="ADAL" clId="{F807B796-0606-4BF0-9A84-6557326C69B2}" dt="2024-09-03T12:52:11.223" v="3764"/>
        <pc:sldMkLst>
          <pc:docMk/>
          <pc:sldMk cId="1426423657" sldId="1400"/>
        </pc:sldMkLst>
      </pc:sldChg>
      <pc:sldChg chg="modSp add mod">
        <pc:chgData name="Sanmukh Kuppannagari" userId="ad215094-da36-4b66-9c79-369a17aea26b" providerId="ADAL" clId="{F807B796-0606-4BF0-9A84-6557326C69B2}" dt="2024-09-03T12:52:15.594" v="3765"/>
        <pc:sldMkLst>
          <pc:docMk/>
          <pc:sldMk cId="1876721923" sldId="1401"/>
        </pc:sldMkLst>
      </pc:sldChg>
      <pc:sldChg chg="modSp add mod">
        <pc:chgData name="Sanmukh Kuppannagari" userId="ad215094-da36-4b66-9c79-369a17aea26b" providerId="ADAL" clId="{F807B796-0606-4BF0-9A84-6557326C69B2}" dt="2024-09-03T12:52:19.348" v="3766"/>
        <pc:sldMkLst>
          <pc:docMk/>
          <pc:sldMk cId="4100405277" sldId="1402"/>
        </pc:sldMkLst>
      </pc:sldChg>
      <pc:sldChg chg="modSp add mod">
        <pc:chgData name="Sanmukh Kuppannagari" userId="ad215094-da36-4b66-9c79-369a17aea26b" providerId="ADAL" clId="{F807B796-0606-4BF0-9A84-6557326C69B2}" dt="2024-09-03T12:47:06.300" v="3738" actId="207"/>
        <pc:sldMkLst>
          <pc:docMk/>
          <pc:sldMk cId="2967499912" sldId="1403"/>
        </pc:sldMkLst>
      </pc:sldChg>
      <pc:sldChg chg="addSp modSp new mod">
        <pc:chgData name="Sanmukh Kuppannagari" userId="ad215094-da36-4b66-9c79-369a17aea26b" providerId="ADAL" clId="{F807B796-0606-4BF0-9A84-6557326C69B2}" dt="2024-09-03T13:09:42.209" v="3826" actId="1076"/>
        <pc:sldMkLst>
          <pc:docMk/>
          <pc:sldMk cId="3881972497" sldId="1404"/>
        </pc:sldMkLst>
      </pc:sldChg>
      <pc:sldChg chg="modSp add mod">
        <pc:chgData name="Sanmukh Kuppannagari" userId="ad215094-da36-4b66-9c79-369a17aea26b" providerId="ADAL" clId="{F807B796-0606-4BF0-9A84-6557326C69B2}" dt="2024-09-03T13:13:53.902" v="3850" actId="20577"/>
        <pc:sldMkLst>
          <pc:docMk/>
          <pc:sldMk cId="3154475222" sldId="1405"/>
        </pc:sldMkLst>
      </pc:sldChg>
      <pc:sldChg chg="addSp delSp modSp new mod">
        <pc:chgData name="Sanmukh Kuppannagari" userId="ad215094-da36-4b66-9c79-369a17aea26b" providerId="ADAL" clId="{F807B796-0606-4BF0-9A84-6557326C69B2}" dt="2024-09-03T13:23:06.940" v="4304" actId="20577"/>
        <pc:sldMkLst>
          <pc:docMk/>
          <pc:sldMk cId="1657037968" sldId="1406"/>
        </pc:sldMkLst>
      </pc:sldChg>
      <pc:sldChg chg="modSp add mod">
        <pc:chgData name="Sanmukh Kuppannagari" userId="ad215094-da36-4b66-9c79-369a17aea26b" providerId="ADAL" clId="{F807B796-0606-4BF0-9A84-6557326C69B2}" dt="2024-09-03T13:23:33.807" v="4333" actId="207"/>
        <pc:sldMkLst>
          <pc:docMk/>
          <pc:sldMk cId="808826284" sldId="1407"/>
        </pc:sldMkLst>
      </pc:sldChg>
      <pc:sldChg chg="modSp add mod">
        <pc:chgData name="Sanmukh Kuppannagari" userId="ad215094-da36-4b66-9c79-369a17aea26b" providerId="ADAL" clId="{F807B796-0606-4BF0-9A84-6557326C69B2}" dt="2024-09-03T13:26:30.186" v="4500" actId="20577"/>
        <pc:sldMkLst>
          <pc:docMk/>
          <pc:sldMk cId="2415060599" sldId="1408"/>
        </pc:sldMkLst>
      </pc:sldChg>
      <pc:sldChg chg="modSp add mod">
        <pc:chgData name="Sanmukh Kuppannagari" userId="ad215094-da36-4b66-9c79-369a17aea26b" providerId="ADAL" clId="{F807B796-0606-4BF0-9A84-6557326C69B2}" dt="2024-09-03T13:27:44.971" v="4531" actId="20577"/>
        <pc:sldMkLst>
          <pc:docMk/>
          <pc:sldMk cId="119380334" sldId="1409"/>
        </pc:sldMkLst>
      </pc:sldChg>
      <pc:sldChg chg="modSp new mod">
        <pc:chgData name="Sanmukh Kuppannagari" userId="ad215094-da36-4b66-9c79-369a17aea26b" providerId="ADAL" clId="{F807B796-0606-4BF0-9A84-6557326C69B2}" dt="2024-09-03T13:32:52.648" v="4947" actId="20577"/>
        <pc:sldMkLst>
          <pc:docMk/>
          <pc:sldMk cId="69742158" sldId="1410"/>
        </pc:sldMkLst>
      </pc:sldChg>
      <pc:sldChg chg="modSp new mod">
        <pc:chgData name="Sanmukh Kuppannagari" userId="ad215094-da36-4b66-9c79-369a17aea26b" providerId="ADAL" clId="{F807B796-0606-4BF0-9A84-6557326C69B2}" dt="2024-09-03T13:35:10.197" v="5167" actId="20577"/>
        <pc:sldMkLst>
          <pc:docMk/>
          <pc:sldMk cId="1450716392" sldId="1411"/>
        </pc:sldMkLst>
      </pc:sldChg>
      <pc:sldChg chg="add del">
        <pc:chgData name="Sanmukh Kuppannagari" userId="ad215094-da36-4b66-9c79-369a17aea26b" providerId="ADAL" clId="{F807B796-0606-4BF0-9A84-6557326C69B2}" dt="2024-09-03T13:48:45.238" v="5247" actId="47"/>
        <pc:sldMkLst>
          <pc:docMk/>
          <pc:sldMk cId="2820047232" sldId="1412"/>
        </pc:sldMkLst>
      </pc:sldChg>
      <pc:sldChg chg="modSp add mod">
        <pc:chgData name="Sanmukh Kuppannagari" userId="ad215094-da36-4b66-9c79-369a17aea26b" providerId="ADAL" clId="{F807B796-0606-4BF0-9A84-6557326C69B2}" dt="2024-09-03T13:48:02.122" v="5240" actId="14100"/>
        <pc:sldMkLst>
          <pc:docMk/>
          <pc:sldMk cId="393658469" sldId="1413"/>
        </pc:sldMkLst>
      </pc:sldChg>
      <pc:sldChg chg="modSp add">
        <pc:chgData name="Sanmukh Kuppannagari" userId="ad215094-da36-4b66-9c79-369a17aea26b" providerId="ADAL" clId="{F807B796-0606-4BF0-9A84-6557326C69B2}" dt="2024-09-03T13:48:24.868" v="5243" actId="1076"/>
        <pc:sldMkLst>
          <pc:docMk/>
          <pc:sldMk cId="2454853527" sldId="1414"/>
        </pc:sldMkLst>
      </pc:sldChg>
      <pc:sldChg chg="modSp add">
        <pc:chgData name="Sanmukh Kuppannagari" userId="ad215094-da36-4b66-9c79-369a17aea26b" providerId="ADAL" clId="{F807B796-0606-4BF0-9A84-6557326C69B2}" dt="2024-09-03T13:48:36.753" v="5246" actId="1076"/>
        <pc:sldMkLst>
          <pc:docMk/>
          <pc:sldMk cId="458868704" sldId="1415"/>
        </pc:sldMkLst>
      </pc:sldChg>
      <pc:sldChg chg="modSp add mod">
        <pc:chgData name="Sanmukh Kuppannagari" userId="ad215094-da36-4b66-9c79-369a17aea26b" providerId="ADAL" clId="{F807B796-0606-4BF0-9A84-6557326C69B2}" dt="2024-09-03T13:53:12.550" v="5332" actId="20577"/>
        <pc:sldMkLst>
          <pc:docMk/>
          <pc:sldMk cId="1712966043" sldId="1416"/>
        </pc:sldMkLst>
      </pc:sldChg>
      <pc:sldChg chg="modSp add mod">
        <pc:chgData name="Sanmukh Kuppannagari" userId="ad215094-da36-4b66-9c79-369a17aea26b" providerId="ADAL" clId="{F807B796-0606-4BF0-9A84-6557326C69B2}" dt="2024-09-03T13:54:02.045" v="5365" actId="1076"/>
        <pc:sldMkLst>
          <pc:docMk/>
          <pc:sldMk cId="2077281943" sldId="1417"/>
        </pc:sldMkLst>
      </pc:sldChg>
      <pc:sldChg chg="modSp new mod">
        <pc:chgData name="Sanmukh Kuppannagari" userId="ad215094-da36-4b66-9c79-369a17aea26b" providerId="ADAL" clId="{F807B796-0606-4BF0-9A84-6557326C69B2}" dt="2024-09-03T17:18:57.431" v="5611" actId="20577"/>
        <pc:sldMkLst>
          <pc:docMk/>
          <pc:sldMk cId="2646681002" sldId="1418"/>
        </pc:sldMkLst>
      </pc:sldChg>
      <pc:sldChg chg="modSp new mod">
        <pc:chgData name="Sanmukh Kuppannagari" userId="ad215094-da36-4b66-9c79-369a17aea26b" providerId="ADAL" clId="{F807B796-0606-4BF0-9A84-6557326C69B2}" dt="2024-09-03T17:20:30.540" v="5941" actId="20577"/>
        <pc:sldMkLst>
          <pc:docMk/>
          <pc:sldMk cId="2756067693" sldId="1419"/>
        </pc:sldMkLst>
      </pc:sldChg>
      <pc:sldChg chg="addSp modSp new mod">
        <pc:chgData name="Sanmukh Kuppannagari" userId="ad215094-da36-4b66-9c79-369a17aea26b" providerId="ADAL" clId="{F807B796-0606-4BF0-9A84-6557326C69B2}" dt="2024-09-03T17:26:17.273" v="6104" actId="27636"/>
        <pc:sldMkLst>
          <pc:docMk/>
          <pc:sldMk cId="519883686" sldId="1420"/>
        </pc:sldMkLst>
      </pc:sldChg>
      <pc:sldChg chg="modSp new mod">
        <pc:chgData name="Sanmukh Kuppannagari" userId="ad215094-da36-4b66-9c79-369a17aea26b" providerId="ADAL" clId="{F807B796-0606-4BF0-9A84-6557326C69B2}" dt="2024-09-03T17:27:21.796" v="6281" actId="20577"/>
        <pc:sldMkLst>
          <pc:docMk/>
          <pc:sldMk cId="3752423486" sldId="1421"/>
        </pc:sldMkLst>
      </pc:sldChg>
    </pc:docChg>
  </pc:docChgLst>
  <pc:docChgLst>
    <pc:chgData name="Sanmukh Kuppannagari" userId="ad215094-da36-4b66-9c79-369a17aea26b" providerId="ADAL" clId="{81DCEDA7-60EA-499B-B80C-1BDE2D6C1E99}"/>
    <pc:docChg chg="undo custSel addSld delSld modSld sldOrd">
      <pc:chgData name="Sanmukh Kuppannagari" userId="ad215094-da36-4b66-9c79-369a17aea26b" providerId="ADAL" clId="{81DCEDA7-60EA-499B-B80C-1BDE2D6C1E99}" dt="2024-09-12T15:51:00.215" v="2933" actId="478"/>
      <pc:docMkLst>
        <pc:docMk/>
      </pc:docMkLst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818063122" sldId="34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287006485" sldId="348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541016882" sldId="34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430606432" sldId="3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92042211" sldId="354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998572678" sldId="355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590445591" sldId="356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349920142" sldId="35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740634628" sldId="358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82194659" sldId="35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431469683" sldId="373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72326915" sldId="375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598278600" sldId="389"/>
        </pc:sldMkLst>
      </pc:sldChg>
      <pc:sldChg chg="modSp mod">
        <pc:chgData name="Sanmukh Kuppannagari" userId="ad215094-da36-4b66-9c79-369a17aea26b" providerId="ADAL" clId="{81DCEDA7-60EA-499B-B80C-1BDE2D6C1E99}" dt="2024-09-12T15:36:10.680" v="2760" actId="20577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83873654" sldId="42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888738288" sldId="42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793507665" sldId="43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87871764" sldId="43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8865837" sldId="43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02553672" sldId="43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61697695" sldId="43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738599002" sldId="444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967081645" sldId="466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829024903" sldId="640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233672176" sldId="1228"/>
        </pc:sldMkLst>
      </pc:sldChg>
      <pc:sldChg chg="modSp add mod">
        <pc:chgData name="Sanmukh Kuppannagari" userId="ad215094-da36-4b66-9c79-369a17aea26b" providerId="ADAL" clId="{81DCEDA7-60EA-499B-B80C-1BDE2D6C1E99}" dt="2024-09-12T12:57:24.938" v="256"/>
        <pc:sldMkLst>
          <pc:docMk/>
          <pc:sldMk cId="4246288794" sldId="123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692180613" sldId="123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4095821644" sldId="1240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559763505" sldId="1241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178271313" sldId="1242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505400230" sldId="124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845386772" sldId="125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83670839" sldId="125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018864358" sldId="12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787861397" sldId="125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706379635" sldId="125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188572601" sldId="125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11274223" sldId="125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969816698" sldId="125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375916416" sldId="126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96076742" sldId="126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8347974" sldId="126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63333809" sldId="126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61059533" sldId="126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769872445" sldId="126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1496660" sldId="126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49417311" sldId="126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981443244" sldId="126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87788205" sldId="126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224902270" sldId="127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30267348" sldId="127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564167782" sldId="127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926195366" sldId="127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15725712" sldId="127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712480366" sldId="127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839462493" sldId="128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17399218" sldId="128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155445605" sldId="1376"/>
        </pc:sldMkLst>
      </pc:sldChg>
      <pc:sldChg chg="del">
        <pc:chgData name="Sanmukh Kuppannagari" userId="ad215094-da36-4b66-9c79-369a17aea26b" providerId="ADAL" clId="{81DCEDA7-60EA-499B-B80C-1BDE2D6C1E99}" dt="2024-09-12T12:44:56.821" v="144" actId="47"/>
        <pc:sldMkLst>
          <pc:docMk/>
          <pc:sldMk cId="2646681002" sldId="1418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024660992" sldId="142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732262" sldId="142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162645904" sldId="1424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23648906" sldId="1425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061472416" sldId="1426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109825613" sldId="1427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521121717" sldId="1428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988378371" sldId="1429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300145823" sldId="1430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799776817" sldId="1431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670905119" sldId="143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681725977" sldId="143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10148444" sldId="1434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2895113626" sldId="1435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1065455456" sldId="1436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4249774978" sldId="1437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3744848553" sldId="1438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3911730472" sldId="1439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806484747" sldId="1440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510140089" sldId="1441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198400876" sldId="144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310307108" sldId="144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39455098" sldId="144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35438658" sldId="144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528700108" sldId="144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448580318" sldId="144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596653468" sldId="144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880408666" sldId="144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060134973" sldId="145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02584918" sldId="1452"/>
        </pc:sldMkLst>
      </pc:sldChg>
      <pc:sldChg chg="modSp add del mod">
        <pc:chgData name="Sanmukh Kuppannagari" userId="ad215094-da36-4b66-9c79-369a17aea26b" providerId="ADAL" clId="{81DCEDA7-60EA-499B-B80C-1BDE2D6C1E99}" dt="2024-09-12T13:58:59.660" v="579" actId="20577"/>
        <pc:sldMkLst>
          <pc:docMk/>
          <pc:sldMk cId="166141272" sldId="145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37042343" sldId="14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77584720" sldId="145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01611775" sldId="145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32978893" sldId="145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977200157" sldId="145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026247998" sldId="145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06065322" sldId="146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428985795" sldId="146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519324463" sldId="146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373048709" sldId="146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075436054" sldId="146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872022406" sldId="1465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74961130" sldId="146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693279848" sldId="146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77406003" sldId="146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913176791" sldId="146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90536048" sldId="147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20050802" sldId="147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84454124" sldId="147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095382800" sldId="147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702332589" sldId="147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957084145" sldId="1475"/>
        </pc:sldMkLst>
      </pc:sldChg>
      <pc:sldChg chg="modSp add mod">
        <pc:chgData name="Sanmukh Kuppannagari" userId="ad215094-da36-4b66-9c79-369a17aea26b" providerId="ADAL" clId="{81DCEDA7-60EA-499B-B80C-1BDE2D6C1E99}" dt="2024-09-12T12:58:38.148" v="273" actId="20577"/>
        <pc:sldMkLst>
          <pc:docMk/>
          <pc:sldMk cId="1535296341" sldId="1476"/>
        </pc:sldMkLst>
      </pc:sldChg>
      <pc:sldChg chg="modSp add mod">
        <pc:chgData name="Sanmukh Kuppannagari" userId="ad215094-da36-4b66-9c79-369a17aea26b" providerId="ADAL" clId="{81DCEDA7-60EA-499B-B80C-1BDE2D6C1E99}" dt="2024-09-12T12:59:20.577" v="294"/>
        <pc:sldMkLst>
          <pc:docMk/>
          <pc:sldMk cId="359220519" sldId="1477"/>
        </pc:sldMkLst>
      </pc:sldChg>
      <pc:sldChg chg="modSp add del mod">
        <pc:chgData name="Sanmukh Kuppannagari" userId="ad215094-da36-4b66-9c79-369a17aea26b" providerId="ADAL" clId="{81DCEDA7-60EA-499B-B80C-1BDE2D6C1E99}" dt="2024-09-12T12:59:01.682" v="283" actId="2696"/>
        <pc:sldMkLst>
          <pc:docMk/>
          <pc:sldMk cId="4025197292" sldId="1477"/>
        </pc:sldMkLst>
      </pc:sldChg>
      <pc:sldChg chg="modSp add mod">
        <pc:chgData name="Sanmukh Kuppannagari" userId="ad215094-da36-4b66-9c79-369a17aea26b" providerId="ADAL" clId="{81DCEDA7-60EA-499B-B80C-1BDE2D6C1E99}" dt="2024-09-12T12:58:58.410" v="282" actId="20577"/>
        <pc:sldMkLst>
          <pc:docMk/>
          <pc:sldMk cId="3637780389" sldId="1478"/>
        </pc:sldMkLst>
      </pc:sldChg>
      <pc:sldChg chg="add">
        <pc:chgData name="Sanmukh Kuppannagari" userId="ad215094-da36-4b66-9c79-369a17aea26b" providerId="ADAL" clId="{81DCEDA7-60EA-499B-B80C-1BDE2D6C1E99}" dt="2024-09-12T12:47:09.761" v="153"/>
        <pc:sldMkLst>
          <pc:docMk/>
          <pc:sldMk cId="2565918572" sldId="1479"/>
        </pc:sldMkLst>
      </pc:sldChg>
      <pc:sldChg chg="add">
        <pc:chgData name="Sanmukh Kuppannagari" userId="ad215094-da36-4b66-9c79-369a17aea26b" providerId="ADAL" clId="{81DCEDA7-60EA-499B-B80C-1BDE2D6C1E99}" dt="2024-09-12T12:47:38.985" v="154"/>
        <pc:sldMkLst>
          <pc:docMk/>
          <pc:sldMk cId="1533588936" sldId="1480"/>
        </pc:sldMkLst>
      </pc:sldChg>
      <pc:sldChg chg="add">
        <pc:chgData name="Sanmukh Kuppannagari" userId="ad215094-da36-4b66-9c79-369a17aea26b" providerId="ADAL" clId="{81DCEDA7-60EA-499B-B80C-1BDE2D6C1E99}" dt="2024-09-12T12:47:38.985" v="154"/>
        <pc:sldMkLst>
          <pc:docMk/>
          <pc:sldMk cId="2551489107" sldId="1481"/>
        </pc:sldMkLst>
      </pc:sldChg>
      <pc:sldChg chg="add">
        <pc:chgData name="Sanmukh Kuppannagari" userId="ad215094-da36-4b66-9c79-369a17aea26b" providerId="ADAL" clId="{81DCEDA7-60EA-499B-B80C-1BDE2D6C1E99}" dt="2024-09-12T12:48:03.531" v="155"/>
        <pc:sldMkLst>
          <pc:docMk/>
          <pc:sldMk cId="1137888738" sldId="1482"/>
        </pc:sldMkLst>
      </pc:sldChg>
      <pc:sldChg chg="add">
        <pc:chgData name="Sanmukh Kuppannagari" userId="ad215094-da36-4b66-9c79-369a17aea26b" providerId="ADAL" clId="{81DCEDA7-60EA-499B-B80C-1BDE2D6C1E99}" dt="2024-09-12T12:48:30.050" v="156"/>
        <pc:sldMkLst>
          <pc:docMk/>
          <pc:sldMk cId="1749571042" sldId="1483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073926282" sldId="1484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951002451" sldId="1485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093951396" sldId="1486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327016912" sldId="1487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581566112" sldId="1488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895175968" sldId="1489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3883266803" sldId="1490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432030833" sldId="1491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851547733" sldId="1492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110247357" sldId="1493"/>
        </pc:sldMkLst>
      </pc:sldChg>
      <pc:sldChg chg="modSp new mod">
        <pc:chgData name="Sanmukh Kuppannagari" userId="ad215094-da36-4b66-9c79-369a17aea26b" providerId="ADAL" clId="{81DCEDA7-60EA-499B-B80C-1BDE2D6C1E99}" dt="2024-09-12T14:00:50.976" v="584" actId="207"/>
        <pc:sldMkLst>
          <pc:docMk/>
          <pc:sldMk cId="1048702013" sldId="1494"/>
        </pc:sldMkLst>
      </pc:sldChg>
      <pc:sldChg chg="modSp add mod">
        <pc:chgData name="Sanmukh Kuppannagari" userId="ad215094-da36-4b66-9c79-369a17aea26b" providerId="ADAL" clId="{81DCEDA7-60EA-499B-B80C-1BDE2D6C1E99}" dt="2024-09-12T14:05:25.961" v="700" actId="20577"/>
        <pc:sldMkLst>
          <pc:docMk/>
          <pc:sldMk cId="383901888" sldId="1495"/>
        </pc:sldMkLst>
      </pc:sldChg>
      <pc:sldChg chg="modSp new mod">
        <pc:chgData name="Sanmukh Kuppannagari" userId="ad215094-da36-4b66-9c79-369a17aea26b" providerId="ADAL" clId="{81DCEDA7-60EA-499B-B80C-1BDE2D6C1E99}" dt="2024-09-12T14:08:34.517" v="815" actId="20577"/>
        <pc:sldMkLst>
          <pc:docMk/>
          <pc:sldMk cId="1607590641" sldId="1496"/>
        </pc:sldMkLst>
      </pc:sldChg>
      <pc:sldChg chg="modSp add mod">
        <pc:chgData name="Sanmukh Kuppannagari" userId="ad215094-da36-4b66-9c79-369a17aea26b" providerId="ADAL" clId="{81DCEDA7-60EA-499B-B80C-1BDE2D6C1E99}" dt="2024-09-12T14:09:35.042" v="950" actId="207"/>
        <pc:sldMkLst>
          <pc:docMk/>
          <pc:sldMk cId="3416366971" sldId="1497"/>
        </pc:sldMkLst>
      </pc:sldChg>
      <pc:sldChg chg="addSp modSp new mod">
        <pc:chgData name="Sanmukh Kuppannagari" userId="ad215094-da36-4b66-9c79-369a17aea26b" providerId="ADAL" clId="{81DCEDA7-60EA-499B-B80C-1BDE2D6C1E99}" dt="2024-09-12T14:17:44.139" v="1359" actId="20577"/>
        <pc:sldMkLst>
          <pc:docMk/>
          <pc:sldMk cId="3466822053" sldId="1498"/>
        </pc:sldMkLst>
      </pc:sldChg>
      <pc:sldChg chg="addSp delSp modSp new mod">
        <pc:chgData name="Sanmukh Kuppannagari" userId="ad215094-da36-4b66-9c79-369a17aea26b" providerId="ADAL" clId="{81DCEDA7-60EA-499B-B80C-1BDE2D6C1E99}" dt="2024-09-12T14:57:18.679" v="1742" actId="20577"/>
        <pc:sldMkLst>
          <pc:docMk/>
          <pc:sldMk cId="1318329734" sldId="1499"/>
        </pc:sldMkLst>
      </pc:sldChg>
      <pc:sldChg chg="delSp modSp add del ord">
        <pc:chgData name="Sanmukh Kuppannagari" userId="ad215094-da36-4b66-9c79-369a17aea26b" providerId="ADAL" clId="{81DCEDA7-60EA-499B-B80C-1BDE2D6C1E99}" dt="2024-09-12T14:53:42.299" v="1716" actId="47"/>
        <pc:sldMkLst>
          <pc:docMk/>
          <pc:sldMk cId="838647199" sldId="1500"/>
        </pc:sldMkLst>
      </pc:sldChg>
      <pc:sldChg chg="addSp delSp modSp new mod">
        <pc:chgData name="Sanmukh Kuppannagari" userId="ad215094-da36-4b66-9c79-369a17aea26b" providerId="ADAL" clId="{81DCEDA7-60EA-499B-B80C-1BDE2D6C1E99}" dt="2024-09-12T14:58:26.565" v="1822" actId="207"/>
        <pc:sldMkLst>
          <pc:docMk/>
          <pc:sldMk cId="2356971427" sldId="1500"/>
        </pc:sldMkLst>
      </pc:sldChg>
      <pc:sldChg chg="modSp add mod">
        <pc:chgData name="Sanmukh Kuppannagari" userId="ad215094-da36-4b66-9c79-369a17aea26b" providerId="ADAL" clId="{81DCEDA7-60EA-499B-B80C-1BDE2D6C1E99}" dt="2024-09-12T14:59:46.295" v="1848" actId="207"/>
        <pc:sldMkLst>
          <pc:docMk/>
          <pc:sldMk cId="4018545262" sldId="1501"/>
        </pc:sldMkLst>
      </pc:sldChg>
      <pc:sldChg chg="addSp delSp modSp add mod">
        <pc:chgData name="Sanmukh Kuppannagari" userId="ad215094-da36-4b66-9c79-369a17aea26b" providerId="ADAL" clId="{81DCEDA7-60EA-499B-B80C-1BDE2D6C1E99}" dt="2024-09-12T15:01:27.407" v="1942" actId="207"/>
        <pc:sldMkLst>
          <pc:docMk/>
          <pc:sldMk cId="2635305440" sldId="1502"/>
        </pc:sldMkLst>
      </pc:sldChg>
      <pc:sldChg chg="modSp add mod">
        <pc:chgData name="Sanmukh Kuppannagari" userId="ad215094-da36-4b66-9c79-369a17aea26b" providerId="ADAL" clId="{81DCEDA7-60EA-499B-B80C-1BDE2D6C1E99}" dt="2024-09-12T15:02:55.224" v="1993" actId="20577"/>
        <pc:sldMkLst>
          <pc:docMk/>
          <pc:sldMk cId="1450447005" sldId="1503"/>
        </pc:sldMkLst>
      </pc:sldChg>
      <pc:sldChg chg="modSp add mod">
        <pc:chgData name="Sanmukh Kuppannagari" userId="ad215094-da36-4b66-9c79-369a17aea26b" providerId="ADAL" clId="{81DCEDA7-60EA-499B-B80C-1BDE2D6C1E99}" dt="2024-09-12T15:03:51.608" v="2086" actId="20577"/>
        <pc:sldMkLst>
          <pc:docMk/>
          <pc:sldMk cId="591644866" sldId="1504"/>
        </pc:sldMkLst>
      </pc:sldChg>
      <pc:sldChg chg="modSp add mod">
        <pc:chgData name="Sanmukh Kuppannagari" userId="ad215094-da36-4b66-9c79-369a17aea26b" providerId="ADAL" clId="{81DCEDA7-60EA-499B-B80C-1BDE2D6C1E99}" dt="2024-09-12T15:04:56.785" v="2252" actId="207"/>
        <pc:sldMkLst>
          <pc:docMk/>
          <pc:sldMk cId="4226465458" sldId="1505"/>
        </pc:sldMkLst>
      </pc:sldChg>
      <pc:sldChg chg="addSp modSp add mod">
        <pc:chgData name="Sanmukh Kuppannagari" userId="ad215094-da36-4b66-9c79-369a17aea26b" providerId="ADAL" clId="{81DCEDA7-60EA-499B-B80C-1BDE2D6C1E99}" dt="2024-09-12T15:30:38.888" v="2434" actId="20577"/>
        <pc:sldMkLst>
          <pc:docMk/>
          <pc:sldMk cId="2571495037" sldId="1506"/>
        </pc:sldMkLst>
      </pc:sldChg>
      <pc:sldChg chg="modSp add mod">
        <pc:chgData name="Sanmukh Kuppannagari" userId="ad215094-da36-4b66-9c79-369a17aea26b" providerId="ADAL" clId="{81DCEDA7-60EA-499B-B80C-1BDE2D6C1E99}" dt="2024-09-12T15:32:17.818" v="2477" actId="207"/>
        <pc:sldMkLst>
          <pc:docMk/>
          <pc:sldMk cId="2267279555" sldId="1507"/>
        </pc:sldMkLst>
      </pc:sldChg>
      <pc:sldChg chg="modSp new mod">
        <pc:chgData name="Sanmukh Kuppannagari" userId="ad215094-da36-4b66-9c79-369a17aea26b" providerId="ADAL" clId="{81DCEDA7-60EA-499B-B80C-1BDE2D6C1E99}" dt="2024-09-12T15:35:01.939" v="2561" actId="20577"/>
        <pc:sldMkLst>
          <pc:docMk/>
          <pc:sldMk cId="1753430728" sldId="1508"/>
        </pc:sldMkLst>
      </pc:sldChg>
      <pc:sldChg chg="modSp new mod">
        <pc:chgData name="Sanmukh Kuppannagari" userId="ad215094-da36-4b66-9c79-369a17aea26b" providerId="ADAL" clId="{81DCEDA7-60EA-499B-B80C-1BDE2D6C1E99}" dt="2024-09-12T15:35:55.337" v="2712" actId="20577"/>
        <pc:sldMkLst>
          <pc:docMk/>
          <pc:sldMk cId="1438830724" sldId="1509"/>
        </pc:sldMkLst>
      </pc:sldChg>
      <pc:sldChg chg="addSp delSp modSp new mod">
        <pc:chgData name="Sanmukh Kuppannagari" userId="ad215094-da36-4b66-9c79-369a17aea26b" providerId="ADAL" clId="{81DCEDA7-60EA-499B-B80C-1BDE2D6C1E99}" dt="2024-09-12T15:46:38.329" v="2852" actId="122"/>
        <pc:sldMkLst>
          <pc:docMk/>
          <pc:sldMk cId="1897212904" sldId="1510"/>
        </pc:sldMkLst>
      </pc:sldChg>
      <pc:sldChg chg="addSp modSp add mod">
        <pc:chgData name="Sanmukh Kuppannagari" userId="ad215094-da36-4b66-9c79-369a17aea26b" providerId="ADAL" clId="{81DCEDA7-60EA-499B-B80C-1BDE2D6C1E99}" dt="2024-09-12T15:49:36.633" v="2906" actId="207"/>
        <pc:sldMkLst>
          <pc:docMk/>
          <pc:sldMk cId="2991715139" sldId="1511"/>
        </pc:sldMkLst>
      </pc:sldChg>
      <pc:sldChg chg="addSp delSp modSp add mod">
        <pc:chgData name="Sanmukh Kuppannagari" userId="ad215094-da36-4b66-9c79-369a17aea26b" providerId="ADAL" clId="{81DCEDA7-60EA-499B-B80C-1BDE2D6C1E99}" dt="2024-09-12T15:51:00.215" v="2933" actId="478"/>
        <pc:sldMkLst>
          <pc:docMk/>
          <pc:sldMk cId="1042445932" sldId="1512"/>
        </pc:sldMkLst>
      </pc:sldChg>
    </pc:docChg>
  </pc:docChgLst>
  <pc:docChgLst>
    <pc:chgData name="Sanmukh Kuppannagari" userId="ad215094-da36-4b66-9c79-369a17aea26b" providerId="ADAL" clId="{4AADFD82-FDC5-4959-98F3-0F9C04BB9859}"/>
    <pc:docChg chg="undo custSel addSld delSld modSld sldOrd">
      <pc:chgData name="Sanmukh Kuppannagari" userId="ad215094-da36-4b66-9c79-369a17aea26b" providerId="ADAL" clId="{4AADFD82-FDC5-4959-98F3-0F9C04BB9859}" dt="2025-09-25T03:26:17.211" v="3947" actId="1076"/>
      <pc:docMkLst>
        <pc:docMk/>
      </pc:docMkLst>
      <pc:sldChg chg="modSp mod">
        <pc:chgData name="Sanmukh Kuppannagari" userId="ad215094-da36-4b66-9c79-369a17aea26b" providerId="ADAL" clId="{4AADFD82-FDC5-4959-98F3-0F9C04BB9859}" dt="2025-09-24T21:08:36.853" v="2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4AADFD82-FDC5-4959-98F3-0F9C04BB9859}" dt="2025-09-24T21:08:36.853" v="2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modSp mod">
        <pc:chgData name="Sanmukh Kuppannagari" userId="ad215094-da36-4b66-9c79-369a17aea26b" providerId="ADAL" clId="{4AADFD82-FDC5-4959-98F3-0F9C04BB9859}" dt="2025-09-25T01:54:21.397" v="414" actId="5793"/>
        <pc:sldMkLst>
          <pc:docMk/>
          <pc:sldMk cId="2017305151" sldId="261"/>
        </pc:sldMkLst>
        <pc:spChg chg="mod">
          <ac:chgData name="Sanmukh Kuppannagari" userId="ad215094-da36-4b66-9c79-369a17aea26b" providerId="ADAL" clId="{4AADFD82-FDC5-4959-98F3-0F9C04BB9859}" dt="2025-09-25T01:54:21.397" v="414" actId="5793"/>
          <ac:spMkLst>
            <pc:docMk/>
            <pc:sldMk cId="2017305151" sldId="261"/>
            <ac:spMk id="3" creationId="{D61E7643-79A8-EFA8-035B-07E3457DA90C}"/>
          </ac:spMkLst>
        </pc:spChg>
      </pc:sldChg>
      <pc:sldChg chg="add del">
        <pc:chgData name="Sanmukh Kuppannagari" userId="ad215094-da36-4b66-9c79-369a17aea26b" providerId="ADAL" clId="{4AADFD82-FDC5-4959-98F3-0F9C04BB9859}" dt="2025-09-25T02:51:00.425" v="3225" actId="47"/>
        <pc:sldMkLst>
          <pc:docMk/>
          <pc:sldMk cId="882591950" sldId="1237"/>
        </pc:sldMkLst>
      </pc:sldChg>
      <pc:sldChg chg="modSp mod">
        <pc:chgData name="Sanmukh Kuppannagari" userId="ad215094-da36-4b66-9c79-369a17aea26b" providerId="ADAL" clId="{4AADFD82-FDC5-4959-98F3-0F9C04BB9859}" dt="2025-09-25T01:57:00.636" v="436" actId="113"/>
        <pc:sldMkLst>
          <pc:docMk/>
          <pc:sldMk cId="3630924" sldId="1253"/>
        </pc:sldMkLst>
        <pc:spChg chg="mod">
          <ac:chgData name="Sanmukh Kuppannagari" userId="ad215094-da36-4b66-9c79-369a17aea26b" providerId="ADAL" clId="{4AADFD82-FDC5-4959-98F3-0F9C04BB9859}" dt="2025-09-25T01:57:00.636" v="436" actId="113"/>
          <ac:spMkLst>
            <pc:docMk/>
            <pc:sldMk cId="3630924" sldId="1253"/>
            <ac:spMk id="3" creationId="{FAB84D86-2480-F6C6-1CC0-FABC5ED98208}"/>
          </ac:spMkLst>
        </pc:spChg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4284530624" sldId="1254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413064123" sldId="1255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574746539" sldId="1256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927700788" sldId="1257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750676043" sldId="1258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329904463" sldId="1259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892195865" sldId="1260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157439954" sldId="1261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769619670" sldId="1262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80733138" sldId="1263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116587120" sldId="1265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205148523" sldId="1266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207822773" sldId="1267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166595346" sldId="1268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888322834" sldId="1269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981461382" sldId="1270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073609131" sldId="1271"/>
        </pc:sldMkLst>
      </pc:sldChg>
      <pc:sldChg chg="add del">
        <pc:chgData name="Sanmukh Kuppannagari" userId="ad215094-da36-4b66-9c79-369a17aea26b" providerId="ADAL" clId="{4AADFD82-FDC5-4959-98F3-0F9C04BB9859}" dt="2025-09-25T02:00:41.573" v="496"/>
        <pc:sldMkLst>
          <pc:docMk/>
          <pc:sldMk cId="2505794832" sldId="1272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899752863" sldId="1280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199527142" sldId="1281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004796864" sldId="1282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558271014" sldId="1299"/>
        </pc:sldMkLst>
      </pc:sldChg>
      <pc:sldChg chg="add del">
        <pc:chgData name="Sanmukh Kuppannagari" userId="ad215094-da36-4b66-9c79-369a17aea26b" providerId="ADAL" clId="{4AADFD82-FDC5-4959-98F3-0F9C04BB9859}" dt="2025-09-25T02:50:58.036" v="3224" actId="47"/>
        <pc:sldMkLst>
          <pc:docMk/>
          <pc:sldMk cId="1958832422" sldId="1300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2120621833" sldId="1301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761206213" sldId="1302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902944658" sldId="1309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577631310" sldId="1310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692720287" sldId="1311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4072723455" sldId="1312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830590251" sldId="1313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979417289" sldId="1314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062603384" sldId="1315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238687387" sldId="1316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05581169" sldId="1317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626710577" sldId="1318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589855805" sldId="1319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870134566" sldId="1320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443015343" sldId="1321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08815486" sldId="1322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927615945" sldId="1323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48302563" sldId="1324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558153898" sldId="1325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579584412" sldId="1326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876399712" sldId="1327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577888197" sldId="1328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446468191" sldId="1329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270243835" sldId="1330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580580032" sldId="1331"/>
        </pc:sldMkLst>
      </pc:sldChg>
      <pc:sldChg chg="add del">
        <pc:chgData name="Sanmukh Kuppannagari" userId="ad215094-da36-4b66-9c79-369a17aea26b" providerId="ADAL" clId="{4AADFD82-FDC5-4959-98F3-0F9C04BB9859}" dt="2025-09-24T21:16:27.372" v="300"/>
        <pc:sldMkLst>
          <pc:docMk/>
          <pc:sldMk cId="189707620" sldId="1332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2947096827" sldId="1348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4042243871" sldId="1349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4189498737" sldId="1350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3540455608" sldId="1351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955974285" sldId="1352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190843385" sldId="1353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3949718224" sldId="1354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2944983638" sldId="1355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602010999" sldId="1356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3928916360" sldId="1357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554485064" sldId="1358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1255597569" sldId="1359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255600020" sldId="1360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2091206708" sldId="1361"/>
        </pc:sldMkLst>
      </pc:sldChg>
      <pc:sldChg chg="addSp modSp add mod">
        <pc:chgData name="Sanmukh Kuppannagari" userId="ad215094-da36-4b66-9c79-369a17aea26b" providerId="ADAL" clId="{4AADFD82-FDC5-4959-98F3-0F9C04BB9859}" dt="2025-09-25T02:34:28.362" v="2673" actId="122"/>
        <pc:sldMkLst>
          <pc:docMk/>
          <pc:sldMk cId="1324345654" sldId="1363"/>
        </pc:sldMkLst>
        <pc:spChg chg="add mod">
          <ac:chgData name="Sanmukh Kuppannagari" userId="ad215094-da36-4b66-9c79-369a17aea26b" providerId="ADAL" clId="{4AADFD82-FDC5-4959-98F3-0F9C04BB9859}" dt="2025-09-25T02:34:28.362" v="2673" actId="122"/>
          <ac:spMkLst>
            <pc:docMk/>
            <pc:sldMk cId="1324345654" sldId="1363"/>
            <ac:spMk id="3" creationId="{546D101B-57EA-31BF-DD8E-949BDE1C368C}"/>
          </ac:spMkLst>
        </pc:spChg>
      </pc:sldChg>
      <pc:sldChg chg="addSp modSp add">
        <pc:chgData name="Sanmukh Kuppannagari" userId="ad215094-da36-4b66-9c79-369a17aea26b" providerId="ADAL" clId="{4AADFD82-FDC5-4959-98F3-0F9C04BB9859}" dt="2025-09-25T02:34:32.266" v="2674"/>
        <pc:sldMkLst>
          <pc:docMk/>
          <pc:sldMk cId="1952027562" sldId="1364"/>
        </pc:sldMkLst>
        <pc:spChg chg="add mod">
          <ac:chgData name="Sanmukh Kuppannagari" userId="ad215094-da36-4b66-9c79-369a17aea26b" providerId="ADAL" clId="{4AADFD82-FDC5-4959-98F3-0F9C04BB9859}" dt="2025-09-25T02:34:32.266" v="2674"/>
          <ac:spMkLst>
            <pc:docMk/>
            <pc:sldMk cId="1952027562" sldId="1364"/>
            <ac:spMk id="53" creationId="{D0180A5A-3761-2C34-90FC-B13C92EB883C}"/>
          </ac:spMkLst>
        </pc:spChg>
      </pc:sldChg>
      <pc:sldChg chg="addSp modSp add">
        <pc:chgData name="Sanmukh Kuppannagari" userId="ad215094-da36-4b66-9c79-369a17aea26b" providerId="ADAL" clId="{4AADFD82-FDC5-4959-98F3-0F9C04BB9859}" dt="2025-09-25T02:34:33.995" v="2675"/>
        <pc:sldMkLst>
          <pc:docMk/>
          <pc:sldMk cId="2681935685" sldId="1365"/>
        </pc:sldMkLst>
        <pc:spChg chg="add mod">
          <ac:chgData name="Sanmukh Kuppannagari" userId="ad215094-da36-4b66-9c79-369a17aea26b" providerId="ADAL" clId="{4AADFD82-FDC5-4959-98F3-0F9C04BB9859}" dt="2025-09-25T02:34:33.995" v="2675"/>
          <ac:spMkLst>
            <pc:docMk/>
            <pc:sldMk cId="2681935685" sldId="1365"/>
            <ac:spMk id="64" creationId="{87C37F2A-5E7C-0D9D-9095-E4DD469D860F}"/>
          </ac:spMkLst>
        </pc:spChg>
      </pc:sldChg>
      <pc:sldChg chg="addSp delSp modSp add mod">
        <pc:chgData name="Sanmukh Kuppannagari" userId="ad215094-da36-4b66-9c79-369a17aea26b" providerId="ADAL" clId="{4AADFD82-FDC5-4959-98F3-0F9C04BB9859}" dt="2025-09-25T02:35:49.550" v="2685" actId="478"/>
        <pc:sldMkLst>
          <pc:docMk/>
          <pc:sldMk cId="1694987608" sldId="1366"/>
        </pc:sldMkLst>
        <pc:spChg chg="add mod">
          <ac:chgData name="Sanmukh Kuppannagari" userId="ad215094-da36-4b66-9c79-369a17aea26b" providerId="ADAL" clId="{4AADFD82-FDC5-4959-98F3-0F9C04BB9859}" dt="2025-09-25T02:35:47.751" v="2684"/>
          <ac:spMkLst>
            <pc:docMk/>
            <pc:sldMk cId="1694987608" sldId="1366"/>
            <ac:spMk id="75" creationId="{D4998CF5-7243-D18B-B862-7B0F94D84465}"/>
          </ac:spMkLst>
        </pc:spChg>
      </pc:sldChg>
      <pc:sldChg chg="add">
        <pc:chgData name="Sanmukh Kuppannagari" userId="ad215094-da36-4b66-9c79-369a17aea26b" providerId="ADAL" clId="{4AADFD82-FDC5-4959-98F3-0F9C04BB9859}" dt="2025-09-25T02:05:47.787" v="830"/>
        <pc:sldMkLst>
          <pc:docMk/>
          <pc:sldMk cId="906755194" sldId="1371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2289880766" sldId="1393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547436486" sldId="1394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2202618607" sldId="1395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376476748" sldId="1396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326597970" sldId="1397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3317642017" sldId="1398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1917602464" sldId="1399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135936496" sldId="1400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3700221882" sldId="1401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3296018570" sldId="1402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1582163347" sldId="1403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904800431" sldId="1404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3392244592" sldId="1405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697652818" sldId="1406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2455634612" sldId="1407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2839119350" sldId="1408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3080220527" sldId="1409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2247426298" sldId="1410"/>
        </pc:sldMkLst>
      </pc:sldChg>
      <pc:sldChg chg="modSp add mod">
        <pc:chgData name="Sanmukh Kuppannagari" userId="ad215094-da36-4b66-9c79-369a17aea26b" providerId="ADAL" clId="{4AADFD82-FDC5-4959-98F3-0F9C04BB9859}" dt="2025-09-25T02:57:10.714" v="3518" actId="207"/>
        <pc:sldMkLst>
          <pc:docMk/>
          <pc:sldMk cId="4009862055" sldId="1411"/>
        </pc:sldMkLst>
        <pc:spChg chg="mod">
          <ac:chgData name="Sanmukh Kuppannagari" userId="ad215094-da36-4b66-9c79-369a17aea26b" providerId="ADAL" clId="{4AADFD82-FDC5-4959-98F3-0F9C04BB9859}" dt="2025-09-25T02:57:10.714" v="3518" actId="207"/>
          <ac:spMkLst>
            <pc:docMk/>
            <pc:sldMk cId="4009862055" sldId="1411"/>
            <ac:spMk id="3" creationId="{D42DF6D0-DC79-BE4B-A7C7-393ADCEA376E}"/>
          </ac:spMkLst>
        </pc:spChg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3931076547" sldId="1412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2299857702" sldId="1413"/>
        </pc:sldMkLst>
      </pc:sldChg>
      <pc:sldChg chg="modSp add mod">
        <pc:chgData name="Sanmukh Kuppannagari" userId="ad215094-da36-4b66-9c79-369a17aea26b" providerId="ADAL" clId="{4AADFD82-FDC5-4959-98F3-0F9C04BB9859}" dt="2025-09-25T02:57:29.454" v="3522" actId="20577"/>
        <pc:sldMkLst>
          <pc:docMk/>
          <pc:sldMk cId="2715450416" sldId="1414"/>
        </pc:sldMkLst>
        <pc:spChg chg="mod">
          <ac:chgData name="Sanmukh Kuppannagari" userId="ad215094-da36-4b66-9c79-369a17aea26b" providerId="ADAL" clId="{4AADFD82-FDC5-4959-98F3-0F9C04BB9859}" dt="2025-09-25T02:57:29.454" v="3522" actId="20577"/>
          <ac:spMkLst>
            <pc:docMk/>
            <pc:sldMk cId="2715450416" sldId="1414"/>
            <ac:spMk id="3" creationId="{031B3923-55C8-4D37-403B-BB79DCBB9ED4}"/>
          </ac:spMkLst>
        </pc:spChg>
      </pc:sldChg>
      <pc:sldChg chg="modSp mod">
        <pc:chgData name="Sanmukh Kuppannagari" userId="ad215094-da36-4b66-9c79-369a17aea26b" providerId="ADAL" clId="{4AADFD82-FDC5-4959-98F3-0F9C04BB9859}" dt="2025-09-24T21:10:18.936" v="150" actId="20577"/>
        <pc:sldMkLst>
          <pc:docMk/>
          <pc:sldMk cId="1297240811" sldId="1551"/>
        </pc:sldMkLst>
        <pc:spChg chg="mod">
          <ac:chgData name="Sanmukh Kuppannagari" userId="ad215094-da36-4b66-9c79-369a17aea26b" providerId="ADAL" clId="{4AADFD82-FDC5-4959-98F3-0F9C04BB9859}" dt="2025-09-24T21:10:18.936" v="150" actId="20577"/>
          <ac:spMkLst>
            <pc:docMk/>
            <pc:sldMk cId="1297240811" sldId="1551"/>
            <ac:spMk id="3" creationId="{E7FF2391-E8AE-9A93-A4FC-0E02B54BC29C}"/>
          </ac:spMkLst>
        </pc:spChg>
      </pc:sldChg>
      <pc:sldChg chg="modSp add del mod">
        <pc:chgData name="Sanmukh Kuppannagari" userId="ad215094-da36-4b66-9c79-369a17aea26b" providerId="ADAL" clId="{4AADFD82-FDC5-4959-98F3-0F9C04BB9859}" dt="2025-09-25T01:59:10.979" v="492" actId="47"/>
        <pc:sldMkLst>
          <pc:docMk/>
          <pc:sldMk cId="1756044707" sldId="1552"/>
        </pc:sldMkLst>
      </pc:sldChg>
      <pc:sldChg chg="modSp add del mod">
        <pc:chgData name="Sanmukh Kuppannagari" userId="ad215094-da36-4b66-9c79-369a17aea26b" providerId="ADAL" clId="{4AADFD82-FDC5-4959-98F3-0F9C04BB9859}" dt="2025-09-25T01:55:04.164" v="424" actId="47"/>
        <pc:sldMkLst>
          <pc:docMk/>
          <pc:sldMk cId="3061376612" sldId="1553"/>
        </pc:sldMkLst>
      </pc:sldChg>
      <pc:sldChg chg="modSp add mod ord">
        <pc:chgData name="Sanmukh Kuppannagari" userId="ad215094-da36-4b66-9c79-369a17aea26b" providerId="ADAL" clId="{4AADFD82-FDC5-4959-98F3-0F9C04BB9859}" dt="2025-09-25T01:59:17.059" v="494"/>
        <pc:sldMkLst>
          <pc:docMk/>
          <pc:sldMk cId="1031082684" sldId="1554"/>
        </pc:sldMkLst>
        <pc:spChg chg="mod">
          <ac:chgData name="Sanmukh Kuppannagari" userId="ad215094-da36-4b66-9c79-369a17aea26b" providerId="ADAL" clId="{4AADFD82-FDC5-4959-98F3-0F9C04BB9859}" dt="2025-09-25T01:54:34.433" v="419" actId="207"/>
          <ac:spMkLst>
            <pc:docMk/>
            <pc:sldMk cId="1031082684" sldId="1554"/>
            <ac:spMk id="3" creationId="{1320DCE2-5085-717E-EA1E-63F66CE1CBA9}"/>
          </ac:spMkLst>
        </pc:spChg>
      </pc:sldChg>
      <pc:sldChg chg="modSp add mod">
        <pc:chgData name="Sanmukh Kuppannagari" userId="ad215094-da36-4b66-9c79-369a17aea26b" providerId="ADAL" clId="{4AADFD82-FDC5-4959-98F3-0F9C04BB9859}" dt="2025-09-25T01:54:52.226" v="422" actId="207"/>
        <pc:sldMkLst>
          <pc:docMk/>
          <pc:sldMk cId="3102655080" sldId="1555"/>
        </pc:sldMkLst>
        <pc:spChg chg="mod">
          <ac:chgData name="Sanmukh Kuppannagari" userId="ad215094-da36-4b66-9c79-369a17aea26b" providerId="ADAL" clId="{4AADFD82-FDC5-4959-98F3-0F9C04BB9859}" dt="2025-09-25T01:54:52.226" v="422" actId="207"/>
          <ac:spMkLst>
            <pc:docMk/>
            <pc:sldMk cId="3102655080" sldId="1555"/>
            <ac:spMk id="3" creationId="{28ABA97B-B6E4-35F9-6428-F79E61D7A7D8}"/>
          </ac:spMkLst>
        </pc:spChg>
      </pc:sldChg>
      <pc:sldChg chg="modSp add mod">
        <pc:chgData name="Sanmukh Kuppannagari" userId="ad215094-da36-4b66-9c79-369a17aea26b" providerId="ADAL" clId="{4AADFD82-FDC5-4959-98F3-0F9C04BB9859}" dt="2025-09-25T01:55:08.478" v="425" actId="207"/>
        <pc:sldMkLst>
          <pc:docMk/>
          <pc:sldMk cId="1603436171" sldId="1556"/>
        </pc:sldMkLst>
        <pc:spChg chg="mod">
          <ac:chgData name="Sanmukh Kuppannagari" userId="ad215094-da36-4b66-9c79-369a17aea26b" providerId="ADAL" clId="{4AADFD82-FDC5-4959-98F3-0F9C04BB9859}" dt="2025-09-25T01:55:08.478" v="425" actId="207"/>
          <ac:spMkLst>
            <pc:docMk/>
            <pc:sldMk cId="1603436171" sldId="1556"/>
            <ac:spMk id="3" creationId="{5B8E843F-F96D-79C8-E913-2D79D6A210CF}"/>
          </ac:spMkLst>
        </pc:spChg>
      </pc:sldChg>
      <pc:sldChg chg="modSp add mod">
        <pc:chgData name="Sanmukh Kuppannagari" userId="ad215094-da36-4b66-9c79-369a17aea26b" providerId="ADAL" clId="{4AADFD82-FDC5-4959-98F3-0F9C04BB9859}" dt="2025-09-25T01:58:48.876" v="487" actId="113"/>
        <pc:sldMkLst>
          <pc:docMk/>
          <pc:sldMk cId="3219012261" sldId="1557"/>
        </pc:sldMkLst>
        <pc:spChg chg="mod">
          <ac:chgData name="Sanmukh Kuppannagari" userId="ad215094-da36-4b66-9c79-369a17aea26b" providerId="ADAL" clId="{4AADFD82-FDC5-4959-98F3-0F9C04BB9859}" dt="2025-09-25T01:58:48.876" v="487" actId="113"/>
          <ac:spMkLst>
            <pc:docMk/>
            <pc:sldMk cId="3219012261" sldId="1557"/>
            <ac:spMk id="3" creationId="{14AB4DB7-E50C-7A1B-B5ED-B7B3C4574D4B}"/>
          </ac:spMkLst>
        </pc:spChg>
      </pc:sldChg>
      <pc:sldChg chg="delSp modSp add mod">
        <pc:chgData name="Sanmukh Kuppannagari" userId="ad215094-da36-4b66-9c79-369a17aea26b" providerId="ADAL" clId="{4AADFD82-FDC5-4959-98F3-0F9C04BB9859}" dt="2025-09-25T02:03:41.650" v="829" actId="478"/>
        <pc:sldMkLst>
          <pc:docMk/>
          <pc:sldMk cId="2055355578" sldId="1563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95513352" sldId="1606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256665225" sldId="1607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4149257190" sldId="1608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25795403" sldId="1610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322584748" sldId="1611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368184345" sldId="1612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660858661" sldId="1613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075019539" sldId="1614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026419143" sldId="1615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32141421" sldId="1616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723772378" sldId="1617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299419835" sldId="1618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4038028448" sldId="1619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184318108" sldId="1620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088901676" sldId="1621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941417563" sldId="1622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0892369" sldId="1623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754744985" sldId="1624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19091824" sldId="1625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290179611" sldId="1626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180180404" sldId="1627"/>
        </pc:sldMkLst>
      </pc:sldChg>
      <pc:sldChg chg="add del">
        <pc:chgData name="Sanmukh Kuppannagari" userId="ad215094-da36-4b66-9c79-369a17aea26b" providerId="ADAL" clId="{4AADFD82-FDC5-4959-98F3-0F9C04BB9859}" dt="2025-09-25T02:00:31.916" v="495"/>
        <pc:sldMkLst>
          <pc:docMk/>
          <pc:sldMk cId="1699230104" sldId="1628"/>
        </pc:sldMkLst>
      </pc:sldChg>
      <pc:sldChg chg="modSp new mod">
        <pc:chgData name="Sanmukh Kuppannagari" userId="ad215094-da36-4b66-9c79-369a17aea26b" providerId="ADAL" clId="{4AADFD82-FDC5-4959-98F3-0F9C04BB9859}" dt="2025-09-25T02:02:45.599" v="822" actId="20577"/>
        <pc:sldMkLst>
          <pc:docMk/>
          <pc:sldMk cId="975006680" sldId="1629"/>
        </pc:sldMkLst>
        <pc:spChg chg="mod">
          <ac:chgData name="Sanmukh Kuppannagari" userId="ad215094-da36-4b66-9c79-369a17aea26b" providerId="ADAL" clId="{4AADFD82-FDC5-4959-98F3-0F9C04BB9859}" dt="2025-09-25T02:01:29.305" v="498"/>
          <ac:spMkLst>
            <pc:docMk/>
            <pc:sldMk cId="975006680" sldId="1629"/>
            <ac:spMk id="2" creationId="{E42514A3-4489-25D3-D48C-3AEB66CFAE72}"/>
          </ac:spMkLst>
        </pc:spChg>
        <pc:spChg chg="mod">
          <ac:chgData name="Sanmukh Kuppannagari" userId="ad215094-da36-4b66-9c79-369a17aea26b" providerId="ADAL" clId="{4AADFD82-FDC5-4959-98F3-0F9C04BB9859}" dt="2025-09-25T02:02:45.599" v="822" actId="20577"/>
          <ac:spMkLst>
            <pc:docMk/>
            <pc:sldMk cId="975006680" sldId="1629"/>
            <ac:spMk id="3" creationId="{EF16DC7F-C51E-15A5-929A-FFDFD74F1656}"/>
          </ac:spMkLst>
        </pc:spChg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4173184227" sldId="1629"/>
        </pc:sldMkLst>
      </pc:sldChg>
      <pc:sldChg chg="modSp new mod">
        <pc:chgData name="Sanmukh Kuppannagari" userId="ad215094-da36-4b66-9c79-369a17aea26b" providerId="ADAL" clId="{4AADFD82-FDC5-4959-98F3-0F9C04BB9859}" dt="2025-09-25T02:08:43.061" v="1057" actId="20577"/>
        <pc:sldMkLst>
          <pc:docMk/>
          <pc:sldMk cId="2528811919" sldId="1630"/>
        </pc:sldMkLst>
        <pc:spChg chg="mod">
          <ac:chgData name="Sanmukh Kuppannagari" userId="ad215094-da36-4b66-9c79-369a17aea26b" providerId="ADAL" clId="{4AADFD82-FDC5-4959-98F3-0F9C04BB9859}" dt="2025-09-25T02:08:43.061" v="1057" actId="20577"/>
          <ac:spMkLst>
            <pc:docMk/>
            <pc:sldMk cId="2528811919" sldId="1630"/>
            <ac:spMk id="2" creationId="{C8EA55A4-7E10-2119-6140-5DE8603DC0DB}"/>
          </ac:spMkLst>
        </pc:spChg>
        <pc:spChg chg="mod">
          <ac:chgData name="Sanmukh Kuppannagari" userId="ad215094-da36-4b66-9c79-369a17aea26b" providerId="ADAL" clId="{4AADFD82-FDC5-4959-98F3-0F9C04BB9859}" dt="2025-09-25T02:08:08.922" v="1055" actId="20577"/>
          <ac:spMkLst>
            <pc:docMk/>
            <pc:sldMk cId="2528811919" sldId="1630"/>
            <ac:spMk id="3" creationId="{27B99DD8-2ECC-3219-5100-228177006132}"/>
          </ac:spMkLst>
        </pc:spChg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474780682" sldId="1630"/>
        </pc:sldMkLst>
      </pc:sldChg>
      <pc:sldChg chg="modSp new mod">
        <pc:chgData name="Sanmukh Kuppannagari" userId="ad215094-da36-4b66-9c79-369a17aea26b" providerId="ADAL" clId="{4AADFD82-FDC5-4959-98F3-0F9C04BB9859}" dt="2025-09-25T02:12:50.175" v="1393" actId="20577"/>
        <pc:sldMkLst>
          <pc:docMk/>
          <pc:sldMk cId="2580660460" sldId="1631"/>
        </pc:sldMkLst>
        <pc:spChg chg="mod">
          <ac:chgData name="Sanmukh Kuppannagari" userId="ad215094-da36-4b66-9c79-369a17aea26b" providerId="ADAL" clId="{4AADFD82-FDC5-4959-98F3-0F9C04BB9859}" dt="2025-09-25T02:08:47.424" v="1058"/>
          <ac:spMkLst>
            <pc:docMk/>
            <pc:sldMk cId="2580660460" sldId="1631"/>
            <ac:spMk id="2" creationId="{C1A55AC7-1CCE-55D8-EA72-CEC142DBFEC6}"/>
          </ac:spMkLst>
        </pc:spChg>
        <pc:spChg chg="mod">
          <ac:chgData name="Sanmukh Kuppannagari" userId="ad215094-da36-4b66-9c79-369a17aea26b" providerId="ADAL" clId="{4AADFD82-FDC5-4959-98F3-0F9C04BB9859}" dt="2025-09-25T02:12:50.175" v="1393" actId="20577"/>
          <ac:spMkLst>
            <pc:docMk/>
            <pc:sldMk cId="2580660460" sldId="1631"/>
            <ac:spMk id="3" creationId="{39CF5107-2D18-83F5-D513-1391AD42F40E}"/>
          </ac:spMkLst>
        </pc:spChg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692075067" sldId="1631"/>
        </pc:sldMkLst>
      </pc:sldChg>
      <pc:sldChg chg="modSp new mod">
        <pc:chgData name="Sanmukh Kuppannagari" userId="ad215094-da36-4b66-9c79-369a17aea26b" providerId="ADAL" clId="{4AADFD82-FDC5-4959-98F3-0F9C04BB9859}" dt="2025-09-25T02:17:18.487" v="1680" actId="20577"/>
        <pc:sldMkLst>
          <pc:docMk/>
          <pc:sldMk cId="2919249467" sldId="1632"/>
        </pc:sldMkLst>
        <pc:spChg chg="mod">
          <ac:chgData name="Sanmukh Kuppannagari" userId="ad215094-da36-4b66-9c79-369a17aea26b" providerId="ADAL" clId="{4AADFD82-FDC5-4959-98F3-0F9C04BB9859}" dt="2025-09-25T02:15:09.146" v="1456" actId="20577"/>
          <ac:spMkLst>
            <pc:docMk/>
            <pc:sldMk cId="2919249467" sldId="1632"/>
            <ac:spMk id="2" creationId="{23FC709B-F27A-E1FF-B182-C9DA216D30A4}"/>
          </ac:spMkLst>
        </pc:spChg>
        <pc:spChg chg="mod">
          <ac:chgData name="Sanmukh Kuppannagari" userId="ad215094-da36-4b66-9c79-369a17aea26b" providerId="ADAL" clId="{4AADFD82-FDC5-4959-98F3-0F9C04BB9859}" dt="2025-09-25T02:17:18.487" v="1680" actId="20577"/>
          <ac:spMkLst>
            <pc:docMk/>
            <pc:sldMk cId="2919249467" sldId="1632"/>
            <ac:spMk id="3" creationId="{A6F7E774-C51C-F326-9231-BE3B521CEAC4}"/>
          </ac:spMkLst>
        </pc:spChg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605704340" sldId="1632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421242867" sldId="1633"/>
        </pc:sldMkLst>
      </pc:sldChg>
      <pc:sldChg chg="addSp delSp modSp new mod">
        <pc:chgData name="Sanmukh Kuppannagari" userId="ad215094-da36-4b66-9c79-369a17aea26b" providerId="ADAL" clId="{4AADFD82-FDC5-4959-98F3-0F9C04BB9859}" dt="2025-09-25T02:22:03.504" v="1687" actId="12"/>
        <pc:sldMkLst>
          <pc:docMk/>
          <pc:sldMk cId="2489840245" sldId="1633"/>
        </pc:sldMkLst>
        <pc:spChg chg="mod">
          <ac:chgData name="Sanmukh Kuppannagari" userId="ad215094-da36-4b66-9c79-369a17aea26b" providerId="ADAL" clId="{4AADFD82-FDC5-4959-98F3-0F9C04BB9859}" dt="2025-09-25T02:17:28.069" v="1682"/>
          <ac:spMkLst>
            <pc:docMk/>
            <pc:sldMk cId="2489840245" sldId="1633"/>
            <ac:spMk id="2" creationId="{0A35F825-B37C-4296-E0AB-8EC79FD45E44}"/>
          </ac:spMkLst>
        </pc:spChg>
        <pc:spChg chg="add del mod">
          <ac:chgData name="Sanmukh Kuppannagari" userId="ad215094-da36-4b66-9c79-369a17aea26b" providerId="ADAL" clId="{4AADFD82-FDC5-4959-98F3-0F9C04BB9859}" dt="2025-09-25T02:22:03.504" v="1687" actId="12"/>
          <ac:spMkLst>
            <pc:docMk/>
            <pc:sldMk cId="2489840245" sldId="1633"/>
            <ac:spMk id="3" creationId="{B284E34B-6F40-F21D-B5DC-BBB38B4801C5}"/>
          </ac:spMkLst>
        </pc:spChg>
      </pc:sldChg>
      <pc:sldChg chg="addSp modSp add mod">
        <pc:chgData name="Sanmukh Kuppannagari" userId="ad215094-da36-4b66-9c79-369a17aea26b" providerId="ADAL" clId="{4AADFD82-FDC5-4959-98F3-0F9C04BB9859}" dt="2025-09-25T02:24:54.404" v="1871" actId="20577"/>
        <pc:sldMkLst>
          <pc:docMk/>
          <pc:sldMk cId="141087495" sldId="1634"/>
        </pc:sldMkLst>
        <pc:spChg chg="mod">
          <ac:chgData name="Sanmukh Kuppannagari" userId="ad215094-da36-4b66-9c79-369a17aea26b" providerId="ADAL" clId="{4AADFD82-FDC5-4959-98F3-0F9C04BB9859}" dt="2025-09-25T02:22:26.023" v="1689" actId="207"/>
          <ac:spMkLst>
            <pc:docMk/>
            <pc:sldMk cId="141087495" sldId="1634"/>
            <ac:spMk id="3" creationId="{EFAB7B00-E363-65D9-8A14-195CA5ACA7A0}"/>
          </ac:spMkLst>
        </pc:spChg>
        <pc:spChg chg="add mod">
          <ac:chgData name="Sanmukh Kuppannagari" userId="ad215094-da36-4b66-9c79-369a17aea26b" providerId="ADAL" clId="{4AADFD82-FDC5-4959-98F3-0F9C04BB9859}" dt="2025-09-25T02:24:54.404" v="1871" actId="20577"/>
          <ac:spMkLst>
            <pc:docMk/>
            <pc:sldMk cId="141087495" sldId="1634"/>
            <ac:spMk id="4" creationId="{8A86003A-E9C1-B867-DBA5-1EC8A559FB46}"/>
          </ac:spMkLst>
        </pc:spChg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259558617" sldId="1634"/>
        </pc:sldMkLst>
      </pc:sldChg>
      <pc:sldChg chg="addSp modSp add mod">
        <pc:chgData name="Sanmukh Kuppannagari" userId="ad215094-da36-4b66-9c79-369a17aea26b" providerId="ADAL" clId="{4AADFD82-FDC5-4959-98F3-0F9C04BB9859}" dt="2025-09-25T02:25:33.305" v="1904" actId="20577"/>
        <pc:sldMkLst>
          <pc:docMk/>
          <pc:sldMk cId="3909936989" sldId="1635"/>
        </pc:sldMkLst>
        <pc:spChg chg="mod">
          <ac:chgData name="Sanmukh Kuppannagari" userId="ad215094-da36-4b66-9c79-369a17aea26b" providerId="ADAL" clId="{4AADFD82-FDC5-4959-98F3-0F9C04BB9859}" dt="2025-09-25T02:25:16.552" v="1873" actId="207"/>
          <ac:spMkLst>
            <pc:docMk/>
            <pc:sldMk cId="3909936989" sldId="1635"/>
            <ac:spMk id="3" creationId="{E693D879-6F17-6CDD-C557-58259BA4F7B7}"/>
          </ac:spMkLst>
        </pc:spChg>
        <pc:spChg chg="add mod">
          <ac:chgData name="Sanmukh Kuppannagari" userId="ad215094-da36-4b66-9c79-369a17aea26b" providerId="ADAL" clId="{4AADFD82-FDC5-4959-98F3-0F9C04BB9859}" dt="2025-09-25T02:25:33.305" v="1904" actId="20577"/>
          <ac:spMkLst>
            <pc:docMk/>
            <pc:sldMk cId="3909936989" sldId="1635"/>
            <ac:spMk id="4" creationId="{FA6A7215-A5AB-E378-4196-E9817845E4EE}"/>
          </ac:spMkLst>
        </pc:spChg>
      </pc:sldChg>
      <pc:sldChg chg="addSp modSp add mod">
        <pc:chgData name="Sanmukh Kuppannagari" userId="ad215094-da36-4b66-9c79-369a17aea26b" providerId="ADAL" clId="{4AADFD82-FDC5-4959-98F3-0F9C04BB9859}" dt="2025-09-25T02:26:13.114" v="1953" actId="20577"/>
        <pc:sldMkLst>
          <pc:docMk/>
          <pc:sldMk cId="676574781" sldId="1636"/>
        </pc:sldMkLst>
        <pc:spChg chg="mod">
          <ac:chgData name="Sanmukh Kuppannagari" userId="ad215094-da36-4b66-9c79-369a17aea26b" providerId="ADAL" clId="{4AADFD82-FDC5-4959-98F3-0F9C04BB9859}" dt="2025-09-25T02:25:54.681" v="1907" actId="207"/>
          <ac:spMkLst>
            <pc:docMk/>
            <pc:sldMk cId="676574781" sldId="1636"/>
            <ac:spMk id="3" creationId="{73217C18-595A-B5D4-8E49-BC0C0300D4FC}"/>
          </ac:spMkLst>
        </pc:spChg>
        <pc:spChg chg="add mod">
          <ac:chgData name="Sanmukh Kuppannagari" userId="ad215094-da36-4b66-9c79-369a17aea26b" providerId="ADAL" clId="{4AADFD82-FDC5-4959-98F3-0F9C04BB9859}" dt="2025-09-25T02:26:13.114" v="1953" actId="20577"/>
          <ac:spMkLst>
            <pc:docMk/>
            <pc:sldMk cId="676574781" sldId="1636"/>
            <ac:spMk id="4" creationId="{AC609A98-AF66-A469-4F66-B1AFEFAAD501}"/>
          </ac:spMkLst>
        </pc:spChg>
      </pc:sldChg>
      <pc:sldChg chg="addSp modSp add mod">
        <pc:chgData name="Sanmukh Kuppannagari" userId="ad215094-da36-4b66-9c79-369a17aea26b" providerId="ADAL" clId="{4AADFD82-FDC5-4959-98F3-0F9C04BB9859}" dt="2025-09-25T02:28:26.766" v="2099"/>
        <pc:sldMkLst>
          <pc:docMk/>
          <pc:sldMk cId="1637544381" sldId="1637"/>
        </pc:sldMkLst>
        <pc:spChg chg="mod">
          <ac:chgData name="Sanmukh Kuppannagari" userId="ad215094-da36-4b66-9c79-369a17aea26b" providerId="ADAL" clId="{4AADFD82-FDC5-4959-98F3-0F9C04BB9859}" dt="2025-09-25T02:26:32.094" v="1955" actId="207"/>
          <ac:spMkLst>
            <pc:docMk/>
            <pc:sldMk cId="1637544381" sldId="1637"/>
            <ac:spMk id="3" creationId="{12E58B69-BDA8-67E7-E08D-8E0CAED4B24E}"/>
          </ac:spMkLst>
        </pc:spChg>
        <pc:spChg chg="add mod">
          <ac:chgData name="Sanmukh Kuppannagari" userId="ad215094-da36-4b66-9c79-369a17aea26b" providerId="ADAL" clId="{4AADFD82-FDC5-4959-98F3-0F9C04BB9859}" dt="2025-09-25T02:28:26.766" v="2099"/>
          <ac:spMkLst>
            <pc:docMk/>
            <pc:sldMk cId="1637544381" sldId="1637"/>
            <ac:spMk id="4" creationId="{82716E3B-3CF8-8B77-32ED-DEB207A5F389}"/>
          </ac:spMkLst>
        </pc:spChg>
      </pc:sldChg>
      <pc:sldChg chg="modSp new mod">
        <pc:chgData name="Sanmukh Kuppannagari" userId="ad215094-da36-4b66-9c79-369a17aea26b" providerId="ADAL" clId="{4AADFD82-FDC5-4959-98F3-0F9C04BB9859}" dt="2025-09-25T02:31:14.164" v="2592" actId="20577"/>
        <pc:sldMkLst>
          <pc:docMk/>
          <pc:sldMk cId="1015862891" sldId="1638"/>
        </pc:sldMkLst>
        <pc:spChg chg="mod">
          <ac:chgData name="Sanmukh Kuppannagari" userId="ad215094-da36-4b66-9c79-369a17aea26b" providerId="ADAL" clId="{4AADFD82-FDC5-4959-98F3-0F9C04BB9859}" dt="2025-09-25T02:28:59.638" v="2101"/>
          <ac:spMkLst>
            <pc:docMk/>
            <pc:sldMk cId="1015862891" sldId="1638"/>
            <ac:spMk id="2" creationId="{E7098604-6A53-0188-B5F0-D84FF6334A72}"/>
          </ac:spMkLst>
        </pc:spChg>
        <pc:spChg chg="mod">
          <ac:chgData name="Sanmukh Kuppannagari" userId="ad215094-da36-4b66-9c79-369a17aea26b" providerId="ADAL" clId="{4AADFD82-FDC5-4959-98F3-0F9C04BB9859}" dt="2025-09-25T02:31:14.164" v="2592" actId="20577"/>
          <ac:spMkLst>
            <pc:docMk/>
            <pc:sldMk cId="1015862891" sldId="1638"/>
            <ac:spMk id="3" creationId="{7B281509-43B4-04C3-1F92-94656865FA6C}"/>
          </ac:spMkLst>
        </pc:spChg>
      </pc:sldChg>
      <pc:sldChg chg="modSp new mod">
        <pc:chgData name="Sanmukh Kuppannagari" userId="ad215094-da36-4b66-9c79-369a17aea26b" providerId="ADAL" clId="{4AADFD82-FDC5-4959-98F3-0F9C04BB9859}" dt="2025-09-25T03:18:30.840" v="3703" actId="20577"/>
        <pc:sldMkLst>
          <pc:docMk/>
          <pc:sldMk cId="2329980675" sldId="1639"/>
        </pc:sldMkLst>
        <pc:spChg chg="mod">
          <ac:chgData name="Sanmukh Kuppannagari" userId="ad215094-da36-4b66-9c79-369a17aea26b" providerId="ADAL" clId="{4AADFD82-FDC5-4959-98F3-0F9C04BB9859}" dt="2025-09-25T02:33:55.189" v="2637" actId="20577"/>
          <ac:spMkLst>
            <pc:docMk/>
            <pc:sldMk cId="2329980675" sldId="1639"/>
            <ac:spMk id="2" creationId="{46121B3F-9194-E833-4E94-FE95E2EEF139}"/>
          </ac:spMkLst>
        </pc:spChg>
        <pc:spChg chg="mod">
          <ac:chgData name="Sanmukh Kuppannagari" userId="ad215094-da36-4b66-9c79-369a17aea26b" providerId="ADAL" clId="{4AADFD82-FDC5-4959-98F3-0F9C04BB9859}" dt="2025-09-25T03:18:30.840" v="3703" actId="20577"/>
          <ac:spMkLst>
            <pc:docMk/>
            <pc:sldMk cId="2329980675" sldId="1639"/>
            <ac:spMk id="3" creationId="{A925C634-6FA7-681E-A38A-9AEC34A75277}"/>
          </ac:spMkLst>
        </pc:spChg>
      </pc:sldChg>
      <pc:sldChg chg="add">
        <pc:chgData name="Sanmukh Kuppannagari" userId="ad215094-da36-4b66-9c79-369a17aea26b" providerId="ADAL" clId="{4AADFD82-FDC5-4959-98F3-0F9C04BB9859}" dt="2025-09-25T02:35:27.314" v="2680"/>
        <pc:sldMkLst>
          <pc:docMk/>
          <pc:sldMk cId="945086714" sldId="1640"/>
        </pc:sldMkLst>
      </pc:sldChg>
      <pc:sldChg chg="addSp delSp modSp add mod">
        <pc:chgData name="Sanmukh Kuppannagari" userId="ad215094-da36-4b66-9c79-369a17aea26b" providerId="ADAL" clId="{4AADFD82-FDC5-4959-98F3-0F9C04BB9859}" dt="2025-09-25T02:43:21.798" v="2804" actId="1076"/>
        <pc:sldMkLst>
          <pc:docMk/>
          <pc:sldMk cId="4214249919" sldId="1641"/>
        </pc:sldMkLst>
        <pc:spChg chg="mod">
          <ac:chgData name="Sanmukh Kuppannagari" userId="ad215094-da36-4b66-9c79-369a17aea26b" providerId="ADAL" clId="{4AADFD82-FDC5-4959-98F3-0F9C04BB9859}" dt="2025-09-25T02:36:50.030" v="2720" actId="1076"/>
          <ac:spMkLst>
            <pc:docMk/>
            <pc:sldMk cId="4214249919" sldId="1641"/>
            <ac:spMk id="2" creationId="{44F846D9-E8DF-3A85-3CB6-D86A8CB83801}"/>
          </ac:spMkLst>
        </pc:spChg>
        <pc:spChg chg="mod">
          <ac:chgData name="Sanmukh Kuppannagari" userId="ad215094-da36-4b66-9c79-369a17aea26b" providerId="ADAL" clId="{4AADFD82-FDC5-4959-98F3-0F9C04BB9859}" dt="2025-09-25T02:39:19.452" v="2754" actId="14100"/>
          <ac:spMkLst>
            <pc:docMk/>
            <pc:sldMk cId="4214249919" sldId="1641"/>
            <ac:spMk id="6" creationId="{0ABD525D-3AC1-7B71-F3A6-1A72545283A8}"/>
          </ac:spMkLst>
        </pc:spChg>
        <pc:spChg chg="mod">
          <ac:chgData name="Sanmukh Kuppannagari" userId="ad215094-da36-4b66-9c79-369a17aea26b" providerId="ADAL" clId="{4AADFD82-FDC5-4959-98F3-0F9C04BB9859}" dt="2025-09-25T02:39:24.275" v="2756" actId="14100"/>
          <ac:spMkLst>
            <pc:docMk/>
            <pc:sldMk cId="4214249919" sldId="1641"/>
            <ac:spMk id="7" creationId="{8F87BEE1-B643-C94A-B30D-93CB1D155486}"/>
          </ac:spMkLst>
        </pc:spChg>
        <pc:spChg chg="mod">
          <ac:chgData name="Sanmukh Kuppannagari" userId="ad215094-da36-4b66-9c79-369a17aea26b" providerId="ADAL" clId="{4AADFD82-FDC5-4959-98F3-0F9C04BB9859}" dt="2025-09-25T02:39:32.617" v="2760" actId="14100"/>
          <ac:spMkLst>
            <pc:docMk/>
            <pc:sldMk cId="4214249919" sldId="1641"/>
            <ac:spMk id="8" creationId="{335FBFC3-A3FF-8299-E92B-9C21E7B4E7CF}"/>
          </ac:spMkLst>
        </pc:spChg>
        <pc:spChg chg="mod">
          <ac:chgData name="Sanmukh Kuppannagari" userId="ad215094-da36-4b66-9c79-369a17aea26b" providerId="ADAL" clId="{4AADFD82-FDC5-4959-98F3-0F9C04BB9859}" dt="2025-09-25T02:39:28.358" v="2758" actId="14100"/>
          <ac:spMkLst>
            <pc:docMk/>
            <pc:sldMk cId="4214249919" sldId="1641"/>
            <ac:spMk id="9" creationId="{E725370F-E086-328B-CFD5-4F94F5D9B03D}"/>
          </ac:spMkLst>
        </pc:spChg>
        <pc:spChg chg="mod">
          <ac:chgData name="Sanmukh Kuppannagari" userId="ad215094-da36-4b66-9c79-369a17aea26b" providerId="ADAL" clId="{4AADFD82-FDC5-4959-98F3-0F9C04BB9859}" dt="2025-09-25T02:39:07.782" v="2751" actId="207"/>
          <ac:spMkLst>
            <pc:docMk/>
            <pc:sldMk cId="4214249919" sldId="1641"/>
            <ac:spMk id="10" creationId="{2C5DD1E8-2171-8150-DC50-918FD6B8CF2A}"/>
          </ac:spMkLst>
        </pc:spChg>
        <pc:spChg chg="mod">
          <ac:chgData name="Sanmukh Kuppannagari" userId="ad215094-da36-4b66-9c79-369a17aea26b" providerId="ADAL" clId="{4AADFD82-FDC5-4959-98F3-0F9C04BB9859}" dt="2025-09-25T02:41:38.493" v="2771" actId="207"/>
          <ac:spMkLst>
            <pc:docMk/>
            <pc:sldMk cId="4214249919" sldId="1641"/>
            <ac:spMk id="39" creationId="{47ACF77F-0D01-6909-5887-81B55EFE119C}"/>
          </ac:spMkLst>
        </pc:spChg>
        <pc:spChg chg="mod">
          <ac:chgData name="Sanmukh Kuppannagari" userId="ad215094-da36-4b66-9c79-369a17aea26b" providerId="ADAL" clId="{4AADFD82-FDC5-4959-98F3-0F9C04BB9859}" dt="2025-09-25T02:41:38.493" v="2771" actId="207"/>
          <ac:spMkLst>
            <pc:docMk/>
            <pc:sldMk cId="4214249919" sldId="1641"/>
            <ac:spMk id="44" creationId="{FCB07EA8-C0C7-7144-D3AB-553D99BA1878}"/>
          </ac:spMkLst>
        </pc:spChg>
        <pc:spChg chg="mod">
          <ac:chgData name="Sanmukh Kuppannagari" userId="ad215094-da36-4b66-9c79-369a17aea26b" providerId="ADAL" clId="{4AADFD82-FDC5-4959-98F3-0F9C04BB9859}" dt="2025-09-25T02:41:38.493" v="2771" actId="207"/>
          <ac:spMkLst>
            <pc:docMk/>
            <pc:sldMk cId="4214249919" sldId="1641"/>
            <ac:spMk id="46" creationId="{E52EFDD7-3329-4944-4E86-E83BBC78C99D}"/>
          </ac:spMkLst>
        </pc:spChg>
        <pc:spChg chg="mod">
          <ac:chgData name="Sanmukh Kuppannagari" userId="ad215094-da36-4b66-9c79-369a17aea26b" providerId="ADAL" clId="{4AADFD82-FDC5-4959-98F3-0F9C04BB9859}" dt="2025-09-25T02:41:38.493" v="2771" actId="207"/>
          <ac:spMkLst>
            <pc:docMk/>
            <pc:sldMk cId="4214249919" sldId="1641"/>
            <ac:spMk id="48" creationId="{5F25111A-8BFF-DCAB-A587-573D38734BF8}"/>
          </ac:spMkLst>
        </pc:spChg>
        <pc:spChg chg="mod">
          <ac:chgData name="Sanmukh Kuppannagari" userId="ad215094-da36-4b66-9c79-369a17aea26b" providerId="ADAL" clId="{4AADFD82-FDC5-4959-98F3-0F9C04BB9859}" dt="2025-09-25T02:41:38.493" v="2771" actId="207"/>
          <ac:spMkLst>
            <pc:docMk/>
            <pc:sldMk cId="4214249919" sldId="1641"/>
            <ac:spMk id="49" creationId="{C98BFD8A-01A0-06E4-084B-67D78BECF3B3}"/>
          </ac:spMkLst>
        </pc:spChg>
        <pc:spChg chg="mod">
          <ac:chgData name="Sanmukh Kuppannagari" userId="ad215094-da36-4b66-9c79-369a17aea26b" providerId="ADAL" clId="{4AADFD82-FDC5-4959-98F3-0F9C04BB9859}" dt="2025-09-25T02:41:47.030" v="2780" actId="1035"/>
          <ac:spMkLst>
            <pc:docMk/>
            <pc:sldMk cId="4214249919" sldId="1641"/>
            <ac:spMk id="50" creationId="{50E79844-4F03-B765-8376-B079F9AF912E}"/>
          </ac:spMkLst>
        </pc:spChg>
        <pc:spChg chg="mod">
          <ac:chgData name="Sanmukh Kuppannagari" userId="ad215094-da36-4b66-9c79-369a17aea26b" providerId="ADAL" clId="{4AADFD82-FDC5-4959-98F3-0F9C04BB9859}" dt="2025-09-25T02:41:38.493" v="2771" actId="207"/>
          <ac:spMkLst>
            <pc:docMk/>
            <pc:sldMk cId="4214249919" sldId="1641"/>
            <ac:spMk id="52" creationId="{DD3DE434-37D3-401E-AEE5-CAEB910965B4}"/>
          </ac:spMkLst>
        </pc:spChg>
        <pc:spChg chg="mod">
          <ac:chgData name="Sanmukh Kuppannagari" userId="ad215094-da36-4b66-9c79-369a17aea26b" providerId="ADAL" clId="{4AADFD82-FDC5-4959-98F3-0F9C04BB9859}" dt="2025-09-25T02:41:38.493" v="2771" actId="207"/>
          <ac:spMkLst>
            <pc:docMk/>
            <pc:sldMk cId="4214249919" sldId="1641"/>
            <ac:spMk id="54" creationId="{5828C696-764E-87E2-CAD0-6882491D6B4D}"/>
          </ac:spMkLst>
        </pc:spChg>
        <pc:spChg chg="mod">
          <ac:chgData name="Sanmukh Kuppannagari" userId="ad215094-da36-4b66-9c79-369a17aea26b" providerId="ADAL" clId="{4AADFD82-FDC5-4959-98F3-0F9C04BB9859}" dt="2025-09-25T02:41:53.509" v="2787" actId="1036"/>
          <ac:spMkLst>
            <pc:docMk/>
            <pc:sldMk cId="4214249919" sldId="1641"/>
            <ac:spMk id="58" creationId="{09E06AFF-7A25-856D-ECCF-A2594FC8234E}"/>
          </ac:spMkLst>
        </pc:spChg>
        <pc:spChg chg="mod">
          <ac:chgData name="Sanmukh Kuppannagari" userId="ad215094-da36-4b66-9c79-369a17aea26b" providerId="ADAL" clId="{4AADFD82-FDC5-4959-98F3-0F9C04BB9859}" dt="2025-09-25T02:41:38.493" v="2771" actId="207"/>
          <ac:spMkLst>
            <pc:docMk/>
            <pc:sldMk cId="4214249919" sldId="1641"/>
            <ac:spMk id="61" creationId="{9DE49B8F-7482-3508-68FA-7CD520894FC6}"/>
          </ac:spMkLst>
        </pc:spChg>
        <pc:spChg chg="mod">
          <ac:chgData name="Sanmukh Kuppannagari" userId="ad215094-da36-4b66-9c79-369a17aea26b" providerId="ADAL" clId="{4AADFD82-FDC5-4959-98F3-0F9C04BB9859}" dt="2025-09-25T02:42:59.189" v="2799" actId="207"/>
          <ac:spMkLst>
            <pc:docMk/>
            <pc:sldMk cId="4214249919" sldId="1641"/>
            <ac:spMk id="68" creationId="{FBD53AC4-B951-27E8-3FD8-AA20EDAC6496}"/>
          </ac:spMkLst>
        </pc:spChg>
        <pc:spChg chg="mod">
          <ac:chgData name="Sanmukh Kuppannagari" userId="ad215094-da36-4b66-9c79-369a17aea26b" providerId="ADAL" clId="{4AADFD82-FDC5-4959-98F3-0F9C04BB9859}" dt="2025-09-25T02:42:59.189" v="2799" actId="207"/>
          <ac:spMkLst>
            <pc:docMk/>
            <pc:sldMk cId="4214249919" sldId="1641"/>
            <ac:spMk id="69" creationId="{B86BB95B-7AA9-992C-D7F4-4327D036DCC3}"/>
          </ac:spMkLst>
        </pc:spChg>
        <pc:spChg chg="mod">
          <ac:chgData name="Sanmukh Kuppannagari" userId="ad215094-da36-4b66-9c79-369a17aea26b" providerId="ADAL" clId="{4AADFD82-FDC5-4959-98F3-0F9C04BB9859}" dt="2025-09-25T02:42:43.173" v="2795" actId="1076"/>
          <ac:spMkLst>
            <pc:docMk/>
            <pc:sldMk cId="4214249919" sldId="1641"/>
            <ac:spMk id="70" creationId="{442B52B5-22AD-8845-75EA-9182AA2F4556}"/>
          </ac:spMkLst>
        </pc:spChg>
        <pc:spChg chg="mod">
          <ac:chgData name="Sanmukh Kuppannagari" userId="ad215094-da36-4b66-9c79-369a17aea26b" providerId="ADAL" clId="{4AADFD82-FDC5-4959-98F3-0F9C04BB9859}" dt="2025-09-25T02:42:59.189" v="2799" actId="207"/>
          <ac:spMkLst>
            <pc:docMk/>
            <pc:sldMk cId="4214249919" sldId="1641"/>
            <ac:spMk id="72" creationId="{2C064CD2-0958-80C8-6D9E-9B8D16D9177E}"/>
          </ac:spMkLst>
        </pc:spChg>
        <pc:spChg chg="mod">
          <ac:chgData name="Sanmukh Kuppannagari" userId="ad215094-da36-4b66-9c79-369a17aea26b" providerId="ADAL" clId="{4AADFD82-FDC5-4959-98F3-0F9C04BB9859}" dt="2025-09-25T02:37:39.283" v="2732" actId="404"/>
          <ac:spMkLst>
            <pc:docMk/>
            <pc:sldMk cId="4214249919" sldId="1641"/>
            <ac:spMk id="74" creationId="{9C0C37A7-60D5-9505-DA7F-4F8A416A1B4A}"/>
          </ac:spMkLst>
        </pc:spChg>
        <pc:spChg chg="mod">
          <ac:chgData name="Sanmukh Kuppannagari" userId="ad215094-da36-4b66-9c79-369a17aea26b" providerId="ADAL" clId="{4AADFD82-FDC5-4959-98F3-0F9C04BB9859}" dt="2025-09-25T02:42:59.189" v="2799" actId="207"/>
          <ac:spMkLst>
            <pc:docMk/>
            <pc:sldMk cId="4214249919" sldId="1641"/>
            <ac:spMk id="78" creationId="{3E00018D-B45B-7A7A-1485-6AFBF2F080E2}"/>
          </ac:spMkLst>
        </pc:spChg>
        <pc:spChg chg="mod">
          <ac:chgData name="Sanmukh Kuppannagari" userId="ad215094-da36-4b66-9c79-369a17aea26b" providerId="ADAL" clId="{4AADFD82-FDC5-4959-98F3-0F9C04BB9859}" dt="2025-09-25T02:42:59.189" v="2799" actId="207"/>
          <ac:spMkLst>
            <pc:docMk/>
            <pc:sldMk cId="4214249919" sldId="1641"/>
            <ac:spMk id="79" creationId="{B85EABFC-FED3-7538-DA18-4265936C941F}"/>
          </ac:spMkLst>
        </pc:spChg>
        <pc:spChg chg="mod">
          <ac:chgData name="Sanmukh Kuppannagari" userId="ad215094-da36-4b66-9c79-369a17aea26b" providerId="ADAL" clId="{4AADFD82-FDC5-4959-98F3-0F9C04BB9859}" dt="2025-09-25T02:42:59.189" v="2799" actId="207"/>
          <ac:spMkLst>
            <pc:docMk/>
            <pc:sldMk cId="4214249919" sldId="1641"/>
            <ac:spMk id="80" creationId="{0A7C6DAF-F858-CB8C-8838-E8075434CD1A}"/>
          </ac:spMkLst>
        </pc:spChg>
        <pc:spChg chg="mod">
          <ac:chgData name="Sanmukh Kuppannagari" userId="ad215094-da36-4b66-9c79-369a17aea26b" providerId="ADAL" clId="{4AADFD82-FDC5-4959-98F3-0F9C04BB9859}" dt="2025-09-25T02:38:38.865" v="2746" actId="14100"/>
          <ac:spMkLst>
            <pc:docMk/>
            <pc:sldMk cId="4214249919" sldId="1641"/>
            <ac:spMk id="88" creationId="{0826E1CC-4C8D-DF27-18F0-6CE4A84404A8}"/>
          </ac:spMkLst>
        </pc:spChg>
        <pc:spChg chg="mod">
          <ac:chgData name="Sanmukh Kuppannagari" userId="ad215094-da36-4b66-9c79-369a17aea26b" providerId="ADAL" clId="{4AADFD82-FDC5-4959-98F3-0F9C04BB9859}" dt="2025-09-25T02:37:39.283" v="2732" actId="404"/>
          <ac:spMkLst>
            <pc:docMk/>
            <pc:sldMk cId="4214249919" sldId="1641"/>
            <ac:spMk id="89" creationId="{D5E133D8-B8F3-4498-5B7B-E97139CE42AA}"/>
          </ac:spMkLst>
        </pc:spChg>
        <pc:spChg chg="mod">
          <ac:chgData name="Sanmukh Kuppannagari" userId="ad215094-da36-4b66-9c79-369a17aea26b" providerId="ADAL" clId="{4AADFD82-FDC5-4959-98F3-0F9C04BB9859}" dt="2025-09-25T02:37:39.283" v="2732" actId="404"/>
          <ac:spMkLst>
            <pc:docMk/>
            <pc:sldMk cId="4214249919" sldId="1641"/>
            <ac:spMk id="90" creationId="{C88FE88B-D7EA-82C9-6039-6074CF0C1CB8}"/>
          </ac:spMkLst>
        </pc:spChg>
        <pc:spChg chg="mod">
          <ac:chgData name="Sanmukh Kuppannagari" userId="ad215094-da36-4b66-9c79-369a17aea26b" providerId="ADAL" clId="{4AADFD82-FDC5-4959-98F3-0F9C04BB9859}" dt="2025-09-25T02:38:33.228" v="2744" actId="14100"/>
          <ac:spMkLst>
            <pc:docMk/>
            <pc:sldMk cId="4214249919" sldId="1641"/>
            <ac:spMk id="91" creationId="{B1821D9B-E2C7-7CCB-F065-0A91AC7D07F9}"/>
          </ac:spMkLst>
        </pc:spChg>
        <pc:spChg chg="mod">
          <ac:chgData name="Sanmukh Kuppannagari" userId="ad215094-da36-4b66-9c79-369a17aea26b" providerId="ADAL" clId="{4AADFD82-FDC5-4959-98F3-0F9C04BB9859}" dt="2025-09-25T02:37:39.283" v="2732" actId="404"/>
          <ac:spMkLst>
            <pc:docMk/>
            <pc:sldMk cId="4214249919" sldId="1641"/>
            <ac:spMk id="92" creationId="{787CB2FA-FEF1-91B7-2E3A-1C901B87D006}"/>
          </ac:spMkLst>
        </pc:spChg>
        <pc:spChg chg="mod">
          <ac:chgData name="Sanmukh Kuppannagari" userId="ad215094-da36-4b66-9c79-369a17aea26b" providerId="ADAL" clId="{4AADFD82-FDC5-4959-98F3-0F9C04BB9859}" dt="2025-09-25T02:38:25.794" v="2741" actId="14100"/>
          <ac:spMkLst>
            <pc:docMk/>
            <pc:sldMk cId="4214249919" sldId="1641"/>
            <ac:spMk id="94" creationId="{2E1CCF59-3E28-0CC8-16AA-15E422A87B1E}"/>
          </ac:spMkLst>
        </pc:spChg>
        <pc:spChg chg="mod">
          <ac:chgData name="Sanmukh Kuppannagari" userId="ad215094-da36-4b66-9c79-369a17aea26b" providerId="ADAL" clId="{4AADFD82-FDC5-4959-98F3-0F9C04BB9859}" dt="2025-09-25T02:38:35.243" v="2745" actId="14100"/>
          <ac:spMkLst>
            <pc:docMk/>
            <pc:sldMk cId="4214249919" sldId="1641"/>
            <ac:spMk id="97" creationId="{1F2E5507-9BE3-32CF-9781-0AAB97D6FF5E}"/>
          </ac:spMkLst>
        </pc:spChg>
        <pc:spChg chg="mod">
          <ac:chgData name="Sanmukh Kuppannagari" userId="ad215094-da36-4b66-9c79-369a17aea26b" providerId="ADAL" clId="{4AADFD82-FDC5-4959-98F3-0F9C04BB9859}" dt="2025-09-25T02:38:27.575" v="2742" actId="14100"/>
          <ac:spMkLst>
            <pc:docMk/>
            <pc:sldMk cId="4214249919" sldId="1641"/>
            <ac:spMk id="98" creationId="{6BA43BED-B416-D271-545A-0927FD58C0A1}"/>
          </ac:spMkLst>
        </pc:spChg>
        <pc:spChg chg="mod">
          <ac:chgData name="Sanmukh Kuppannagari" userId="ad215094-da36-4b66-9c79-369a17aea26b" providerId="ADAL" clId="{4AADFD82-FDC5-4959-98F3-0F9C04BB9859}" dt="2025-09-25T02:38:06.322" v="2734" actId="1076"/>
          <ac:spMkLst>
            <pc:docMk/>
            <pc:sldMk cId="4214249919" sldId="1641"/>
            <ac:spMk id="100" creationId="{611D2F40-3DC5-FE68-5E9A-F32AA6BED0F1}"/>
          </ac:spMkLst>
        </pc:spChg>
        <pc:spChg chg="mod">
          <ac:chgData name="Sanmukh Kuppannagari" userId="ad215094-da36-4b66-9c79-369a17aea26b" providerId="ADAL" clId="{4AADFD82-FDC5-4959-98F3-0F9C04BB9859}" dt="2025-09-25T02:38:10.135" v="2735" actId="1076"/>
          <ac:spMkLst>
            <pc:docMk/>
            <pc:sldMk cId="4214249919" sldId="1641"/>
            <ac:spMk id="101" creationId="{DCF43BF5-E399-8C12-FC04-684730630FCE}"/>
          </ac:spMkLst>
        </pc:spChg>
        <pc:spChg chg="mod">
          <ac:chgData name="Sanmukh Kuppannagari" userId="ad215094-da36-4b66-9c79-369a17aea26b" providerId="ADAL" clId="{4AADFD82-FDC5-4959-98F3-0F9C04BB9859}" dt="2025-09-25T02:38:18.975" v="2738" actId="1076"/>
          <ac:spMkLst>
            <pc:docMk/>
            <pc:sldMk cId="4214249919" sldId="1641"/>
            <ac:spMk id="102" creationId="{673B3FAD-0D32-7B67-0888-E15E9A46C99E}"/>
          </ac:spMkLst>
        </pc:spChg>
        <pc:spChg chg="mod">
          <ac:chgData name="Sanmukh Kuppannagari" userId="ad215094-da36-4b66-9c79-369a17aea26b" providerId="ADAL" clId="{4AADFD82-FDC5-4959-98F3-0F9C04BB9859}" dt="2025-09-25T02:38:23.316" v="2740" actId="1076"/>
          <ac:spMkLst>
            <pc:docMk/>
            <pc:sldMk cId="4214249919" sldId="1641"/>
            <ac:spMk id="103" creationId="{3F78E1EB-ACCE-4D20-CC48-BFDB62C598D6}"/>
          </ac:spMkLst>
        </pc:spChg>
        <pc:spChg chg="mod">
          <ac:chgData name="Sanmukh Kuppannagari" userId="ad215094-da36-4b66-9c79-369a17aea26b" providerId="ADAL" clId="{4AADFD82-FDC5-4959-98F3-0F9C04BB9859}" dt="2025-09-25T02:38:53.926" v="2750" actId="207"/>
          <ac:spMkLst>
            <pc:docMk/>
            <pc:sldMk cId="4214249919" sldId="1641"/>
            <ac:spMk id="120" creationId="{699B03D8-8D67-4FE8-09F9-60D63900DB80}"/>
          </ac:spMkLst>
        </pc:spChg>
        <pc:spChg chg="mod">
          <ac:chgData name="Sanmukh Kuppannagari" userId="ad215094-da36-4b66-9c79-369a17aea26b" providerId="ADAL" clId="{4AADFD82-FDC5-4959-98F3-0F9C04BB9859}" dt="2025-09-25T02:38:53.926" v="2750" actId="207"/>
          <ac:spMkLst>
            <pc:docMk/>
            <pc:sldMk cId="4214249919" sldId="1641"/>
            <ac:spMk id="121" creationId="{B7D4B7D8-D21C-1B6E-B8ED-D56CBF5B4EF5}"/>
          </ac:spMkLst>
        </pc:spChg>
        <pc:spChg chg="mod">
          <ac:chgData name="Sanmukh Kuppannagari" userId="ad215094-da36-4b66-9c79-369a17aea26b" providerId="ADAL" clId="{4AADFD82-FDC5-4959-98F3-0F9C04BB9859}" dt="2025-09-25T02:38:53.926" v="2750" actId="207"/>
          <ac:spMkLst>
            <pc:docMk/>
            <pc:sldMk cId="4214249919" sldId="1641"/>
            <ac:spMk id="122" creationId="{EFF03DDA-422B-A4A6-601D-C643EB4D7721}"/>
          </ac:spMkLst>
        </pc:spChg>
        <pc:spChg chg="mod">
          <ac:chgData name="Sanmukh Kuppannagari" userId="ad215094-da36-4b66-9c79-369a17aea26b" providerId="ADAL" clId="{4AADFD82-FDC5-4959-98F3-0F9C04BB9859}" dt="2025-09-25T02:38:53.926" v="2750" actId="207"/>
          <ac:spMkLst>
            <pc:docMk/>
            <pc:sldMk cId="4214249919" sldId="1641"/>
            <ac:spMk id="123" creationId="{5D41BA81-1BCE-2378-4B57-61CECEEE5AE8}"/>
          </ac:spMkLst>
        </pc:spChg>
        <pc:spChg chg="mod">
          <ac:chgData name="Sanmukh Kuppannagari" userId="ad215094-da36-4b66-9c79-369a17aea26b" providerId="ADAL" clId="{4AADFD82-FDC5-4959-98F3-0F9C04BB9859}" dt="2025-09-25T02:38:53.926" v="2750" actId="207"/>
          <ac:spMkLst>
            <pc:docMk/>
            <pc:sldMk cId="4214249919" sldId="1641"/>
            <ac:spMk id="126" creationId="{079B85AB-D616-7A66-16DD-45E89F2B3E35}"/>
          </ac:spMkLst>
        </pc:spChg>
        <pc:spChg chg="mod">
          <ac:chgData name="Sanmukh Kuppannagari" userId="ad215094-da36-4b66-9c79-369a17aea26b" providerId="ADAL" clId="{4AADFD82-FDC5-4959-98F3-0F9C04BB9859}" dt="2025-09-25T02:38:53.926" v="2750" actId="207"/>
          <ac:spMkLst>
            <pc:docMk/>
            <pc:sldMk cId="4214249919" sldId="1641"/>
            <ac:spMk id="130" creationId="{9C4890AF-8FE7-1611-72E4-65F15ACB8E0D}"/>
          </ac:spMkLst>
        </pc:spChg>
        <pc:spChg chg="mod">
          <ac:chgData name="Sanmukh Kuppannagari" userId="ad215094-da36-4b66-9c79-369a17aea26b" providerId="ADAL" clId="{4AADFD82-FDC5-4959-98F3-0F9C04BB9859}" dt="2025-09-25T02:38:53.926" v="2750" actId="207"/>
          <ac:spMkLst>
            <pc:docMk/>
            <pc:sldMk cId="4214249919" sldId="1641"/>
            <ac:spMk id="133" creationId="{22647586-80F1-23A7-A6E7-568AEED8EDCA}"/>
          </ac:spMkLst>
        </pc:spChg>
        <pc:spChg chg="mod">
          <ac:chgData name="Sanmukh Kuppannagari" userId="ad215094-da36-4b66-9c79-369a17aea26b" providerId="ADAL" clId="{4AADFD82-FDC5-4959-98F3-0F9C04BB9859}" dt="2025-09-25T02:38:53.926" v="2750" actId="207"/>
          <ac:spMkLst>
            <pc:docMk/>
            <pc:sldMk cId="4214249919" sldId="1641"/>
            <ac:spMk id="134" creationId="{5EEF5A6C-B2A6-ED15-D0C3-2D6E5E1ED5D8}"/>
          </ac:spMkLst>
        </pc:spChg>
        <pc:spChg chg="mod">
          <ac:chgData name="Sanmukh Kuppannagari" userId="ad215094-da36-4b66-9c79-369a17aea26b" providerId="ADAL" clId="{4AADFD82-FDC5-4959-98F3-0F9C04BB9859}" dt="2025-09-25T02:38:53.926" v="2750" actId="207"/>
          <ac:spMkLst>
            <pc:docMk/>
            <pc:sldMk cId="4214249919" sldId="1641"/>
            <ac:spMk id="135" creationId="{B80F9B6C-D658-E3EA-9686-929268C727FE}"/>
          </ac:spMkLst>
        </pc:spChg>
        <pc:spChg chg="mod">
          <ac:chgData name="Sanmukh Kuppannagari" userId="ad215094-da36-4b66-9c79-369a17aea26b" providerId="ADAL" clId="{4AADFD82-FDC5-4959-98F3-0F9C04BB9859}" dt="2025-09-25T02:38:53.926" v="2750" actId="207"/>
          <ac:spMkLst>
            <pc:docMk/>
            <pc:sldMk cId="4214249919" sldId="1641"/>
            <ac:spMk id="136" creationId="{B86AB708-ACFC-D282-5E5A-B9A3D1021512}"/>
          </ac:spMkLst>
        </pc:spChg>
        <pc:spChg chg="mod">
          <ac:chgData name="Sanmukh Kuppannagari" userId="ad215094-da36-4b66-9c79-369a17aea26b" providerId="ADAL" clId="{4AADFD82-FDC5-4959-98F3-0F9C04BB9859}" dt="2025-09-25T02:39:47.033" v="2764" actId="207"/>
          <ac:spMkLst>
            <pc:docMk/>
            <pc:sldMk cId="4214249919" sldId="1641"/>
            <ac:spMk id="139" creationId="{13B75434-4B58-E1BE-CCBE-9F6342408C61}"/>
          </ac:spMkLst>
        </pc:spChg>
        <pc:spChg chg="mod">
          <ac:chgData name="Sanmukh Kuppannagari" userId="ad215094-da36-4b66-9c79-369a17aea26b" providerId="ADAL" clId="{4AADFD82-FDC5-4959-98F3-0F9C04BB9859}" dt="2025-09-25T02:39:47.033" v="2764" actId="207"/>
          <ac:spMkLst>
            <pc:docMk/>
            <pc:sldMk cId="4214249919" sldId="1641"/>
            <ac:spMk id="140" creationId="{B4B4A105-4D96-39AD-E4BF-3848F0552507}"/>
          </ac:spMkLst>
        </pc:spChg>
        <pc:spChg chg="mod">
          <ac:chgData name="Sanmukh Kuppannagari" userId="ad215094-da36-4b66-9c79-369a17aea26b" providerId="ADAL" clId="{4AADFD82-FDC5-4959-98F3-0F9C04BB9859}" dt="2025-09-25T02:39:47.033" v="2764" actId="207"/>
          <ac:spMkLst>
            <pc:docMk/>
            <pc:sldMk cId="4214249919" sldId="1641"/>
            <ac:spMk id="141" creationId="{5DB0A091-80C3-AC12-3B82-65C4B71476F4}"/>
          </ac:spMkLst>
        </pc:spChg>
        <pc:spChg chg="mod">
          <ac:chgData name="Sanmukh Kuppannagari" userId="ad215094-da36-4b66-9c79-369a17aea26b" providerId="ADAL" clId="{4AADFD82-FDC5-4959-98F3-0F9C04BB9859}" dt="2025-09-25T02:39:47.033" v="2764" actId="207"/>
          <ac:spMkLst>
            <pc:docMk/>
            <pc:sldMk cId="4214249919" sldId="1641"/>
            <ac:spMk id="142" creationId="{974C842F-8A1F-A754-E0EF-77CE91956546}"/>
          </ac:spMkLst>
        </pc:spChg>
        <pc:spChg chg="mod">
          <ac:chgData name="Sanmukh Kuppannagari" userId="ad215094-da36-4b66-9c79-369a17aea26b" providerId="ADAL" clId="{4AADFD82-FDC5-4959-98F3-0F9C04BB9859}" dt="2025-09-25T02:39:47.033" v="2764" actId="207"/>
          <ac:spMkLst>
            <pc:docMk/>
            <pc:sldMk cId="4214249919" sldId="1641"/>
            <ac:spMk id="143" creationId="{A8799FDE-E3F7-421C-30B9-FD64B036B120}"/>
          </ac:spMkLst>
        </pc:spChg>
        <pc:spChg chg="mod">
          <ac:chgData name="Sanmukh Kuppannagari" userId="ad215094-da36-4b66-9c79-369a17aea26b" providerId="ADAL" clId="{4AADFD82-FDC5-4959-98F3-0F9C04BB9859}" dt="2025-09-25T02:42:00.505" v="2788" actId="207"/>
          <ac:spMkLst>
            <pc:docMk/>
            <pc:sldMk cId="4214249919" sldId="1641"/>
            <ac:spMk id="147" creationId="{BD98DC19-1B5E-40E6-8486-237E3F385DAD}"/>
          </ac:spMkLst>
        </pc:spChg>
        <pc:spChg chg="mod">
          <ac:chgData name="Sanmukh Kuppannagari" userId="ad215094-da36-4b66-9c79-369a17aea26b" providerId="ADAL" clId="{4AADFD82-FDC5-4959-98F3-0F9C04BB9859}" dt="2025-09-25T02:42:00.505" v="2788" actId="207"/>
          <ac:spMkLst>
            <pc:docMk/>
            <pc:sldMk cId="4214249919" sldId="1641"/>
            <ac:spMk id="151" creationId="{049A262D-D291-9857-D636-5C6D2FBF4703}"/>
          </ac:spMkLst>
        </pc:spChg>
        <pc:spChg chg="mod">
          <ac:chgData name="Sanmukh Kuppannagari" userId="ad215094-da36-4b66-9c79-369a17aea26b" providerId="ADAL" clId="{4AADFD82-FDC5-4959-98F3-0F9C04BB9859}" dt="2025-09-25T02:42:00.505" v="2788" actId="207"/>
          <ac:spMkLst>
            <pc:docMk/>
            <pc:sldMk cId="4214249919" sldId="1641"/>
            <ac:spMk id="156" creationId="{118F04C7-7656-B00B-E706-658D5DC35EA0}"/>
          </ac:spMkLst>
        </pc:spChg>
        <pc:spChg chg="mod">
          <ac:chgData name="Sanmukh Kuppannagari" userId="ad215094-da36-4b66-9c79-369a17aea26b" providerId="ADAL" clId="{4AADFD82-FDC5-4959-98F3-0F9C04BB9859}" dt="2025-09-25T02:42:00.505" v="2788" actId="207"/>
          <ac:spMkLst>
            <pc:docMk/>
            <pc:sldMk cId="4214249919" sldId="1641"/>
            <ac:spMk id="159" creationId="{F0D77D08-60BB-E42E-2246-3C7C179EB006}"/>
          </ac:spMkLst>
        </pc:spChg>
        <pc:spChg chg="mod">
          <ac:chgData name="Sanmukh Kuppannagari" userId="ad215094-da36-4b66-9c79-369a17aea26b" providerId="ADAL" clId="{4AADFD82-FDC5-4959-98F3-0F9C04BB9859}" dt="2025-09-25T02:42:00.505" v="2788" actId="207"/>
          <ac:spMkLst>
            <pc:docMk/>
            <pc:sldMk cId="4214249919" sldId="1641"/>
            <ac:spMk id="160" creationId="{E7CC7645-7DD5-0487-4B0C-8443113D5566}"/>
          </ac:spMkLst>
        </pc:spChg>
        <pc:spChg chg="mod">
          <ac:chgData name="Sanmukh Kuppannagari" userId="ad215094-da36-4b66-9c79-369a17aea26b" providerId="ADAL" clId="{4AADFD82-FDC5-4959-98F3-0F9C04BB9859}" dt="2025-09-25T02:42:00.505" v="2788" actId="207"/>
          <ac:spMkLst>
            <pc:docMk/>
            <pc:sldMk cId="4214249919" sldId="1641"/>
            <ac:spMk id="165" creationId="{2AEF7767-0687-C7D1-343A-5B48840BCA5D}"/>
          </ac:spMkLst>
        </pc:spChg>
        <pc:spChg chg="mod">
          <ac:chgData name="Sanmukh Kuppannagari" userId="ad215094-da36-4b66-9c79-369a17aea26b" providerId="ADAL" clId="{4AADFD82-FDC5-4959-98F3-0F9C04BB9859}" dt="2025-09-25T02:42:00.505" v="2788" actId="207"/>
          <ac:spMkLst>
            <pc:docMk/>
            <pc:sldMk cId="4214249919" sldId="1641"/>
            <ac:spMk id="168" creationId="{D90A106F-A9A0-4A81-8F01-6F31FC7B3856}"/>
          </ac:spMkLst>
        </pc:spChg>
        <pc:spChg chg="mod">
          <ac:chgData name="Sanmukh Kuppannagari" userId="ad215094-da36-4b66-9c79-369a17aea26b" providerId="ADAL" clId="{4AADFD82-FDC5-4959-98F3-0F9C04BB9859}" dt="2025-09-25T02:42:00.505" v="2788" actId="207"/>
          <ac:spMkLst>
            <pc:docMk/>
            <pc:sldMk cId="4214249919" sldId="1641"/>
            <ac:spMk id="169" creationId="{7CA30752-833F-6512-5C7E-E88098A40E6D}"/>
          </ac:spMkLst>
        </pc:spChg>
        <pc:spChg chg="mod">
          <ac:chgData name="Sanmukh Kuppannagari" userId="ad215094-da36-4b66-9c79-369a17aea26b" providerId="ADAL" clId="{4AADFD82-FDC5-4959-98F3-0F9C04BB9859}" dt="2025-09-25T02:42:00.505" v="2788" actId="207"/>
          <ac:spMkLst>
            <pc:docMk/>
            <pc:sldMk cId="4214249919" sldId="1641"/>
            <ac:spMk id="170" creationId="{FACC14B6-1183-92E9-3AF7-CC1B4DD4CEF2}"/>
          </ac:spMkLst>
        </pc:spChg>
        <pc:spChg chg="mod">
          <ac:chgData name="Sanmukh Kuppannagari" userId="ad215094-da36-4b66-9c79-369a17aea26b" providerId="ADAL" clId="{4AADFD82-FDC5-4959-98F3-0F9C04BB9859}" dt="2025-09-25T02:42:00.505" v="2788" actId="207"/>
          <ac:spMkLst>
            <pc:docMk/>
            <pc:sldMk cId="4214249919" sldId="1641"/>
            <ac:spMk id="172" creationId="{338E0F4B-0046-D8AA-D7A4-29E0769FC0FA}"/>
          </ac:spMkLst>
        </pc:spChg>
        <pc:spChg chg="add mod">
          <ac:chgData name="Sanmukh Kuppannagari" userId="ad215094-da36-4b66-9c79-369a17aea26b" providerId="ADAL" clId="{4AADFD82-FDC5-4959-98F3-0F9C04BB9859}" dt="2025-09-25T02:42:13.730" v="2790" actId="1076"/>
          <ac:spMkLst>
            <pc:docMk/>
            <pc:sldMk cId="4214249919" sldId="1641"/>
            <ac:spMk id="173" creationId="{0F0AF992-9C0B-3CA3-2472-5659B17EEA9E}"/>
          </ac:spMkLst>
        </pc:spChg>
        <pc:spChg chg="mod">
          <ac:chgData name="Sanmukh Kuppannagari" userId="ad215094-da36-4b66-9c79-369a17aea26b" providerId="ADAL" clId="{4AADFD82-FDC5-4959-98F3-0F9C04BB9859}" dt="2025-09-25T02:43:04.167" v="2800" actId="207"/>
          <ac:spMkLst>
            <pc:docMk/>
            <pc:sldMk cId="4214249919" sldId="1641"/>
            <ac:spMk id="176" creationId="{1F1999C9-5AB1-C699-A4FA-25E6B02F1EB8}"/>
          </ac:spMkLst>
        </pc:spChg>
        <pc:spChg chg="mod">
          <ac:chgData name="Sanmukh Kuppannagari" userId="ad215094-da36-4b66-9c79-369a17aea26b" providerId="ADAL" clId="{4AADFD82-FDC5-4959-98F3-0F9C04BB9859}" dt="2025-09-25T02:43:04.167" v="2800" actId="207"/>
          <ac:spMkLst>
            <pc:docMk/>
            <pc:sldMk cId="4214249919" sldId="1641"/>
            <ac:spMk id="177" creationId="{B08A02AE-A1AC-22DB-DC39-5B05545F3E6E}"/>
          </ac:spMkLst>
        </pc:spChg>
        <pc:spChg chg="mod">
          <ac:chgData name="Sanmukh Kuppannagari" userId="ad215094-da36-4b66-9c79-369a17aea26b" providerId="ADAL" clId="{4AADFD82-FDC5-4959-98F3-0F9C04BB9859}" dt="2025-09-25T02:43:04.167" v="2800" actId="207"/>
          <ac:spMkLst>
            <pc:docMk/>
            <pc:sldMk cId="4214249919" sldId="1641"/>
            <ac:spMk id="178" creationId="{C0EB6D7C-FA12-4FE2-C1E5-51AA5FD337E3}"/>
          </ac:spMkLst>
        </pc:spChg>
        <pc:spChg chg="mod">
          <ac:chgData name="Sanmukh Kuppannagari" userId="ad215094-da36-4b66-9c79-369a17aea26b" providerId="ADAL" clId="{4AADFD82-FDC5-4959-98F3-0F9C04BB9859}" dt="2025-09-25T02:43:04.167" v="2800" actId="207"/>
          <ac:spMkLst>
            <pc:docMk/>
            <pc:sldMk cId="4214249919" sldId="1641"/>
            <ac:spMk id="182" creationId="{DBBFEFF9-4192-BD1C-68B9-FC247BA9C6C1}"/>
          </ac:spMkLst>
        </pc:spChg>
        <pc:spChg chg="mod">
          <ac:chgData name="Sanmukh Kuppannagari" userId="ad215094-da36-4b66-9c79-369a17aea26b" providerId="ADAL" clId="{4AADFD82-FDC5-4959-98F3-0F9C04BB9859}" dt="2025-09-25T02:43:04.167" v="2800" actId="207"/>
          <ac:spMkLst>
            <pc:docMk/>
            <pc:sldMk cId="4214249919" sldId="1641"/>
            <ac:spMk id="183" creationId="{C7FB6F8F-C376-6433-6D24-9C167A3DE9DD}"/>
          </ac:spMkLst>
        </pc:spChg>
        <pc:spChg chg="mod">
          <ac:chgData name="Sanmukh Kuppannagari" userId="ad215094-da36-4b66-9c79-369a17aea26b" providerId="ADAL" clId="{4AADFD82-FDC5-4959-98F3-0F9C04BB9859}" dt="2025-09-25T02:43:04.167" v="2800" actId="207"/>
          <ac:spMkLst>
            <pc:docMk/>
            <pc:sldMk cId="4214249919" sldId="1641"/>
            <ac:spMk id="184" creationId="{E239B09A-7AD0-4FFE-7F0B-FADF3C74F988}"/>
          </ac:spMkLst>
        </pc:spChg>
        <pc:spChg chg="add mod">
          <ac:chgData name="Sanmukh Kuppannagari" userId="ad215094-da36-4b66-9c79-369a17aea26b" providerId="ADAL" clId="{4AADFD82-FDC5-4959-98F3-0F9C04BB9859}" dt="2025-09-25T02:43:21.798" v="2804" actId="1076"/>
          <ac:spMkLst>
            <pc:docMk/>
            <pc:sldMk cId="4214249919" sldId="1641"/>
            <ac:spMk id="186" creationId="{A9AB9854-AF18-2891-29AD-45D382FFF30B}"/>
          </ac:spMkLst>
        </pc:spChg>
        <pc:grpChg chg="mod">
          <ac:chgData name="Sanmukh Kuppannagari" userId="ad215094-da36-4b66-9c79-369a17aea26b" providerId="ADAL" clId="{4AADFD82-FDC5-4959-98F3-0F9C04BB9859}" dt="2025-09-25T02:42:39.164" v="2794" actId="1076"/>
          <ac:grpSpMkLst>
            <pc:docMk/>
            <pc:sldMk cId="4214249919" sldId="1641"/>
            <ac:grpSpMk id="3" creationId="{4354FC2F-D85C-C7AE-DAEF-4A4C4DBAA3A0}"/>
          </ac:grpSpMkLst>
        </pc:grpChg>
        <pc:grpChg chg="mod">
          <ac:chgData name="Sanmukh Kuppannagari" userId="ad215094-da36-4b66-9c79-369a17aea26b" providerId="ADAL" clId="{4AADFD82-FDC5-4959-98F3-0F9C04BB9859}" dt="2025-09-25T02:43:21.798" v="2804" actId="1076"/>
          <ac:grpSpMkLst>
            <pc:docMk/>
            <pc:sldMk cId="4214249919" sldId="1641"/>
            <ac:grpSpMk id="4" creationId="{0B81133F-7B5E-2F18-A771-7F68F9A15D2A}"/>
          </ac:grpSpMkLst>
        </pc:grpChg>
        <pc:grpChg chg="mod">
          <ac:chgData name="Sanmukh Kuppannagari" userId="ad215094-da36-4b66-9c79-369a17aea26b" providerId="ADAL" clId="{4AADFD82-FDC5-4959-98F3-0F9C04BB9859}" dt="2025-09-25T02:39:07.782" v="2751" actId="207"/>
          <ac:grpSpMkLst>
            <pc:docMk/>
            <pc:sldMk cId="4214249919" sldId="1641"/>
            <ac:grpSpMk id="5" creationId="{B7778E37-17E1-DC19-E7DA-271A8AA8DA3B}"/>
          </ac:grpSpMkLst>
        </pc:grpChg>
        <pc:grpChg chg="mod">
          <ac:chgData name="Sanmukh Kuppannagari" userId="ad215094-da36-4b66-9c79-369a17aea26b" providerId="ADAL" clId="{4AADFD82-FDC5-4959-98F3-0F9C04BB9859}" dt="2025-09-25T02:42:39.164" v="2794" actId="1076"/>
          <ac:grpSpMkLst>
            <pc:docMk/>
            <pc:sldMk cId="4214249919" sldId="1641"/>
            <ac:grpSpMk id="38" creationId="{122B316A-B086-8EA3-6423-982C817AB8A9}"/>
          </ac:grpSpMkLst>
        </pc:grpChg>
        <pc:grpChg chg="mod">
          <ac:chgData name="Sanmukh Kuppannagari" userId="ad215094-da36-4b66-9c79-369a17aea26b" providerId="ADAL" clId="{4AADFD82-FDC5-4959-98F3-0F9C04BB9859}" dt="2025-09-25T02:42:39.164" v="2794" actId="1076"/>
          <ac:grpSpMkLst>
            <pc:docMk/>
            <pc:sldMk cId="4214249919" sldId="1641"/>
            <ac:grpSpMk id="53" creationId="{B62B5F52-E7B1-B42B-6027-E1B4106C4094}"/>
          </ac:grpSpMkLst>
        </pc:grpChg>
        <pc:grpChg chg="mod">
          <ac:chgData name="Sanmukh Kuppannagari" userId="ad215094-da36-4b66-9c79-369a17aea26b" providerId="ADAL" clId="{4AADFD82-FDC5-4959-98F3-0F9C04BB9859}" dt="2025-09-25T02:43:16.711" v="2803" actId="1076"/>
          <ac:grpSpMkLst>
            <pc:docMk/>
            <pc:sldMk cId="4214249919" sldId="1641"/>
            <ac:grpSpMk id="65" creationId="{A716878C-8742-1631-0C1B-5EBFBF68E38B}"/>
          </ac:grpSpMkLst>
        </pc:grpChg>
        <pc:grpChg chg="mod">
          <ac:chgData name="Sanmukh Kuppannagari" userId="ad215094-da36-4b66-9c79-369a17aea26b" providerId="ADAL" clId="{4AADFD82-FDC5-4959-98F3-0F9C04BB9859}" dt="2025-09-25T02:42:59.189" v="2799" actId="207"/>
          <ac:grpSpMkLst>
            <pc:docMk/>
            <pc:sldMk cId="4214249919" sldId="1641"/>
            <ac:grpSpMk id="66" creationId="{FD39D63C-74CC-DBB4-6AA1-7884077D4857}"/>
          </ac:grpSpMkLst>
        </pc:grpChg>
        <pc:grpChg chg="mod">
          <ac:chgData name="Sanmukh Kuppannagari" userId="ad215094-da36-4b66-9c79-369a17aea26b" providerId="ADAL" clId="{4AADFD82-FDC5-4959-98F3-0F9C04BB9859}" dt="2025-09-25T02:36:23.670" v="2697" actId="1076"/>
          <ac:grpSpMkLst>
            <pc:docMk/>
            <pc:sldMk cId="4214249919" sldId="1641"/>
            <ac:grpSpMk id="71" creationId="{B144B736-AA3E-427B-F512-86616CDD5ACA}"/>
          </ac:grpSpMkLst>
        </pc:grpChg>
        <pc:grpChg chg="mod">
          <ac:chgData name="Sanmukh Kuppannagari" userId="ad215094-da36-4b66-9c79-369a17aea26b" providerId="ADAL" clId="{4AADFD82-FDC5-4959-98F3-0F9C04BB9859}" dt="2025-09-25T02:43:16.711" v="2803" actId="1076"/>
          <ac:grpSpMkLst>
            <pc:docMk/>
            <pc:sldMk cId="4214249919" sldId="1641"/>
            <ac:grpSpMk id="76" creationId="{B9C58FAC-AA2E-862D-4EAE-24AD7239203B}"/>
          </ac:grpSpMkLst>
        </pc:grpChg>
        <pc:grpChg chg="mod">
          <ac:chgData name="Sanmukh Kuppannagari" userId="ad215094-da36-4b66-9c79-369a17aea26b" providerId="ADAL" clId="{4AADFD82-FDC5-4959-98F3-0F9C04BB9859}" dt="2025-09-25T02:42:59.189" v="2799" actId="207"/>
          <ac:grpSpMkLst>
            <pc:docMk/>
            <pc:sldMk cId="4214249919" sldId="1641"/>
            <ac:grpSpMk id="77" creationId="{026FE852-114C-7AEF-1FE8-CF04347C5F77}"/>
          </ac:grpSpMkLst>
        </pc:grpChg>
        <pc:grpChg chg="mod">
          <ac:chgData name="Sanmukh Kuppannagari" userId="ad215094-da36-4b66-9c79-369a17aea26b" providerId="ADAL" clId="{4AADFD82-FDC5-4959-98F3-0F9C04BB9859}" dt="2025-09-25T02:38:49.053" v="2749" actId="1076"/>
          <ac:grpSpMkLst>
            <pc:docMk/>
            <pc:sldMk cId="4214249919" sldId="1641"/>
            <ac:grpSpMk id="113" creationId="{AD786B15-DD2B-FC55-01A2-8E33F0030769}"/>
          </ac:grpSpMkLst>
        </pc:grpChg>
        <pc:grpChg chg="add mod">
          <ac:chgData name="Sanmukh Kuppannagari" userId="ad215094-da36-4b66-9c79-369a17aea26b" providerId="ADAL" clId="{4AADFD82-FDC5-4959-98F3-0F9C04BB9859}" dt="2025-09-25T02:43:21.798" v="2804" actId="1076"/>
          <ac:grpSpMkLst>
            <pc:docMk/>
            <pc:sldMk cId="4214249919" sldId="1641"/>
            <ac:grpSpMk id="137" creationId="{718E31BB-E8FD-6277-D3D0-923095B5DD1D}"/>
          </ac:grpSpMkLst>
        </pc:grpChg>
        <pc:grpChg chg="mod">
          <ac:chgData name="Sanmukh Kuppannagari" userId="ad215094-da36-4b66-9c79-369a17aea26b" providerId="ADAL" clId="{4AADFD82-FDC5-4959-98F3-0F9C04BB9859}" dt="2025-09-25T02:39:47.033" v="2764" actId="207"/>
          <ac:grpSpMkLst>
            <pc:docMk/>
            <pc:sldMk cId="4214249919" sldId="1641"/>
            <ac:grpSpMk id="138" creationId="{421B4F75-5D82-39CC-4477-B998CC231D7D}"/>
          </ac:grpSpMkLst>
        </pc:grpChg>
        <pc:grpChg chg="mod">
          <ac:chgData name="Sanmukh Kuppannagari" userId="ad215094-da36-4b66-9c79-369a17aea26b" providerId="ADAL" clId="{4AADFD82-FDC5-4959-98F3-0F9C04BB9859}" dt="2025-09-25T02:42:39.164" v="2794" actId="1076"/>
          <ac:grpSpMkLst>
            <pc:docMk/>
            <pc:sldMk cId="4214249919" sldId="1641"/>
            <ac:grpSpMk id="146" creationId="{EC8E3FFB-D76B-1F5A-5A9D-9B51E5272049}"/>
          </ac:grpSpMkLst>
        </pc:grpChg>
        <pc:grpChg chg="mod">
          <ac:chgData name="Sanmukh Kuppannagari" userId="ad215094-da36-4b66-9c79-369a17aea26b" providerId="ADAL" clId="{4AADFD82-FDC5-4959-98F3-0F9C04BB9859}" dt="2025-09-25T02:42:39.164" v="2794" actId="1076"/>
          <ac:grpSpMkLst>
            <pc:docMk/>
            <pc:sldMk cId="4214249919" sldId="1641"/>
            <ac:grpSpMk id="155" creationId="{20015B9F-026F-568A-B6E8-30B5D9548D2A}"/>
          </ac:grpSpMkLst>
        </pc:grpChg>
        <pc:grpChg chg="mod">
          <ac:chgData name="Sanmukh Kuppannagari" userId="ad215094-da36-4b66-9c79-369a17aea26b" providerId="ADAL" clId="{4AADFD82-FDC5-4959-98F3-0F9C04BB9859}" dt="2025-09-25T02:42:39.164" v="2794" actId="1076"/>
          <ac:grpSpMkLst>
            <pc:docMk/>
            <pc:sldMk cId="4214249919" sldId="1641"/>
            <ac:grpSpMk id="164" creationId="{873C5568-311E-A234-881C-DE9978574F50}"/>
          </ac:grpSpMkLst>
        </pc:grpChg>
        <pc:grpChg chg="add mod">
          <ac:chgData name="Sanmukh Kuppannagari" userId="ad215094-da36-4b66-9c79-369a17aea26b" providerId="ADAL" clId="{4AADFD82-FDC5-4959-98F3-0F9C04BB9859}" dt="2025-09-25T02:43:16.711" v="2803" actId="1076"/>
          <ac:grpSpMkLst>
            <pc:docMk/>
            <pc:sldMk cId="4214249919" sldId="1641"/>
            <ac:grpSpMk id="174" creationId="{ECD4B10E-71A3-AD1E-94F7-28F3BA9A4651}"/>
          </ac:grpSpMkLst>
        </pc:grpChg>
        <pc:grpChg chg="mod">
          <ac:chgData name="Sanmukh Kuppannagari" userId="ad215094-da36-4b66-9c79-369a17aea26b" providerId="ADAL" clId="{4AADFD82-FDC5-4959-98F3-0F9C04BB9859}" dt="2025-09-25T02:43:04.167" v="2800" actId="207"/>
          <ac:grpSpMkLst>
            <pc:docMk/>
            <pc:sldMk cId="4214249919" sldId="1641"/>
            <ac:grpSpMk id="175" creationId="{66A1344D-52DC-9DFA-76C7-3C7F4C40ACA4}"/>
          </ac:grpSpMkLst>
        </pc:grpChg>
        <pc:grpChg chg="add mod">
          <ac:chgData name="Sanmukh Kuppannagari" userId="ad215094-da36-4b66-9c79-369a17aea26b" providerId="ADAL" clId="{4AADFD82-FDC5-4959-98F3-0F9C04BB9859}" dt="2025-09-25T02:43:16.711" v="2803" actId="1076"/>
          <ac:grpSpMkLst>
            <pc:docMk/>
            <pc:sldMk cId="4214249919" sldId="1641"/>
            <ac:grpSpMk id="180" creationId="{E8086797-B395-760C-8CC0-E799B5E523CA}"/>
          </ac:grpSpMkLst>
        </pc:grpChg>
        <pc:grpChg chg="mod">
          <ac:chgData name="Sanmukh Kuppannagari" userId="ad215094-da36-4b66-9c79-369a17aea26b" providerId="ADAL" clId="{4AADFD82-FDC5-4959-98F3-0F9C04BB9859}" dt="2025-09-25T02:43:04.167" v="2800" actId="207"/>
          <ac:grpSpMkLst>
            <pc:docMk/>
            <pc:sldMk cId="4214249919" sldId="1641"/>
            <ac:grpSpMk id="181" creationId="{4E2D602B-4E67-6B61-2040-77F03D0DF87A}"/>
          </ac:grpSpMkLst>
        </pc:grpChg>
        <pc:cxnChg chg="mod">
          <ac:chgData name="Sanmukh Kuppannagari" userId="ad215094-da36-4b66-9c79-369a17aea26b" providerId="ADAL" clId="{4AADFD82-FDC5-4959-98F3-0F9C04BB9859}" dt="2025-09-25T02:39:07.782" v="2751" actId="207"/>
          <ac:cxnSpMkLst>
            <pc:docMk/>
            <pc:sldMk cId="4214249919" sldId="1641"/>
            <ac:cxnSpMk id="11" creationId="{87714DCA-8B2C-DDFE-3DF9-B383CCCD456A}"/>
          </ac:cxnSpMkLst>
        </pc:cxnChg>
        <pc:cxnChg chg="mod">
          <ac:chgData name="Sanmukh Kuppannagari" userId="ad215094-da36-4b66-9c79-369a17aea26b" providerId="ADAL" clId="{4AADFD82-FDC5-4959-98F3-0F9C04BB9859}" dt="2025-09-25T02:39:07.782" v="2751" actId="207"/>
          <ac:cxnSpMkLst>
            <pc:docMk/>
            <pc:sldMk cId="4214249919" sldId="1641"/>
            <ac:cxnSpMk id="12" creationId="{CB74C39D-EA8C-732C-0235-4DA452CC634A}"/>
          </ac:cxnSpMkLst>
        </pc:cxnChg>
        <pc:cxnChg chg="mod">
          <ac:chgData name="Sanmukh Kuppannagari" userId="ad215094-da36-4b66-9c79-369a17aea26b" providerId="ADAL" clId="{4AADFD82-FDC5-4959-98F3-0F9C04BB9859}" dt="2025-09-25T02:39:47.033" v="2764" actId="207"/>
          <ac:cxnSpMkLst>
            <pc:docMk/>
            <pc:sldMk cId="4214249919" sldId="1641"/>
            <ac:cxnSpMk id="144" creationId="{4A9C7831-DF77-1366-39D7-26FC39A32B61}"/>
          </ac:cxnSpMkLst>
        </pc:cxnChg>
        <pc:cxnChg chg="mod">
          <ac:chgData name="Sanmukh Kuppannagari" userId="ad215094-da36-4b66-9c79-369a17aea26b" providerId="ADAL" clId="{4AADFD82-FDC5-4959-98F3-0F9C04BB9859}" dt="2025-09-25T02:39:47.033" v="2764" actId="207"/>
          <ac:cxnSpMkLst>
            <pc:docMk/>
            <pc:sldMk cId="4214249919" sldId="1641"/>
            <ac:cxnSpMk id="145" creationId="{D4EEEE1B-45CA-6A2E-C9BF-38499CAE023F}"/>
          </ac:cxnSpMkLst>
        </pc:cxnChg>
      </pc:sldChg>
      <pc:sldChg chg="addSp modSp add mod">
        <pc:chgData name="Sanmukh Kuppannagari" userId="ad215094-da36-4b66-9c79-369a17aea26b" providerId="ADAL" clId="{4AADFD82-FDC5-4959-98F3-0F9C04BB9859}" dt="2025-09-25T02:44:19.555" v="2947" actId="20577"/>
        <pc:sldMkLst>
          <pc:docMk/>
          <pc:sldMk cId="718443645" sldId="1642"/>
        </pc:sldMkLst>
        <pc:spChg chg="add mod">
          <ac:chgData name="Sanmukh Kuppannagari" userId="ad215094-da36-4b66-9c79-369a17aea26b" providerId="ADAL" clId="{4AADFD82-FDC5-4959-98F3-0F9C04BB9859}" dt="2025-09-25T02:44:19.555" v="2947" actId="20577"/>
          <ac:spMkLst>
            <pc:docMk/>
            <pc:sldMk cId="718443645" sldId="1642"/>
            <ac:spMk id="13" creationId="{965E34D2-6FA5-019E-37A5-A6D33487C6D8}"/>
          </ac:spMkLst>
        </pc:spChg>
      </pc:sldChg>
      <pc:sldChg chg="addSp delSp modSp add mod">
        <pc:chgData name="Sanmukh Kuppannagari" userId="ad215094-da36-4b66-9c79-369a17aea26b" providerId="ADAL" clId="{4AADFD82-FDC5-4959-98F3-0F9C04BB9859}" dt="2025-09-25T02:52:59.568" v="3305" actId="20577"/>
        <pc:sldMkLst>
          <pc:docMk/>
          <pc:sldMk cId="1443863710" sldId="1643"/>
        </pc:sldMkLst>
        <pc:spChg chg="mod">
          <ac:chgData name="Sanmukh Kuppannagari" userId="ad215094-da36-4b66-9c79-369a17aea26b" providerId="ADAL" clId="{4AADFD82-FDC5-4959-98F3-0F9C04BB9859}" dt="2025-09-25T02:46:10.592" v="2978" actId="207"/>
          <ac:spMkLst>
            <pc:docMk/>
            <pc:sldMk cId="1443863710" sldId="1643"/>
            <ac:spMk id="15" creationId="{E98247F4-A89D-0375-15C7-F0693083F71E}"/>
          </ac:spMkLst>
        </pc:spChg>
        <pc:spChg chg="mod">
          <ac:chgData name="Sanmukh Kuppannagari" userId="ad215094-da36-4b66-9c79-369a17aea26b" providerId="ADAL" clId="{4AADFD82-FDC5-4959-98F3-0F9C04BB9859}" dt="2025-09-25T02:46:10.592" v="2978" actId="207"/>
          <ac:spMkLst>
            <pc:docMk/>
            <pc:sldMk cId="1443863710" sldId="1643"/>
            <ac:spMk id="16" creationId="{456FE1B0-8413-094A-4773-42ADBB1151A5}"/>
          </ac:spMkLst>
        </pc:spChg>
        <pc:spChg chg="mod">
          <ac:chgData name="Sanmukh Kuppannagari" userId="ad215094-da36-4b66-9c79-369a17aea26b" providerId="ADAL" clId="{4AADFD82-FDC5-4959-98F3-0F9C04BB9859}" dt="2025-09-25T02:46:10.592" v="2978" actId="207"/>
          <ac:spMkLst>
            <pc:docMk/>
            <pc:sldMk cId="1443863710" sldId="1643"/>
            <ac:spMk id="17" creationId="{93D895BB-993F-9E25-C26F-68C80F79D9DC}"/>
          </ac:spMkLst>
        </pc:spChg>
        <pc:spChg chg="mod">
          <ac:chgData name="Sanmukh Kuppannagari" userId="ad215094-da36-4b66-9c79-369a17aea26b" providerId="ADAL" clId="{4AADFD82-FDC5-4959-98F3-0F9C04BB9859}" dt="2025-09-25T02:46:10.592" v="2978" actId="207"/>
          <ac:spMkLst>
            <pc:docMk/>
            <pc:sldMk cId="1443863710" sldId="1643"/>
            <ac:spMk id="18" creationId="{C4E27109-2824-7B39-24C0-6D925A507AD5}"/>
          </ac:spMkLst>
        </pc:spChg>
        <pc:spChg chg="mod">
          <ac:chgData name="Sanmukh Kuppannagari" userId="ad215094-da36-4b66-9c79-369a17aea26b" providerId="ADAL" clId="{4AADFD82-FDC5-4959-98F3-0F9C04BB9859}" dt="2025-09-25T02:46:10.592" v="2978" actId="207"/>
          <ac:spMkLst>
            <pc:docMk/>
            <pc:sldMk cId="1443863710" sldId="1643"/>
            <ac:spMk id="19" creationId="{30C724A0-2CA4-2F6F-6670-300F8AFA3ABC}"/>
          </ac:spMkLst>
        </pc:spChg>
        <pc:spChg chg="mod">
          <ac:chgData name="Sanmukh Kuppannagari" userId="ad215094-da36-4b66-9c79-369a17aea26b" providerId="ADAL" clId="{4AADFD82-FDC5-4959-98F3-0F9C04BB9859}" dt="2025-09-25T02:46:32.027" v="2986" actId="207"/>
          <ac:spMkLst>
            <pc:docMk/>
            <pc:sldMk cId="1443863710" sldId="1643"/>
            <ac:spMk id="24" creationId="{EFB890AF-35B9-8EC6-EE9F-06B9A0FAB516}"/>
          </ac:spMkLst>
        </pc:spChg>
        <pc:spChg chg="mod">
          <ac:chgData name="Sanmukh Kuppannagari" userId="ad215094-da36-4b66-9c79-369a17aea26b" providerId="ADAL" clId="{4AADFD82-FDC5-4959-98F3-0F9C04BB9859}" dt="2025-09-25T02:46:32.027" v="2986" actId="207"/>
          <ac:spMkLst>
            <pc:docMk/>
            <pc:sldMk cId="1443863710" sldId="1643"/>
            <ac:spMk id="25" creationId="{74D03EF2-3704-E77D-45B6-4C3732CB6E87}"/>
          </ac:spMkLst>
        </pc:spChg>
        <pc:spChg chg="mod">
          <ac:chgData name="Sanmukh Kuppannagari" userId="ad215094-da36-4b66-9c79-369a17aea26b" providerId="ADAL" clId="{4AADFD82-FDC5-4959-98F3-0F9C04BB9859}" dt="2025-09-25T02:46:32.027" v="2986" actId="207"/>
          <ac:spMkLst>
            <pc:docMk/>
            <pc:sldMk cId="1443863710" sldId="1643"/>
            <ac:spMk id="26" creationId="{360F1250-FA5C-A81A-F873-7C1B896C17E6}"/>
          </ac:spMkLst>
        </pc:spChg>
        <pc:spChg chg="mod">
          <ac:chgData name="Sanmukh Kuppannagari" userId="ad215094-da36-4b66-9c79-369a17aea26b" providerId="ADAL" clId="{4AADFD82-FDC5-4959-98F3-0F9C04BB9859}" dt="2025-09-25T02:46:32.027" v="2986" actId="207"/>
          <ac:spMkLst>
            <pc:docMk/>
            <pc:sldMk cId="1443863710" sldId="1643"/>
            <ac:spMk id="30" creationId="{0C61F572-50FC-5270-9CE0-DC8DBDA4B37C}"/>
          </ac:spMkLst>
        </pc:spChg>
        <pc:spChg chg="mod">
          <ac:chgData name="Sanmukh Kuppannagari" userId="ad215094-da36-4b66-9c79-369a17aea26b" providerId="ADAL" clId="{4AADFD82-FDC5-4959-98F3-0F9C04BB9859}" dt="2025-09-25T02:46:32.027" v="2986" actId="207"/>
          <ac:spMkLst>
            <pc:docMk/>
            <pc:sldMk cId="1443863710" sldId="1643"/>
            <ac:spMk id="31" creationId="{29A23FE2-8983-BC51-5593-EFFDA86342AE}"/>
          </ac:spMkLst>
        </pc:spChg>
        <pc:spChg chg="mod">
          <ac:chgData name="Sanmukh Kuppannagari" userId="ad215094-da36-4b66-9c79-369a17aea26b" providerId="ADAL" clId="{4AADFD82-FDC5-4959-98F3-0F9C04BB9859}" dt="2025-09-25T02:46:32.027" v="2986" actId="207"/>
          <ac:spMkLst>
            <pc:docMk/>
            <pc:sldMk cId="1443863710" sldId="1643"/>
            <ac:spMk id="32" creationId="{2E516016-BF45-5F6B-EEB3-8333AAC0F73B}"/>
          </ac:spMkLst>
        </pc:spChg>
        <pc:spChg chg="mod">
          <ac:chgData name="Sanmukh Kuppannagari" userId="ad215094-da36-4b66-9c79-369a17aea26b" providerId="ADAL" clId="{4AADFD82-FDC5-4959-98F3-0F9C04BB9859}" dt="2025-09-25T02:46:15.761" v="2981" actId="207"/>
          <ac:spMkLst>
            <pc:docMk/>
            <pc:sldMk cId="1443863710" sldId="1643"/>
            <ac:spMk id="36" creationId="{21712B6C-A5F4-BD93-39BF-5980EA9809EC}"/>
          </ac:spMkLst>
        </pc:spChg>
        <pc:spChg chg="mod">
          <ac:chgData name="Sanmukh Kuppannagari" userId="ad215094-da36-4b66-9c79-369a17aea26b" providerId="ADAL" clId="{4AADFD82-FDC5-4959-98F3-0F9C04BB9859}" dt="2025-09-25T02:46:15.761" v="2981" actId="207"/>
          <ac:spMkLst>
            <pc:docMk/>
            <pc:sldMk cId="1443863710" sldId="1643"/>
            <ac:spMk id="37" creationId="{937EF72F-7BB2-1C4B-F6CF-FDD99804334F}"/>
          </ac:spMkLst>
        </pc:spChg>
        <pc:spChg chg="mod">
          <ac:chgData name="Sanmukh Kuppannagari" userId="ad215094-da36-4b66-9c79-369a17aea26b" providerId="ADAL" clId="{4AADFD82-FDC5-4959-98F3-0F9C04BB9859}" dt="2025-09-25T02:46:15.761" v="2981" actId="207"/>
          <ac:spMkLst>
            <pc:docMk/>
            <pc:sldMk cId="1443863710" sldId="1643"/>
            <ac:spMk id="64" creationId="{F95054B5-2768-7FB6-B6FE-3FACF1F74123}"/>
          </ac:spMkLst>
        </pc:spChg>
        <pc:spChg chg="mod">
          <ac:chgData name="Sanmukh Kuppannagari" userId="ad215094-da36-4b66-9c79-369a17aea26b" providerId="ADAL" clId="{4AADFD82-FDC5-4959-98F3-0F9C04BB9859}" dt="2025-09-25T02:46:15.761" v="2981" actId="207"/>
          <ac:spMkLst>
            <pc:docMk/>
            <pc:sldMk cId="1443863710" sldId="1643"/>
            <ac:spMk id="67" creationId="{C385E579-E056-557E-4296-B912D09DE9F5}"/>
          </ac:spMkLst>
        </pc:spChg>
        <pc:spChg chg="mod">
          <ac:chgData name="Sanmukh Kuppannagari" userId="ad215094-da36-4b66-9c79-369a17aea26b" providerId="ADAL" clId="{4AADFD82-FDC5-4959-98F3-0F9C04BB9859}" dt="2025-09-25T02:46:15.761" v="2981" actId="207"/>
          <ac:spMkLst>
            <pc:docMk/>
            <pc:sldMk cId="1443863710" sldId="1643"/>
            <ac:spMk id="82" creationId="{4FCC6263-B575-FD34-5735-884E2DB004FD}"/>
          </ac:spMkLst>
        </pc:spChg>
        <pc:spChg chg="mod">
          <ac:chgData name="Sanmukh Kuppannagari" userId="ad215094-da36-4b66-9c79-369a17aea26b" providerId="ADAL" clId="{4AADFD82-FDC5-4959-98F3-0F9C04BB9859}" dt="2025-09-25T02:46:37.014" v="2989" actId="207"/>
          <ac:spMkLst>
            <pc:docMk/>
            <pc:sldMk cId="1443863710" sldId="1643"/>
            <ac:spMk id="108" creationId="{8EB1922E-6BD5-EC4C-EC32-D8E043CBB525}"/>
          </ac:spMkLst>
        </pc:spChg>
        <pc:spChg chg="mod">
          <ac:chgData name="Sanmukh Kuppannagari" userId="ad215094-da36-4b66-9c79-369a17aea26b" providerId="ADAL" clId="{4AADFD82-FDC5-4959-98F3-0F9C04BB9859}" dt="2025-09-25T02:46:37.014" v="2989" actId="207"/>
          <ac:spMkLst>
            <pc:docMk/>
            <pc:sldMk cId="1443863710" sldId="1643"/>
            <ac:spMk id="109" creationId="{0602271E-DAE7-B644-CF00-2074A77B8B9D}"/>
          </ac:spMkLst>
        </pc:spChg>
        <pc:spChg chg="mod">
          <ac:chgData name="Sanmukh Kuppannagari" userId="ad215094-da36-4b66-9c79-369a17aea26b" providerId="ADAL" clId="{4AADFD82-FDC5-4959-98F3-0F9C04BB9859}" dt="2025-09-25T02:46:37.014" v="2989" actId="207"/>
          <ac:spMkLst>
            <pc:docMk/>
            <pc:sldMk cId="1443863710" sldId="1643"/>
            <ac:spMk id="110" creationId="{2E33D8E9-4E46-489D-045F-C4DBCDC46893}"/>
          </ac:spMkLst>
        </pc:spChg>
        <pc:spChg chg="mod">
          <ac:chgData name="Sanmukh Kuppannagari" userId="ad215094-da36-4b66-9c79-369a17aea26b" providerId="ADAL" clId="{4AADFD82-FDC5-4959-98F3-0F9C04BB9859}" dt="2025-09-25T02:44:51.864" v="2957" actId="1076"/>
          <ac:spMkLst>
            <pc:docMk/>
            <pc:sldMk cId="1443863710" sldId="1643"/>
            <ac:spMk id="186" creationId="{FF0898DC-212C-D5B4-1299-3CB0AC5106FA}"/>
          </ac:spMkLst>
        </pc:spChg>
        <pc:spChg chg="mod">
          <ac:chgData name="Sanmukh Kuppannagari" userId="ad215094-da36-4b66-9c79-369a17aea26b" providerId="ADAL" clId="{4AADFD82-FDC5-4959-98F3-0F9C04BB9859}" dt="2025-09-25T02:46:37.014" v="2989" actId="207"/>
          <ac:spMkLst>
            <pc:docMk/>
            <pc:sldMk cId="1443863710" sldId="1643"/>
            <ac:spMk id="188" creationId="{247F584D-D2B3-F65F-B008-470074F563EA}"/>
          </ac:spMkLst>
        </pc:spChg>
        <pc:spChg chg="mod">
          <ac:chgData name="Sanmukh Kuppannagari" userId="ad215094-da36-4b66-9c79-369a17aea26b" providerId="ADAL" clId="{4AADFD82-FDC5-4959-98F3-0F9C04BB9859}" dt="2025-09-25T02:46:37.014" v="2989" actId="207"/>
          <ac:spMkLst>
            <pc:docMk/>
            <pc:sldMk cId="1443863710" sldId="1643"/>
            <ac:spMk id="189" creationId="{2E366898-CA28-F827-679A-A1A8EE9E29AB}"/>
          </ac:spMkLst>
        </pc:spChg>
        <pc:spChg chg="mod">
          <ac:chgData name="Sanmukh Kuppannagari" userId="ad215094-da36-4b66-9c79-369a17aea26b" providerId="ADAL" clId="{4AADFD82-FDC5-4959-98F3-0F9C04BB9859}" dt="2025-09-25T02:46:37.014" v="2989" actId="207"/>
          <ac:spMkLst>
            <pc:docMk/>
            <pc:sldMk cId="1443863710" sldId="1643"/>
            <ac:spMk id="190" creationId="{2D2F5FD0-66B5-FBB8-644C-D622C4392C94}"/>
          </ac:spMkLst>
        </pc:spChg>
        <pc:spChg chg="mod">
          <ac:chgData name="Sanmukh Kuppannagari" userId="ad215094-da36-4b66-9c79-369a17aea26b" providerId="ADAL" clId="{4AADFD82-FDC5-4959-98F3-0F9C04BB9859}" dt="2025-09-25T02:44:57.384" v="2959" actId="1076"/>
          <ac:spMkLst>
            <pc:docMk/>
            <pc:sldMk cId="1443863710" sldId="1643"/>
            <ac:spMk id="192" creationId="{3B3F538C-A48D-A681-1667-9951E28771A3}"/>
          </ac:spMkLst>
        </pc:spChg>
        <pc:spChg chg="add mod">
          <ac:chgData name="Sanmukh Kuppannagari" userId="ad215094-da36-4b66-9c79-369a17aea26b" providerId="ADAL" clId="{4AADFD82-FDC5-4959-98F3-0F9C04BB9859}" dt="2025-09-25T02:52:49.539" v="3287" actId="1076"/>
          <ac:spMkLst>
            <pc:docMk/>
            <pc:sldMk cId="1443863710" sldId="1643"/>
            <ac:spMk id="203" creationId="{ED87231B-C13D-4E1E-EB33-8D9A8E425E47}"/>
          </ac:spMkLst>
        </pc:spChg>
        <pc:spChg chg="add mod">
          <ac:chgData name="Sanmukh Kuppannagari" userId="ad215094-da36-4b66-9c79-369a17aea26b" providerId="ADAL" clId="{4AADFD82-FDC5-4959-98F3-0F9C04BB9859}" dt="2025-09-25T02:52:33.820" v="3277" actId="1076"/>
          <ac:spMkLst>
            <pc:docMk/>
            <pc:sldMk cId="1443863710" sldId="1643"/>
            <ac:spMk id="207" creationId="{FCA7DAB8-8814-7FAA-E179-B5D49E01A68D}"/>
          </ac:spMkLst>
        </pc:spChg>
        <pc:spChg chg="add mod">
          <ac:chgData name="Sanmukh Kuppannagari" userId="ad215094-da36-4b66-9c79-369a17aea26b" providerId="ADAL" clId="{4AADFD82-FDC5-4959-98F3-0F9C04BB9859}" dt="2025-09-25T02:52:36.284" v="3278"/>
          <ac:spMkLst>
            <pc:docMk/>
            <pc:sldMk cId="1443863710" sldId="1643"/>
            <ac:spMk id="208" creationId="{E4488308-1B3C-22FC-9206-FD442FB861A5}"/>
          </ac:spMkLst>
        </pc:spChg>
        <pc:spChg chg="add mod">
          <ac:chgData name="Sanmukh Kuppannagari" userId="ad215094-da36-4b66-9c79-369a17aea26b" providerId="ADAL" clId="{4AADFD82-FDC5-4959-98F3-0F9C04BB9859}" dt="2025-09-25T02:52:59.568" v="3305" actId="20577"/>
          <ac:spMkLst>
            <pc:docMk/>
            <pc:sldMk cId="1443863710" sldId="1643"/>
            <ac:spMk id="209" creationId="{2390D319-29E3-0AFB-A70B-99C4965177A7}"/>
          </ac:spMkLst>
        </pc:spChg>
        <pc:grpChg chg="mod">
          <ac:chgData name="Sanmukh Kuppannagari" userId="ad215094-da36-4b66-9c79-369a17aea26b" providerId="ADAL" clId="{4AADFD82-FDC5-4959-98F3-0F9C04BB9859}" dt="2025-09-25T02:45:13.651" v="2963" actId="1076"/>
          <ac:grpSpMkLst>
            <pc:docMk/>
            <pc:sldMk cId="1443863710" sldId="1643"/>
            <ac:grpSpMk id="3" creationId="{CE65B648-5F63-32CA-32FA-F5E96AE2DE0A}"/>
          </ac:grpSpMkLst>
        </pc:grpChg>
        <pc:grpChg chg="mod">
          <ac:chgData name="Sanmukh Kuppannagari" userId="ad215094-da36-4b66-9c79-369a17aea26b" providerId="ADAL" clId="{4AADFD82-FDC5-4959-98F3-0F9C04BB9859}" dt="2025-09-25T02:44:51.864" v="2957" actId="1076"/>
          <ac:grpSpMkLst>
            <pc:docMk/>
            <pc:sldMk cId="1443863710" sldId="1643"/>
            <ac:grpSpMk id="4" creationId="{E18F2DAC-09A6-EAF4-78F2-4F6F5E8BD246}"/>
          </ac:grpSpMkLst>
        </pc:grpChg>
        <pc:grpChg chg="mod">
          <ac:chgData name="Sanmukh Kuppannagari" userId="ad215094-da36-4b66-9c79-369a17aea26b" providerId="ADAL" clId="{4AADFD82-FDC5-4959-98F3-0F9C04BB9859}" dt="2025-09-25T02:46:10.592" v="2978" actId="207"/>
          <ac:grpSpMkLst>
            <pc:docMk/>
            <pc:sldMk cId="1443863710" sldId="1643"/>
            <ac:grpSpMk id="13" creationId="{C23A8BB9-7154-7648-5A84-C09A22CD03DA}"/>
          </ac:grpSpMkLst>
        </pc:grpChg>
        <pc:grpChg chg="mod">
          <ac:chgData name="Sanmukh Kuppannagari" userId="ad215094-da36-4b66-9c79-369a17aea26b" providerId="ADAL" clId="{4AADFD82-FDC5-4959-98F3-0F9C04BB9859}" dt="2025-09-25T02:46:10.592" v="2978" actId="207"/>
          <ac:grpSpMkLst>
            <pc:docMk/>
            <pc:sldMk cId="1443863710" sldId="1643"/>
            <ac:grpSpMk id="14" creationId="{72422E8B-7AFB-B6E7-A29B-799F7C582D4F}"/>
          </ac:grpSpMkLst>
        </pc:grpChg>
        <pc:grpChg chg="mod">
          <ac:chgData name="Sanmukh Kuppannagari" userId="ad215094-da36-4b66-9c79-369a17aea26b" providerId="ADAL" clId="{4AADFD82-FDC5-4959-98F3-0F9C04BB9859}" dt="2025-09-25T02:46:32.027" v="2986" actId="207"/>
          <ac:grpSpMkLst>
            <pc:docMk/>
            <pc:sldMk cId="1443863710" sldId="1643"/>
            <ac:grpSpMk id="22" creationId="{D5AEE94E-77E0-5D28-067D-F4415A9D3555}"/>
          </ac:grpSpMkLst>
        </pc:grpChg>
        <pc:grpChg chg="mod">
          <ac:chgData name="Sanmukh Kuppannagari" userId="ad215094-da36-4b66-9c79-369a17aea26b" providerId="ADAL" clId="{4AADFD82-FDC5-4959-98F3-0F9C04BB9859}" dt="2025-09-25T02:46:32.027" v="2986" actId="207"/>
          <ac:grpSpMkLst>
            <pc:docMk/>
            <pc:sldMk cId="1443863710" sldId="1643"/>
            <ac:grpSpMk id="23" creationId="{E33A6876-DAE9-E80A-4E0C-232B5D7BBB0E}"/>
          </ac:grpSpMkLst>
        </pc:grpChg>
        <pc:grpChg chg="mod">
          <ac:chgData name="Sanmukh Kuppannagari" userId="ad215094-da36-4b66-9c79-369a17aea26b" providerId="ADAL" clId="{4AADFD82-FDC5-4959-98F3-0F9C04BB9859}" dt="2025-09-25T02:46:32.027" v="2986" actId="207"/>
          <ac:grpSpMkLst>
            <pc:docMk/>
            <pc:sldMk cId="1443863710" sldId="1643"/>
            <ac:grpSpMk id="28" creationId="{8886BB4B-253A-1036-B01D-7D927E30AE6D}"/>
          </ac:grpSpMkLst>
        </pc:grpChg>
        <pc:grpChg chg="mod">
          <ac:chgData name="Sanmukh Kuppannagari" userId="ad215094-da36-4b66-9c79-369a17aea26b" providerId="ADAL" clId="{4AADFD82-FDC5-4959-98F3-0F9C04BB9859}" dt="2025-09-25T02:46:32.027" v="2986" actId="207"/>
          <ac:grpSpMkLst>
            <pc:docMk/>
            <pc:sldMk cId="1443863710" sldId="1643"/>
            <ac:grpSpMk id="29" creationId="{1E401336-39BD-8E01-38FD-F3ECDD5B5521}"/>
          </ac:grpSpMkLst>
        </pc:grpChg>
        <pc:grpChg chg="mod">
          <ac:chgData name="Sanmukh Kuppannagari" userId="ad215094-da36-4b66-9c79-369a17aea26b" providerId="ADAL" clId="{4AADFD82-FDC5-4959-98F3-0F9C04BB9859}" dt="2025-09-25T02:46:15.761" v="2981" actId="207"/>
          <ac:grpSpMkLst>
            <pc:docMk/>
            <pc:sldMk cId="1443863710" sldId="1643"/>
            <ac:grpSpMk id="34" creationId="{D387B056-BC77-30D8-3794-412A6044F862}"/>
          </ac:grpSpMkLst>
        </pc:grpChg>
        <pc:grpChg chg="mod">
          <ac:chgData name="Sanmukh Kuppannagari" userId="ad215094-da36-4b66-9c79-369a17aea26b" providerId="ADAL" clId="{4AADFD82-FDC5-4959-98F3-0F9C04BB9859}" dt="2025-09-25T02:46:15.761" v="2981" actId="207"/>
          <ac:grpSpMkLst>
            <pc:docMk/>
            <pc:sldMk cId="1443863710" sldId="1643"/>
            <ac:grpSpMk id="35" creationId="{457554D3-3EDA-CAA5-2B8C-2544F6DCDC37}"/>
          </ac:grpSpMkLst>
        </pc:grpChg>
        <pc:grpChg chg="mod">
          <ac:chgData name="Sanmukh Kuppannagari" userId="ad215094-da36-4b66-9c79-369a17aea26b" providerId="ADAL" clId="{4AADFD82-FDC5-4959-98F3-0F9C04BB9859}" dt="2025-09-25T02:45:13.651" v="2963" actId="1076"/>
          <ac:grpSpMkLst>
            <pc:docMk/>
            <pc:sldMk cId="1443863710" sldId="1643"/>
            <ac:grpSpMk id="38" creationId="{32E27251-7063-1B74-B27C-59EAD482F8BB}"/>
          </ac:grpSpMkLst>
        </pc:grpChg>
        <pc:grpChg chg="mod">
          <ac:chgData name="Sanmukh Kuppannagari" userId="ad215094-da36-4b66-9c79-369a17aea26b" providerId="ADAL" clId="{4AADFD82-FDC5-4959-98F3-0F9C04BB9859}" dt="2025-09-25T02:45:13.651" v="2963" actId="1076"/>
          <ac:grpSpMkLst>
            <pc:docMk/>
            <pc:sldMk cId="1443863710" sldId="1643"/>
            <ac:grpSpMk id="53" creationId="{E1A689C4-E9E1-B1EE-363B-B0D23F848E23}"/>
          </ac:grpSpMkLst>
        </pc:grpChg>
        <pc:grpChg chg="mod">
          <ac:chgData name="Sanmukh Kuppannagari" userId="ad215094-da36-4b66-9c79-369a17aea26b" providerId="ADAL" clId="{4AADFD82-FDC5-4959-98F3-0F9C04BB9859}" dt="2025-09-25T02:44:51.864" v="2957" actId="1076"/>
          <ac:grpSpMkLst>
            <pc:docMk/>
            <pc:sldMk cId="1443863710" sldId="1643"/>
            <ac:grpSpMk id="65" creationId="{C2695F43-2745-41DA-554B-FEF651107613}"/>
          </ac:grpSpMkLst>
        </pc:grpChg>
        <pc:grpChg chg="mod">
          <ac:chgData name="Sanmukh Kuppannagari" userId="ad215094-da36-4b66-9c79-369a17aea26b" providerId="ADAL" clId="{4AADFD82-FDC5-4959-98F3-0F9C04BB9859}" dt="2025-09-25T02:44:51.864" v="2957" actId="1076"/>
          <ac:grpSpMkLst>
            <pc:docMk/>
            <pc:sldMk cId="1443863710" sldId="1643"/>
            <ac:grpSpMk id="76" creationId="{B94283C2-10F1-0321-38B6-0F7B67E11272}"/>
          </ac:grpSpMkLst>
        </pc:grpChg>
        <pc:grpChg chg="mod">
          <ac:chgData name="Sanmukh Kuppannagari" userId="ad215094-da36-4b66-9c79-369a17aea26b" providerId="ADAL" clId="{4AADFD82-FDC5-4959-98F3-0F9C04BB9859}" dt="2025-09-25T02:46:37.014" v="2989" actId="207"/>
          <ac:grpSpMkLst>
            <pc:docMk/>
            <pc:sldMk cId="1443863710" sldId="1643"/>
            <ac:grpSpMk id="106" creationId="{A4286368-8C22-C0CA-1C0F-E1D22E6F3FAF}"/>
          </ac:grpSpMkLst>
        </pc:grpChg>
        <pc:grpChg chg="mod">
          <ac:chgData name="Sanmukh Kuppannagari" userId="ad215094-da36-4b66-9c79-369a17aea26b" providerId="ADAL" clId="{4AADFD82-FDC5-4959-98F3-0F9C04BB9859}" dt="2025-09-25T02:46:37.014" v="2989" actId="207"/>
          <ac:grpSpMkLst>
            <pc:docMk/>
            <pc:sldMk cId="1443863710" sldId="1643"/>
            <ac:grpSpMk id="107" creationId="{9ED703F0-2B9A-3827-C290-B34616567D49}"/>
          </ac:grpSpMkLst>
        </pc:grpChg>
        <pc:grpChg chg="mod">
          <ac:chgData name="Sanmukh Kuppannagari" userId="ad215094-da36-4b66-9c79-369a17aea26b" providerId="ADAL" clId="{4AADFD82-FDC5-4959-98F3-0F9C04BB9859}" dt="2025-09-25T02:46:37.014" v="2989" actId="207"/>
          <ac:grpSpMkLst>
            <pc:docMk/>
            <pc:sldMk cId="1443863710" sldId="1643"/>
            <ac:grpSpMk id="112" creationId="{99905D08-0FB1-9ECD-F651-BBA63CBC64D2}"/>
          </ac:grpSpMkLst>
        </pc:grpChg>
        <pc:grpChg chg="mod">
          <ac:chgData name="Sanmukh Kuppannagari" userId="ad215094-da36-4b66-9c79-369a17aea26b" providerId="ADAL" clId="{4AADFD82-FDC5-4959-98F3-0F9C04BB9859}" dt="2025-09-25T02:44:51.864" v="2957" actId="1076"/>
          <ac:grpSpMkLst>
            <pc:docMk/>
            <pc:sldMk cId="1443863710" sldId="1643"/>
            <ac:grpSpMk id="137" creationId="{43271978-40A1-C052-0C87-467409277810}"/>
          </ac:grpSpMkLst>
        </pc:grpChg>
        <pc:grpChg chg="mod">
          <ac:chgData name="Sanmukh Kuppannagari" userId="ad215094-da36-4b66-9c79-369a17aea26b" providerId="ADAL" clId="{4AADFD82-FDC5-4959-98F3-0F9C04BB9859}" dt="2025-09-25T02:45:13.651" v="2963" actId="1076"/>
          <ac:grpSpMkLst>
            <pc:docMk/>
            <pc:sldMk cId="1443863710" sldId="1643"/>
            <ac:grpSpMk id="146" creationId="{9B6B858B-961D-B8AF-8A42-6254F52F89BC}"/>
          </ac:grpSpMkLst>
        </pc:grpChg>
        <pc:grpChg chg="mod">
          <ac:chgData name="Sanmukh Kuppannagari" userId="ad215094-da36-4b66-9c79-369a17aea26b" providerId="ADAL" clId="{4AADFD82-FDC5-4959-98F3-0F9C04BB9859}" dt="2025-09-25T02:45:13.651" v="2963" actId="1076"/>
          <ac:grpSpMkLst>
            <pc:docMk/>
            <pc:sldMk cId="1443863710" sldId="1643"/>
            <ac:grpSpMk id="155" creationId="{A26B4268-7D84-3AB4-F3D3-3CB217C7B292}"/>
          </ac:grpSpMkLst>
        </pc:grpChg>
        <pc:grpChg chg="mod">
          <ac:chgData name="Sanmukh Kuppannagari" userId="ad215094-da36-4b66-9c79-369a17aea26b" providerId="ADAL" clId="{4AADFD82-FDC5-4959-98F3-0F9C04BB9859}" dt="2025-09-25T02:45:13.651" v="2963" actId="1076"/>
          <ac:grpSpMkLst>
            <pc:docMk/>
            <pc:sldMk cId="1443863710" sldId="1643"/>
            <ac:grpSpMk id="164" creationId="{3A38F0DD-458A-1358-B341-534C97A1B0B4}"/>
          </ac:grpSpMkLst>
        </pc:grpChg>
        <pc:grpChg chg="mod">
          <ac:chgData name="Sanmukh Kuppannagari" userId="ad215094-da36-4b66-9c79-369a17aea26b" providerId="ADAL" clId="{4AADFD82-FDC5-4959-98F3-0F9C04BB9859}" dt="2025-09-25T02:44:51.864" v="2957" actId="1076"/>
          <ac:grpSpMkLst>
            <pc:docMk/>
            <pc:sldMk cId="1443863710" sldId="1643"/>
            <ac:grpSpMk id="174" creationId="{3580EAB3-D324-DFDB-3273-BA0F1E026065}"/>
          </ac:grpSpMkLst>
        </pc:grpChg>
        <pc:grpChg chg="mod">
          <ac:chgData name="Sanmukh Kuppannagari" userId="ad215094-da36-4b66-9c79-369a17aea26b" providerId="ADAL" clId="{4AADFD82-FDC5-4959-98F3-0F9C04BB9859}" dt="2025-09-25T02:44:51.864" v="2957" actId="1076"/>
          <ac:grpSpMkLst>
            <pc:docMk/>
            <pc:sldMk cId="1443863710" sldId="1643"/>
            <ac:grpSpMk id="180" creationId="{6DCB65A3-5520-2E38-6622-A0796498F0DD}"/>
          </ac:grpSpMkLst>
        </pc:grpChg>
        <pc:grpChg chg="mod">
          <ac:chgData name="Sanmukh Kuppannagari" userId="ad215094-da36-4b66-9c79-369a17aea26b" providerId="ADAL" clId="{4AADFD82-FDC5-4959-98F3-0F9C04BB9859}" dt="2025-09-25T02:46:37.014" v="2989" actId="207"/>
          <ac:grpSpMkLst>
            <pc:docMk/>
            <pc:sldMk cId="1443863710" sldId="1643"/>
            <ac:grpSpMk id="187" creationId="{9F8BB87C-26E3-2642-E1AD-B176DDEA3C40}"/>
          </ac:grpSpMkLst>
        </pc:grpChg>
        <pc:cxnChg chg="mod">
          <ac:chgData name="Sanmukh Kuppannagari" userId="ad215094-da36-4b66-9c79-369a17aea26b" providerId="ADAL" clId="{4AADFD82-FDC5-4959-98F3-0F9C04BB9859}" dt="2025-09-25T02:46:10.592" v="2978" actId="207"/>
          <ac:cxnSpMkLst>
            <pc:docMk/>
            <pc:sldMk cId="1443863710" sldId="1643"/>
            <ac:cxnSpMk id="20" creationId="{5F54A9B0-FC4D-4142-E623-DAF4034F3EFD}"/>
          </ac:cxnSpMkLst>
        </pc:cxnChg>
        <pc:cxnChg chg="mod">
          <ac:chgData name="Sanmukh Kuppannagari" userId="ad215094-da36-4b66-9c79-369a17aea26b" providerId="ADAL" clId="{4AADFD82-FDC5-4959-98F3-0F9C04BB9859}" dt="2025-09-25T02:46:10.592" v="2978" actId="207"/>
          <ac:cxnSpMkLst>
            <pc:docMk/>
            <pc:sldMk cId="1443863710" sldId="1643"/>
            <ac:cxnSpMk id="21" creationId="{19CC7127-21BD-DC25-3095-5702ABBADCF2}"/>
          </ac:cxnSpMkLst>
        </pc:cxnChg>
        <pc:cxnChg chg="mod">
          <ac:chgData name="Sanmukh Kuppannagari" userId="ad215094-da36-4b66-9c79-369a17aea26b" providerId="ADAL" clId="{4AADFD82-FDC5-4959-98F3-0F9C04BB9859}" dt="2025-09-25T02:46:15.761" v="2981" actId="207"/>
          <ac:cxnSpMkLst>
            <pc:docMk/>
            <pc:sldMk cId="1443863710" sldId="1643"/>
            <ac:cxnSpMk id="104" creationId="{338BF99B-E975-E092-518B-9D8A545D0E41}"/>
          </ac:cxnSpMkLst>
        </pc:cxnChg>
        <pc:cxnChg chg="mod">
          <ac:chgData name="Sanmukh Kuppannagari" userId="ad215094-da36-4b66-9c79-369a17aea26b" providerId="ADAL" clId="{4AADFD82-FDC5-4959-98F3-0F9C04BB9859}" dt="2025-09-25T02:46:15.761" v="2981" actId="207"/>
          <ac:cxnSpMkLst>
            <pc:docMk/>
            <pc:sldMk cId="1443863710" sldId="1643"/>
            <ac:cxnSpMk id="105" creationId="{7101EF44-7016-D3E1-D096-BEDEA9531867}"/>
          </ac:cxnSpMkLst>
        </pc:cxnChg>
        <pc:cxnChg chg="add mod">
          <ac:chgData name="Sanmukh Kuppannagari" userId="ad215094-da36-4b66-9c79-369a17aea26b" providerId="ADAL" clId="{4AADFD82-FDC5-4959-98F3-0F9C04BB9859}" dt="2025-09-25T02:51:26.312" v="3230" actId="1582"/>
          <ac:cxnSpMkLst>
            <pc:docMk/>
            <pc:sldMk cId="1443863710" sldId="1643"/>
            <ac:cxnSpMk id="195" creationId="{CD0387FE-6CD2-8CE6-6B44-37DE018246FC}"/>
          </ac:cxnSpMkLst>
        </pc:cxnChg>
        <pc:cxnChg chg="add mod">
          <ac:chgData name="Sanmukh Kuppannagari" userId="ad215094-da36-4b66-9c79-369a17aea26b" providerId="ADAL" clId="{4AADFD82-FDC5-4959-98F3-0F9C04BB9859}" dt="2025-09-25T02:51:45.413" v="3237" actId="14100"/>
          <ac:cxnSpMkLst>
            <pc:docMk/>
            <pc:sldMk cId="1443863710" sldId="1643"/>
            <ac:cxnSpMk id="196" creationId="{F6116E8E-58F7-2055-19D4-816F8E2C8BED}"/>
          </ac:cxnSpMkLst>
        </pc:cxnChg>
        <pc:cxnChg chg="add mod">
          <ac:chgData name="Sanmukh Kuppannagari" userId="ad215094-da36-4b66-9c79-369a17aea26b" providerId="ADAL" clId="{4AADFD82-FDC5-4959-98F3-0F9C04BB9859}" dt="2025-09-25T02:51:51.563" v="3240" actId="14100"/>
          <ac:cxnSpMkLst>
            <pc:docMk/>
            <pc:sldMk cId="1443863710" sldId="1643"/>
            <ac:cxnSpMk id="201" creationId="{E12D9143-5646-6C1E-646A-F52BA8B11E5B}"/>
          </ac:cxnSpMkLst>
        </pc:cxnChg>
        <pc:cxnChg chg="add mod">
          <ac:chgData name="Sanmukh Kuppannagari" userId="ad215094-da36-4b66-9c79-369a17aea26b" providerId="ADAL" clId="{4AADFD82-FDC5-4959-98F3-0F9C04BB9859}" dt="2025-09-25T02:52:28.194" v="3275" actId="14100"/>
          <ac:cxnSpMkLst>
            <pc:docMk/>
            <pc:sldMk cId="1443863710" sldId="1643"/>
            <ac:cxnSpMk id="204" creationId="{3EF98DBE-7AE8-7667-C3C1-71B129712574}"/>
          </ac:cxnSpMkLst>
        </pc:cxnChg>
      </pc:sldChg>
      <pc:sldChg chg="addSp modSp add mod">
        <pc:chgData name="Sanmukh Kuppannagari" userId="ad215094-da36-4b66-9c79-369a17aea26b" providerId="ADAL" clId="{4AADFD82-FDC5-4959-98F3-0F9C04BB9859}" dt="2025-09-25T02:48:20.314" v="3127" actId="207"/>
        <pc:sldMkLst>
          <pc:docMk/>
          <pc:sldMk cId="2123041264" sldId="1644"/>
        </pc:sldMkLst>
        <pc:spChg chg="add mod">
          <ac:chgData name="Sanmukh Kuppannagari" userId="ad215094-da36-4b66-9c79-369a17aea26b" providerId="ADAL" clId="{4AADFD82-FDC5-4959-98F3-0F9C04BB9859}" dt="2025-09-25T02:48:20.314" v="3127" actId="207"/>
          <ac:spMkLst>
            <pc:docMk/>
            <pc:sldMk cId="2123041264" sldId="1644"/>
            <ac:spMk id="75" creationId="{AD68FD0B-5A21-7D14-1444-49DBAE5A46F8}"/>
          </ac:spMkLst>
        </pc:spChg>
        <pc:cxnChg chg="add mod">
          <ac:chgData name="Sanmukh Kuppannagari" userId="ad215094-da36-4b66-9c79-369a17aea26b" providerId="ADAL" clId="{4AADFD82-FDC5-4959-98F3-0F9C04BB9859}" dt="2025-09-25T02:48:05.807" v="3106" actId="1582"/>
          <ac:cxnSpMkLst>
            <pc:docMk/>
            <pc:sldMk cId="2123041264" sldId="1644"/>
            <ac:cxnSpMk id="74" creationId="{402D0498-2F94-65F0-FAE9-6EC92F52EBAD}"/>
          </ac:cxnSpMkLst>
        </pc:cxnChg>
      </pc:sldChg>
      <pc:sldChg chg="modSp add mod">
        <pc:chgData name="Sanmukh Kuppannagari" userId="ad215094-da36-4b66-9c79-369a17aea26b" providerId="ADAL" clId="{4AADFD82-FDC5-4959-98F3-0F9C04BB9859}" dt="2025-09-25T02:48:42.262" v="3142" actId="207"/>
        <pc:sldMkLst>
          <pc:docMk/>
          <pc:sldMk cId="3051466868" sldId="1645"/>
        </pc:sldMkLst>
        <pc:spChg chg="mod">
          <ac:chgData name="Sanmukh Kuppannagari" userId="ad215094-da36-4b66-9c79-369a17aea26b" providerId="ADAL" clId="{4AADFD82-FDC5-4959-98F3-0F9C04BB9859}" dt="2025-09-25T02:48:42.262" v="3142" actId="207"/>
          <ac:spMkLst>
            <pc:docMk/>
            <pc:sldMk cId="3051466868" sldId="1645"/>
            <ac:spMk id="75" creationId="{2C3599BC-6C0D-2F72-11F8-B8EFF0C76DCF}"/>
          </ac:spMkLst>
        </pc:spChg>
      </pc:sldChg>
      <pc:sldChg chg="addSp modSp add mod">
        <pc:chgData name="Sanmukh Kuppannagari" userId="ad215094-da36-4b66-9c79-369a17aea26b" providerId="ADAL" clId="{4AADFD82-FDC5-4959-98F3-0F9C04BB9859}" dt="2025-09-25T02:49:49.410" v="3210" actId="207"/>
        <pc:sldMkLst>
          <pc:docMk/>
          <pc:sldMk cId="3023684649" sldId="1646"/>
        </pc:sldMkLst>
        <pc:spChg chg="add mod">
          <ac:chgData name="Sanmukh Kuppannagari" userId="ad215094-da36-4b66-9c79-369a17aea26b" providerId="ADAL" clId="{4AADFD82-FDC5-4959-98F3-0F9C04BB9859}" dt="2025-09-25T02:49:49.410" v="3210" actId="207"/>
          <ac:spMkLst>
            <pc:docMk/>
            <pc:sldMk cId="3023684649" sldId="1646"/>
            <ac:spMk id="83" creationId="{2652F8A2-6383-0AFE-B8B4-D8C9AD9358CB}"/>
          </ac:spMkLst>
        </pc:spChg>
        <pc:cxnChg chg="add mod">
          <ac:chgData name="Sanmukh Kuppannagari" userId="ad215094-da36-4b66-9c79-369a17aea26b" providerId="ADAL" clId="{4AADFD82-FDC5-4959-98F3-0F9C04BB9859}" dt="2025-09-25T02:49:18.353" v="3145" actId="1076"/>
          <ac:cxnSpMkLst>
            <pc:docMk/>
            <pc:sldMk cId="3023684649" sldId="1646"/>
            <ac:cxnSpMk id="71" creationId="{454ECB02-F4EF-E010-116B-C091DA255985}"/>
          </ac:cxnSpMkLst>
        </pc:cxnChg>
        <pc:cxnChg chg="add mod">
          <ac:chgData name="Sanmukh Kuppannagari" userId="ad215094-da36-4b66-9c79-369a17aea26b" providerId="ADAL" clId="{4AADFD82-FDC5-4959-98F3-0F9C04BB9859}" dt="2025-09-25T02:49:27.377" v="3149" actId="1076"/>
          <ac:cxnSpMkLst>
            <pc:docMk/>
            <pc:sldMk cId="3023684649" sldId="1646"/>
            <ac:cxnSpMk id="74" creationId="{30A3032A-2BB1-F169-33D9-911C9EE28203}"/>
          </ac:cxnSpMkLst>
        </pc:cxnChg>
      </pc:sldChg>
      <pc:sldChg chg="modSp add">
        <pc:chgData name="Sanmukh Kuppannagari" userId="ad215094-da36-4b66-9c79-369a17aea26b" providerId="ADAL" clId="{4AADFD82-FDC5-4959-98F3-0F9C04BB9859}" dt="2025-09-25T02:50:16.156" v="3223" actId="207"/>
        <pc:sldMkLst>
          <pc:docMk/>
          <pc:sldMk cId="3905001171" sldId="1647"/>
        </pc:sldMkLst>
        <pc:spChg chg="mod">
          <ac:chgData name="Sanmukh Kuppannagari" userId="ad215094-da36-4b66-9c79-369a17aea26b" providerId="ADAL" clId="{4AADFD82-FDC5-4959-98F3-0F9C04BB9859}" dt="2025-09-25T02:50:16.156" v="3223" actId="207"/>
          <ac:spMkLst>
            <pc:docMk/>
            <pc:sldMk cId="3905001171" sldId="1647"/>
            <ac:spMk id="83" creationId="{1320362D-083C-F3F2-8BBE-CDF7008B42D7}"/>
          </ac:spMkLst>
        </pc:spChg>
      </pc:sldChg>
      <pc:sldChg chg="addSp delSp modSp add mod">
        <pc:chgData name="Sanmukh Kuppannagari" userId="ad215094-da36-4b66-9c79-369a17aea26b" providerId="ADAL" clId="{4AADFD82-FDC5-4959-98F3-0F9C04BB9859}" dt="2025-09-25T03:23:57.683" v="3881" actId="1076"/>
        <pc:sldMkLst>
          <pc:docMk/>
          <pc:sldMk cId="3868606071" sldId="1648"/>
        </pc:sldMkLst>
        <pc:spChg chg="add mod">
          <ac:chgData name="Sanmukh Kuppannagari" userId="ad215094-da36-4b66-9c79-369a17aea26b" providerId="ADAL" clId="{4AADFD82-FDC5-4959-98F3-0F9C04BB9859}" dt="2025-09-25T03:20:00.077" v="3728" actId="1076"/>
          <ac:spMkLst>
            <pc:docMk/>
            <pc:sldMk cId="3868606071" sldId="1648"/>
            <ac:spMk id="193" creationId="{4C538F45-18E8-3786-CE27-EA837118533C}"/>
          </ac:spMkLst>
        </pc:spChg>
        <pc:spChg chg="add mod">
          <ac:chgData name="Sanmukh Kuppannagari" userId="ad215094-da36-4b66-9c79-369a17aea26b" providerId="ADAL" clId="{4AADFD82-FDC5-4959-98F3-0F9C04BB9859}" dt="2025-09-25T03:23:57.683" v="3881" actId="1076"/>
          <ac:spMkLst>
            <pc:docMk/>
            <pc:sldMk cId="3868606071" sldId="1648"/>
            <ac:spMk id="194" creationId="{2FB657E1-6981-AD9C-D2E8-FE7E474ABA11}"/>
          </ac:spMkLst>
        </pc:spChg>
        <pc:grpChg chg="mod">
          <ac:chgData name="Sanmukh Kuppannagari" userId="ad215094-da36-4b66-9c79-369a17aea26b" providerId="ADAL" clId="{4AADFD82-FDC5-4959-98F3-0F9C04BB9859}" dt="2025-09-25T03:19:42.837" v="3722" actId="1076"/>
          <ac:grpSpMkLst>
            <pc:docMk/>
            <pc:sldMk cId="3868606071" sldId="1648"/>
            <ac:grpSpMk id="4" creationId="{22B45CFF-879D-08AA-916E-A3DD488879F2}"/>
          </ac:grpSpMkLst>
        </pc:grpChg>
        <pc:grpChg chg="mod">
          <ac:chgData name="Sanmukh Kuppannagari" userId="ad215094-da36-4b66-9c79-369a17aea26b" providerId="ADAL" clId="{4AADFD82-FDC5-4959-98F3-0F9C04BB9859}" dt="2025-09-25T03:19:42.837" v="3722" actId="1076"/>
          <ac:grpSpMkLst>
            <pc:docMk/>
            <pc:sldMk cId="3868606071" sldId="1648"/>
            <ac:grpSpMk id="13" creationId="{2E5C420E-B2C0-BA43-4BA0-524070BE6764}"/>
          </ac:grpSpMkLst>
        </pc:grpChg>
        <pc:grpChg chg="mod">
          <ac:chgData name="Sanmukh Kuppannagari" userId="ad215094-da36-4b66-9c79-369a17aea26b" providerId="ADAL" clId="{4AADFD82-FDC5-4959-98F3-0F9C04BB9859}" dt="2025-09-25T03:20:15.177" v="3737" actId="1076"/>
          <ac:grpSpMkLst>
            <pc:docMk/>
            <pc:sldMk cId="3868606071" sldId="1648"/>
            <ac:grpSpMk id="22" creationId="{075D30D9-FBE7-2D3E-DA69-A4F84A108644}"/>
          </ac:grpSpMkLst>
        </pc:grpChg>
        <pc:grpChg chg="mod">
          <ac:chgData name="Sanmukh Kuppannagari" userId="ad215094-da36-4b66-9c79-369a17aea26b" providerId="ADAL" clId="{4AADFD82-FDC5-4959-98F3-0F9C04BB9859}" dt="2025-09-25T03:20:15.177" v="3737" actId="1076"/>
          <ac:grpSpMkLst>
            <pc:docMk/>
            <pc:sldMk cId="3868606071" sldId="1648"/>
            <ac:grpSpMk id="28" creationId="{3C5704D5-C386-1697-4375-6B52D8E7405D}"/>
          </ac:grpSpMkLst>
        </pc:grpChg>
        <pc:grpChg chg="mod">
          <ac:chgData name="Sanmukh Kuppannagari" userId="ad215094-da36-4b66-9c79-369a17aea26b" providerId="ADAL" clId="{4AADFD82-FDC5-4959-98F3-0F9C04BB9859}" dt="2025-09-25T03:19:42.837" v="3722" actId="1076"/>
          <ac:grpSpMkLst>
            <pc:docMk/>
            <pc:sldMk cId="3868606071" sldId="1648"/>
            <ac:grpSpMk id="34" creationId="{714FA6A5-C518-4ECD-57C5-D1E39DE3F2AB}"/>
          </ac:grpSpMkLst>
        </pc:grpChg>
        <pc:grpChg chg="mod">
          <ac:chgData name="Sanmukh Kuppannagari" userId="ad215094-da36-4b66-9c79-369a17aea26b" providerId="ADAL" clId="{4AADFD82-FDC5-4959-98F3-0F9C04BB9859}" dt="2025-09-25T03:20:15.177" v="3737" actId="1076"/>
          <ac:grpSpMkLst>
            <pc:docMk/>
            <pc:sldMk cId="3868606071" sldId="1648"/>
            <ac:grpSpMk id="65" creationId="{B8256701-9AFE-A9FF-E335-B3C4CEF7AC31}"/>
          </ac:grpSpMkLst>
        </pc:grpChg>
        <pc:grpChg chg="mod">
          <ac:chgData name="Sanmukh Kuppannagari" userId="ad215094-da36-4b66-9c79-369a17aea26b" providerId="ADAL" clId="{4AADFD82-FDC5-4959-98F3-0F9C04BB9859}" dt="2025-09-25T03:20:15.177" v="3737" actId="1076"/>
          <ac:grpSpMkLst>
            <pc:docMk/>
            <pc:sldMk cId="3868606071" sldId="1648"/>
            <ac:grpSpMk id="76" creationId="{C6464A95-177C-4E10-B363-B484948AFCF8}"/>
          </ac:grpSpMkLst>
        </pc:grpChg>
        <pc:grpChg chg="mod">
          <ac:chgData name="Sanmukh Kuppannagari" userId="ad215094-da36-4b66-9c79-369a17aea26b" providerId="ADAL" clId="{4AADFD82-FDC5-4959-98F3-0F9C04BB9859}" dt="2025-09-25T03:20:15.177" v="3737" actId="1076"/>
          <ac:grpSpMkLst>
            <pc:docMk/>
            <pc:sldMk cId="3868606071" sldId="1648"/>
            <ac:grpSpMk id="106" creationId="{FEB8E506-4785-0C04-B529-3EA6798F98AB}"/>
          </ac:grpSpMkLst>
        </pc:grpChg>
        <pc:grpChg chg="mod">
          <ac:chgData name="Sanmukh Kuppannagari" userId="ad215094-da36-4b66-9c79-369a17aea26b" providerId="ADAL" clId="{4AADFD82-FDC5-4959-98F3-0F9C04BB9859}" dt="2025-09-25T03:20:15.177" v="3737" actId="1076"/>
          <ac:grpSpMkLst>
            <pc:docMk/>
            <pc:sldMk cId="3868606071" sldId="1648"/>
            <ac:grpSpMk id="112" creationId="{84FA74CD-BEDA-1683-0F67-10F95C060AB9}"/>
          </ac:grpSpMkLst>
        </pc:grpChg>
        <pc:grpChg chg="mod">
          <ac:chgData name="Sanmukh Kuppannagari" userId="ad215094-da36-4b66-9c79-369a17aea26b" providerId="ADAL" clId="{4AADFD82-FDC5-4959-98F3-0F9C04BB9859}" dt="2025-09-25T03:19:42.837" v="3722" actId="1076"/>
          <ac:grpSpMkLst>
            <pc:docMk/>
            <pc:sldMk cId="3868606071" sldId="1648"/>
            <ac:grpSpMk id="137" creationId="{21A21C6A-5FD4-383F-C09C-7AF9A8A61221}"/>
          </ac:grpSpMkLst>
        </pc:grpChg>
        <pc:grpChg chg="mod">
          <ac:chgData name="Sanmukh Kuppannagari" userId="ad215094-da36-4b66-9c79-369a17aea26b" providerId="ADAL" clId="{4AADFD82-FDC5-4959-98F3-0F9C04BB9859}" dt="2025-09-25T03:19:09.448" v="3715" actId="1038"/>
          <ac:grpSpMkLst>
            <pc:docMk/>
            <pc:sldMk cId="3868606071" sldId="1648"/>
            <ac:grpSpMk id="146" creationId="{7EF4BA28-8645-DF8C-A1B3-B2844914C77C}"/>
          </ac:grpSpMkLst>
        </pc:grpChg>
        <pc:grpChg chg="mod">
          <ac:chgData name="Sanmukh Kuppannagari" userId="ad215094-da36-4b66-9c79-369a17aea26b" providerId="ADAL" clId="{4AADFD82-FDC5-4959-98F3-0F9C04BB9859}" dt="2025-09-25T03:19:09.448" v="3715" actId="1038"/>
          <ac:grpSpMkLst>
            <pc:docMk/>
            <pc:sldMk cId="3868606071" sldId="1648"/>
            <ac:grpSpMk id="155" creationId="{A72931A7-F996-2DE9-62AC-0E678C5016CD}"/>
          </ac:grpSpMkLst>
        </pc:grpChg>
        <pc:grpChg chg="mod">
          <ac:chgData name="Sanmukh Kuppannagari" userId="ad215094-da36-4b66-9c79-369a17aea26b" providerId="ADAL" clId="{4AADFD82-FDC5-4959-98F3-0F9C04BB9859}" dt="2025-09-25T03:19:09.448" v="3715" actId="1038"/>
          <ac:grpSpMkLst>
            <pc:docMk/>
            <pc:sldMk cId="3868606071" sldId="1648"/>
            <ac:grpSpMk id="164" creationId="{B0B85CF3-0C84-26E5-53B5-A0D7CC40AB41}"/>
          </ac:grpSpMkLst>
        </pc:grpChg>
        <pc:grpChg chg="mod">
          <ac:chgData name="Sanmukh Kuppannagari" userId="ad215094-da36-4b66-9c79-369a17aea26b" providerId="ADAL" clId="{4AADFD82-FDC5-4959-98F3-0F9C04BB9859}" dt="2025-09-25T03:20:15.177" v="3737" actId="1076"/>
          <ac:grpSpMkLst>
            <pc:docMk/>
            <pc:sldMk cId="3868606071" sldId="1648"/>
            <ac:grpSpMk id="174" creationId="{10BD3B4E-4BC1-C2C7-C84C-BA4860E94D00}"/>
          </ac:grpSpMkLst>
        </pc:grpChg>
        <pc:grpChg chg="mod">
          <ac:chgData name="Sanmukh Kuppannagari" userId="ad215094-da36-4b66-9c79-369a17aea26b" providerId="ADAL" clId="{4AADFD82-FDC5-4959-98F3-0F9C04BB9859}" dt="2025-09-25T03:20:15.177" v="3737" actId="1076"/>
          <ac:grpSpMkLst>
            <pc:docMk/>
            <pc:sldMk cId="3868606071" sldId="1648"/>
            <ac:grpSpMk id="180" creationId="{C9C280C8-58B8-C454-F2EF-53DDD1DC9F74}"/>
          </ac:grpSpMkLst>
        </pc:grpChg>
      </pc:sldChg>
      <pc:sldChg chg="addSp modSp add mod">
        <pc:chgData name="Sanmukh Kuppannagari" userId="ad215094-da36-4b66-9c79-369a17aea26b" providerId="ADAL" clId="{4AADFD82-FDC5-4959-98F3-0F9C04BB9859}" dt="2025-09-25T03:23:11.234" v="3802" actId="1076"/>
        <pc:sldMkLst>
          <pc:docMk/>
          <pc:sldMk cId="1199362188" sldId="1649"/>
        </pc:sldMkLst>
        <pc:spChg chg="add mod">
          <ac:chgData name="Sanmukh Kuppannagari" userId="ad215094-da36-4b66-9c79-369a17aea26b" providerId="ADAL" clId="{4AADFD82-FDC5-4959-98F3-0F9C04BB9859}" dt="2025-09-25T03:21:06.300" v="3747" actId="1582"/>
          <ac:spMkLst>
            <pc:docMk/>
            <pc:sldMk cId="1199362188" sldId="1649"/>
            <ac:spMk id="70" creationId="{07BD9177-E913-D061-E3A8-17759FB0B432}"/>
          </ac:spMkLst>
        </pc:spChg>
        <pc:spChg chg="add mod">
          <ac:chgData name="Sanmukh Kuppannagari" userId="ad215094-da36-4b66-9c79-369a17aea26b" providerId="ADAL" clId="{4AADFD82-FDC5-4959-98F3-0F9C04BB9859}" dt="2025-09-25T03:22:06.130" v="3760" actId="14100"/>
          <ac:spMkLst>
            <pc:docMk/>
            <pc:sldMk cId="1199362188" sldId="1649"/>
            <ac:spMk id="173" creationId="{562E9C46-91D2-6512-545B-43DAC5B160D2}"/>
          </ac:spMkLst>
        </pc:spChg>
        <pc:spChg chg="add mod">
          <ac:chgData name="Sanmukh Kuppannagari" userId="ad215094-da36-4b66-9c79-369a17aea26b" providerId="ADAL" clId="{4AADFD82-FDC5-4959-98F3-0F9C04BB9859}" dt="2025-09-25T03:21:32.913" v="3757" actId="14100"/>
          <ac:spMkLst>
            <pc:docMk/>
            <pc:sldMk cId="1199362188" sldId="1649"/>
            <ac:spMk id="186" creationId="{5C8FF8A2-3BB4-D45C-FBE4-9339673A6953}"/>
          </ac:spMkLst>
        </pc:spChg>
        <pc:spChg chg="add mod">
          <ac:chgData name="Sanmukh Kuppannagari" userId="ad215094-da36-4b66-9c79-369a17aea26b" providerId="ADAL" clId="{4AADFD82-FDC5-4959-98F3-0F9C04BB9859}" dt="2025-09-25T03:21:40.146" v="3759" actId="1076"/>
          <ac:spMkLst>
            <pc:docMk/>
            <pc:sldMk cId="1199362188" sldId="1649"/>
            <ac:spMk id="192" creationId="{9286D85E-1E6D-7A62-599F-214F2CA25109}"/>
          </ac:spMkLst>
        </pc:spChg>
        <pc:spChg chg="add mod">
          <ac:chgData name="Sanmukh Kuppannagari" userId="ad215094-da36-4b66-9c79-369a17aea26b" providerId="ADAL" clId="{4AADFD82-FDC5-4959-98F3-0F9C04BB9859}" dt="2025-09-25T03:22:21.082" v="3763" actId="14100"/>
          <ac:spMkLst>
            <pc:docMk/>
            <pc:sldMk cId="1199362188" sldId="1649"/>
            <ac:spMk id="194" creationId="{387F664B-F918-BB62-EB4D-B39A3C70BADD}"/>
          </ac:spMkLst>
        </pc:spChg>
        <pc:spChg chg="add mod">
          <ac:chgData name="Sanmukh Kuppannagari" userId="ad215094-da36-4b66-9c79-369a17aea26b" providerId="ADAL" clId="{4AADFD82-FDC5-4959-98F3-0F9C04BB9859}" dt="2025-09-25T03:23:08.193" v="3800" actId="1076"/>
          <ac:spMkLst>
            <pc:docMk/>
            <pc:sldMk cId="1199362188" sldId="1649"/>
            <ac:spMk id="195" creationId="{4378C2CB-EA3F-2448-EDFD-D53C53985E1D}"/>
          </ac:spMkLst>
        </pc:spChg>
        <pc:spChg chg="add mod">
          <ac:chgData name="Sanmukh Kuppannagari" userId="ad215094-da36-4b66-9c79-369a17aea26b" providerId="ADAL" clId="{4AADFD82-FDC5-4959-98F3-0F9C04BB9859}" dt="2025-09-25T03:23:01.992" v="3799" actId="14100"/>
          <ac:spMkLst>
            <pc:docMk/>
            <pc:sldMk cId="1199362188" sldId="1649"/>
            <ac:spMk id="196" creationId="{E8C65680-E818-3D61-9F1D-9AB91CAF4076}"/>
          </ac:spMkLst>
        </pc:spChg>
        <pc:spChg chg="add mod">
          <ac:chgData name="Sanmukh Kuppannagari" userId="ad215094-da36-4b66-9c79-369a17aea26b" providerId="ADAL" clId="{4AADFD82-FDC5-4959-98F3-0F9C04BB9859}" dt="2025-09-25T03:23:11.234" v="3802" actId="1076"/>
          <ac:spMkLst>
            <pc:docMk/>
            <pc:sldMk cId="1199362188" sldId="1649"/>
            <ac:spMk id="197" creationId="{FF5544E3-84E0-D9B3-FF08-C7006B6C9388}"/>
          </ac:spMkLst>
        </pc:spChg>
        <pc:grpChg chg="mod">
          <ac:chgData name="Sanmukh Kuppannagari" userId="ad215094-da36-4b66-9c79-369a17aea26b" providerId="ADAL" clId="{4AADFD82-FDC5-4959-98F3-0F9C04BB9859}" dt="2025-09-25T03:21:26.683" v="3755" actId="1076"/>
          <ac:grpSpMkLst>
            <pc:docMk/>
            <pc:sldMk cId="1199362188" sldId="1649"/>
            <ac:grpSpMk id="13" creationId="{4C616BFC-0001-15A3-DA1E-27A46D5394B9}"/>
          </ac:grpSpMkLst>
        </pc:grpChg>
        <pc:grpChg chg="mod">
          <ac:chgData name="Sanmukh Kuppannagari" userId="ad215094-da36-4b66-9c79-369a17aea26b" providerId="ADAL" clId="{4AADFD82-FDC5-4959-98F3-0F9C04BB9859}" dt="2025-09-25T03:21:13.905" v="3750" actId="1076"/>
          <ac:grpSpMkLst>
            <pc:docMk/>
            <pc:sldMk cId="1199362188" sldId="1649"/>
            <ac:grpSpMk id="65" creationId="{19DE3E86-69E5-6F5E-550D-6A546DC37AA7}"/>
          </ac:grpSpMkLst>
        </pc:grpChg>
      </pc:sldChg>
      <pc:sldChg chg="modSp add mod">
        <pc:chgData name="Sanmukh Kuppannagari" userId="ad215094-da36-4b66-9c79-369a17aea26b" providerId="ADAL" clId="{4AADFD82-FDC5-4959-98F3-0F9C04BB9859}" dt="2025-09-25T03:24:26.457" v="3925" actId="1036"/>
        <pc:sldMkLst>
          <pc:docMk/>
          <pc:sldMk cId="1920855987" sldId="1650"/>
        </pc:sldMkLst>
        <pc:spChg chg="mod">
          <ac:chgData name="Sanmukh Kuppannagari" userId="ad215094-da36-4b66-9c79-369a17aea26b" providerId="ADAL" clId="{4AADFD82-FDC5-4959-98F3-0F9C04BB9859}" dt="2025-09-25T03:23:23.872" v="3804" actId="1076"/>
          <ac:spMkLst>
            <pc:docMk/>
            <pc:sldMk cId="1920855987" sldId="1650"/>
            <ac:spMk id="70" creationId="{EC1B29A7-55EE-1ECF-08A9-58ADF54723D9}"/>
          </ac:spMkLst>
        </pc:spChg>
        <pc:spChg chg="mod">
          <ac:chgData name="Sanmukh Kuppannagari" userId="ad215094-da36-4b66-9c79-369a17aea26b" providerId="ADAL" clId="{4AADFD82-FDC5-4959-98F3-0F9C04BB9859}" dt="2025-09-25T03:23:30.195" v="3805" actId="1076"/>
          <ac:spMkLst>
            <pc:docMk/>
            <pc:sldMk cId="1920855987" sldId="1650"/>
            <ac:spMk id="173" creationId="{A1728C70-0D52-7DBF-8753-BF417071A4FD}"/>
          </ac:spMkLst>
        </pc:spChg>
        <pc:spChg chg="mod">
          <ac:chgData name="Sanmukh Kuppannagari" userId="ad215094-da36-4b66-9c79-369a17aea26b" providerId="ADAL" clId="{4AADFD82-FDC5-4959-98F3-0F9C04BB9859}" dt="2025-09-25T03:24:15.414" v="3882" actId="1076"/>
          <ac:spMkLst>
            <pc:docMk/>
            <pc:sldMk cId="1920855987" sldId="1650"/>
            <ac:spMk id="186" creationId="{444E5170-E2A8-B2E9-3138-99E0FA2E29BE}"/>
          </ac:spMkLst>
        </pc:spChg>
        <pc:spChg chg="mod">
          <ac:chgData name="Sanmukh Kuppannagari" userId="ad215094-da36-4b66-9c79-369a17aea26b" providerId="ADAL" clId="{4AADFD82-FDC5-4959-98F3-0F9C04BB9859}" dt="2025-09-25T03:24:15.414" v="3882" actId="1076"/>
          <ac:spMkLst>
            <pc:docMk/>
            <pc:sldMk cId="1920855987" sldId="1650"/>
            <ac:spMk id="192" creationId="{1B53F449-49C7-012C-F74D-BA90EFF37F76}"/>
          </ac:spMkLst>
        </pc:spChg>
        <pc:spChg chg="mod">
          <ac:chgData name="Sanmukh Kuppannagari" userId="ad215094-da36-4b66-9c79-369a17aea26b" providerId="ADAL" clId="{4AADFD82-FDC5-4959-98F3-0F9C04BB9859}" dt="2025-09-25T03:24:26.457" v="3925" actId="1036"/>
          <ac:spMkLst>
            <pc:docMk/>
            <pc:sldMk cId="1920855987" sldId="1650"/>
            <ac:spMk id="194" creationId="{FFE176E0-23B8-1488-5B03-3B18271F81D1}"/>
          </ac:spMkLst>
        </pc:spChg>
      </pc:sldChg>
      <pc:sldChg chg="modSp add mod">
        <pc:chgData name="Sanmukh Kuppannagari" userId="ad215094-da36-4b66-9c79-369a17aea26b" providerId="ADAL" clId="{4AADFD82-FDC5-4959-98F3-0F9C04BB9859}" dt="2025-09-25T03:26:17.211" v="3947" actId="1076"/>
        <pc:sldMkLst>
          <pc:docMk/>
          <pc:sldMk cId="3598749542" sldId="1651"/>
        </pc:sldMkLst>
        <pc:spChg chg="mod">
          <ac:chgData name="Sanmukh Kuppannagari" userId="ad215094-da36-4b66-9c79-369a17aea26b" providerId="ADAL" clId="{4AADFD82-FDC5-4959-98F3-0F9C04BB9859}" dt="2025-09-25T03:24:45.384" v="3927" actId="1076"/>
          <ac:spMkLst>
            <pc:docMk/>
            <pc:sldMk cId="3598749542" sldId="1651"/>
            <ac:spMk id="70" creationId="{6AB1DAD5-5296-7DA5-589F-A02ECB0AAA0C}"/>
          </ac:spMkLst>
        </pc:spChg>
        <pc:spChg chg="mod">
          <ac:chgData name="Sanmukh Kuppannagari" userId="ad215094-da36-4b66-9c79-369a17aea26b" providerId="ADAL" clId="{4AADFD82-FDC5-4959-98F3-0F9C04BB9859}" dt="2025-09-25T03:24:54.626" v="3928" actId="1076"/>
          <ac:spMkLst>
            <pc:docMk/>
            <pc:sldMk cId="3598749542" sldId="1651"/>
            <ac:spMk id="173" creationId="{A9ACDA35-577B-EC9F-C28F-9D8444CC7F34}"/>
          </ac:spMkLst>
        </pc:spChg>
        <pc:spChg chg="mod">
          <ac:chgData name="Sanmukh Kuppannagari" userId="ad215094-da36-4b66-9c79-369a17aea26b" providerId="ADAL" clId="{4AADFD82-FDC5-4959-98F3-0F9C04BB9859}" dt="2025-09-25T03:25:18.843" v="3941" actId="1037"/>
          <ac:spMkLst>
            <pc:docMk/>
            <pc:sldMk cId="3598749542" sldId="1651"/>
            <ac:spMk id="186" creationId="{83440C55-CA1E-A8C7-334D-4367F34CD00C}"/>
          </ac:spMkLst>
        </pc:spChg>
        <pc:spChg chg="mod">
          <ac:chgData name="Sanmukh Kuppannagari" userId="ad215094-da36-4b66-9c79-369a17aea26b" providerId="ADAL" clId="{4AADFD82-FDC5-4959-98F3-0F9C04BB9859}" dt="2025-09-25T03:25:18.843" v="3941" actId="1037"/>
          <ac:spMkLst>
            <pc:docMk/>
            <pc:sldMk cId="3598749542" sldId="1651"/>
            <ac:spMk id="192" creationId="{435C6EC8-D9F2-9069-E246-0CC66DCF82D9}"/>
          </ac:spMkLst>
        </pc:spChg>
        <pc:spChg chg="mod">
          <ac:chgData name="Sanmukh Kuppannagari" userId="ad215094-da36-4b66-9c79-369a17aea26b" providerId="ADAL" clId="{4AADFD82-FDC5-4959-98F3-0F9C04BB9859}" dt="2025-09-25T03:26:17.211" v="3947" actId="1076"/>
          <ac:spMkLst>
            <pc:docMk/>
            <pc:sldMk cId="3598749542" sldId="1651"/>
            <ac:spMk id="194" creationId="{9954EFA6-977D-7EFD-5A13-B14F2C86DB38}"/>
          </ac:spMkLst>
        </pc:spChg>
      </pc:sldChg>
      <pc:sldChg chg="modSp add mod">
        <pc:chgData name="Sanmukh Kuppannagari" userId="ad215094-da36-4b66-9c79-369a17aea26b" providerId="ADAL" clId="{4AADFD82-FDC5-4959-98F3-0F9C04BB9859}" dt="2025-09-25T03:26:07.824" v="3946" actId="1076"/>
        <pc:sldMkLst>
          <pc:docMk/>
          <pc:sldMk cId="384978215" sldId="1652"/>
        </pc:sldMkLst>
        <pc:spChg chg="mod">
          <ac:chgData name="Sanmukh Kuppannagari" userId="ad215094-da36-4b66-9c79-369a17aea26b" providerId="ADAL" clId="{4AADFD82-FDC5-4959-98F3-0F9C04BB9859}" dt="2025-09-25T03:25:40.278" v="3943" actId="1076"/>
          <ac:spMkLst>
            <pc:docMk/>
            <pc:sldMk cId="384978215" sldId="1652"/>
            <ac:spMk id="70" creationId="{E5181282-6FF3-3034-9852-51D5DD3E501D}"/>
          </ac:spMkLst>
        </pc:spChg>
        <pc:spChg chg="mod">
          <ac:chgData name="Sanmukh Kuppannagari" userId="ad215094-da36-4b66-9c79-369a17aea26b" providerId="ADAL" clId="{4AADFD82-FDC5-4959-98F3-0F9C04BB9859}" dt="2025-09-25T03:25:44.239" v="3944" actId="1076"/>
          <ac:spMkLst>
            <pc:docMk/>
            <pc:sldMk cId="384978215" sldId="1652"/>
            <ac:spMk id="173" creationId="{CCF73DA2-4A2A-B94B-1377-6F595B8E8215}"/>
          </ac:spMkLst>
        </pc:spChg>
        <pc:spChg chg="mod">
          <ac:chgData name="Sanmukh Kuppannagari" userId="ad215094-da36-4b66-9c79-369a17aea26b" providerId="ADAL" clId="{4AADFD82-FDC5-4959-98F3-0F9C04BB9859}" dt="2025-09-25T03:25:56.437" v="3945" actId="1076"/>
          <ac:spMkLst>
            <pc:docMk/>
            <pc:sldMk cId="384978215" sldId="1652"/>
            <ac:spMk id="186" creationId="{DA78B097-0DF7-EA13-B566-56E924491076}"/>
          </ac:spMkLst>
        </pc:spChg>
        <pc:spChg chg="mod">
          <ac:chgData name="Sanmukh Kuppannagari" userId="ad215094-da36-4b66-9c79-369a17aea26b" providerId="ADAL" clId="{4AADFD82-FDC5-4959-98F3-0F9C04BB9859}" dt="2025-09-25T03:25:56.437" v="3945" actId="1076"/>
          <ac:spMkLst>
            <pc:docMk/>
            <pc:sldMk cId="384978215" sldId="1652"/>
            <ac:spMk id="192" creationId="{6742DA6D-690B-A379-CE56-5E2D537947A1}"/>
          </ac:spMkLst>
        </pc:spChg>
        <pc:spChg chg="mod">
          <ac:chgData name="Sanmukh Kuppannagari" userId="ad215094-da36-4b66-9c79-369a17aea26b" providerId="ADAL" clId="{4AADFD82-FDC5-4959-98F3-0F9C04BB9859}" dt="2025-09-25T03:26:07.824" v="3946" actId="1076"/>
          <ac:spMkLst>
            <pc:docMk/>
            <pc:sldMk cId="384978215" sldId="1652"/>
            <ac:spMk id="194" creationId="{886DF676-D912-4417-C65B-A2E7A692132C}"/>
          </ac:spMkLst>
        </pc:spChg>
      </pc:sldChg>
    </pc:docChg>
  </pc:docChgLst>
  <pc:docChgLst>
    <pc:chgData name="Sanmukh Kuppannagari" userId="ad215094-da36-4b66-9c79-369a17aea26b" providerId="ADAL" clId="{7B61D3EF-15B8-4F04-8033-014CD468CBC4}"/>
    <pc:docChg chg="undo custSel delSld modSld">
      <pc:chgData name="Sanmukh Kuppannagari" userId="ad215094-da36-4b66-9c79-369a17aea26b" providerId="ADAL" clId="{7B61D3EF-15B8-4F04-8033-014CD468CBC4}" dt="2025-09-18T14:57:35.710" v="344" actId="20577"/>
      <pc:docMkLst>
        <pc:docMk/>
      </pc:docMkLst>
      <pc:sldChg chg="modSp mod">
        <pc:chgData name="Sanmukh Kuppannagari" userId="ad215094-da36-4b66-9c79-369a17aea26b" providerId="ADAL" clId="{7B61D3EF-15B8-4F04-8033-014CD468CBC4}" dt="2025-09-18T13:44:24.799" v="4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7B61D3EF-15B8-4F04-8033-014CD468CBC4}" dt="2025-09-18T13:44:24.799" v="4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addSp modSp mod">
        <pc:chgData name="Sanmukh Kuppannagari" userId="ad215094-da36-4b66-9c79-369a17aea26b" providerId="ADAL" clId="{7B61D3EF-15B8-4F04-8033-014CD468CBC4}" dt="2025-09-18T14:53:04.114" v="197" actId="1076"/>
        <pc:sldMkLst>
          <pc:docMk/>
          <pc:sldMk cId="2120287752" sldId="1310"/>
        </pc:sldMkLst>
      </pc:sldChg>
      <pc:sldChg chg="addSp modSp">
        <pc:chgData name="Sanmukh Kuppannagari" userId="ad215094-da36-4b66-9c79-369a17aea26b" providerId="ADAL" clId="{7B61D3EF-15B8-4F04-8033-014CD468CBC4}" dt="2025-09-18T14:53:07.704" v="198"/>
        <pc:sldMkLst>
          <pc:docMk/>
          <pc:sldMk cId="2652461517" sldId="1311"/>
        </pc:sldMkLst>
      </pc:sldChg>
      <pc:sldChg chg="addSp modSp">
        <pc:chgData name="Sanmukh Kuppannagari" userId="ad215094-da36-4b66-9c79-369a17aea26b" providerId="ADAL" clId="{7B61D3EF-15B8-4F04-8033-014CD468CBC4}" dt="2025-09-18T14:53:11.101" v="199"/>
        <pc:sldMkLst>
          <pc:docMk/>
          <pc:sldMk cId="284065558" sldId="1312"/>
        </pc:sldMkLst>
      </pc:sldChg>
      <pc:sldChg chg="addSp modSp">
        <pc:chgData name="Sanmukh Kuppannagari" userId="ad215094-da36-4b66-9c79-369a17aea26b" providerId="ADAL" clId="{7B61D3EF-15B8-4F04-8033-014CD468CBC4}" dt="2025-09-18T14:53:15.067" v="200"/>
        <pc:sldMkLst>
          <pc:docMk/>
          <pc:sldMk cId="303362016" sldId="1313"/>
        </pc:sldMkLst>
      </pc:sldChg>
      <pc:sldChg chg="addSp delSp modSp mod">
        <pc:chgData name="Sanmukh Kuppannagari" userId="ad215094-da36-4b66-9c79-369a17aea26b" providerId="ADAL" clId="{7B61D3EF-15B8-4F04-8033-014CD468CBC4}" dt="2025-09-18T14:53:57.784" v="210" actId="478"/>
        <pc:sldMkLst>
          <pc:docMk/>
          <pc:sldMk cId="1137941797" sldId="1314"/>
        </pc:sldMkLst>
      </pc:sldChg>
      <pc:sldChg chg="modSp">
        <pc:chgData name="Sanmukh Kuppannagari" userId="ad215094-da36-4b66-9c79-369a17aea26b" providerId="ADAL" clId="{7B61D3EF-15B8-4F04-8033-014CD468CBC4}" dt="2025-09-18T14:38:31.893" v="193" actId="207"/>
        <pc:sldMkLst>
          <pc:docMk/>
          <pc:sldMk cId="3610053994" sldId="1317"/>
        </pc:sldMkLst>
      </pc:sldChg>
      <pc:sldChg chg="modSp mod">
        <pc:chgData name="Sanmukh Kuppannagari" userId="ad215094-da36-4b66-9c79-369a17aea26b" providerId="ADAL" clId="{7B61D3EF-15B8-4F04-8033-014CD468CBC4}" dt="2025-09-18T14:57:35.710" v="344" actId="20577"/>
        <pc:sldMkLst>
          <pc:docMk/>
          <pc:sldMk cId="3204193764" sldId="1320"/>
        </pc:sldMkLst>
      </pc:sldChg>
      <pc:sldChg chg="modSp mod">
        <pc:chgData name="Sanmukh Kuppannagari" userId="ad215094-da36-4b66-9c79-369a17aea26b" providerId="ADAL" clId="{7B61D3EF-15B8-4F04-8033-014CD468CBC4}" dt="2025-09-18T13:48:17.769" v="170" actId="5793"/>
        <pc:sldMkLst>
          <pc:docMk/>
          <pc:sldMk cId="330368493" sldId="1340"/>
        </pc:sldMkLst>
      </pc:sldChg>
      <pc:sldChg chg="modSp mod">
        <pc:chgData name="Sanmukh Kuppannagari" userId="ad215094-da36-4b66-9c79-369a17aea26b" providerId="ADAL" clId="{7B61D3EF-15B8-4F04-8033-014CD468CBC4}" dt="2025-09-18T13:44:41.742" v="58" actId="20577"/>
        <pc:sldMkLst>
          <pc:docMk/>
          <pc:sldMk cId="2091044005" sldId="1513"/>
        </pc:sldMkLst>
      </pc:sldChg>
      <pc:sldChg chg="del">
        <pc:chgData name="Sanmukh Kuppannagari" userId="ad215094-da36-4b66-9c79-369a17aea26b" providerId="ADAL" clId="{7B61D3EF-15B8-4F04-8033-014CD468CBC4}" dt="2025-09-18T13:44:50.370" v="59" actId="47"/>
        <pc:sldMkLst>
          <pc:docMk/>
          <pc:sldMk cId="48973366" sldId="1514"/>
        </pc:sldMkLst>
      </pc:sldChg>
      <pc:sldChg chg="del">
        <pc:chgData name="Sanmukh Kuppannagari" userId="ad215094-da36-4b66-9c79-369a17aea26b" providerId="ADAL" clId="{7B61D3EF-15B8-4F04-8033-014CD468CBC4}" dt="2025-09-18T13:44:54.750" v="60" actId="47"/>
        <pc:sldMkLst>
          <pc:docMk/>
          <pc:sldMk cId="312789784" sldId="1549"/>
        </pc:sldMkLst>
      </pc:sldChg>
      <pc:sldChg chg="modSp mod">
        <pc:chgData name="Sanmukh Kuppannagari" userId="ad215094-da36-4b66-9c79-369a17aea26b" providerId="ADAL" clId="{7B61D3EF-15B8-4F04-8033-014CD468CBC4}" dt="2025-09-18T13:47:34.750" v="133" actId="20577"/>
        <pc:sldMkLst>
          <pc:docMk/>
          <pc:sldMk cId="1297240811" sldId="1551"/>
        </pc:sldMkLst>
        <pc:spChg chg="mod">
          <ac:chgData name="Sanmukh Kuppannagari" userId="ad215094-da36-4b66-9c79-369a17aea26b" providerId="ADAL" clId="{7B61D3EF-15B8-4F04-8033-014CD468CBC4}" dt="2025-09-18T13:47:34.750" v="133" actId="20577"/>
          <ac:spMkLst>
            <pc:docMk/>
            <pc:sldMk cId="1297240811" sldId="1551"/>
            <ac:spMk id="3" creationId="{E7FF2391-E8AE-9A93-A4FC-0E02B54BC29C}"/>
          </ac:spMkLst>
        </pc:spChg>
      </pc:sldChg>
      <pc:sldChg chg="addSp delSp modSp mod">
        <pc:chgData name="Sanmukh Kuppannagari" userId="ad215094-da36-4b66-9c79-369a17aea26b" providerId="ADAL" clId="{7B61D3EF-15B8-4F04-8033-014CD468CBC4}" dt="2025-09-18T14:53:47.982" v="209" actId="478"/>
        <pc:sldMkLst>
          <pc:docMk/>
          <pc:sldMk cId="570117069" sldId="1573"/>
        </pc:sldMkLst>
      </pc:sldChg>
      <pc:sldChg chg="addSp delSp modSp mod">
        <pc:chgData name="Sanmukh Kuppannagari" userId="ad215094-da36-4b66-9c79-369a17aea26b" providerId="ADAL" clId="{7B61D3EF-15B8-4F04-8033-014CD468CBC4}" dt="2025-09-18T14:53:44.767" v="208" actId="478"/>
        <pc:sldMkLst>
          <pc:docMk/>
          <pc:sldMk cId="995901004" sldId="1574"/>
        </pc:sldMkLst>
      </pc:sldChg>
      <pc:sldChg chg="addSp delSp modSp mod">
        <pc:chgData name="Sanmukh Kuppannagari" userId="ad215094-da36-4b66-9c79-369a17aea26b" providerId="ADAL" clId="{7B61D3EF-15B8-4F04-8033-014CD468CBC4}" dt="2025-09-18T14:53:42.215" v="207" actId="478"/>
        <pc:sldMkLst>
          <pc:docMk/>
          <pc:sldMk cId="440498288" sldId="1575"/>
        </pc:sldMkLst>
      </pc:sldChg>
      <pc:sldChg chg="addSp delSp modSp mod">
        <pc:chgData name="Sanmukh Kuppannagari" userId="ad215094-da36-4b66-9c79-369a17aea26b" providerId="ADAL" clId="{7B61D3EF-15B8-4F04-8033-014CD468CBC4}" dt="2025-09-18T14:53:37.119" v="206" actId="478"/>
        <pc:sldMkLst>
          <pc:docMk/>
          <pc:sldMk cId="670652363" sldId="1576"/>
        </pc:sldMkLst>
      </pc:sldChg>
      <pc:sldChg chg="modSp">
        <pc:chgData name="Sanmukh Kuppannagari" userId="ad215094-da36-4b66-9c79-369a17aea26b" providerId="ADAL" clId="{7B61D3EF-15B8-4F04-8033-014CD468CBC4}" dt="2025-09-18T14:38:15.855" v="191" actId="20577"/>
        <pc:sldMkLst>
          <pc:docMk/>
          <pc:sldMk cId="3330804335" sldId="1583"/>
        </pc:sldMkLst>
      </pc:sldChg>
      <pc:sldChg chg="addSp modSp">
        <pc:chgData name="Sanmukh Kuppannagari" userId="ad215094-da36-4b66-9c79-369a17aea26b" providerId="ADAL" clId="{7B61D3EF-15B8-4F04-8033-014CD468CBC4}" dt="2025-09-18T14:57:13.460" v="341" actId="571"/>
        <pc:sldMkLst>
          <pc:docMk/>
          <pc:sldMk cId="936452190" sldId="1584"/>
        </pc:sldMkLst>
      </pc:sldChg>
      <pc:sldChg chg="addSp modSp">
        <pc:chgData name="Sanmukh Kuppannagari" userId="ad215094-da36-4b66-9c79-369a17aea26b" providerId="ADAL" clId="{7B61D3EF-15B8-4F04-8033-014CD468CBC4}" dt="2025-09-18T14:57:22.432" v="342"/>
        <pc:sldMkLst>
          <pc:docMk/>
          <pc:sldMk cId="652014047" sldId="1585"/>
        </pc:sldMkLst>
      </pc:sldChg>
      <pc:sldChg chg="addSp modSp">
        <pc:chgData name="Sanmukh Kuppannagari" userId="ad215094-da36-4b66-9c79-369a17aea26b" providerId="ADAL" clId="{7B61D3EF-15B8-4F04-8033-014CD468CBC4}" dt="2025-09-18T14:57:26.014" v="343"/>
        <pc:sldMkLst>
          <pc:docMk/>
          <pc:sldMk cId="3673118713" sldId="1586"/>
        </pc:sldMkLst>
      </pc:sldChg>
    </pc:docChg>
  </pc:docChgLst>
  <pc:docChgLst>
    <pc:chgData name="Sanmukh Kuppannagari" userId="ad215094-da36-4b66-9c79-369a17aea26b" providerId="ADAL" clId="{613A0AB2-BD56-483A-AC30-AF62202992E8}"/>
    <pc:docChg chg="undo custSel addSld delSld modSld sldOrd">
      <pc:chgData name="Sanmukh Kuppannagari" userId="ad215094-da36-4b66-9c79-369a17aea26b" providerId="ADAL" clId="{613A0AB2-BD56-483A-AC30-AF62202992E8}" dt="2024-09-10T14:08:58.540" v="4073" actId="20577"/>
      <pc:docMkLst>
        <pc:docMk/>
      </pc:docMkLst>
      <pc:sldChg chg="modSp mod">
        <pc:chgData name="Sanmukh Kuppannagari" userId="ad215094-da36-4b66-9c79-369a17aea26b" providerId="ADAL" clId="{613A0AB2-BD56-483A-AC30-AF62202992E8}" dt="2024-09-10T01:24:47.484" v="2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613A0AB2-BD56-483A-AC30-AF62202992E8}" dt="2024-09-10T02:48:27.130" v="2989" actId="6549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76729432" sldId="30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950079441" sldId="32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07569566" sldId="33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522483144" sldId="341"/>
        </pc:sldMkLst>
      </pc:sldChg>
      <pc:sldChg chg="add">
        <pc:chgData name="Sanmukh Kuppannagari" userId="ad215094-da36-4b66-9c79-369a17aea26b" providerId="ADAL" clId="{613A0AB2-BD56-483A-AC30-AF62202992E8}" dt="2024-09-10T01:44:36.823" v="208"/>
        <pc:sldMkLst>
          <pc:docMk/>
          <pc:sldMk cId="2492042211" sldId="354"/>
        </pc:sldMkLst>
      </pc:sldChg>
      <pc:sldChg chg="modSp mod">
        <pc:chgData name="Sanmukh Kuppannagari" userId="ad215094-da36-4b66-9c79-369a17aea26b" providerId="ADAL" clId="{613A0AB2-BD56-483A-AC30-AF62202992E8}" dt="2024-09-10T02:49:54.542" v="3055" actId="15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314761624" sldId="39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158598040" sldId="39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83873654" sldId="42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888738288" sldId="42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793507665" sldId="43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87871764" sldId="43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8865837" sldId="43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302553672" sldId="43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361697695" sldId="43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738599002" sldId="44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845386772" sldId="125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683670839" sldId="125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018864358" sldId="125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787861397" sldId="125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706379635" sldId="1256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188572601" sldId="1257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11274223" sldId="1258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969816698" sldId="1259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375916416" sldId="126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96076742" sldId="126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8347974" sldId="126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163333809" sldId="126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061059533" sldId="126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769872445" sldId="126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1496660" sldId="1266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49417311" sldId="1267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981443244" sldId="1268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87788205" sldId="1269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224902270" sldId="127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430267348" sldId="127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564167782" sldId="127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926195366" sldId="127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115725712" sldId="127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712480366" sldId="127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839462493" sldId="128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17399218" sldId="128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73456708" sldId="134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62074433" sldId="134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85318733" sldId="134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90367929" sldId="134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799099576" sldId="134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227676260" sldId="134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262656913" sldId="135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7355194" sldId="135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04131373" sldId="135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34269155" sldId="135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967107891" sldId="135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794884751" sldId="135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315821937" sldId="135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63516898" sldId="136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886344154" sldId="136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56732028" sldId="136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03735269" sldId="136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326920156" sldId="136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59140757" sldId="136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078040195" sldId="136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4771599" sldId="137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906755194" sldId="137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518010934" sldId="137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532106449" sldId="137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3097358" sldId="1375"/>
        </pc:sldMkLst>
      </pc:sldChg>
      <pc:sldChg chg="addSp modSp add del mod">
        <pc:chgData name="Sanmukh Kuppannagari" userId="ad215094-da36-4b66-9c79-369a17aea26b" providerId="ADAL" clId="{613A0AB2-BD56-483A-AC30-AF62202992E8}" dt="2024-09-10T14:04:28.145" v="3383" actId="20577"/>
        <pc:sldMkLst>
          <pc:docMk/>
          <pc:sldMk cId="2155445605" sldId="137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373852911" sldId="137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785090204" sldId="137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78956546" sldId="137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387291192" sldId="138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729273499" sldId="138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04865990" sldId="138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40536196" sldId="138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028848195" sldId="138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55061855" sldId="138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07384733" sldId="138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06617072" sldId="138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178750" sldId="138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904397812" sldId="139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115784977" sldId="139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79675671" sldId="139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48896675" sldId="139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213479204" sldId="139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698062718" sldId="139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28240830" sldId="139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77004698" sldId="139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87165335" sldId="139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48802495" sldId="139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26423657" sldId="140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876721923" sldId="140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100405277" sldId="1402"/>
        </pc:sldMkLst>
      </pc:sldChg>
      <pc:sldChg chg="del ord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967499912" sldId="140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81972497" sldId="140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54475222" sldId="140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57037968" sldId="140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08826284" sldId="140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15060599" sldId="140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19380334" sldId="140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9742158" sldId="141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50716392" sldId="141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93658469" sldId="141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54853527" sldId="141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58868704" sldId="141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712966043" sldId="141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077281943" sldId="1417"/>
        </pc:sldMkLst>
      </pc:sldChg>
      <pc:sldChg chg="modSp mod">
        <pc:chgData name="Sanmukh Kuppannagari" userId="ad215094-da36-4b66-9c79-369a17aea26b" providerId="ADAL" clId="{613A0AB2-BD56-483A-AC30-AF62202992E8}" dt="2024-09-10T01:28:59.340" v="82" actId="20577"/>
        <pc:sldMkLst>
          <pc:docMk/>
          <pc:sldMk cId="2646681002" sldId="1418"/>
        </pc:sldMkLst>
      </pc:sldChg>
      <pc:sldChg chg="modSp add del mod">
        <pc:chgData name="Sanmukh Kuppannagari" userId="ad215094-da36-4b66-9c79-369a17aea26b" providerId="ADAL" clId="{613A0AB2-BD56-483A-AC30-AF62202992E8}" dt="2024-09-10T02:47:07.772" v="2980" actId="47"/>
        <pc:sldMkLst>
          <pc:docMk/>
          <pc:sldMk cId="1891067080" sldId="1419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2756067693" sldId="1419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519883686" sldId="1420"/>
        </pc:sldMkLst>
      </pc:sldChg>
      <pc:sldChg chg="modSp add del mod">
        <pc:chgData name="Sanmukh Kuppannagari" userId="ad215094-da36-4b66-9c79-369a17aea26b" providerId="ADAL" clId="{613A0AB2-BD56-483A-AC30-AF62202992E8}" dt="2024-09-10T02:47:34.895" v="2986" actId="47"/>
        <pc:sldMkLst>
          <pc:docMk/>
          <pc:sldMk cId="3547720413" sldId="1420"/>
        </pc:sldMkLst>
      </pc:sldChg>
      <pc:sldChg chg="modSp add del mod">
        <pc:chgData name="Sanmukh Kuppannagari" userId="ad215094-da36-4b66-9c79-369a17aea26b" providerId="ADAL" clId="{613A0AB2-BD56-483A-AC30-AF62202992E8}" dt="2024-09-10T02:49:59.467" v="3056" actId="47"/>
        <pc:sldMkLst>
          <pc:docMk/>
          <pc:sldMk cId="1861580155" sldId="1421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3752423486" sldId="1421"/>
        </pc:sldMkLst>
      </pc:sldChg>
      <pc:sldChg chg="modSp add mod">
        <pc:chgData name="Sanmukh Kuppannagari" userId="ad215094-da36-4b66-9c79-369a17aea26b" providerId="ADAL" clId="{613A0AB2-BD56-483A-AC30-AF62202992E8}" dt="2024-09-10T01:45:21.111" v="210" actId="1076"/>
        <pc:sldMkLst>
          <pc:docMk/>
          <pc:sldMk cId="2024660992" sldId="1422"/>
        </pc:sldMkLst>
      </pc:sldChg>
      <pc:sldChg chg="add">
        <pc:chgData name="Sanmukh Kuppannagari" userId="ad215094-da36-4b66-9c79-369a17aea26b" providerId="ADAL" clId="{613A0AB2-BD56-483A-AC30-AF62202992E8}" dt="2024-09-10T01:32:16.478" v="100"/>
        <pc:sldMkLst>
          <pc:docMk/>
          <pc:sldMk cId="2732262" sldId="1423"/>
        </pc:sldMkLst>
      </pc:sldChg>
      <pc:sldChg chg="add">
        <pc:chgData name="Sanmukh Kuppannagari" userId="ad215094-da36-4b66-9c79-369a17aea26b" providerId="ADAL" clId="{613A0AB2-BD56-483A-AC30-AF62202992E8}" dt="2024-09-10T01:32:48.711" v="101"/>
        <pc:sldMkLst>
          <pc:docMk/>
          <pc:sldMk cId="2162645904" sldId="1424"/>
        </pc:sldMkLst>
      </pc:sldChg>
      <pc:sldChg chg="add">
        <pc:chgData name="Sanmukh Kuppannagari" userId="ad215094-da36-4b66-9c79-369a17aea26b" providerId="ADAL" clId="{613A0AB2-BD56-483A-AC30-AF62202992E8}" dt="2024-09-10T01:33:49.182" v="102"/>
        <pc:sldMkLst>
          <pc:docMk/>
          <pc:sldMk cId="3423648906" sldId="1425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061472416" sldId="1426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109825613" sldId="1427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521121717" sldId="1428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988378371" sldId="1429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300145823" sldId="1430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799776817" sldId="1431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670905119" sldId="1432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681725977" sldId="1433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410148444" sldId="1434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2895113626" sldId="1435"/>
        </pc:sldMkLst>
      </pc:sldChg>
      <pc:sldChg chg="addSp modSp add mod">
        <pc:chgData name="Sanmukh Kuppannagari" userId="ad215094-da36-4b66-9c79-369a17aea26b" providerId="ADAL" clId="{613A0AB2-BD56-483A-AC30-AF62202992E8}" dt="2024-09-10T13:56:57.442" v="3070" actId="14100"/>
        <pc:sldMkLst>
          <pc:docMk/>
          <pc:sldMk cId="1065455456" sldId="1436"/>
        </pc:sldMkLst>
      </pc:sldChg>
      <pc:sldChg chg="addSp modSp add mod">
        <pc:chgData name="Sanmukh Kuppannagari" userId="ad215094-da36-4b66-9c79-369a17aea26b" providerId="ADAL" clId="{613A0AB2-BD56-483A-AC30-AF62202992E8}" dt="2024-09-10T13:57:58.634" v="3083" actId="1076"/>
        <pc:sldMkLst>
          <pc:docMk/>
          <pc:sldMk cId="4249774978" sldId="1437"/>
        </pc:sldMkLst>
      </pc:sldChg>
      <pc:sldChg chg="addSp modSp add mod">
        <pc:chgData name="Sanmukh Kuppannagari" userId="ad215094-da36-4b66-9c79-369a17aea26b" providerId="ADAL" clId="{613A0AB2-BD56-483A-AC30-AF62202992E8}" dt="2024-09-10T13:58:06.256" v="3085" actId="1076"/>
        <pc:sldMkLst>
          <pc:docMk/>
          <pc:sldMk cId="3744848553" sldId="1438"/>
        </pc:sldMkLst>
      </pc:sldChg>
      <pc:sldChg chg="addSp modSp add mod">
        <pc:chgData name="Sanmukh Kuppannagari" userId="ad215094-da36-4b66-9c79-369a17aea26b" providerId="ADAL" clId="{613A0AB2-BD56-483A-AC30-AF62202992E8}" dt="2024-09-10T13:58:13.021" v="3087" actId="1076"/>
        <pc:sldMkLst>
          <pc:docMk/>
          <pc:sldMk cId="3911730472" sldId="1439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806484747" sldId="1440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510140089" sldId="1441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198400876" sldId="1442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310307108" sldId="1443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239455098" sldId="1444"/>
        </pc:sldMkLst>
      </pc:sldChg>
      <pc:sldChg chg="addSp delSp modSp new mod">
        <pc:chgData name="Sanmukh Kuppannagari" userId="ad215094-da36-4b66-9c79-369a17aea26b" providerId="ADAL" clId="{613A0AB2-BD56-483A-AC30-AF62202992E8}" dt="2024-09-10T01:50:59.559" v="518" actId="20577"/>
        <pc:sldMkLst>
          <pc:docMk/>
          <pc:sldMk cId="2435438658" sldId="1445"/>
        </pc:sldMkLst>
      </pc:sldChg>
      <pc:sldChg chg="addSp modSp add mod">
        <pc:chgData name="Sanmukh Kuppannagari" userId="ad215094-da36-4b66-9c79-369a17aea26b" providerId="ADAL" clId="{613A0AB2-BD56-483A-AC30-AF62202992E8}" dt="2024-09-10T01:56:07.079" v="824" actId="20577"/>
        <pc:sldMkLst>
          <pc:docMk/>
          <pc:sldMk cId="2528700108" sldId="1446"/>
        </pc:sldMkLst>
      </pc:sldChg>
      <pc:sldChg chg="addSp modSp add mod">
        <pc:chgData name="Sanmukh Kuppannagari" userId="ad215094-da36-4b66-9c79-369a17aea26b" providerId="ADAL" clId="{613A0AB2-BD56-483A-AC30-AF62202992E8}" dt="2024-09-10T02:02:04.139" v="1119" actId="20577"/>
        <pc:sldMkLst>
          <pc:docMk/>
          <pc:sldMk cId="3448580318" sldId="1447"/>
        </pc:sldMkLst>
      </pc:sldChg>
      <pc:sldChg chg="modSp add del mod">
        <pc:chgData name="Sanmukh Kuppannagari" userId="ad215094-da36-4b66-9c79-369a17aea26b" providerId="ADAL" clId="{613A0AB2-BD56-483A-AC30-AF62202992E8}" dt="2024-09-10T01:57:11.036" v="974" actId="47"/>
        <pc:sldMkLst>
          <pc:docMk/>
          <pc:sldMk cId="2249879898" sldId="1448"/>
        </pc:sldMkLst>
      </pc:sldChg>
      <pc:sldChg chg="modSp new mod ord">
        <pc:chgData name="Sanmukh Kuppannagari" userId="ad215094-da36-4b66-9c79-369a17aea26b" providerId="ADAL" clId="{613A0AB2-BD56-483A-AC30-AF62202992E8}" dt="2024-09-10T14:00:41.014" v="3120" actId="20577"/>
        <pc:sldMkLst>
          <pc:docMk/>
          <pc:sldMk cId="3596653468" sldId="1448"/>
        </pc:sldMkLst>
      </pc:sldChg>
      <pc:sldChg chg="addSp delSp modSp add mod">
        <pc:chgData name="Sanmukh Kuppannagari" userId="ad215094-da36-4b66-9c79-369a17aea26b" providerId="ADAL" clId="{613A0AB2-BD56-483A-AC30-AF62202992E8}" dt="2024-09-10T02:08:38.970" v="1516" actId="6549"/>
        <pc:sldMkLst>
          <pc:docMk/>
          <pc:sldMk cId="1880408666" sldId="1449"/>
        </pc:sldMkLst>
      </pc:sldChg>
      <pc:sldChg chg="addSp delSp modSp add mod">
        <pc:chgData name="Sanmukh Kuppannagari" userId="ad215094-da36-4b66-9c79-369a17aea26b" providerId="ADAL" clId="{613A0AB2-BD56-483A-AC30-AF62202992E8}" dt="2024-09-10T02:09:46.167" v="1529" actId="1076"/>
        <pc:sldMkLst>
          <pc:docMk/>
          <pc:sldMk cId="4060134973" sldId="1450"/>
        </pc:sldMkLst>
      </pc:sldChg>
      <pc:sldChg chg="add del">
        <pc:chgData name="Sanmukh Kuppannagari" userId="ad215094-da36-4b66-9c79-369a17aea26b" providerId="ADAL" clId="{613A0AB2-BD56-483A-AC30-AF62202992E8}" dt="2024-09-10T02:12:44.420" v="1601" actId="47"/>
        <pc:sldMkLst>
          <pc:docMk/>
          <pc:sldMk cId="3891841292" sldId="1451"/>
        </pc:sldMkLst>
      </pc:sldChg>
      <pc:sldChg chg="addSp delSp modSp add mod">
        <pc:chgData name="Sanmukh Kuppannagari" userId="ad215094-da36-4b66-9c79-369a17aea26b" providerId="ADAL" clId="{613A0AB2-BD56-483A-AC30-AF62202992E8}" dt="2024-09-10T02:12:32.181" v="1600" actId="1076"/>
        <pc:sldMkLst>
          <pc:docMk/>
          <pc:sldMk cId="2002584918" sldId="1452"/>
        </pc:sldMkLst>
      </pc:sldChg>
      <pc:sldChg chg="addSp delSp modSp add mod">
        <pc:chgData name="Sanmukh Kuppannagari" userId="ad215094-da36-4b66-9c79-369a17aea26b" providerId="ADAL" clId="{613A0AB2-BD56-483A-AC30-AF62202992E8}" dt="2024-09-10T02:17:07.136" v="2022" actId="20577"/>
        <pc:sldMkLst>
          <pc:docMk/>
          <pc:sldMk cId="166141272" sldId="1453"/>
        </pc:sldMkLst>
      </pc:sldChg>
      <pc:sldChg chg="addSp delSp modSp new mod">
        <pc:chgData name="Sanmukh Kuppannagari" userId="ad215094-da36-4b66-9c79-369a17aea26b" providerId="ADAL" clId="{613A0AB2-BD56-483A-AC30-AF62202992E8}" dt="2024-09-10T02:29:06.513" v="2400" actId="1076"/>
        <pc:sldMkLst>
          <pc:docMk/>
          <pc:sldMk cId="1637042343" sldId="1454"/>
        </pc:sldMkLst>
      </pc:sldChg>
      <pc:sldChg chg="modSp add mod">
        <pc:chgData name="Sanmukh Kuppannagari" userId="ad215094-da36-4b66-9c79-369a17aea26b" providerId="ADAL" clId="{613A0AB2-BD56-483A-AC30-AF62202992E8}" dt="2024-09-10T02:29:26.921" v="2405" actId="20577"/>
        <pc:sldMkLst>
          <pc:docMk/>
          <pc:sldMk cId="2077584720" sldId="1455"/>
        </pc:sldMkLst>
      </pc:sldChg>
      <pc:sldChg chg="modSp add mod">
        <pc:chgData name="Sanmukh Kuppannagari" userId="ad215094-da36-4b66-9c79-369a17aea26b" providerId="ADAL" clId="{613A0AB2-BD56-483A-AC30-AF62202992E8}" dt="2024-09-10T02:29:53.701" v="2417" actId="1076"/>
        <pc:sldMkLst>
          <pc:docMk/>
          <pc:sldMk cId="1601611775" sldId="1456"/>
        </pc:sldMkLst>
      </pc:sldChg>
      <pc:sldChg chg="addSp delSp modSp add mod">
        <pc:chgData name="Sanmukh Kuppannagari" userId="ad215094-da36-4b66-9c79-369a17aea26b" providerId="ADAL" clId="{613A0AB2-BD56-483A-AC30-AF62202992E8}" dt="2024-09-10T02:32:55.484" v="2474" actId="207"/>
        <pc:sldMkLst>
          <pc:docMk/>
          <pc:sldMk cId="432978893" sldId="1457"/>
        </pc:sldMkLst>
      </pc:sldChg>
      <pc:sldChg chg="addSp modSp add mod">
        <pc:chgData name="Sanmukh Kuppannagari" userId="ad215094-da36-4b66-9c79-369a17aea26b" providerId="ADAL" clId="{613A0AB2-BD56-483A-AC30-AF62202992E8}" dt="2024-09-10T14:01:30.592" v="3123" actId="1076"/>
        <pc:sldMkLst>
          <pc:docMk/>
          <pc:sldMk cId="3977200157" sldId="1458"/>
        </pc:sldMkLst>
      </pc:sldChg>
      <pc:sldChg chg="addSp modSp add mod">
        <pc:chgData name="Sanmukh Kuppannagari" userId="ad215094-da36-4b66-9c79-369a17aea26b" providerId="ADAL" clId="{613A0AB2-BD56-483A-AC30-AF62202992E8}" dt="2024-09-10T02:33:37.620" v="2486" actId="1076"/>
        <pc:sldMkLst>
          <pc:docMk/>
          <pc:sldMk cId="1026247998" sldId="1459"/>
        </pc:sldMkLst>
      </pc:sldChg>
      <pc:sldChg chg="addSp delSp modSp add mod">
        <pc:chgData name="Sanmukh Kuppannagari" userId="ad215094-da36-4b66-9c79-369a17aea26b" providerId="ADAL" clId="{613A0AB2-BD56-483A-AC30-AF62202992E8}" dt="2024-09-10T02:34:39.581" v="2497" actId="478"/>
        <pc:sldMkLst>
          <pc:docMk/>
          <pc:sldMk cId="2306065322" sldId="1460"/>
        </pc:sldMkLst>
      </pc:sldChg>
      <pc:sldChg chg="delSp modSp add mod">
        <pc:chgData name="Sanmukh Kuppannagari" userId="ad215094-da36-4b66-9c79-369a17aea26b" providerId="ADAL" clId="{613A0AB2-BD56-483A-AC30-AF62202992E8}" dt="2024-09-10T02:35:27.251" v="2511" actId="208"/>
        <pc:sldMkLst>
          <pc:docMk/>
          <pc:sldMk cId="3428985795" sldId="1461"/>
        </pc:sldMkLst>
      </pc:sldChg>
      <pc:sldChg chg="delSp modSp add mod">
        <pc:chgData name="Sanmukh Kuppannagari" userId="ad215094-da36-4b66-9c79-369a17aea26b" providerId="ADAL" clId="{613A0AB2-BD56-483A-AC30-AF62202992E8}" dt="2024-09-10T02:35:30.985" v="2514" actId="208"/>
        <pc:sldMkLst>
          <pc:docMk/>
          <pc:sldMk cId="3519324463" sldId="1462"/>
        </pc:sldMkLst>
      </pc:sldChg>
      <pc:sldChg chg="addSp delSp modSp add mod">
        <pc:chgData name="Sanmukh Kuppannagari" userId="ad215094-da36-4b66-9c79-369a17aea26b" providerId="ADAL" clId="{613A0AB2-BD56-483A-AC30-AF62202992E8}" dt="2024-09-10T02:35:34.634" v="2517" actId="208"/>
        <pc:sldMkLst>
          <pc:docMk/>
          <pc:sldMk cId="1373048709" sldId="1463"/>
        </pc:sldMkLst>
      </pc:sldChg>
      <pc:sldChg chg="modSp add mod">
        <pc:chgData name="Sanmukh Kuppannagari" userId="ad215094-da36-4b66-9c79-369a17aea26b" providerId="ADAL" clId="{613A0AB2-BD56-483A-AC30-AF62202992E8}" dt="2024-09-10T02:35:55.507" v="2546" actId="207"/>
        <pc:sldMkLst>
          <pc:docMk/>
          <pc:sldMk cId="3075436054" sldId="1464"/>
        </pc:sldMkLst>
      </pc:sldChg>
      <pc:sldChg chg="modSp add mod">
        <pc:chgData name="Sanmukh Kuppannagari" userId="ad215094-da36-4b66-9c79-369a17aea26b" providerId="ADAL" clId="{613A0AB2-BD56-483A-AC30-AF62202992E8}" dt="2024-09-10T02:36:50.235" v="2590" actId="207"/>
        <pc:sldMkLst>
          <pc:docMk/>
          <pc:sldMk cId="872022406" sldId="1465"/>
        </pc:sldMkLst>
      </pc:sldChg>
      <pc:sldChg chg="modSp add mod">
        <pc:chgData name="Sanmukh Kuppannagari" userId="ad215094-da36-4b66-9c79-369a17aea26b" providerId="ADAL" clId="{613A0AB2-BD56-483A-AC30-AF62202992E8}" dt="2024-09-10T02:48:35.346" v="2990" actId="6549"/>
        <pc:sldMkLst>
          <pc:docMk/>
          <pc:sldMk cId="3474961130" sldId="1466"/>
        </pc:sldMkLst>
      </pc:sldChg>
      <pc:sldChg chg="modSp add mod">
        <pc:chgData name="Sanmukh Kuppannagari" userId="ad215094-da36-4b66-9c79-369a17aea26b" providerId="ADAL" clId="{613A0AB2-BD56-483A-AC30-AF62202992E8}" dt="2024-09-10T02:48:43.494" v="2991" actId="6549"/>
        <pc:sldMkLst>
          <pc:docMk/>
          <pc:sldMk cId="3693279848" sldId="1467"/>
        </pc:sldMkLst>
      </pc:sldChg>
      <pc:sldChg chg="modSp add mod">
        <pc:chgData name="Sanmukh Kuppannagari" userId="ad215094-da36-4b66-9c79-369a17aea26b" providerId="ADAL" clId="{613A0AB2-BD56-483A-AC30-AF62202992E8}" dt="2024-09-10T02:48:52.479" v="2992" actId="6549"/>
        <pc:sldMkLst>
          <pc:docMk/>
          <pc:sldMk cId="1977406003" sldId="1468"/>
        </pc:sldMkLst>
      </pc:sldChg>
      <pc:sldChg chg="addSp modSp add mod">
        <pc:chgData name="Sanmukh Kuppannagari" userId="ad215094-da36-4b66-9c79-369a17aea26b" providerId="ADAL" clId="{613A0AB2-BD56-483A-AC30-AF62202992E8}" dt="2024-09-10T14:04:35.399" v="3385"/>
        <pc:sldMkLst>
          <pc:docMk/>
          <pc:sldMk cId="913176791" sldId="1469"/>
        </pc:sldMkLst>
      </pc:sldChg>
      <pc:sldChg chg="add del">
        <pc:chgData name="Sanmukh Kuppannagari" userId="ad215094-da36-4b66-9c79-369a17aea26b" providerId="ADAL" clId="{613A0AB2-BD56-483A-AC30-AF62202992E8}" dt="2024-09-10T13:57:19.646" v="3075"/>
        <pc:sldMkLst>
          <pc:docMk/>
          <pc:sldMk cId="2349840647" sldId="1469"/>
        </pc:sldMkLst>
      </pc:sldChg>
      <pc:sldChg chg="modSp add mod">
        <pc:chgData name="Sanmukh Kuppannagari" userId="ad215094-da36-4b66-9c79-369a17aea26b" providerId="ADAL" clId="{613A0AB2-BD56-483A-AC30-AF62202992E8}" dt="2024-09-10T14:04:39.925" v="3387"/>
        <pc:sldMkLst>
          <pc:docMk/>
          <pc:sldMk cId="4190536048" sldId="1470"/>
        </pc:sldMkLst>
      </pc:sldChg>
      <pc:sldChg chg="modSp add mod">
        <pc:chgData name="Sanmukh Kuppannagari" userId="ad215094-da36-4b66-9c79-369a17aea26b" providerId="ADAL" clId="{613A0AB2-BD56-483A-AC30-AF62202992E8}" dt="2024-09-10T14:04:44.899" v="3389"/>
        <pc:sldMkLst>
          <pc:docMk/>
          <pc:sldMk cId="2020050802" sldId="1471"/>
        </pc:sldMkLst>
      </pc:sldChg>
      <pc:sldChg chg="modSp add mod">
        <pc:chgData name="Sanmukh Kuppannagari" userId="ad215094-da36-4b66-9c79-369a17aea26b" providerId="ADAL" clId="{613A0AB2-BD56-483A-AC30-AF62202992E8}" dt="2024-09-10T14:05:25.609" v="3495" actId="20577"/>
        <pc:sldMkLst>
          <pc:docMk/>
          <pc:sldMk cId="184454124" sldId="1472"/>
        </pc:sldMkLst>
      </pc:sldChg>
      <pc:sldChg chg="modSp add mod">
        <pc:chgData name="Sanmukh Kuppannagari" userId="ad215094-da36-4b66-9c79-369a17aea26b" providerId="ADAL" clId="{613A0AB2-BD56-483A-AC30-AF62202992E8}" dt="2024-09-10T14:06:05.107" v="3569" actId="20577"/>
        <pc:sldMkLst>
          <pc:docMk/>
          <pc:sldMk cId="1095382800" sldId="1473"/>
        </pc:sldMkLst>
      </pc:sldChg>
      <pc:sldChg chg="modSp add mod">
        <pc:chgData name="Sanmukh Kuppannagari" userId="ad215094-da36-4b66-9c79-369a17aea26b" providerId="ADAL" clId="{613A0AB2-BD56-483A-AC30-AF62202992E8}" dt="2024-09-10T14:07:07.913" v="3714" actId="14100"/>
        <pc:sldMkLst>
          <pc:docMk/>
          <pc:sldMk cId="702332589" sldId="1474"/>
        </pc:sldMkLst>
      </pc:sldChg>
      <pc:sldChg chg="addSp modSp add mod">
        <pc:chgData name="Sanmukh Kuppannagari" userId="ad215094-da36-4b66-9c79-369a17aea26b" providerId="ADAL" clId="{613A0AB2-BD56-483A-AC30-AF62202992E8}" dt="2024-09-10T14:08:58.540" v="4073" actId="20577"/>
        <pc:sldMkLst>
          <pc:docMk/>
          <pc:sldMk cId="3957084145" sldId="1475"/>
        </pc:sldMkLst>
      </pc:sldChg>
    </pc:docChg>
  </pc:docChgLst>
  <pc:docChgLst>
    <pc:chgData name="Sanmukh Kuppannagari" userId="ad215094-da36-4b66-9c79-369a17aea26b" providerId="ADAL" clId="{F314163E-0D0E-4B4A-87A3-2D09C5CCF801}"/>
    <pc:docChg chg="custSel addSld delSld modSld">
      <pc:chgData name="Sanmukh Kuppannagari" userId="ad215094-da36-4b66-9c79-369a17aea26b" providerId="ADAL" clId="{F314163E-0D0E-4B4A-87A3-2D09C5CCF801}" dt="2025-09-25T18:09:34.781" v="92" actId="478"/>
      <pc:docMkLst>
        <pc:docMk/>
      </pc:docMkLst>
      <pc:sldChg chg="del">
        <pc:chgData name="Sanmukh Kuppannagari" userId="ad215094-da36-4b66-9c79-369a17aea26b" providerId="ADAL" clId="{F314163E-0D0E-4B4A-87A3-2D09C5CCF801}" dt="2025-09-25T17:23:35.661" v="0" actId="47"/>
        <pc:sldMkLst>
          <pc:docMk/>
          <pc:sldMk cId="558271014" sldId="1299"/>
        </pc:sldMkLst>
      </pc:sldChg>
      <pc:sldChg chg="addSp delSp modSp mod">
        <pc:chgData name="Sanmukh Kuppannagari" userId="ad215094-da36-4b66-9c79-369a17aea26b" providerId="ADAL" clId="{F314163E-0D0E-4B4A-87A3-2D09C5CCF801}" dt="2025-09-25T18:09:22.246" v="86" actId="1076"/>
        <pc:sldMkLst>
          <pc:docMk/>
          <pc:sldMk cId="2202618607" sldId="1395"/>
        </pc:sldMkLst>
        <pc:spChg chg="mod">
          <ac:chgData name="Sanmukh Kuppannagari" userId="ad215094-da36-4b66-9c79-369a17aea26b" providerId="ADAL" clId="{F314163E-0D0E-4B4A-87A3-2D09C5CCF801}" dt="2025-09-25T18:07:48.881" v="64" actId="14100"/>
          <ac:spMkLst>
            <pc:docMk/>
            <pc:sldMk cId="2202618607" sldId="1395"/>
            <ac:spMk id="64" creationId="{ABD90CF3-B9A2-2528-FFA5-C6B42AEE0C77}"/>
          </ac:spMkLst>
        </pc:spChg>
        <pc:spChg chg="mod">
          <ac:chgData name="Sanmukh Kuppannagari" userId="ad215094-da36-4b66-9c79-369a17aea26b" providerId="ADAL" clId="{F314163E-0D0E-4B4A-87A3-2D09C5CCF801}" dt="2025-09-25T18:07:52.017" v="65" actId="14100"/>
          <ac:spMkLst>
            <pc:docMk/>
            <pc:sldMk cId="2202618607" sldId="1395"/>
            <ac:spMk id="65" creationId="{F3863EB3-F982-2034-F2F3-3EF38A2B58DE}"/>
          </ac:spMkLst>
        </pc:spChg>
        <pc:spChg chg="mod">
          <ac:chgData name="Sanmukh Kuppannagari" userId="ad215094-da36-4b66-9c79-369a17aea26b" providerId="ADAL" clId="{F314163E-0D0E-4B4A-87A3-2D09C5CCF801}" dt="2025-09-25T18:07:39.821" v="61" actId="20577"/>
          <ac:spMkLst>
            <pc:docMk/>
            <pc:sldMk cId="2202618607" sldId="1395"/>
            <ac:spMk id="66" creationId="{AAB91D9B-B7DC-48AC-DE28-81A0608558CE}"/>
          </ac:spMkLst>
        </pc:spChg>
        <pc:spChg chg="mod">
          <ac:chgData name="Sanmukh Kuppannagari" userId="ad215094-da36-4b66-9c79-369a17aea26b" providerId="ADAL" clId="{F314163E-0D0E-4B4A-87A3-2D09C5CCF801}" dt="2025-09-25T18:07:42.447" v="63" actId="20577"/>
          <ac:spMkLst>
            <pc:docMk/>
            <pc:sldMk cId="2202618607" sldId="1395"/>
            <ac:spMk id="70" creationId="{B2987538-ABAC-B112-875D-894CFEB0883E}"/>
          </ac:spMkLst>
        </pc:spChg>
        <pc:spChg chg="mod">
          <ac:chgData name="Sanmukh Kuppannagari" userId="ad215094-da36-4b66-9c79-369a17aea26b" providerId="ADAL" clId="{F314163E-0D0E-4B4A-87A3-2D09C5CCF801}" dt="2025-09-25T18:07:42.447" v="63" actId="20577"/>
          <ac:spMkLst>
            <pc:docMk/>
            <pc:sldMk cId="2202618607" sldId="1395"/>
            <ac:spMk id="71" creationId="{F5494468-F5D7-1601-9568-68FDF2CD0A9F}"/>
          </ac:spMkLst>
        </pc:spChg>
        <pc:spChg chg="mod">
          <ac:chgData name="Sanmukh Kuppannagari" userId="ad215094-da36-4b66-9c79-369a17aea26b" providerId="ADAL" clId="{F314163E-0D0E-4B4A-87A3-2D09C5CCF801}" dt="2025-09-25T18:07:42.447" v="63" actId="20577"/>
          <ac:spMkLst>
            <pc:docMk/>
            <pc:sldMk cId="2202618607" sldId="1395"/>
            <ac:spMk id="72" creationId="{538ECBD5-D699-CADE-44CC-0064F0A662EC}"/>
          </ac:spMkLst>
        </pc:spChg>
        <pc:spChg chg="mod">
          <ac:chgData name="Sanmukh Kuppannagari" userId="ad215094-da36-4b66-9c79-369a17aea26b" providerId="ADAL" clId="{F314163E-0D0E-4B4A-87A3-2D09C5CCF801}" dt="2025-09-25T18:08:07.024" v="66"/>
          <ac:spMkLst>
            <pc:docMk/>
            <pc:sldMk cId="2202618607" sldId="1395"/>
            <ac:spMk id="76" creationId="{B9402EAA-10ED-5456-21CD-00CB327A71CE}"/>
          </ac:spMkLst>
        </pc:spChg>
        <pc:spChg chg="mod">
          <ac:chgData name="Sanmukh Kuppannagari" userId="ad215094-da36-4b66-9c79-369a17aea26b" providerId="ADAL" clId="{F314163E-0D0E-4B4A-87A3-2D09C5CCF801}" dt="2025-09-25T18:08:07.024" v="66"/>
          <ac:spMkLst>
            <pc:docMk/>
            <pc:sldMk cId="2202618607" sldId="1395"/>
            <ac:spMk id="77" creationId="{ADC4EF50-64B5-065D-D1A6-2EC97B3180EA}"/>
          </ac:spMkLst>
        </pc:spChg>
        <pc:spChg chg="mod">
          <ac:chgData name="Sanmukh Kuppannagari" userId="ad215094-da36-4b66-9c79-369a17aea26b" providerId="ADAL" clId="{F314163E-0D0E-4B4A-87A3-2D09C5CCF801}" dt="2025-09-25T18:08:07.024" v="66"/>
          <ac:spMkLst>
            <pc:docMk/>
            <pc:sldMk cId="2202618607" sldId="1395"/>
            <ac:spMk id="78" creationId="{2E8C65F7-A7B3-6198-00FB-67F33F593DFC}"/>
          </ac:spMkLst>
        </pc:spChg>
        <pc:spChg chg="mod">
          <ac:chgData name="Sanmukh Kuppannagari" userId="ad215094-da36-4b66-9c79-369a17aea26b" providerId="ADAL" clId="{F314163E-0D0E-4B4A-87A3-2D09C5CCF801}" dt="2025-09-25T18:08:22.009" v="72"/>
          <ac:spMkLst>
            <pc:docMk/>
            <pc:sldMk cId="2202618607" sldId="1395"/>
            <ac:spMk id="82" creationId="{AEB27B9E-F9DD-BF87-5810-010DF05946E2}"/>
          </ac:spMkLst>
        </pc:spChg>
        <pc:spChg chg="mod">
          <ac:chgData name="Sanmukh Kuppannagari" userId="ad215094-da36-4b66-9c79-369a17aea26b" providerId="ADAL" clId="{F314163E-0D0E-4B4A-87A3-2D09C5CCF801}" dt="2025-09-25T18:08:22.009" v="72"/>
          <ac:spMkLst>
            <pc:docMk/>
            <pc:sldMk cId="2202618607" sldId="1395"/>
            <ac:spMk id="83" creationId="{372A457F-99A3-C664-F645-A94DBB73401A}"/>
          </ac:spMkLst>
        </pc:spChg>
        <pc:spChg chg="mod">
          <ac:chgData name="Sanmukh Kuppannagari" userId="ad215094-da36-4b66-9c79-369a17aea26b" providerId="ADAL" clId="{F314163E-0D0E-4B4A-87A3-2D09C5CCF801}" dt="2025-09-25T18:08:22.009" v="72"/>
          <ac:spMkLst>
            <pc:docMk/>
            <pc:sldMk cId="2202618607" sldId="1395"/>
            <ac:spMk id="84" creationId="{2C4753FE-76E3-5DC0-E9F3-2B92505BFF02}"/>
          </ac:spMkLst>
        </pc:spChg>
        <pc:spChg chg="mod">
          <ac:chgData name="Sanmukh Kuppannagari" userId="ad215094-da36-4b66-9c79-369a17aea26b" providerId="ADAL" clId="{F314163E-0D0E-4B4A-87A3-2D09C5CCF801}" dt="2025-09-25T18:09:22.246" v="86" actId="1076"/>
          <ac:spMkLst>
            <pc:docMk/>
            <pc:sldMk cId="2202618607" sldId="1395"/>
            <ac:spMk id="88" creationId="{064222D0-0256-1EEA-0838-02FBA6947DF2}"/>
          </ac:spMkLst>
        </pc:spChg>
        <pc:spChg chg="mod">
          <ac:chgData name="Sanmukh Kuppannagari" userId="ad215094-da36-4b66-9c79-369a17aea26b" providerId="ADAL" clId="{F314163E-0D0E-4B4A-87A3-2D09C5CCF801}" dt="2025-09-25T18:09:17.198" v="85" actId="14100"/>
          <ac:spMkLst>
            <pc:docMk/>
            <pc:sldMk cId="2202618607" sldId="1395"/>
            <ac:spMk id="90" creationId="{0C432BF7-DE75-2CE8-65C0-C00042398D8F}"/>
          </ac:spMkLst>
        </pc:spChg>
        <pc:grpChg chg="add mod">
          <ac:chgData name="Sanmukh Kuppannagari" userId="ad215094-da36-4b66-9c79-369a17aea26b" providerId="ADAL" clId="{F314163E-0D0E-4B4A-87A3-2D09C5CCF801}" dt="2025-09-25T18:07:39.821" v="61" actId="20577"/>
          <ac:grpSpMkLst>
            <pc:docMk/>
            <pc:sldMk cId="2202618607" sldId="1395"/>
            <ac:grpSpMk id="3" creationId="{84896006-AE1E-BCA1-0348-6392BBD5C845}"/>
          </ac:grpSpMkLst>
        </pc:grpChg>
        <pc:grpChg chg="mod">
          <ac:chgData name="Sanmukh Kuppannagari" userId="ad215094-da36-4b66-9c79-369a17aea26b" providerId="ADAL" clId="{F314163E-0D0E-4B4A-87A3-2D09C5CCF801}" dt="2025-09-25T18:07:39.821" v="61" actId="20577"/>
          <ac:grpSpMkLst>
            <pc:docMk/>
            <pc:sldMk cId="2202618607" sldId="1395"/>
            <ac:grpSpMk id="37" creationId="{1EFE8688-64C7-306B-D46A-EBE7ED62055E}"/>
          </ac:grpSpMkLst>
        </pc:grpChg>
        <pc:grpChg chg="add mod">
          <ac:chgData name="Sanmukh Kuppannagari" userId="ad215094-da36-4b66-9c79-369a17aea26b" providerId="ADAL" clId="{F314163E-0D0E-4B4A-87A3-2D09C5CCF801}" dt="2025-09-25T18:07:42.447" v="63" actId="20577"/>
          <ac:grpSpMkLst>
            <pc:docMk/>
            <pc:sldMk cId="2202618607" sldId="1395"/>
            <ac:grpSpMk id="68" creationId="{A8CC3554-8E40-E2FA-4BBE-ED7D77F91F09}"/>
          </ac:grpSpMkLst>
        </pc:grpChg>
        <pc:grpChg chg="mod">
          <ac:chgData name="Sanmukh Kuppannagari" userId="ad215094-da36-4b66-9c79-369a17aea26b" providerId="ADAL" clId="{F314163E-0D0E-4B4A-87A3-2D09C5CCF801}" dt="2025-09-25T18:07:42.447" v="63" actId="20577"/>
          <ac:grpSpMkLst>
            <pc:docMk/>
            <pc:sldMk cId="2202618607" sldId="1395"/>
            <ac:grpSpMk id="69" creationId="{636636FA-CFE9-51F1-263B-1917DD8F335B}"/>
          </ac:grpSpMkLst>
        </pc:grpChg>
        <pc:grpChg chg="add mod">
          <ac:chgData name="Sanmukh Kuppannagari" userId="ad215094-da36-4b66-9c79-369a17aea26b" providerId="ADAL" clId="{F314163E-0D0E-4B4A-87A3-2D09C5CCF801}" dt="2025-09-25T18:08:19.095" v="71" actId="14100"/>
          <ac:grpSpMkLst>
            <pc:docMk/>
            <pc:sldMk cId="2202618607" sldId="1395"/>
            <ac:grpSpMk id="74" creationId="{A948B8C6-C8E2-83F9-3FBC-29B8CC1BF237}"/>
          </ac:grpSpMkLst>
        </pc:grpChg>
        <pc:grpChg chg="mod">
          <ac:chgData name="Sanmukh Kuppannagari" userId="ad215094-da36-4b66-9c79-369a17aea26b" providerId="ADAL" clId="{F314163E-0D0E-4B4A-87A3-2D09C5CCF801}" dt="2025-09-25T18:08:07.024" v="66"/>
          <ac:grpSpMkLst>
            <pc:docMk/>
            <pc:sldMk cId="2202618607" sldId="1395"/>
            <ac:grpSpMk id="75" creationId="{BFFDFC3B-AD11-7F00-6483-4E202E8E8DD3}"/>
          </ac:grpSpMkLst>
        </pc:grpChg>
        <pc:grpChg chg="add mod">
          <ac:chgData name="Sanmukh Kuppannagari" userId="ad215094-da36-4b66-9c79-369a17aea26b" providerId="ADAL" clId="{F314163E-0D0E-4B4A-87A3-2D09C5CCF801}" dt="2025-09-25T18:08:31.174" v="74" actId="14100"/>
          <ac:grpSpMkLst>
            <pc:docMk/>
            <pc:sldMk cId="2202618607" sldId="1395"/>
            <ac:grpSpMk id="80" creationId="{051F344B-3BC8-FF76-D4B8-23917A2D8C69}"/>
          </ac:grpSpMkLst>
        </pc:grpChg>
        <pc:grpChg chg="mod">
          <ac:chgData name="Sanmukh Kuppannagari" userId="ad215094-da36-4b66-9c79-369a17aea26b" providerId="ADAL" clId="{F314163E-0D0E-4B4A-87A3-2D09C5CCF801}" dt="2025-09-25T18:08:22.009" v="72"/>
          <ac:grpSpMkLst>
            <pc:docMk/>
            <pc:sldMk cId="2202618607" sldId="1395"/>
            <ac:grpSpMk id="81" creationId="{10FCE2E8-134B-EB3C-7FCB-EC410B7CDB8D}"/>
          </ac:grpSpMkLst>
        </pc:grpChg>
        <pc:grpChg chg="add mod">
          <ac:chgData name="Sanmukh Kuppannagari" userId="ad215094-da36-4b66-9c79-369a17aea26b" providerId="ADAL" clId="{F314163E-0D0E-4B4A-87A3-2D09C5CCF801}" dt="2025-09-25T18:08:57.957" v="79" actId="14100"/>
          <ac:grpSpMkLst>
            <pc:docMk/>
            <pc:sldMk cId="2202618607" sldId="1395"/>
            <ac:grpSpMk id="86" creationId="{ECE0F02E-8EB4-4CE4-D4AD-C1A6C44CCCA4}"/>
          </ac:grpSpMkLst>
        </pc:grpChg>
        <pc:cxnChg chg="mod">
          <ac:chgData name="Sanmukh Kuppannagari" userId="ad215094-da36-4b66-9c79-369a17aea26b" providerId="ADAL" clId="{F314163E-0D0E-4B4A-87A3-2D09C5CCF801}" dt="2025-09-25T18:07:39.821" v="61" actId="20577"/>
          <ac:cxnSpMkLst>
            <pc:docMk/>
            <pc:sldMk cId="2202618607" sldId="1395"/>
            <ac:cxnSpMk id="67" creationId="{2C07DE33-F5C0-F127-C13F-99FE149B5F1A}"/>
          </ac:cxnSpMkLst>
        </pc:cxnChg>
        <pc:cxnChg chg="mod">
          <ac:chgData name="Sanmukh Kuppannagari" userId="ad215094-da36-4b66-9c79-369a17aea26b" providerId="ADAL" clId="{F314163E-0D0E-4B4A-87A3-2D09C5CCF801}" dt="2025-09-25T18:07:42.447" v="63" actId="20577"/>
          <ac:cxnSpMkLst>
            <pc:docMk/>
            <pc:sldMk cId="2202618607" sldId="1395"/>
            <ac:cxnSpMk id="73" creationId="{64A4CBD2-CE63-2349-4F50-2CB6F9AA386F}"/>
          </ac:cxnSpMkLst>
        </pc:cxnChg>
        <pc:cxnChg chg="mod">
          <ac:chgData name="Sanmukh Kuppannagari" userId="ad215094-da36-4b66-9c79-369a17aea26b" providerId="ADAL" clId="{F314163E-0D0E-4B4A-87A3-2D09C5CCF801}" dt="2025-09-25T18:08:07.024" v="66"/>
          <ac:cxnSpMkLst>
            <pc:docMk/>
            <pc:sldMk cId="2202618607" sldId="1395"/>
            <ac:cxnSpMk id="79" creationId="{814366F7-3F53-35FB-A6C6-B07928EA487D}"/>
          </ac:cxnSpMkLst>
        </pc:cxnChg>
        <pc:cxnChg chg="mod">
          <ac:chgData name="Sanmukh Kuppannagari" userId="ad215094-da36-4b66-9c79-369a17aea26b" providerId="ADAL" clId="{F314163E-0D0E-4B4A-87A3-2D09C5CCF801}" dt="2025-09-25T18:08:22.009" v="72"/>
          <ac:cxnSpMkLst>
            <pc:docMk/>
            <pc:sldMk cId="2202618607" sldId="1395"/>
            <ac:cxnSpMk id="85" creationId="{024C429B-357E-15EF-4C22-95C200F74799}"/>
          </ac:cxnSpMkLst>
        </pc:cxnChg>
      </pc:sldChg>
      <pc:sldChg chg="modSp">
        <pc:chgData name="Sanmukh Kuppannagari" userId="ad215094-da36-4b66-9c79-369a17aea26b" providerId="ADAL" clId="{F314163E-0D0E-4B4A-87A3-2D09C5CCF801}" dt="2025-09-25T18:06:05.956" v="53"/>
        <pc:sldMkLst>
          <pc:docMk/>
          <pc:sldMk cId="3931076547" sldId="1412"/>
        </pc:sldMkLst>
        <pc:spChg chg="mod">
          <ac:chgData name="Sanmukh Kuppannagari" userId="ad215094-da36-4b66-9c79-369a17aea26b" providerId="ADAL" clId="{F314163E-0D0E-4B4A-87A3-2D09C5CCF801}" dt="2025-09-25T18:06:05.956" v="53"/>
          <ac:spMkLst>
            <pc:docMk/>
            <pc:sldMk cId="3931076547" sldId="1412"/>
            <ac:spMk id="3" creationId="{9308D1EA-1D66-6926-AB1F-4D222F670062}"/>
          </ac:spMkLst>
        </pc:spChg>
      </pc:sldChg>
      <pc:sldChg chg="modSp">
        <pc:chgData name="Sanmukh Kuppannagari" userId="ad215094-da36-4b66-9c79-369a17aea26b" providerId="ADAL" clId="{F314163E-0D0E-4B4A-87A3-2D09C5CCF801}" dt="2025-09-25T18:05:57.721" v="51" actId="20577"/>
        <pc:sldMkLst>
          <pc:docMk/>
          <pc:sldMk cId="2299857702" sldId="1413"/>
        </pc:sldMkLst>
        <pc:spChg chg="mod">
          <ac:chgData name="Sanmukh Kuppannagari" userId="ad215094-da36-4b66-9c79-369a17aea26b" providerId="ADAL" clId="{F314163E-0D0E-4B4A-87A3-2D09C5CCF801}" dt="2025-09-25T18:05:57.721" v="51" actId="20577"/>
          <ac:spMkLst>
            <pc:docMk/>
            <pc:sldMk cId="2299857702" sldId="1413"/>
            <ac:spMk id="3" creationId="{031B3923-55C8-4D37-403B-BB79DCBB9ED4}"/>
          </ac:spMkLst>
        </pc:spChg>
      </pc:sldChg>
      <pc:sldChg chg="addSp modSp mod">
        <pc:chgData name="Sanmukh Kuppannagari" userId="ad215094-da36-4b66-9c79-369a17aea26b" providerId="ADAL" clId="{F314163E-0D0E-4B4A-87A3-2D09C5CCF801}" dt="2025-09-25T17:28:31.926" v="10" actId="20577"/>
        <pc:sldMkLst>
          <pc:docMk/>
          <pc:sldMk cId="1443863710" sldId="1643"/>
        </pc:sldMkLst>
        <pc:spChg chg="add mod">
          <ac:chgData name="Sanmukh Kuppannagari" userId="ad215094-da36-4b66-9c79-369a17aea26b" providerId="ADAL" clId="{F314163E-0D0E-4B4A-87A3-2D09C5CCF801}" dt="2025-09-25T17:28:31.926" v="10" actId="20577"/>
          <ac:spMkLst>
            <pc:docMk/>
            <pc:sldMk cId="1443863710" sldId="1643"/>
            <ac:spMk id="70" creationId="{96633483-A4E2-402F-6E5A-E8A680A9CAFC}"/>
          </ac:spMkLst>
        </pc:spChg>
      </pc:sldChg>
      <pc:sldChg chg="delSp modSp add mod">
        <pc:chgData name="Sanmukh Kuppannagari" userId="ad215094-da36-4b66-9c79-369a17aea26b" providerId="ADAL" clId="{F314163E-0D0E-4B4A-87A3-2D09C5CCF801}" dt="2025-09-25T18:09:34.781" v="92" actId="478"/>
        <pc:sldMkLst>
          <pc:docMk/>
          <pc:sldMk cId="1068987683" sldId="165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D5B98-A868-4A62-8240-BC6283F8264D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0BF98-FCB6-413C-BFCD-EA7011EDE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54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84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6E363-FB1C-F1C7-5B8A-F33EA85B4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33EC68-DF90-A754-CD60-BE43C5D29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2BE501-AD0E-F599-BD1C-C5A7FC34FA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9CDD64-F36E-D3BD-DA57-6ADCD20D98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7617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7823C-CC6B-9B74-9A51-2E51258F2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8E6F60-2D59-6D30-F9B2-FC5A8A910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BC8114-A27D-6F1B-5AF2-4C67458CBE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5E590-182B-A085-C77E-02290C0200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976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2D15E-17EC-60BA-53DA-610A5F245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9672EF-1212-7191-D01E-4193013C81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7BD93F-80EB-3482-D473-5F39E418A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AF1B8C-A50C-6059-0ABB-9A51B6077B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8923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456D0-16D2-3451-6360-CDF1E98AC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3A2E9A-8CC5-A859-B1ED-F88A3EDCF9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75D337-6A2F-2407-3A9C-1D8A366B4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87B782-D415-83E2-6963-A42AFEFE8D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919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05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967C0-BE4F-8AE7-59F6-9807CC487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DC0112-4A5B-EC08-3419-E43BAD396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E0AE5-C6AA-2469-E616-E3BA37F2B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B13D0-588E-8694-AE05-FA7C88CF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2596B-98C2-F7F3-D266-5CCF744F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60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45225-995A-126B-6B4C-634CA83CF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044CB-6CF2-5856-8672-E007A5CAA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AAC6E-6CB1-A687-8E15-1F9F56D21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47D7D-B252-9CD8-F5CB-5AF405C7F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48238-5C64-AA2E-1E80-95CADCB2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14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8E93-BCB1-86EE-BC1A-ECF6DE7DF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52C9D-CB98-05E2-417B-A2B715882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99F77-8466-44D2-F17F-D0226B08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1D12D-7B1D-3586-21F6-773DC1C72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B3810-8AC5-E561-1F1E-9439664F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20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3E534-7DCC-5D20-C63C-3CC09EF70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4C404-D542-2902-0176-4DC041B9D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88E07-0D8B-1D23-65C4-39397F17E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732F92-264E-190A-EF5F-E11054A9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F1B26-0568-5079-8703-C744E3BF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4BE1B-F6CC-CD83-FB12-18117CE68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33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67EBB-D050-FDF3-BD8D-D48C1165E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CC139-24A6-503F-262B-734055E2A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129145-290F-9388-473E-CE3F5E9BE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819950-17C2-B3E8-0B6B-93E95A43D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E781A2-B576-9E25-0FE6-81A106BCE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C029B0-911C-DF02-4917-028738049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532C4B-FBDA-5956-F1B1-B2D278B05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454948-E0E2-7941-91C8-1589256FF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30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CE6B-994A-3F68-BB1D-B87E17B40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665E36-017C-51A4-F80D-DEAC76250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E5F8D3-502A-92BF-83B3-888AD29D4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3CB3D-3281-0985-64B8-18FB8FE41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29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0487F7-64B2-4846-0EED-A0A30B3EC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F9DEF9-12C3-A37A-C6FA-D237DA3D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92C04-7DAC-0D99-FB02-59856E6A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99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14F4A-41FC-C49D-F859-DF8C794D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A1B68-4B80-736A-15EB-357122DB2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0CE58-ED42-8E81-2883-C3EBD2B6B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1EB4C-49BD-31F6-E5B2-CE7ABF43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ED4FD-7E37-4C4B-4194-98455999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B4C4B-1BEC-E3ED-D50D-A03278DF1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90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F39F8-0D27-3825-36B9-76F8E9554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40651A-BBB3-7A98-1E35-53AF5E899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25D3B-06C4-94E7-2232-04F0B8A03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9B5B1-6CBB-E17C-70B1-01B0F089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A3B39-01B7-8F18-C3A5-5D04ACAE9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EB280-1211-D4FD-E01F-2179EB6B8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47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B5F8F-4B41-7CEC-C83C-C89270A93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D0A9D6-6B27-0666-8944-BC3B2775F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544-7F79-0F3E-3134-24EFDC3B7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4D4A5-4AA4-2F6F-6311-518B622B6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D4176-7E21-78F5-5774-C3E1B3B1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60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22D407-3181-DDA3-4811-D53ABA8B1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006DA-8227-F4CF-AF74-F3291B9CB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DA4A0-144A-D5DE-6CE7-03E89D1C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04D66-9C59-92BE-FF17-86811607F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C6B7D-9BE0-FADD-2917-A26A97E6F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081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037FEE-FC4D-E1A6-0990-5F671F66F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CDF9D-BCE3-3DBA-8B46-9FF06CD89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44048-0FF6-EF6B-A6BB-E8B3E1288E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5C041-BBCA-8ACF-388D-689059196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95F26-35FE-972B-D153-140D9A7B5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B17B2D61-3532-146F-7A4A-B249B49786C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735" y="61594"/>
            <a:ext cx="2565400" cy="64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8476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anmukh.github.io/" TargetMode="External"/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nvidia.com/deeplearning/performance/dl-performance-convolutional/index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23.xml.rels><?xml version="1.0" encoding="UTF-8" standalone="yes"?>
<Relationships xmlns="http://schemas.openxmlformats.org/package/2006/relationships"><Relationship Id="rId18" Type="http://schemas.openxmlformats.org/officeDocument/2006/relationships/image" Target="../media/image450.png"/><Relationship Id="rId26" Type="http://schemas.openxmlformats.org/officeDocument/2006/relationships/image" Target="../media/image530.png"/><Relationship Id="rId3" Type="http://schemas.openxmlformats.org/officeDocument/2006/relationships/image" Target="../media/image270.png"/><Relationship Id="rId21" Type="http://schemas.openxmlformats.org/officeDocument/2006/relationships/image" Target="../media/image480.png"/><Relationship Id="rId34" Type="http://schemas.openxmlformats.org/officeDocument/2006/relationships/image" Target="../media/image311.png"/><Relationship Id="rId25" Type="http://schemas.openxmlformats.org/officeDocument/2006/relationships/image" Target="../media/image520.png"/><Relationship Id="rId33" Type="http://schemas.openxmlformats.org/officeDocument/2006/relationships/image" Target="../media/image600.png"/><Relationship Id="rId2" Type="http://schemas.openxmlformats.org/officeDocument/2006/relationships/image" Target="../media/image211.png"/><Relationship Id="rId20" Type="http://schemas.openxmlformats.org/officeDocument/2006/relationships/image" Target="../media/image470.png"/><Relationship Id="rId29" Type="http://schemas.openxmlformats.org/officeDocument/2006/relationships/image" Target="../media/image560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510.png"/><Relationship Id="rId32" Type="http://schemas.openxmlformats.org/officeDocument/2006/relationships/image" Target="../media/image590.png"/><Relationship Id="rId5" Type="http://schemas.openxmlformats.org/officeDocument/2006/relationships/image" Target="../media/image290.png"/><Relationship Id="rId23" Type="http://schemas.openxmlformats.org/officeDocument/2006/relationships/image" Target="../media/image500.png"/><Relationship Id="rId28" Type="http://schemas.openxmlformats.org/officeDocument/2006/relationships/image" Target="../media/image550.png"/><Relationship Id="rId36" Type="http://schemas.openxmlformats.org/officeDocument/2006/relationships/image" Target="../media/image511.png"/><Relationship Id="rId19" Type="http://schemas.openxmlformats.org/officeDocument/2006/relationships/image" Target="../media/image460.png"/><Relationship Id="rId31" Type="http://schemas.openxmlformats.org/officeDocument/2006/relationships/image" Target="../media/image580.png"/><Relationship Id="rId4" Type="http://schemas.openxmlformats.org/officeDocument/2006/relationships/image" Target="../media/image280.png"/><Relationship Id="rId22" Type="http://schemas.openxmlformats.org/officeDocument/2006/relationships/image" Target="../media/image490.png"/><Relationship Id="rId27" Type="http://schemas.openxmlformats.org/officeDocument/2006/relationships/image" Target="../media/image540.png"/><Relationship Id="rId30" Type="http://schemas.openxmlformats.org/officeDocument/2006/relationships/image" Target="../media/image570.png"/><Relationship Id="rId35" Type="http://schemas.openxmlformats.org/officeDocument/2006/relationships/image" Target="../media/image410.png"/></Relationships>
</file>

<file path=ppt/slides/_rels/slide24.xml.rels><?xml version="1.0" encoding="UTF-8" standalone="yes"?>
<Relationships xmlns="http://schemas.openxmlformats.org/package/2006/relationships"><Relationship Id="rId18" Type="http://schemas.openxmlformats.org/officeDocument/2006/relationships/image" Target="../media/image450.png"/><Relationship Id="rId26" Type="http://schemas.openxmlformats.org/officeDocument/2006/relationships/image" Target="../media/image530.png"/><Relationship Id="rId39" Type="http://schemas.openxmlformats.org/officeDocument/2006/relationships/image" Target="../media/image811.png"/><Relationship Id="rId3" Type="http://schemas.openxmlformats.org/officeDocument/2006/relationships/image" Target="../media/image270.png"/><Relationship Id="rId21" Type="http://schemas.openxmlformats.org/officeDocument/2006/relationships/image" Target="../media/image480.png"/><Relationship Id="rId34" Type="http://schemas.openxmlformats.org/officeDocument/2006/relationships/image" Target="../media/image311.png"/><Relationship Id="rId25" Type="http://schemas.openxmlformats.org/officeDocument/2006/relationships/image" Target="../media/image520.png"/><Relationship Id="rId33" Type="http://schemas.openxmlformats.org/officeDocument/2006/relationships/image" Target="../media/image600.png"/><Relationship Id="rId38" Type="http://schemas.openxmlformats.org/officeDocument/2006/relationships/image" Target="../media/image710.png"/><Relationship Id="rId2" Type="http://schemas.openxmlformats.org/officeDocument/2006/relationships/image" Target="../media/image211.png"/><Relationship Id="rId20" Type="http://schemas.openxmlformats.org/officeDocument/2006/relationships/image" Target="../media/image470.png"/><Relationship Id="rId29" Type="http://schemas.openxmlformats.org/officeDocument/2006/relationships/image" Target="../media/image560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510.png"/><Relationship Id="rId32" Type="http://schemas.openxmlformats.org/officeDocument/2006/relationships/image" Target="../media/image590.png"/><Relationship Id="rId37" Type="http://schemas.openxmlformats.org/officeDocument/2006/relationships/image" Target="../media/image611.png"/><Relationship Id="rId40" Type="http://schemas.openxmlformats.org/officeDocument/2006/relationships/image" Target="../media/image910.png"/><Relationship Id="rId5" Type="http://schemas.openxmlformats.org/officeDocument/2006/relationships/image" Target="../media/image290.png"/><Relationship Id="rId23" Type="http://schemas.openxmlformats.org/officeDocument/2006/relationships/image" Target="../media/image500.png"/><Relationship Id="rId28" Type="http://schemas.openxmlformats.org/officeDocument/2006/relationships/image" Target="../media/image550.png"/><Relationship Id="rId36" Type="http://schemas.openxmlformats.org/officeDocument/2006/relationships/image" Target="../media/image511.png"/><Relationship Id="rId19" Type="http://schemas.openxmlformats.org/officeDocument/2006/relationships/image" Target="../media/image460.png"/><Relationship Id="rId31" Type="http://schemas.openxmlformats.org/officeDocument/2006/relationships/image" Target="../media/image580.png"/><Relationship Id="rId4" Type="http://schemas.openxmlformats.org/officeDocument/2006/relationships/image" Target="../media/image280.png"/><Relationship Id="rId22" Type="http://schemas.openxmlformats.org/officeDocument/2006/relationships/image" Target="../media/image490.png"/><Relationship Id="rId27" Type="http://schemas.openxmlformats.org/officeDocument/2006/relationships/image" Target="../media/image540.png"/><Relationship Id="rId30" Type="http://schemas.openxmlformats.org/officeDocument/2006/relationships/image" Target="../media/image570.png"/><Relationship Id="rId35" Type="http://schemas.openxmlformats.org/officeDocument/2006/relationships/image" Target="../media/image410.png"/></Relationships>
</file>

<file path=ppt/slides/_rels/slide25.xml.rels><?xml version="1.0" encoding="UTF-8" standalone="yes"?>
<Relationships xmlns="http://schemas.openxmlformats.org/package/2006/relationships"><Relationship Id="rId18" Type="http://schemas.openxmlformats.org/officeDocument/2006/relationships/image" Target="../media/image450.png"/><Relationship Id="rId26" Type="http://schemas.openxmlformats.org/officeDocument/2006/relationships/image" Target="../media/image530.png"/><Relationship Id="rId39" Type="http://schemas.openxmlformats.org/officeDocument/2006/relationships/image" Target="../media/image811.png"/><Relationship Id="rId3" Type="http://schemas.openxmlformats.org/officeDocument/2006/relationships/image" Target="../media/image270.png"/><Relationship Id="rId21" Type="http://schemas.openxmlformats.org/officeDocument/2006/relationships/image" Target="../media/image480.png"/><Relationship Id="rId34" Type="http://schemas.openxmlformats.org/officeDocument/2006/relationships/image" Target="../media/image311.png"/><Relationship Id="rId42" Type="http://schemas.openxmlformats.org/officeDocument/2006/relationships/image" Target="../media/image11.png"/><Relationship Id="rId25" Type="http://schemas.openxmlformats.org/officeDocument/2006/relationships/image" Target="../media/image520.png"/><Relationship Id="rId33" Type="http://schemas.openxmlformats.org/officeDocument/2006/relationships/image" Target="../media/image600.png"/><Relationship Id="rId38" Type="http://schemas.openxmlformats.org/officeDocument/2006/relationships/image" Target="../media/image710.png"/><Relationship Id="rId2" Type="http://schemas.openxmlformats.org/officeDocument/2006/relationships/image" Target="../media/image211.png"/><Relationship Id="rId20" Type="http://schemas.openxmlformats.org/officeDocument/2006/relationships/image" Target="../media/image470.png"/><Relationship Id="rId29" Type="http://schemas.openxmlformats.org/officeDocument/2006/relationships/image" Target="../media/image560.png"/><Relationship Id="rId41" Type="http://schemas.openxmlformats.org/officeDocument/2006/relationships/image" Target="../media/image1011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510.png"/><Relationship Id="rId32" Type="http://schemas.openxmlformats.org/officeDocument/2006/relationships/image" Target="../media/image590.png"/><Relationship Id="rId37" Type="http://schemas.openxmlformats.org/officeDocument/2006/relationships/image" Target="../media/image611.png"/><Relationship Id="rId40" Type="http://schemas.openxmlformats.org/officeDocument/2006/relationships/image" Target="../media/image910.png"/><Relationship Id="rId5" Type="http://schemas.openxmlformats.org/officeDocument/2006/relationships/image" Target="../media/image290.png"/><Relationship Id="rId23" Type="http://schemas.openxmlformats.org/officeDocument/2006/relationships/image" Target="../media/image500.png"/><Relationship Id="rId28" Type="http://schemas.openxmlformats.org/officeDocument/2006/relationships/image" Target="../media/image550.png"/><Relationship Id="rId36" Type="http://schemas.openxmlformats.org/officeDocument/2006/relationships/image" Target="../media/image511.png"/><Relationship Id="rId19" Type="http://schemas.openxmlformats.org/officeDocument/2006/relationships/image" Target="../media/image460.png"/><Relationship Id="rId31" Type="http://schemas.openxmlformats.org/officeDocument/2006/relationships/image" Target="../media/image580.png"/><Relationship Id="rId44" Type="http://schemas.openxmlformats.org/officeDocument/2006/relationships/image" Target="../media/image13.png"/><Relationship Id="rId4" Type="http://schemas.openxmlformats.org/officeDocument/2006/relationships/image" Target="../media/image280.png"/><Relationship Id="rId22" Type="http://schemas.openxmlformats.org/officeDocument/2006/relationships/image" Target="../media/image490.png"/><Relationship Id="rId27" Type="http://schemas.openxmlformats.org/officeDocument/2006/relationships/image" Target="../media/image540.png"/><Relationship Id="rId30" Type="http://schemas.openxmlformats.org/officeDocument/2006/relationships/image" Target="../media/image570.png"/><Relationship Id="rId35" Type="http://schemas.openxmlformats.org/officeDocument/2006/relationships/image" Target="../media/image410.png"/><Relationship Id="rId43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18" Type="http://schemas.openxmlformats.org/officeDocument/2006/relationships/image" Target="../media/image450.png"/><Relationship Id="rId26" Type="http://schemas.openxmlformats.org/officeDocument/2006/relationships/image" Target="../media/image530.png"/><Relationship Id="rId39" Type="http://schemas.openxmlformats.org/officeDocument/2006/relationships/image" Target="../media/image811.png"/><Relationship Id="rId3" Type="http://schemas.openxmlformats.org/officeDocument/2006/relationships/image" Target="../media/image270.png"/><Relationship Id="rId21" Type="http://schemas.openxmlformats.org/officeDocument/2006/relationships/image" Target="../media/image480.png"/><Relationship Id="rId34" Type="http://schemas.openxmlformats.org/officeDocument/2006/relationships/image" Target="../media/image311.png"/><Relationship Id="rId42" Type="http://schemas.openxmlformats.org/officeDocument/2006/relationships/image" Target="../media/image11.png"/><Relationship Id="rId25" Type="http://schemas.openxmlformats.org/officeDocument/2006/relationships/image" Target="../media/image520.png"/><Relationship Id="rId33" Type="http://schemas.openxmlformats.org/officeDocument/2006/relationships/image" Target="../media/image600.png"/><Relationship Id="rId38" Type="http://schemas.openxmlformats.org/officeDocument/2006/relationships/image" Target="../media/image710.png"/><Relationship Id="rId2" Type="http://schemas.openxmlformats.org/officeDocument/2006/relationships/image" Target="../media/image211.png"/><Relationship Id="rId20" Type="http://schemas.openxmlformats.org/officeDocument/2006/relationships/image" Target="../media/image470.png"/><Relationship Id="rId29" Type="http://schemas.openxmlformats.org/officeDocument/2006/relationships/image" Target="../media/image560.png"/><Relationship Id="rId41" Type="http://schemas.openxmlformats.org/officeDocument/2006/relationships/image" Target="../media/image1011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510.png"/><Relationship Id="rId32" Type="http://schemas.openxmlformats.org/officeDocument/2006/relationships/image" Target="../media/image590.png"/><Relationship Id="rId37" Type="http://schemas.openxmlformats.org/officeDocument/2006/relationships/image" Target="../media/image611.png"/><Relationship Id="rId40" Type="http://schemas.openxmlformats.org/officeDocument/2006/relationships/image" Target="../media/image910.png"/><Relationship Id="rId5" Type="http://schemas.openxmlformats.org/officeDocument/2006/relationships/image" Target="../media/image290.png"/><Relationship Id="rId23" Type="http://schemas.openxmlformats.org/officeDocument/2006/relationships/image" Target="../media/image500.png"/><Relationship Id="rId28" Type="http://schemas.openxmlformats.org/officeDocument/2006/relationships/image" Target="../media/image550.png"/><Relationship Id="rId36" Type="http://schemas.openxmlformats.org/officeDocument/2006/relationships/image" Target="../media/image511.png"/><Relationship Id="rId19" Type="http://schemas.openxmlformats.org/officeDocument/2006/relationships/image" Target="../media/image460.png"/><Relationship Id="rId31" Type="http://schemas.openxmlformats.org/officeDocument/2006/relationships/image" Target="../media/image580.png"/><Relationship Id="rId44" Type="http://schemas.openxmlformats.org/officeDocument/2006/relationships/image" Target="../media/image13.png"/><Relationship Id="rId4" Type="http://schemas.openxmlformats.org/officeDocument/2006/relationships/image" Target="../media/image280.png"/><Relationship Id="rId22" Type="http://schemas.openxmlformats.org/officeDocument/2006/relationships/image" Target="../media/image490.png"/><Relationship Id="rId27" Type="http://schemas.openxmlformats.org/officeDocument/2006/relationships/image" Target="../media/image540.png"/><Relationship Id="rId30" Type="http://schemas.openxmlformats.org/officeDocument/2006/relationships/image" Target="../media/image570.png"/><Relationship Id="rId35" Type="http://schemas.openxmlformats.org/officeDocument/2006/relationships/image" Target="../media/image410.png"/><Relationship Id="rId43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18" Type="http://schemas.openxmlformats.org/officeDocument/2006/relationships/image" Target="../media/image450.png"/><Relationship Id="rId26" Type="http://schemas.openxmlformats.org/officeDocument/2006/relationships/image" Target="../media/image530.png"/><Relationship Id="rId39" Type="http://schemas.openxmlformats.org/officeDocument/2006/relationships/image" Target="../media/image811.png"/><Relationship Id="rId3" Type="http://schemas.openxmlformats.org/officeDocument/2006/relationships/image" Target="../media/image270.png"/><Relationship Id="rId21" Type="http://schemas.openxmlformats.org/officeDocument/2006/relationships/image" Target="../media/image480.png"/><Relationship Id="rId34" Type="http://schemas.openxmlformats.org/officeDocument/2006/relationships/image" Target="../media/image311.png"/><Relationship Id="rId42" Type="http://schemas.openxmlformats.org/officeDocument/2006/relationships/image" Target="../media/image11.png"/><Relationship Id="rId47" Type="http://schemas.openxmlformats.org/officeDocument/2006/relationships/image" Target="../media/image160.png"/><Relationship Id="rId25" Type="http://schemas.openxmlformats.org/officeDocument/2006/relationships/image" Target="../media/image520.png"/><Relationship Id="rId33" Type="http://schemas.openxmlformats.org/officeDocument/2006/relationships/image" Target="../media/image600.png"/><Relationship Id="rId38" Type="http://schemas.openxmlformats.org/officeDocument/2006/relationships/image" Target="../media/image710.png"/><Relationship Id="rId46" Type="http://schemas.openxmlformats.org/officeDocument/2006/relationships/image" Target="../media/image15.png"/><Relationship Id="rId2" Type="http://schemas.openxmlformats.org/officeDocument/2006/relationships/image" Target="../media/image211.png"/><Relationship Id="rId20" Type="http://schemas.openxmlformats.org/officeDocument/2006/relationships/image" Target="../media/image470.png"/><Relationship Id="rId29" Type="http://schemas.openxmlformats.org/officeDocument/2006/relationships/image" Target="../media/image560.png"/><Relationship Id="rId41" Type="http://schemas.openxmlformats.org/officeDocument/2006/relationships/image" Target="../media/image1011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510.png"/><Relationship Id="rId32" Type="http://schemas.openxmlformats.org/officeDocument/2006/relationships/image" Target="../media/image590.png"/><Relationship Id="rId37" Type="http://schemas.openxmlformats.org/officeDocument/2006/relationships/image" Target="../media/image611.png"/><Relationship Id="rId40" Type="http://schemas.openxmlformats.org/officeDocument/2006/relationships/image" Target="../media/image910.png"/><Relationship Id="rId45" Type="http://schemas.openxmlformats.org/officeDocument/2006/relationships/image" Target="../media/image14.png"/><Relationship Id="rId5" Type="http://schemas.openxmlformats.org/officeDocument/2006/relationships/image" Target="../media/image290.png"/><Relationship Id="rId23" Type="http://schemas.openxmlformats.org/officeDocument/2006/relationships/image" Target="../media/image500.png"/><Relationship Id="rId28" Type="http://schemas.openxmlformats.org/officeDocument/2006/relationships/image" Target="../media/image550.png"/><Relationship Id="rId36" Type="http://schemas.openxmlformats.org/officeDocument/2006/relationships/image" Target="../media/image511.png"/><Relationship Id="rId19" Type="http://schemas.openxmlformats.org/officeDocument/2006/relationships/image" Target="../media/image460.png"/><Relationship Id="rId31" Type="http://schemas.openxmlformats.org/officeDocument/2006/relationships/image" Target="../media/image580.png"/><Relationship Id="rId44" Type="http://schemas.openxmlformats.org/officeDocument/2006/relationships/image" Target="../media/image13.png"/><Relationship Id="rId4" Type="http://schemas.openxmlformats.org/officeDocument/2006/relationships/image" Target="../media/image280.png"/><Relationship Id="rId22" Type="http://schemas.openxmlformats.org/officeDocument/2006/relationships/image" Target="../media/image490.png"/><Relationship Id="rId27" Type="http://schemas.openxmlformats.org/officeDocument/2006/relationships/image" Target="../media/image540.png"/><Relationship Id="rId30" Type="http://schemas.openxmlformats.org/officeDocument/2006/relationships/image" Target="../media/image570.png"/><Relationship Id="rId35" Type="http://schemas.openxmlformats.org/officeDocument/2006/relationships/image" Target="../media/image410.png"/><Relationship Id="rId43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18" Type="http://schemas.openxmlformats.org/officeDocument/2006/relationships/image" Target="../media/image450.png"/><Relationship Id="rId26" Type="http://schemas.openxmlformats.org/officeDocument/2006/relationships/image" Target="../media/image530.png"/><Relationship Id="rId39" Type="http://schemas.openxmlformats.org/officeDocument/2006/relationships/image" Target="../media/image811.png"/><Relationship Id="rId3" Type="http://schemas.openxmlformats.org/officeDocument/2006/relationships/image" Target="../media/image270.png"/><Relationship Id="rId21" Type="http://schemas.openxmlformats.org/officeDocument/2006/relationships/image" Target="../media/image480.png"/><Relationship Id="rId34" Type="http://schemas.openxmlformats.org/officeDocument/2006/relationships/image" Target="../media/image311.png"/><Relationship Id="rId42" Type="http://schemas.openxmlformats.org/officeDocument/2006/relationships/image" Target="../media/image11.png"/><Relationship Id="rId47" Type="http://schemas.openxmlformats.org/officeDocument/2006/relationships/image" Target="../media/image160.png"/><Relationship Id="rId25" Type="http://schemas.openxmlformats.org/officeDocument/2006/relationships/image" Target="../media/image520.png"/><Relationship Id="rId33" Type="http://schemas.openxmlformats.org/officeDocument/2006/relationships/image" Target="../media/image600.png"/><Relationship Id="rId38" Type="http://schemas.openxmlformats.org/officeDocument/2006/relationships/image" Target="../media/image710.png"/><Relationship Id="rId46" Type="http://schemas.openxmlformats.org/officeDocument/2006/relationships/image" Target="../media/image15.png"/><Relationship Id="rId2" Type="http://schemas.openxmlformats.org/officeDocument/2006/relationships/image" Target="../media/image211.png"/><Relationship Id="rId20" Type="http://schemas.openxmlformats.org/officeDocument/2006/relationships/image" Target="../media/image470.png"/><Relationship Id="rId29" Type="http://schemas.openxmlformats.org/officeDocument/2006/relationships/image" Target="../media/image560.png"/><Relationship Id="rId41" Type="http://schemas.openxmlformats.org/officeDocument/2006/relationships/image" Target="../media/image1011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510.png"/><Relationship Id="rId32" Type="http://schemas.openxmlformats.org/officeDocument/2006/relationships/image" Target="../media/image590.png"/><Relationship Id="rId37" Type="http://schemas.openxmlformats.org/officeDocument/2006/relationships/image" Target="../media/image611.png"/><Relationship Id="rId40" Type="http://schemas.openxmlformats.org/officeDocument/2006/relationships/image" Target="../media/image910.png"/><Relationship Id="rId45" Type="http://schemas.openxmlformats.org/officeDocument/2006/relationships/image" Target="../media/image14.png"/><Relationship Id="rId5" Type="http://schemas.openxmlformats.org/officeDocument/2006/relationships/image" Target="../media/image290.png"/><Relationship Id="rId23" Type="http://schemas.openxmlformats.org/officeDocument/2006/relationships/image" Target="../media/image500.png"/><Relationship Id="rId28" Type="http://schemas.openxmlformats.org/officeDocument/2006/relationships/image" Target="../media/image550.png"/><Relationship Id="rId36" Type="http://schemas.openxmlformats.org/officeDocument/2006/relationships/image" Target="../media/image511.png"/><Relationship Id="rId19" Type="http://schemas.openxmlformats.org/officeDocument/2006/relationships/image" Target="../media/image460.png"/><Relationship Id="rId31" Type="http://schemas.openxmlformats.org/officeDocument/2006/relationships/image" Target="../media/image580.png"/><Relationship Id="rId44" Type="http://schemas.openxmlformats.org/officeDocument/2006/relationships/image" Target="../media/image13.png"/><Relationship Id="rId4" Type="http://schemas.openxmlformats.org/officeDocument/2006/relationships/image" Target="../media/image280.png"/><Relationship Id="rId22" Type="http://schemas.openxmlformats.org/officeDocument/2006/relationships/image" Target="../media/image490.png"/><Relationship Id="rId27" Type="http://schemas.openxmlformats.org/officeDocument/2006/relationships/image" Target="../media/image540.png"/><Relationship Id="rId30" Type="http://schemas.openxmlformats.org/officeDocument/2006/relationships/image" Target="../media/image570.png"/><Relationship Id="rId35" Type="http://schemas.openxmlformats.org/officeDocument/2006/relationships/image" Target="../media/image410.png"/><Relationship Id="rId43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18" Type="http://schemas.openxmlformats.org/officeDocument/2006/relationships/image" Target="../media/image450.png"/><Relationship Id="rId26" Type="http://schemas.openxmlformats.org/officeDocument/2006/relationships/image" Target="../media/image530.png"/><Relationship Id="rId39" Type="http://schemas.openxmlformats.org/officeDocument/2006/relationships/image" Target="../media/image811.png"/><Relationship Id="rId3" Type="http://schemas.openxmlformats.org/officeDocument/2006/relationships/image" Target="../media/image270.png"/><Relationship Id="rId21" Type="http://schemas.openxmlformats.org/officeDocument/2006/relationships/image" Target="../media/image480.png"/><Relationship Id="rId34" Type="http://schemas.openxmlformats.org/officeDocument/2006/relationships/image" Target="../media/image311.png"/><Relationship Id="rId42" Type="http://schemas.openxmlformats.org/officeDocument/2006/relationships/image" Target="../media/image11.png"/><Relationship Id="rId47" Type="http://schemas.openxmlformats.org/officeDocument/2006/relationships/image" Target="../media/image160.png"/><Relationship Id="rId25" Type="http://schemas.openxmlformats.org/officeDocument/2006/relationships/image" Target="../media/image520.png"/><Relationship Id="rId33" Type="http://schemas.openxmlformats.org/officeDocument/2006/relationships/image" Target="../media/image600.png"/><Relationship Id="rId38" Type="http://schemas.openxmlformats.org/officeDocument/2006/relationships/image" Target="../media/image710.png"/><Relationship Id="rId46" Type="http://schemas.openxmlformats.org/officeDocument/2006/relationships/image" Target="../media/image15.png"/><Relationship Id="rId2" Type="http://schemas.openxmlformats.org/officeDocument/2006/relationships/image" Target="../media/image211.png"/><Relationship Id="rId20" Type="http://schemas.openxmlformats.org/officeDocument/2006/relationships/image" Target="../media/image470.png"/><Relationship Id="rId29" Type="http://schemas.openxmlformats.org/officeDocument/2006/relationships/image" Target="../media/image560.png"/><Relationship Id="rId41" Type="http://schemas.openxmlformats.org/officeDocument/2006/relationships/image" Target="../media/image1011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510.png"/><Relationship Id="rId32" Type="http://schemas.openxmlformats.org/officeDocument/2006/relationships/image" Target="../media/image590.png"/><Relationship Id="rId37" Type="http://schemas.openxmlformats.org/officeDocument/2006/relationships/image" Target="../media/image611.png"/><Relationship Id="rId40" Type="http://schemas.openxmlformats.org/officeDocument/2006/relationships/image" Target="../media/image910.png"/><Relationship Id="rId45" Type="http://schemas.openxmlformats.org/officeDocument/2006/relationships/image" Target="../media/image14.png"/><Relationship Id="rId5" Type="http://schemas.openxmlformats.org/officeDocument/2006/relationships/image" Target="../media/image290.png"/><Relationship Id="rId23" Type="http://schemas.openxmlformats.org/officeDocument/2006/relationships/image" Target="../media/image500.png"/><Relationship Id="rId28" Type="http://schemas.openxmlformats.org/officeDocument/2006/relationships/image" Target="../media/image550.png"/><Relationship Id="rId36" Type="http://schemas.openxmlformats.org/officeDocument/2006/relationships/image" Target="../media/image511.png"/><Relationship Id="rId19" Type="http://schemas.openxmlformats.org/officeDocument/2006/relationships/image" Target="../media/image460.png"/><Relationship Id="rId31" Type="http://schemas.openxmlformats.org/officeDocument/2006/relationships/image" Target="../media/image580.png"/><Relationship Id="rId44" Type="http://schemas.openxmlformats.org/officeDocument/2006/relationships/image" Target="../media/image13.png"/><Relationship Id="rId4" Type="http://schemas.openxmlformats.org/officeDocument/2006/relationships/image" Target="../media/image280.png"/><Relationship Id="rId22" Type="http://schemas.openxmlformats.org/officeDocument/2006/relationships/image" Target="../media/image490.png"/><Relationship Id="rId27" Type="http://schemas.openxmlformats.org/officeDocument/2006/relationships/image" Target="../media/image540.png"/><Relationship Id="rId30" Type="http://schemas.openxmlformats.org/officeDocument/2006/relationships/image" Target="../media/image570.png"/><Relationship Id="rId35" Type="http://schemas.openxmlformats.org/officeDocument/2006/relationships/image" Target="../media/image410.png"/><Relationship Id="rId43" Type="http://schemas.openxmlformats.org/officeDocument/2006/relationships/image" Target="../media/image12.png"/><Relationship Id="rId48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18" Type="http://schemas.openxmlformats.org/officeDocument/2006/relationships/image" Target="../media/image450.png"/><Relationship Id="rId26" Type="http://schemas.openxmlformats.org/officeDocument/2006/relationships/image" Target="../media/image530.png"/><Relationship Id="rId39" Type="http://schemas.openxmlformats.org/officeDocument/2006/relationships/image" Target="../media/image811.png"/><Relationship Id="rId3" Type="http://schemas.openxmlformats.org/officeDocument/2006/relationships/image" Target="../media/image270.png"/><Relationship Id="rId21" Type="http://schemas.openxmlformats.org/officeDocument/2006/relationships/image" Target="../media/image480.png"/><Relationship Id="rId34" Type="http://schemas.openxmlformats.org/officeDocument/2006/relationships/image" Target="../media/image311.png"/><Relationship Id="rId42" Type="http://schemas.openxmlformats.org/officeDocument/2006/relationships/image" Target="../media/image11.png"/><Relationship Id="rId47" Type="http://schemas.openxmlformats.org/officeDocument/2006/relationships/image" Target="../media/image160.png"/><Relationship Id="rId25" Type="http://schemas.openxmlformats.org/officeDocument/2006/relationships/image" Target="../media/image520.png"/><Relationship Id="rId33" Type="http://schemas.openxmlformats.org/officeDocument/2006/relationships/image" Target="../media/image600.png"/><Relationship Id="rId38" Type="http://schemas.openxmlformats.org/officeDocument/2006/relationships/image" Target="../media/image710.png"/><Relationship Id="rId46" Type="http://schemas.openxmlformats.org/officeDocument/2006/relationships/image" Target="../media/image15.png"/><Relationship Id="rId2" Type="http://schemas.openxmlformats.org/officeDocument/2006/relationships/image" Target="../media/image211.png"/><Relationship Id="rId20" Type="http://schemas.openxmlformats.org/officeDocument/2006/relationships/image" Target="../media/image470.png"/><Relationship Id="rId29" Type="http://schemas.openxmlformats.org/officeDocument/2006/relationships/image" Target="../media/image560.png"/><Relationship Id="rId41" Type="http://schemas.openxmlformats.org/officeDocument/2006/relationships/image" Target="../media/image1011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510.png"/><Relationship Id="rId32" Type="http://schemas.openxmlformats.org/officeDocument/2006/relationships/image" Target="../media/image590.png"/><Relationship Id="rId37" Type="http://schemas.openxmlformats.org/officeDocument/2006/relationships/image" Target="../media/image611.png"/><Relationship Id="rId40" Type="http://schemas.openxmlformats.org/officeDocument/2006/relationships/image" Target="../media/image910.png"/><Relationship Id="rId45" Type="http://schemas.openxmlformats.org/officeDocument/2006/relationships/image" Target="../media/image14.png"/><Relationship Id="rId5" Type="http://schemas.openxmlformats.org/officeDocument/2006/relationships/image" Target="../media/image290.png"/><Relationship Id="rId23" Type="http://schemas.openxmlformats.org/officeDocument/2006/relationships/image" Target="../media/image500.png"/><Relationship Id="rId28" Type="http://schemas.openxmlformats.org/officeDocument/2006/relationships/image" Target="../media/image550.png"/><Relationship Id="rId36" Type="http://schemas.openxmlformats.org/officeDocument/2006/relationships/image" Target="../media/image511.png"/><Relationship Id="rId19" Type="http://schemas.openxmlformats.org/officeDocument/2006/relationships/image" Target="../media/image460.png"/><Relationship Id="rId31" Type="http://schemas.openxmlformats.org/officeDocument/2006/relationships/image" Target="../media/image580.png"/><Relationship Id="rId44" Type="http://schemas.openxmlformats.org/officeDocument/2006/relationships/image" Target="../media/image13.png"/><Relationship Id="rId4" Type="http://schemas.openxmlformats.org/officeDocument/2006/relationships/image" Target="../media/image280.png"/><Relationship Id="rId22" Type="http://schemas.openxmlformats.org/officeDocument/2006/relationships/image" Target="../media/image490.png"/><Relationship Id="rId27" Type="http://schemas.openxmlformats.org/officeDocument/2006/relationships/image" Target="../media/image540.png"/><Relationship Id="rId30" Type="http://schemas.openxmlformats.org/officeDocument/2006/relationships/image" Target="../media/image570.png"/><Relationship Id="rId35" Type="http://schemas.openxmlformats.org/officeDocument/2006/relationships/image" Target="../media/image410.png"/><Relationship Id="rId43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18" Type="http://schemas.openxmlformats.org/officeDocument/2006/relationships/image" Target="../media/image450.png"/><Relationship Id="rId26" Type="http://schemas.openxmlformats.org/officeDocument/2006/relationships/image" Target="../media/image530.png"/><Relationship Id="rId39" Type="http://schemas.openxmlformats.org/officeDocument/2006/relationships/image" Target="../media/image811.png"/><Relationship Id="rId3" Type="http://schemas.openxmlformats.org/officeDocument/2006/relationships/image" Target="../media/image270.png"/><Relationship Id="rId21" Type="http://schemas.openxmlformats.org/officeDocument/2006/relationships/image" Target="../media/image480.png"/><Relationship Id="rId34" Type="http://schemas.openxmlformats.org/officeDocument/2006/relationships/image" Target="../media/image311.png"/><Relationship Id="rId42" Type="http://schemas.openxmlformats.org/officeDocument/2006/relationships/image" Target="../media/image11.png"/><Relationship Id="rId47" Type="http://schemas.openxmlformats.org/officeDocument/2006/relationships/image" Target="../media/image160.png"/><Relationship Id="rId25" Type="http://schemas.openxmlformats.org/officeDocument/2006/relationships/image" Target="../media/image520.png"/><Relationship Id="rId33" Type="http://schemas.openxmlformats.org/officeDocument/2006/relationships/image" Target="../media/image600.png"/><Relationship Id="rId38" Type="http://schemas.openxmlformats.org/officeDocument/2006/relationships/image" Target="../media/image710.png"/><Relationship Id="rId46" Type="http://schemas.openxmlformats.org/officeDocument/2006/relationships/image" Target="../media/image15.png"/><Relationship Id="rId2" Type="http://schemas.openxmlformats.org/officeDocument/2006/relationships/image" Target="../media/image211.png"/><Relationship Id="rId20" Type="http://schemas.openxmlformats.org/officeDocument/2006/relationships/image" Target="../media/image470.png"/><Relationship Id="rId29" Type="http://schemas.openxmlformats.org/officeDocument/2006/relationships/image" Target="../media/image560.png"/><Relationship Id="rId41" Type="http://schemas.openxmlformats.org/officeDocument/2006/relationships/image" Target="../media/image1011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510.png"/><Relationship Id="rId32" Type="http://schemas.openxmlformats.org/officeDocument/2006/relationships/image" Target="../media/image590.png"/><Relationship Id="rId37" Type="http://schemas.openxmlformats.org/officeDocument/2006/relationships/image" Target="../media/image611.png"/><Relationship Id="rId40" Type="http://schemas.openxmlformats.org/officeDocument/2006/relationships/image" Target="../media/image910.png"/><Relationship Id="rId45" Type="http://schemas.openxmlformats.org/officeDocument/2006/relationships/image" Target="../media/image14.png"/><Relationship Id="rId5" Type="http://schemas.openxmlformats.org/officeDocument/2006/relationships/image" Target="../media/image290.png"/><Relationship Id="rId23" Type="http://schemas.openxmlformats.org/officeDocument/2006/relationships/image" Target="../media/image500.png"/><Relationship Id="rId28" Type="http://schemas.openxmlformats.org/officeDocument/2006/relationships/image" Target="../media/image550.png"/><Relationship Id="rId36" Type="http://schemas.openxmlformats.org/officeDocument/2006/relationships/image" Target="../media/image511.png"/><Relationship Id="rId19" Type="http://schemas.openxmlformats.org/officeDocument/2006/relationships/image" Target="../media/image460.png"/><Relationship Id="rId31" Type="http://schemas.openxmlformats.org/officeDocument/2006/relationships/image" Target="../media/image580.png"/><Relationship Id="rId44" Type="http://schemas.openxmlformats.org/officeDocument/2006/relationships/image" Target="../media/image13.png"/><Relationship Id="rId4" Type="http://schemas.openxmlformats.org/officeDocument/2006/relationships/image" Target="../media/image280.png"/><Relationship Id="rId22" Type="http://schemas.openxmlformats.org/officeDocument/2006/relationships/image" Target="../media/image490.png"/><Relationship Id="rId27" Type="http://schemas.openxmlformats.org/officeDocument/2006/relationships/image" Target="../media/image540.png"/><Relationship Id="rId30" Type="http://schemas.openxmlformats.org/officeDocument/2006/relationships/image" Target="../media/image570.png"/><Relationship Id="rId35" Type="http://schemas.openxmlformats.org/officeDocument/2006/relationships/image" Target="../media/image410.png"/><Relationship Id="rId43" Type="http://schemas.openxmlformats.org/officeDocument/2006/relationships/image" Target="../media/image12.png"/><Relationship Id="rId48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6.png"/><Relationship Id="rId21" Type="http://schemas.openxmlformats.org/officeDocument/2006/relationships/image" Target="../media/image31.png"/><Relationship Id="rId42" Type="http://schemas.openxmlformats.org/officeDocument/2006/relationships/image" Target="../media/image52.png"/><Relationship Id="rId47" Type="http://schemas.openxmlformats.org/officeDocument/2006/relationships/image" Target="../media/image57.png"/><Relationship Id="rId63" Type="http://schemas.openxmlformats.org/officeDocument/2006/relationships/image" Target="../media/image74.png"/><Relationship Id="rId68" Type="http://schemas.openxmlformats.org/officeDocument/2006/relationships/image" Target="../media/image79.png"/><Relationship Id="rId2" Type="http://schemas.openxmlformats.org/officeDocument/2006/relationships/image" Target="../media/image6.png"/><Relationship Id="rId16" Type="http://schemas.openxmlformats.org/officeDocument/2006/relationships/image" Target="../media/image25.png"/><Relationship Id="rId29" Type="http://schemas.openxmlformats.org/officeDocument/2006/relationships/image" Target="../media/image39.png"/><Relationship Id="rId11" Type="http://schemas.openxmlformats.org/officeDocument/2006/relationships/image" Target="../media/image20.png"/><Relationship Id="rId24" Type="http://schemas.openxmlformats.org/officeDocument/2006/relationships/image" Target="../media/image34.png"/><Relationship Id="rId32" Type="http://schemas.openxmlformats.org/officeDocument/2006/relationships/image" Target="../media/image42.png"/><Relationship Id="rId37" Type="http://schemas.openxmlformats.org/officeDocument/2006/relationships/image" Target="../media/image47.png"/><Relationship Id="rId40" Type="http://schemas.openxmlformats.org/officeDocument/2006/relationships/image" Target="../media/image50.png"/><Relationship Id="rId45" Type="http://schemas.openxmlformats.org/officeDocument/2006/relationships/image" Target="../media/image55.png"/><Relationship Id="rId53" Type="http://schemas.openxmlformats.org/officeDocument/2006/relationships/image" Target="../media/image64.png"/><Relationship Id="rId58" Type="http://schemas.openxmlformats.org/officeDocument/2006/relationships/image" Target="../media/image69.png"/><Relationship Id="rId66" Type="http://schemas.openxmlformats.org/officeDocument/2006/relationships/image" Target="../media/image77.png"/><Relationship Id="rId5" Type="http://schemas.openxmlformats.org/officeDocument/2006/relationships/image" Target="../media/image9.png"/><Relationship Id="rId61" Type="http://schemas.openxmlformats.org/officeDocument/2006/relationships/image" Target="../media/image72.png"/><Relationship Id="rId19" Type="http://schemas.openxmlformats.org/officeDocument/2006/relationships/image" Target="../media/image29.png"/><Relationship Id="rId14" Type="http://schemas.openxmlformats.org/officeDocument/2006/relationships/image" Target="../media/image23.png"/><Relationship Id="rId22" Type="http://schemas.openxmlformats.org/officeDocument/2006/relationships/image" Target="../media/image32.png"/><Relationship Id="rId27" Type="http://schemas.openxmlformats.org/officeDocument/2006/relationships/image" Target="../media/image37.png"/><Relationship Id="rId30" Type="http://schemas.openxmlformats.org/officeDocument/2006/relationships/image" Target="../media/image40.png"/><Relationship Id="rId35" Type="http://schemas.openxmlformats.org/officeDocument/2006/relationships/image" Target="../media/image45.png"/><Relationship Id="rId43" Type="http://schemas.openxmlformats.org/officeDocument/2006/relationships/image" Target="../media/image53.png"/><Relationship Id="rId48" Type="http://schemas.openxmlformats.org/officeDocument/2006/relationships/image" Target="../media/image59.png"/><Relationship Id="rId56" Type="http://schemas.openxmlformats.org/officeDocument/2006/relationships/image" Target="../media/image67.png"/><Relationship Id="rId64" Type="http://schemas.openxmlformats.org/officeDocument/2006/relationships/image" Target="../media/image75.png"/><Relationship Id="rId69" Type="http://schemas.openxmlformats.org/officeDocument/2006/relationships/image" Target="../media/image80.png"/><Relationship Id="rId8" Type="http://schemas.openxmlformats.org/officeDocument/2006/relationships/image" Target="../media/image17.png"/><Relationship Id="rId51" Type="http://schemas.openxmlformats.org/officeDocument/2006/relationships/image" Target="../media/image62.png"/><Relationship Id="rId72" Type="http://schemas.openxmlformats.org/officeDocument/2006/relationships/image" Target="../media/image83.png"/><Relationship Id="rId3" Type="http://schemas.openxmlformats.org/officeDocument/2006/relationships/image" Target="../media/image7.png"/><Relationship Id="rId12" Type="http://schemas.openxmlformats.org/officeDocument/2006/relationships/image" Target="../media/image21.png"/><Relationship Id="rId17" Type="http://schemas.openxmlformats.org/officeDocument/2006/relationships/image" Target="../media/image27.png"/><Relationship Id="rId25" Type="http://schemas.openxmlformats.org/officeDocument/2006/relationships/image" Target="../media/image35.png"/><Relationship Id="rId33" Type="http://schemas.openxmlformats.org/officeDocument/2006/relationships/image" Target="../media/image43.png"/><Relationship Id="rId38" Type="http://schemas.openxmlformats.org/officeDocument/2006/relationships/image" Target="../media/image48.png"/><Relationship Id="rId46" Type="http://schemas.openxmlformats.org/officeDocument/2006/relationships/image" Target="../media/image56.png"/><Relationship Id="rId59" Type="http://schemas.openxmlformats.org/officeDocument/2006/relationships/image" Target="../media/image70.png"/><Relationship Id="rId67" Type="http://schemas.openxmlformats.org/officeDocument/2006/relationships/image" Target="../media/image78.png"/><Relationship Id="rId20" Type="http://schemas.openxmlformats.org/officeDocument/2006/relationships/image" Target="../media/image30.png"/><Relationship Id="rId41" Type="http://schemas.openxmlformats.org/officeDocument/2006/relationships/image" Target="../media/image51.png"/><Relationship Id="rId54" Type="http://schemas.openxmlformats.org/officeDocument/2006/relationships/image" Target="../media/image65.png"/><Relationship Id="rId62" Type="http://schemas.openxmlformats.org/officeDocument/2006/relationships/image" Target="../media/image73.png"/><Relationship Id="rId70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5" Type="http://schemas.openxmlformats.org/officeDocument/2006/relationships/image" Target="../media/image24.png"/><Relationship Id="rId23" Type="http://schemas.openxmlformats.org/officeDocument/2006/relationships/image" Target="../media/image33.png"/><Relationship Id="rId28" Type="http://schemas.openxmlformats.org/officeDocument/2006/relationships/image" Target="../media/image38.png"/><Relationship Id="rId36" Type="http://schemas.openxmlformats.org/officeDocument/2006/relationships/image" Target="../media/image46.png"/><Relationship Id="rId49" Type="http://schemas.openxmlformats.org/officeDocument/2006/relationships/image" Target="../media/image60.png"/><Relationship Id="rId57" Type="http://schemas.openxmlformats.org/officeDocument/2006/relationships/image" Target="../media/image68.png"/><Relationship Id="rId10" Type="http://schemas.openxmlformats.org/officeDocument/2006/relationships/image" Target="../media/image19.png"/><Relationship Id="rId31" Type="http://schemas.openxmlformats.org/officeDocument/2006/relationships/image" Target="../media/image41.png"/><Relationship Id="rId44" Type="http://schemas.openxmlformats.org/officeDocument/2006/relationships/image" Target="../media/image54.png"/><Relationship Id="rId52" Type="http://schemas.openxmlformats.org/officeDocument/2006/relationships/image" Target="../media/image63.png"/><Relationship Id="rId60" Type="http://schemas.openxmlformats.org/officeDocument/2006/relationships/image" Target="../media/image71.png"/><Relationship Id="rId65" Type="http://schemas.openxmlformats.org/officeDocument/2006/relationships/image" Target="../media/image76.png"/><Relationship Id="rId73" Type="http://schemas.openxmlformats.org/officeDocument/2006/relationships/image" Target="../media/image84.png"/><Relationship Id="rId4" Type="http://schemas.openxmlformats.org/officeDocument/2006/relationships/image" Target="../media/image8.png"/><Relationship Id="rId9" Type="http://schemas.openxmlformats.org/officeDocument/2006/relationships/image" Target="../media/image18.png"/><Relationship Id="rId13" Type="http://schemas.openxmlformats.org/officeDocument/2006/relationships/image" Target="../media/image22.png"/><Relationship Id="rId18" Type="http://schemas.openxmlformats.org/officeDocument/2006/relationships/image" Target="../media/image28.png"/><Relationship Id="rId39" Type="http://schemas.openxmlformats.org/officeDocument/2006/relationships/image" Target="../media/image49.png"/><Relationship Id="rId34" Type="http://schemas.openxmlformats.org/officeDocument/2006/relationships/image" Target="../media/image44.png"/><Relationship Id="rId50" Type="http://schemas.openxmlformats.org/officeDocument/2006/relationships/image" Target="../media/image61.png"/><Relationship Id="rId55" Type="http://schemas.openxmlformats.org/officeDocument/2006/relationships/image" Target="../media/image66.png"/><Relationship Id="rId7" Type="http://schemas.openxmlformats.org/officeDocument/2006/relationships/image" Target="../media/image16.png"/><Relationship Id="rId71" Type="http://schemas.openxmlformats.org/officeDocument/2006/relationships/image" Target="../media/image82.png"/></Relationships>
</file>

<file path=ppt/slides/_rels/slide3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6.png"/><Relationship Id="rId21" Type="http://schemas.openxmlformats.org/officeDocument/2006/relationships/image" Target="../media/image31.png"/><Relationship Id="rId42" Type="http://schemas.openxmlformats.org/officeDocument/2006/relationships/image" Target="../media/image52.png"/><Relationship Id="rId47" Type="http://schemas.openxmlformats.org/officeDocument/2006/relationships/image" Target="../media/image57.png"/><Relationship Id="rId63" Type="http://schemas.openxmlformats.org/officeDocument/2006/relationships/image" Target="../media/image74.png"/><Relationship Id="rId68" Type="http://schemas.openxmlformats.org/officeDocument/2006/relationships/image" Target="../media/image79.png"/><Relationship Id="rId2" Type="http://schemas.openxmlformats.org/officeDocument/2006/relationships/image" Target="../media/image6.png"/><Relationship Id="rId16" Type="http://schemas.openxmlformats.org/officeDocument/2006/relationships/image" Target="../media/image25.png"/><Relationship Id="rId29" Type="http://schemas.openxmlformats.org/officeDocument/2006/relationships/image" Target="../media/image39.png"/><Relationship Id="rId11" Type="http://schemas.openxmlformats.org/officeDocument/2006/relationships/image" Target="../media/image20.png"/><Relationship Id="rId24" Type="http://schemas.openxmlformats.org/officeDocument/2006/relationships/image" Target="../media/image34.png"/><Relationship Id="rId32" Type="http://schemas.openxmlformats.org/officeDocument/2006/relationships/image" Target="../media/image42.png"/><Relationship Id="rId37" Type="http://schemas.openxmlformats.org/officeDocument/2006/relationships/image" Target="../media/image47.png"/><Relationship Id="rId40" Type="http://schemas.openxmlformats.org/officeDocument/2006/relationships/image" Target="../media/image50.png"/><Relationship Id="rId45" Type="http://schemas.openxmlformats.org/officeDocument/2006/relationships/image" Target="../media/image55.png"/><Relationship Id="rId53" Type="http://schemas.openxmlformats.org/officeDocument/2006/relationships/image" Target="../media/image64.png"/><Relationship Id="rId58" Type="http://schemas.openxmlformats.org/officeDocument/2006/relationships/image" Target="../media/image69.png"/><Relationship Id="rId66" Type="http://schemas.openxmlformats.org/officeDocument/2006/relationships/image" Target="../media/image77.png"/><Relationship Id="rId5" Type="http://schemas.openxmlformats.org/officeDocument/2006/relationships/image" Target="../media/image9.png"/><Relationship Id="rId61" Type="http://schemas.openxmlformats.org/officeDocument/2006/relationships/image" Target="../media/image72.png"/><Relationship Id="rId19" Type="http://schemas.openxmlformats.org/officeDocument/2006/relationships/image" Target="../media/image29.png"/><Relationship Id="rId14" Type="http://schemas.openxmlformats.org/officeDocument/2006/relationships/image" Target="../media/image23.png"/><Relationship Id="rId22" Type="http://schemas.openxmlformats.org/officeDocument/2006/relationships/image" Target="../media/image32.png"/><Relationship Id="rId27" Type="http://schemas.openxmlformats.org/officeDocument/2006/relationships/image" Target="../media/image37.png"/><Relationship Id="rId30" Type="http://schemas.openxmlformats.org/officeDocument/2006/relationships/image" Target="../media/image40.png"/><Relationship Id="rId35" Type="http://schemas.openxmlformats.org/officeDocument/2006/relationships/image" Target="../media/image45.png"/><Relationship Id="rId43" Type="http://schemas.openxmlformats.org/officeDocument/2006/relationships/image" Target="../media/image53.png"/><Relationship Id="rId48" Type="http://schemas.openxmlformats.org/officeDocument/2006/relationships/image" Target="../media/image59.png"/><Relationship Id="rId56" Type="http://schemas.openxmlformats.org/officeDocument/2006/relationships/image" Target="../media/image67.png"/><Relationship Id="rId64" Type="http://schemas.openxmlformats.org/officeDocument/2006/relationships/image" Target="../media/image75.png"/><Relationship Id="rId69" Type="http://schemas.openxmlformats.org/officeDocument/2006/relationships/image" Target="../media/image80.png"/><Relationship Id="rId8" Type="http://schemas.openxmlformats.org/officeDocument/2006/relationships/image" Target="../media/image17.png"/><Relationship Id="rId51" Type="http://schemas.openxmlformats.org/officeDocument/2006/relationships/image" Target="../media/image62.png"/><Relationship Id="rId72" Type="http://schemas.openxmlformats.org/officeDocument/2006/relationships/image" Target="../media/image83.png"/><Relationship Id="rId3" Type="http://schemas.openxmlformats.org/officeDocument/2006/relationships/image" Target="../media/image7.png"/><Relationship Id="rId12" Type="http://schemas.openxmlformats.org/officeDocument/2006/relationships/image" Target="../media/image21.png"/><Relationship Id="rId17" Type="http://schemas.openxmlformats.org/officeDocument/2006/relationships/image" Target="../media/image27.png"/><Relationship Id="rId25" Type="http://schemas.openxmlformats.org/officeDocument/2006/relationships/image" Target="../media/image35.png"/><Relationship Id="rId33" Type="http://schemas.openxmlformats.org/officeDocument/2006/relationships/image" Target="../media/image43.png"/><Relationship Id="rId38" Type="http://schemas.openxmlformats.org/officeDocument/2006/relationships/image" Target="../media/image48.png"/><Relationship Id="rId46" Type="http://schemas.openxmlformats.org/officeDocument/2006/relationships/image" Target="../media/image56.png"/><Relationship Id="rId59" Type="http://schemas.openxmlformats.org/officeDocument/2006/relationships/image" Target="../media/image70.png"/><Relationship Id="rId67" Type="http://schemas.openxmlformats.org/officeDocument/2006/relationships/image" Target="../media/image78.png"/><Relationship Id="rId20" Type="http://schemas.openxmlformats.org/officeDocument/2006/relationships/image" Target="../media/image30.png"/><Relationship Id="rId41" Type="http://schemas.openxmlformats.org/officeDocument/2006/relationships/image" Target="../media/image51.png"/><Relationship Id="rId54" Type="http://schemas.openxmlformats.org/officeDocument/2006/relationships/image" Target="../media/image65.png"/><Relationship Id="rId62" Type="http://schemas.openxmlformats.org/officeDocument/2006/relationships/image" Target="../media/image73.png"/><Relationship Id="rId70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5" Type="http://schemas.openxmlformats.org/officeDocument/2006/relationships/image" Target="../media/image24.png"/><Relationship Id="rId23" Type="http://schemas.openxmlformats.org/officeDocument/2006/relationships/image" Target="../media/image33.png"/><Relationship Id="rId28" Type="http://schemas.openxmlformats.org/officeDocument/2006/relationships/image" Target="../media/image38.png"/><Relationship Id="rId36" Type="http://schemas.openxmlformats.org/officeDocument/2006/relationships/image" Target="../media/image46.png"/><Relationship Id="rId49" Type="http://schemas.openxmlformats.org/officeDocument/2006/relationships/image" Target="../media/image60.png"/><Relationship Id="rId57" Type="http://schemas.openxmlformats.org/officeDocument/2006/relationships/image" Target="../media/image68.png"/><Relationship Id="rId10" Type="http://schemas.openxmlformats.org/officeDocument/2006/relationships/image" Target="../media/image19.png"/><Relationship Id="rId31" Type="http://schemas.openxmlformats.org/officeDocument/2006/relationships/image" Target="../media/image41.png"/><Relationship Id="rId44" Type="http://schemas.openxmlformats.org/officeDocument/2006/relationships/image" Target="../media/image54.png"/><Relationship Id="rId52" Type="http://schemas.openxmlformats.org/officeDocument/2006/relationships/image" Target="../media/image63.png"/><Relationship Id="rId60" Type="http://schemas.openxmlformats.org/officeDocument/2006/relationships/image" Target="../media/image71.png"/><Relationship Id="rId65" Type="http://schemas.openxmlformats.org/officeDocument/2006/relationships/image" Target="../media/image76.png"/><Relationship Id="rId73" Type="http://schemas.openxmlformats.org/officeDocument/2006/relationships/image" Target="../media/image84.png"/><Relationship Id="rId4" Type="http://schemas.openxmlformats.org/officeDocument/2006/relationships/image" Target="../media/image8.png"/><Relationship Id="rId9" Type="http://schemas.openxmlformats.org/officeDocument/2006/relationships/image" Target="../media/image18.png"/><Relationship Id="rId13" Type="http://schemas.openxmlformats.org/officeDocument/2006/relationships/image" Target="../media/image22.png"/><Relationship Id="rId18" Type="http://schemas.openxmlformats.org/officeDocument/2006/relationships/image" Target="../media/image28.png"/><Relationship Id="rId39" Type="http://schemas.openxmlformats.org/officeDocument/2006/relationships/image" Target="../media/image49.png"/><Relationship Id="rId34" Type="http://schemas.openxmlformats.org/officeDocument/2006/relationships/image" Target="../media/image44.png"/><Relationship Id="rId50" Type="http://schemas.openxmlformats.org/officeDocument/2006/relationships/image" Target="../media/image61.png"/><Relationship Id="rId55" Type="http://schemas.openxmlformats.org/officeDocument/2006/relationships/image" Target="../media/image66.png"/><Relationship Id="rId7" Type="http://schemas.openxmlformats.org/officeDocument/2006/relationships/image" Target="../media/image16.png"/><Relationship Id="rId71" Type="http://schemas.openxmlformats.org/officeDocument/2006/relationships/image" Target="../media/image82.png"/></Relationships>
</file>

<file path=ppt/slides/_rels/slide3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6.png"/><Relationship Id="rId21" Type="http://schemas.openxmlformats.org/officeDocument/2006/relationships/image" Target="../media/image104.png"/><Relationship Id="rId42" Type="http://schemas.openxmlformats.org/officeDocument/2006/relationships/image" Target="../media/image52.png"/><Relationship Id="rId47" Type="http://schemas.openxmlformats.org/officeDocument/2006/relationships/image" Target="../media/image57.png"/><Relationship Id="rId63" Type="http://schemas.openxmlformats.org/officeDocument/2006/relationships/image" Target="../media/image115.png"/><Relationship Id="rId68" Type="http://schemas.openxmlformats.org/officeDocument/2006/relationships/image" Target="../media/image120.png"/><Relationship Id="rId84" Type="http://schemas.openxmlformats.org/officeDocument/2006/relationships/image" Target="../media/image137.png"/><Relationship Id="rId89" Type="http://schemas.openxmlformats.org/officeDocument/2006/relationships/image" Target="../media/image142.png"/><Relationship Id="rId16" Type="http://schemas.openxmlformats.org/officeDocument/2006/relationships/image" Target="../media/image99.png"/><Relationship Id="rId11" Type="http://schemas.openxmlformats.org/officeDocument/2006/relationships/image" Target="../media/image94.png"/><Relationship Id="rId32" Type="http://schemas.openxmlformats.org/officeDocument/2006/relationships/image" Target="../media/image42.png"/><Relationship Id="rId37" Type="http://schemas.openxmlformats.org/officeDocument/2006/relationships/image" Target="../media/image47.png"/><Relationship Id="rId53" Type="http://schemas.openxmlformats.org/officeDocument/2006/relationships/image" Target="../media/image64.png"/><Relationship Id="rId58" Type="http://schemas.openxmlformats.org/officeDocument/2006/relationships/image" Target="../media/image110.png"/><Relationship Id="rId74" Type="http://schemas.openxmlformats.org/officeDocument/2006/relationships/image" Target="../media/image126.png"/><Relationship Id="rId79" Type="http://schemas.openxmlformats.org/officeDocument/2006/relationships/image" Target="../media/image132.png"/><Relationship Id="rId5" Type="http://schemas.openxmlformats.org/officeDocument/2006/relationships/image" Target="../media/image88.png"/><Relationship Id="rId90" Type="http://schemas.openxmlformats.org/officeDocument/2006/relationships/image" Target="../media/image143.png"/><Relationship Id="rId22" Type="http://schemas.openxmlformats.org/officeDocument/2006/relationships/image" Target="../media/image32.png"/><Relationship Id="rId27" Type="http://schemas.openxmlformats.org/officeDocument/2006/relationships/image" Target="../media/image37.png"/><Relationship Id="rId43" Type="http://schemas.openxmlformats.org/officeDocument/2006/relationships/image" Target="../media/image53.png"/><Relationship Id="rId48" Type="http://schemas.openxmlformats.org/officeDocument/2006/relationships/image" Target="../media/image59.png"/><Relationship Id="rId64" Type="http://schemas.openxmlformats.org/officeDocument/2006/relationships/image" Target="../media/image116.png"/><Relationship Id="rId69" Type="http://schemas.openxmlformats.org/officeDocument/2006/relationships/image" Target="../media/image121.png"/><Relationship Id="rId8" Type="http://schemas.openxmlformats.org/officeDocument/2006/relationships/image" Target="../media/image91.png"/><Relationship Id="rId51" Type="http://schemas.openxmlformats.org/officeDocument/2006/relationships/image" Target="../media/image62.png"/><Relationship Id="rId72" Type="http://schemas.openxmlformats.org/officeDocument/2006/relationships/image" Target="../media/image124.png"/><Relationship Id="rId80" Type="http://schemas.openxmlformats.org/officeDocument/2006/relationships/image" Target="../media/image133.png"/><Relationship Id="rId85" Type="http://schemas.openxmlformats.org/officeDocument/2006/relationships/image" Target="../media/image138.png"/><Relationship Id="rId93" Type="http://schemas.openxmlformats.org/officeDocument/2006/relationships/image" Target="../media/image146.png"/><Relationship Id="rId3" Type="http://schemas.openxmlformats.org/officeDocument/2006/relationships/image" Target="../media/image86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5" Type="http://schemas.openxmlformats.org/officeDocument/2006/relationships/image" Target="../media/image35.png"/><Relationship Id="rId33" Type="http://schemas.openxmlformats.org/officeDocument/2006/relationships/image" Target="../media/image43.png"/><Relationship Id="rId38" Type="http://schemas.openxmlformats.org/officeDocument/2006/relationships/image" Target="../media/image48.png"/><Relationship Id="rId46" Type="http://schemas.openxmlformats.org/officeDocument/2006/relationships/image" Target="../media/image56.png"/><Relationship Id="rId59" Type="http://schemas.openxmlformats.org/officeDocument/2006/relationships/image" Target="../media/image111.png"/><Relationship Id="rId67" Type="http://schemas.openxmlformats.org/officeDocument/2006/relationships/image" Target="../media/image119.png"/><Relationship Id="rId20" Type="http://schemas.openxmlformats.org/officeDocument/2006/relationships/image" Target="../media/image103.png"/><Relationship Id="rId41" Type="http://schemas.openxmlformats.org/officeDocument/2006/relationships/image" Target="../media/image51.png"/><Relationship Id="rId54" Type="http://schemas.openxmlformats.org/officeDocument/2006/relationships/image" Target="../media/image105.png"/><Relationship Id="rId62" Type="http://schemas.openxmlformats.org/officeDocument/2006/relationships/image" Target="../media/image114.png"/><Relationship Id="rId70" Type="http://schemas.openxmlformats.org/officeDocument/2006/relationships/image" Target="../media/image122.png"/><Relationship Id="rId75" Type="http://schemas.openxmlformats.org/officeDocument/2006/relationships/image" Target="../media/image127.png"/><Relationship Id="rId83" Type="http://schemas.openxmlformats.org/officeDocument/2006/relationships/image" Target="../media/image136.png"/><Relationship Id="rId88" Type="http://schemas.openxmlformats.org/officeDocument/2006/relationships/image" Target="../media/image141.png"/><Relationship Id="rId91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5" Type="http://schemas.openxmlformats.org/officeDocument/2006/relationships/image" Target="../media/image98.png"/><Relationship Id="rId23" Type="http://schemas.openxmlformats.org/officeDocument/2006/relationships/image" Target="../media/image33.png"/><Relationship Id="rId28" Type="http://schemas.openxmlformats.org/officeDocument/2006/relationships/image" Target="../media/image38.png"/><Relationship Id="rId36" Type="http://schemas.openxmlformats.org/officeDocument/2006/relationships/image" Target="../media/image46.png"/><Relationship Id="rId49" Type="http://schemas.openxmlformats.org/officeDocument/2006/relationships/image" Target="../media/image60.png"/><Relationship Id="rId57" Type="http://schemas.openxmlformats.org/officeDocument/2006/relationships/image" Target="../media/image108.png"/><Relationship Id="rId10" Type="http://schemas.openxmlformats.org/officeDocument/2006/relationships/image" Target="../media/image93.png"/><Relationship Id="rId31" Type="http://schemas.openxmlformats.org/officeDocument/2006/relationships/image" Target="../media/image41.png"/><Relationship Id="rId44" Type="http://schemas.openxmlformats.org/officeDocument/2006/relationships/image" Target="../media/image54.png"/><Relationship Id="rId52" Type="http://schemas.openxmlformats.org/officeDocument/2006/relationships/image" Target="../media/image63.png"/><Relationship Id="rId60" Type="http://schemas.openxmlformats.org/officeDocument/2006/relationships/image" Target="../media/image112.png"/><Relationship Id="rId65" Type="http://schemas.openxmlformats.org/officeDocument/2006/relationships/image" Target="../media/image117.png"/><Relationship Id="rId73" Type="http://schemas.openxmlformats.org/officeDocument/2006/relationships/image" Target="../media/image125.png"/><Relationship Id="rId78" Type="http://schemas.openxmlformats.org/officeDocument/2006/relationships/image" Target="../media/image130.png"/><Relationship Id="rId81" Type="http://schemas.openxmlformats.org/officeDocument/2006/relationships/image" Target="../media/image134.png"/><Relationship Id="rId86" Type="http://schemas.openxmlformats.org/officeDocument/2006/relationships/image" Target="../media/image139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39" Type="http://schemas.openxmlformats.org/officeDocument/2006/relationships/image" Target="../media/image49.png"/><Relationship Id="rId34" Type="http://schemas.openxmlformats.org/officeDocument/2006/relationships/image" Target="../media/image44.png"/><Relationship Id="rId50" Type="http://schemas.openxmlformats.org/officeDocument/2006/relationships/image" Target="../media/image61.png"/><Relationship Id="rId55" Type="http://schemas.openxmlformats.org/officeDocument/2006/relationships/image" Target="../media/image106.png"/><Relationship Id="rId76" Type="http://schemas.openxmlformats.org/officeDocument/2006/relationships/image" Target="../media/image128.png"/><Relationship Id="rId7" Type="http://schemas.openxmlformats.org/officeDocument/2006/relationships/image" Target="../media/image90.png"/><Relationship Id="rId71" Type="http://schemas.openxmlformats.org/officeDocument/2006/relationships/image" Target="../media/image123.png"/><Relationship Id="rId92" Type="http://schemas.openxmlformats.org/officeDocument/2006/relationships/image" Target="../media/image145.png"/><Relationship Id="rId2" Type="http://schemas.openxmlformats.org/officeDocument/2006/relationships/image" Target="../media/image85.png"/><Relationship Id="rId29" Type="http://schemas.openxmlformats.org/officeDocument/2006/relationships/image" Target="../media/image39.png"/><Relationship Id="rId24" Type="http://schemas.openxmlformats.org/officeDocument/2006/relationships/image" Target="../media/image34.png"/><Relationship Id="rId40" Type="http://schemas.openxmlformats.org/officeDocument/2006/relationships/image" Target="../media/image50.png"/><Relationship Id="rId45" Type="http://schemas.openxmlformats.org/officeDocument/2006/relationships/image" Target="../media/image55.png"/><Relationship Id="rId66" Type="http://schemas.openxmlformats.org/officeDocument/2006/relationships/image" Target="../media/image118.png"/><Relationship Id="rId87" Type="http://schemas.openxmlformats.org/officeDocument/2006/relationships/image" Target="../media/image140.png"/><Relationship Id="rId61" Type="http://schemas.openxmlformats.org/officeDocument/2006/relationships/image" Target="../media/image113.png"/><Relationship Id="rId82" Type="http://schemas.openxmlformats.org/officeDocument/2006/relationships/image" Target="../media/image135.png"/><Relationship Id="rId19" Type="http://schemas.openxmlformats.org/officeDocument/2006/relationships/image" Target="../media/image102.png"/><Relationship Id="rId14" Type="http://schemas.openxmlformats.org/officeDocument/2006/relationships/image" Target="../media/image97.png"/><Relationship Id="rId30" Type="http://schemas.openxmlformats.org/officeDocument/2006/relationships/image" Target="../media/image40.png"/><Relationship Id="rId35" Type="http://schemas.openxmlformats.org/officeDocument/2006/relationships/image" Target="../media/image45.png"/><Relationship Id="rId56" Type="http://schemas.openxmlformats.org/officeDocument/2006/relationships/image" Target="../media/image107.png"/><Relationship Id="rId77" Type="http://schemas.openxmlformats.org/officeDocument/2006/relationships/image" Target="../media/image12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5.png"/><Relationship Id="rId21" Type="http://schemas.openxmlformats.org/officeDocument/2006/relationships/image" Target="../media/image153.png"/><Relationship Id="rId42" Type="http://schemas.openxmlformats.org/officeDocument/2006/relationships/image" Target="../media/image51.png"/><Relationship Id="rId47" Type="http://schemas.openxmlformats.org/officeDocument/2006/relationships/image" Target="../media/image56.png"/><Relationship Id="rId63" Type="http://schemas.openxmlformats.org/officeDocument/2006/relationships/image" Target="../media/image164.png"/><Relationship Id="rId68" Type="http://schemas.openxmlformats.org/officeDocument/2006/relationships/image" Target="../media/image169.png"/><Relationship Id="rId84" Type="http://schemas.openxmlformats.org/officeDocument/2006/relationships/image" Target="../media/image185.png"/><Relationship Id="rId89" Type="http://schemas.openxmlformats.org/officeDocument/2006/relationships/image" Target="../media/image190.png"/><Relationship Id="rId16" Type="http://schemas.openxmlformats.org/officeDocument/2006/relationships/image" Target="../media/image98.png"/><Relationship Id="rId11" Type="http://schemas.openxmlformats.org/officeDocument/2006/relationships/image" Target="../media/image93.png"/><Relationship Id="rId32" Type="http://schemas.openxmlformats.org/officeDocument/2006/relationships/image" Target="../media/image41.png"/><Relationship Id="rId37" Type="http://schemas.openxmlformats.org/officeDocument/2006/relationships/image" Target="../media/image46.png"/><Relationship Id="rId53" Type="http://schemas.openxmlformats.org/officeDocument/2006/relationships/image" Target="../media/image63.png"/><Relationship Id="rId58" Type="http://schemas.openxmlformats.org/officeDocument/2006/relationships/image" Target="../media/image158.png"/><Relationship Id="rId74" Type="http://schemas.openxmlformats.org/officeDocument/2006/relationships/image" Target="../media/image175.png"/><Relationship Id="rId79" Type="http://schemas.openxmlformats.org/officeDocument/2006/relationships/image" Target="../media/image180.png"/><Relationship Id="rId5" Type="http://schemas.openxmlformats.org/officeDocument/2006/relationships/image" Target="../media/image149.png"/><Relationship Id="rId90" Type="http://schemas.openxmlformats.org/officeDocument/2006/relationships/image" Target="../media/image191.png"/><Relationship Id="rId14" Type="http://schemas.openxmlformats.org/officeDocument/2006/relationships/image" Target="../media/image96.png"/><Relationship Id="rId22" Type="http://schemas.openxmlformats.org/officeDocument/2006/relationships/image" Target="../media/image154.png"/><Relationship Id="rId27" Type="http://schemas.openxmlformats.org/officeDocument/2006/relationships/image" Target="../media/image36.png"/><Relationship Id="rId30" Type="http://schemas.openxmlformats.org/officeDocument/2006/relationships/image" Target="../media/image39.png"/><Relationship Id="rId35" Type="http://schemas.openxmlformats.org/officeDocument/2006/relationships/image" Target="../media/image44.png"/><Relationship Id="rId43" Type="http://schemas.openxmlformats.org/officeDocument/2006/relationships/image" Target="../media/image52.png"/><Relationship Id="rId48" Type="http://schemas.openxmlformats.org/officeDocument/2006/relationships/image" Target="../media/image57.png"/><Relationship Id="rId56" Type="http://schemas.openxmlformats.org/officeDocument/2006/relationships/image" Target="../media/image156.png"/><Relationship Id="rId64" Type="http://schemas.openxmlformats.org/officeDocument/2006/relationships/image" Target="../media/image165.png"/><Relationship Id="rId69" Type="http://schemas.openxmlformats.org/officeDocument/2006/relationships/image" Target="../media/image170.png"/><Relationship Id="rId77" Type="http://schemas.openxmlformats.org/officeDocument/2006/relationships/image" Target="../media/image178.png"/><Relationship Id="rId8" Type="http://schemas.openxmlformats.org/officeDocument/2006/relationships/image" Target="../media/image90.png"/><Relationship Id="rId51" Type="http://schemas.openxmlformats.org/officeDocument/2006/relationships/image" Target="../media/image61.png"/><Relationship Id="rId72" Type="http://schemas.openxmlformats.org/officeDocument/2006/relationships/image" Target="../media/image173.png"/><Relationship Id="rId80" Type="http://schemas.openxmlformats.org/officeDocument/2006/relationships/image" Target="../media/image181.png"/><Relationship Id="rId85" Type="http://schemas.openxmlformats.org/officeDocument/2006/relationships/image" Target="../media/image186.png"/><Relationship Id="rId3" Type="http://schemas.openxmlformats.org/officeDocument/2006/relationships/image" Target="../media/image147.png"/><Relationship Id="rId12" Type="http://schemas.openxmlformats.org/officeDocument/2006/relationships/image" Target="../media/image94.png"/><Relationship Id="rId17" Type="http://schemas.openxmlformats.org/officeDocument/2006/relationships/image" Target="../media/image99.png"/><Relationship Id="rId25" Type="http://schemas.openxmlformats.org/officeDocument/2006/relationships/image" Target="../media/image34.png"/><Relationship Id="rId33" Type="http://schemas.openxmlformats.org/officeDocument/2006/relationships/image" Target="../media/image42.png"/><Relationship Id="rId38" Type="http://schemas.openxmlformats.org/officeDocument/2006/relationships/image" Target="../media/image47.png"/><Relationship Id="rId46" Type="http://schemas.openxmlformats.org/officeDocument/2006/relationships/image" Target="../media/image55.png"/><Relationship Id="rId59" Type="http://schemas.openxmlformats.org/officeDocument/2006/relationships/image" Target="../media/image159.png"/><Relationship Id="rId67" Type="http://schemas.openxmlformats.org/officeDocument/2006/relationships/image" Target="../media/image168.png"/><Relationship Id="rId20" Type="http://schemas.openxmlformats.org/officeDocument/2006/relationships/image" Target="../media/image152.png"/><Relationship Id="rId41" Type="http://schemas.openxmlformats.org/officeDocument/2006/relationships/image" Target="../media/image50.png"/><Relationship Id="rId54" Type="http://schemas.openxmlformats.org/officeDocument/2006/relationships/image" Target="../media/image64.png"/><Relationship Id="rId62" Type="http://schemas.openxmlformats.org/officeDocument/2006/relationships/image" Target="../media/image163.png"/><Relationship Id="rId70" Type="http://schemas.openxmlformats.org/officeDocument/2006/relationships/image" Target="../media/image171.png"/><Relationship Id="rId75" Type="http://schemas.openxmlformats.org/officeDocument/2006/relationships/image" Target="../media/image176.png"/><Relationship Id="rId83" Type="http://schemas.openxmlformats.org/officeDocument/2006/relationships/image" Target="../media/image184.png"/><Relationship Id="rId88" Type="http://schemas.openxmlformats.org/officeDocument/2006/relationships/image" Target="../media/image189.png"/><Relationship Id="rId91" Type="http://schemas.openxmlformats.org/officeDocument/2006/relationships/image" Target="../media/image1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15" Type="http://schemas.openxmlformats.org/officeDocument/2006/relationships/image" Target="../media/image97.png"/><Relationship Id="rId23" Type="http://schemas.openxmlformats.org/officeDocument/2006/relationships/image" Target="../media/image32.png"/><Relationship Id="rId28" Type="http://schemas.openxmlformats.org/officeDocument/2006/relationships/image" Target="../media/image37.png"/><Relationship Id="rId36" Type="http://schemas.openxmlformats.org/officeDocument/2006/relationships/image" Target="../media/image45.png"/><Relationship Id="rId49" Type="http://schemas.openxmlformats.org/officeDocument/2006/relationships/image" Target="../media/image59.png"/><Relationship Id="rId57" Type="http://schemas.openxmlformats.org/officeDocument/2006/relationships/image" Target="../media/image157.png"/><Relationship Id="rId10" Type="http://schemas.openxmlformats.org/officeDocument/2006/relationships/image" Target="../media/image92.png"/><Relationship Id="rId31" Type="http://schemas.openxmlformats.org/officeDocument/2006/relationships/image" Target="../media/image40.png"/><Relationship Id="rId44" Type="http://schemas.openxmlformats.org/officeDocument/2006/relationships/image" Target="../media/image53.png"/><Relationship Id="rId52" Type="http://schemas.openxmlformats.org/officeDocument/2006/relationships/image" Target="../media/image62.png"/><Relationship Id="rId60" Type="http://schemas.openxmlformats.org/officeDocument/2006/relationships/image" Target="../media/image161.png"/><Relationship Id="rId65" Type="http://schemas.openxmlformats.org/officeDocument/2006/relationships/image" Target="../media/image166.png"/><Relationship Id="rId73" Type="http://schemas.openxmlformats.org/officeDocument/2006/relationships/image" Target="../media/image174.png"/><Relationship Id="rId78" Type="http://schemas.openxmlformats.org/officeDocument/2006/relationships/image" Target="../media/image179.png"/><Relationship Id="rId81" Type="http://schemas.openxmlformats.org/officeDocument/2006/relationships/image" Target="../media/image182.png"/><Relationship Id="rId86" Type="http://schemas.openxmlformats.org/officeDocument/2006/relationships/image" Target="../media/image187.png"/><Relationship Id="rId4" Type="http://schemas.openxmlformats.org/officeDocument/2006/relationships/image" Target="../media/image148.png"/><Relationship Id="rId9" Type="http://schemas.openxmlformats.org/officeDocument/2006/relationships/image" Target="../media/image91.png"/><Relationship Id="rId13" Type="http://schemas.openxmlformats.org/officeDocument/2006/relationships/image" Target="../media/image95.png"/><Relationship Id="rId18" Type="http://schemas.openxmlformats.org/officeDocument/2006/relationships/image" Target="../media/image100.png"/><Relationship Id="rId39" Type="http://schemas.openxmlformats.org/officeDocument/2006/relationships/image" Target="../media/image48.png"/><Relationship Id="rId34" Type="http://schemas.openxmlformats.org/officeDocument/2006/relationships/image" Target="../media/image43.png"/><Relationship Id="rId50" Type="http://schemas.openxmlformats.org/officeDocument/2006/relationships/image" Target="../media/image60.png"/><Relationship Id="rId55" Type="http://schemas.openxmlformats.org/officeDocument/2006/relationships/image" Target="../media/image155.png"/><Relationship Id="rId76" Type="http://schemas.openxmlformats.org/officeDocument/2006/relationships/image" Target="../media/image177.png"/><Relationship Id="rId7" Type="http://schemas.openxmlformats.org/officeDocument/2006/relationships/image" Target="../media/image89.png"/><Relationship Id="rId71" Type="http://schemas.openxmlformats.org/officeDocument/2006/relationships/image" Target="../media/image172.png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38.png"/><Relationship Id="rId24" Type="http://schemas.openxmlformats.org/officeDocument/2006/relationships/image" Target="../media/image33.png"/><Relationship Id="rId40" Type="http://schemas.openxmlformats.org/officeDocument/2006/relationships/image" Target="../media/image49.png"/><Relationship Id="rId45" Type="http://schemas.openxmlformats.org/officeDocument/2006/relationships/image" Target="../media/image54.png"/><Relationship Id="rId66" Type="http://schemas.openxmlformats.org/officeDocument/2006/relationships/image" Target="../media/image167.png"/><Relationship Id="rId87" Type="http://schemas.openxmlformats.org/officeDocument/2006/relationships/image" Target="../media/image188.png"/><Relationship Id="rId61" Type="http://schemas.openxmlformats.org/officeDocument/2006/relationships/image" Target="../media/image162.png"/><Relationship Id="rId82" Type="http://schemas.openxmlformats.org/officeDocument/2006/relationships/image" Target="../media/image183.png"/><Relationship Id="rId19" Type="http://schemas.openxmlformats.org/officeDocument/2006/relationships/image" Target="../media/image151.png"/></Relationships>
</file>

<file path=ppt/slides/_rels/slide3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5.png"/><Relationship Id="rId21" Type="http://schemas.openxmlformats.org/officeDocument/2006/relationships/image" Target="../media/image153.png"/><Relationship Id="rId42" Type="http://schemas.openxmlformats.org/officeDocument/2006/relationships/image" Target="../media/image51.png"/><Relationship Id="rId47" Type="http://schemas.openxmlformats.org/officeDocument/2006/relationships/image" Target="../media/image56.png"/><Relationship Id="rId63" Type="http://schemas.openxmlformats.org/officeDocument/2006/relationships/image" Target="../media/image164.png"/><Relationship Id="rId68" Type="http://schemas.openxmlformats.org/officeDocument/2006/relationships/image" Target="../media/image169.png"/><Relationship Id="rId84" Type="http://schemas.openxmlformats.org/officeDocument/2006/relationships/image" Target="../media/image185.png"/><Relationship Id="rId89" Type="http://schemas.openxmlformats.org/officeDocument/2006/relationships/image" Target="../media/image190.png"/><Relationship Id="rId16" Type="http://schemas.openxmlformats.org/officeDocument/2006/relationships/image" Target="../media/image98.png"/><Relationship Id="rId11" Type="http://schemas.openxmlformats.org/officeDocument/2006/relationships/image" Target="../media/image93.png"/><Relationship Id="rId32" Type="http://schemas.openxmlformats.org/officeDocument/2006/relationships/image" Target="../media/image41.png"/><Relationship Id="rId37" Type="http://schemas.openxmlformats.org/officeDocument/2006/relationships/image" Target="../media/image46.png"/><Relationship Id="rId53" Type="http://schemas.openxmlformats.org/officeDocument/2006/relationships/image" Target="../media/image63.png"/><Relationship Id="rId58" Type="http://schemas.openxmlformats.org/officeDocument/2006/relationships/image" Target="../media/image158.png"/><Relationship Id="rId74" Type="http://schemas.openxmlformats.org/officeDocument/2006/relationships/image" Target="../media/image175.png"/><Relationship Id="rId79" Type="http://schemas.openxmlformats.org/officeDocument/2006/relationships/image" Target="../media/image180.png"/><Relationship Id="rId5" Type="http://schemas.openxmlformats.org/officeDocument/2006/relationships/image" Target="../media/image149.png"/><Relationship Id="rId90" Type="http://schemas.openxmlformats.org/officeDocument/2006/relationships/image" Target="../media/image191.png"/><Relationship Id="rId14" Type="http://schemas.openxmlformats.org/officeDocument/2006/relationships/image" Target="../media/image96.png"/><Relationship Id="rId22" Type="http://schemas.openxmlformats.org/officeDocument/2006/relationships/image" Target="../media/image154.png"/><Relationship Id="rId27" Type="http://schemas.openxmlformats.org/officeDocument/2006/relationships/image" Target="../media/image36.png"/><Relationship Id="rId30" Type="http://schemas.openxmlformats.org/officeDocument/2006/relationships/image" Target="../media/image39.png"/><Relationship Id="rId35" Type="http://schemas.openxmlformats.org/officeDocument/2006/relationships/image" Target="../media/image44.png"/><Relationship Id="rId43" Type="http://schemas.openxmlformats.org/officeDocument/2006/relationships/image" Target="../media/image52.png"/><Relationship Id="rId48" Type="http://schemas.openxmlformats.org/officeDocument/2006/relationships/image" Target="../media/image57.png"/><Relationship Id="rId56" Type="http://schemas.openxmlformats.org/officeDocument/2006/relationships/image" Target="../media/image156.png"/><Relationship Id="rId64" Type="http://schemas.openxmlformats.org/officeDocument/2006/relationships/image" Target="../media/image165.png"/><Relationship Id="rId69" Type="http://schemas.openxmlformats.org/officeDocument/2006/relationships/image" Target="../media/image170.png"/><Relationship Id="rId77" Type="http://schemas.openxmlformats.org/officeDocument/2006/relationships/image" Target="../media/image178.png"/><Relationship Id="rId8" Type="http://schemas.openxmlformats.org/officeDocument/2006/relationships/image" Target="../media/image90.png"/><Relationship Id="rId51" Type="http://schemas.openxmlformats.org/officeDocument/2006/relationships/image" Target="../media/image61.png"/><Relationship Id="rId72" Type="http://schemas.openxmlformats.org/officeDocument/2006/relationships/image" Target="../media/image173.png"/><Relationship Id="rId80" Type="http://schemas.openxmlformats.org/officeDocument/2006/relationships/image" Target="../media/image181.png"/><Relationship Id="rId85" Type="http://schemas.openxmlformats.org/officeDocument/2006/relationships/image" Target="../media/image186.png"/><Relationship Id="rId3" Type="http://schemas.openxmlformats.org/officeDocument/2006/relationships/image" Target="../media/image147.png"/><Relationship Id="rId12" Type="http://schemas.openxmlformats.org/officeDocument/2006/relationships/image" Target="../media/image94.png"/><Relationship Id="rId17" Type="http://schemas.openxmlformats.org/officeDocument/2006/relationships/image" Target="../media/image99.png"/><Relationship Id="rId25" Type="http://schemas.openxmlformats.org/officeDocument/2006/relationships/image" Target="../media/image34.png"/><Relationship Id="rId33" Type="http://schemas.openxmlformats.org/officeDocument/2006/relationships/image" Target="../media/image42.png"/><Relationship Id="rId38" Type="http://schemas.openxmlformats.org/officeDocument/2006/relationships/image" Target="../media/image47.png"/><Relationship Id="rId46" Type="http://schemas.openxmlformats.org/officeDocument/2006/relationships/image" Target="../media/image55.png"/><Relationship Id="rId59" Type="http://schemas.openxmlformats.org/officeDocument/2006/relationships/image" Target="../media/image159.png"/><Relationship Id="rId67" Type="http://schemas.openxmlformats.org/officeDocument/2006/relationships/image" Target="../media/image168.png"/><Relationship Id="rId20" Type="http://schemas.openxmlformats.org/officeDocument/2006/relationships/image" Target="../media/image152.png"/><Relationship Id="rId41" Type="http://schemas.openxmlformats.org/officeDocument/2006/relationships/image" Target="../media/image50.png"/><Relationship Id="rId54" Type="http://schemas.openxmlformats.org/officeDocument/2006/relationships/image" Target="../media/image64.png"/><Relationship Id="rId62" Type="http://schemas.openxmlformats.org/officeDocument/2006/relationships/image" Target="../media/image163.png"/><Relationship Id="rId70" Type="http://schemas.openxmlformats.org/officeDocument/2006/relationships/image" Target="../media/image171.png"/><Relationship Id="rId75" Type="http://schemas.openxmlformats.org/officeDocument/2006/relationships/image" Target="../media/image176.png"/><Relationship Id="rId83" Type="http://schemas.openxmlformats.org/officeDocument/2006/relationships/image" Target="../media/image184.png"/><Relationship Id="rId88" Type="http://schemas.openxmlformats.org/officeDocument/2006/relationships/image" Target="../media/image1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15" Type="http://schemas.openxmlformats.org/officeDocument/2006/relationships/image" Target="../media/image97.png"/><Relationship Id="rId23" Type="http://schemas.openxmlformats.org/officeDocument/2006/relationships/image" Target="../media/image32.png"/><Relationship Id="rId28" Type="http://schemas.openxmlformats.org/officeDocument/2006/relationships/image" Target="../media/image37.png"/><Relationship Id="rId36" Type="http://schemas.openxmlformats.org/officeDocument/2006/relationships/image" Target="../media/image45.png"/><Relationship Id="rId49" Type="http://schemas.openxmlformats.org/officeDocument/2006/relationships/image" Target="../media/image59.png"/><Relationship Id="rId57" Type="http://schemas.openxmlformats.org/officeDocument/2006/relationships/image" Target="../media/image157.png"/><Relationship Id="rId10" Type="http://schemas.openxmlformats.org/officeDocument/2006/relationships/image" Target="../media/image92.png"/><Relationship Id="rId31" Type="http://schemas.openxmlformats.org/officeDocument/2006/relationships/image" Target="../media/image40.png"/><Relationship Id="rId44" Type="http://schemas.openxmlformats.org/officeDocument/2006/relationships/image" Target="../media/image53.png"/><Relationship Id="rId52" Type="http://schemas.openxmlformats.org/officeDocument/2006/relationships/image" Target="../media/image62.png"/><Relationship Id="rId60" Type="http://schemas.openxmlformats.org/officeDocument/2006/relationships/image" Target="../media/image161.png"/><Relationship Id="rId65" Type="http://schemas.openxmlformats.org/officeDocument/2006/relationships/image" Target="../media/image166.png"/><Relationship Id="rId73" Type="http://schemas.openxmlformats.org/officeDocument/2006/relationships/image" Target="../media/image174.png"/><Relationship Id="rId78" Type="http://schemas.openxmlformats.org/officeDocument/2006/relationships/image" Target="../media/image179.png"/><Relationship Id="rId81" Type="http://schemas.openxmlformats.org/officeDocument/2006/relationships/image" Target="../media/image182.png"/><Relationship Id="rId86" Type="http://schemas.openxmlformats.org/officeDocument/2006/relationships/image" Target="../media/image187.png"/><Relationship Id="rId4" Type="http://schemas.openxmlformats.org/officeDocument/2006/relationships/image" Target="../media/image148.png"/><Relationship Id="rId9" Type="http://schemas.openxmlformats.org/officeDocument/2006/relationships/image" Target="../media/image91.png"/><Relationship Id="rId13" Type="http://schemas.openxmlformats.org/officeDocument/2006/relationships/image" Target="../media/image95.png"/><Relationship Id="rId18" Type="http://schemas.openxmlformats.org/officeDocument/2006/relationships/image" Target="../media/image100.png"/><Relationship Id="rId39" Type="http://schemas.openxmlformats.org/officeDocument/2006/relationships/image" Target="../media/image48.png"/><Relationship Id="rId34" Type="http://schemas.openxmlformats.org/officeDocument/2006/relationships/image" Target="../media/image43.png"/><Relationship Id="rId50" Type="http://schemas.openxmlformats.org/officeDocument/2006/relationships/image" Target="../media/image60.png"/><Relationship Id="rId55" Type="http://schemas.openxmlformats.org/officeDocument/2006/relationships/image" Target="../media/image155.png"/><Relationship Id="rId76" Type="http://schemas.openxmlformats.org/officeDocument/2006/relationships/image" Target="../media/image177.png"/><Relationship Id="rId7" Type="http://schemas.openxmlformats.org/officeDocument/2006/relationships/image" Target="../media/image89.png"/><Relationship Id="rId71" Type="http://schemas.openxmlformats.org/officeDocument/2006/relationships/image" Target="../media/image172.png"/><Relationship Id="rId2" Type="http://schemas.openxmlformats.org/officeDocument/2006/relationships/notesSlide" Target="../notesSlides/notesSlide2.xml"/><Relationship Id="rId29" Type="http://schemas.openxmlformats.org/officeDocument/2006/relationships/image" Target="../media/image38.png"/><Relationship Id="rId24" Type="http://schemas.openxmlformats.org/officeDocument/2006/relationships/image" Target="../media/image33.png"/><Relationship Id="rId40" Type="http://schemas.openxmlformats.org/officeDocument/2006/relationships/image" Target="../media/image49.png"/><Relationship Id="rId45" Type="http://schemas.openxmlformats.org/officeDocument/2006/relationships/image" Target="../media/image54.png"/><Relationship Id="rId66" Type="http://schemas.openxmlformats.org/officeDocument/2006/relationships/image" Target="../media/image167.png"/><Relationship Id="rId87" Type="http://schemas.openxmlformats.org/officeDocument/2006/relationships/image" Target="../media/image188.png"/><Relationship Id="rId61" Type="http://schemas.openxmlformats.org/officeDocument/2006/relationships/image" Target="../media/image162.png"/><Relationship Id="rId82" Type="http://schemas.openxmlformats.org/officeDocument/2006/relationships/image" Target="../media/image183.png"/><Relationship Id="rId19" Type="http://schemas.openxmlformats.org/officeDocument/2006/relationships/image" Target="../media/image151.png"/></Relationships>
</file>

<file path=ppt/slides/_rels/slide3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5.png"/><Relationship Id="rId21" Type="http://schemas.openxmlformats.org/officeDocument/2006/relationships/image" Target="../media/image153.png"/><Relationship Id="rId42" Type="http://schemas.openxmlformats.org/officeDocument/2006/relationships/image" Target="../media/image51.png"/><Relationship Id="rId47" Type="http://schemas.openxmlformats.org/officeDocument/2006/relationships/image" Target="../media/image56.png"/><Relationship Id="rId63" Type="http://schemas.openxmlformats.org/officeDocument/2006/relationships/image" Target="../media/image164.png"/><Relationship Id="rId68" Type="http://schemas.openxmlformats.org/officeDocument/2006/relationships/image" Target="../media/image169.png"/><Relationship Id="rId84" Type="http://schemas.openxmlformats.org/officeDocument/2006/relationships/image" Target="../media/image185.png"/><Relationship Id="rId89" Type="http://schemas.openxmlformats.org/officeDocument/2006/relationships/image" Target="../media/image190.png"/><Relationship Id="rId16" Type="http://schemas.openxmlformats.org/officeDocument/2006/relationships/image" Target="../media/image98.png"/><Relationship Id="rId11" Type="http://schemas.openxmlformats.org/officeDocument/2006/relationships/image" Target="../media/image93.png"/><Relationship Id="rId32" Type="http://schemas.openxmlformats.org/officeDocument/2006/relationships/image" Target="../media/image41.png"/><Relationship Id="rId37" Type="http://schemas.openxmlformats.org/officeDocument/2006/relationships/image" Target="../media/image46.png"/><Relationship Id="rId53" Type="http://schemas.openxmlformats.org/officeDocument/2006/relationships/image" Target="../media/image63.png"/><Relationship Id="rId58" Type="http://schemas.openxmlformats.org/officeDocument/2006/relationships/image" Target="../media/image158.png"/><Relationship Id="rId74" Type="http://schemas.openxmlformats.org/officeDocument/2006/relationships/image" Target="../media/image175.png"/><Relationship Id="rId79" Type="http://schemas.openxmlformats.org/officeDocument/2006/relationships/image" Target="../media/image180.png"/><Relationship Id="rId5" Type="http://schemas.openxmlformats.org/officeDocument/2006/relationships/image" Target="../media/image149.png"/><Relationship Id="rId90" Type="http://schemas.openxmlformats.org/officeDocument/2006/relationships/image" Target="../media/image191.png"/><Relationship Id="rId14" Type="http://schemas.openxmlformats.org/officeDocument/2006/relationships/image" Target="../media/image96.png"/><Relationship Id="rId22" Type="http://schemas.openxmlformats.org/officeDocument/2006/relationships/image" Target="../media/image154.png"/><Relationship Id="rId27" Type="http://schemas.openxmlformats.org/officeDocument/2006/relationships/image" Target="../media/image36.png"/><Relationship Id="rId30" Type="http://schemas.openxmlformats.org/officeDocument/2006/relationships/image" Target="../media/image39.png"/><Relationship Id="rId35" Type="http://schemas.openxmlformats.org/officeDocument/2006/relationships/image" Target="../media/image44.png"/><Relationship Id="rId43" Type="http://schemas.openxmlformats.org/officeDocument/2006/relationships/image" Target="../media/image52.png"/><Relationship Id="rId48" Type="http://schemas.openxmlformats.org/officeDocument/2006/relationships/image" Target="../media/image57.png"/><Relationship Id="rId56" Type="http://schemas.openxmlformats.org/officeDocument/2006/relationships/image" Target="../media/image156.png"/><Relationship Id="rId64" Type="http://schemas.openxmlformats.org/officeDocument/2006/relationships/image" Target="../media/image165.png"/><Relationship Id="rId69" Type="http://schemas.openxmlformats.org/officeDocument/2006/relationships/image" Target="../media/image170.png"/><Relationship Id="rId77" Type="http://schemas.openxmlformats.org/officeDocument/2006/relationships/image" Target="../media/image178.png"/><Relationship Id="rId8" Type="http://schemas.openxmlformats.org/officeDocument/2006/relationships/image" Target="../media/image90.png"/><Relationship Id="rId51" Type="http://schemas.openxmlformats.org/officeDocument/2006/relationships/image" Target="../media/image61.png"/><Relationship Id="rId72" Type="http://schemas.openxmlformats.org/officeDocument/2006/relationships/image" Target="../media/image173.png"/><Relationship Id="rId80" Type="http://schemas.openxmlformats.org/officeDocument/2006/relationships/image" Target="../media/image181.png"/><Relationship Id="rId85" Type="http://schemas.openxmlformats.org/officeDocument/2006/relationships/image" Target="../media/image186.png"/><Relationship Id="rId3" Type="http://schemas.openxmlformats.org/officeDocument/2006/relationships/image" Target="../media/image147.png"/><Relationship Id="rId12" Type="http://schemas.openxmlformats.org/officeDocument/2006/relationships/image" Target="../media/image94.png"/><Relationship Id="rId17" Type="http://schemas.openxmlformats.org/officeDocument/2006/relationships/image" Target="../media/image99.png"/><Relationship Id="rId25" Type="http://schemas.openxmlformats.org/officeDocument/2006/relationships/image" Target="../media/image34.png"/><Relationship Id="rId33" Type="http://schemas.openxmlformats.org/officeDocument/2006/relationships/image" Target="../media/image42.png"/><Relationship Id="rId38" Type="http://schemas.openxmlformats.org/officeDocument/2006/relationships/image" Target="../media/image47.png"/><Relationship Id="rId46" Type="http://schemas.openxmlformats.org/officeDocument/2006/relationships/image" Target="../media/image55.png"/><Relationship Id="rId59" Type="http://schemas.openxmlformats.org/officeDocument/2006/relationships/image" Target="../media/image159.png"/><Relationship Id="rId67" Type="http://schemas.openxmlformats.org/officeDocument/2006/relationships/image" Target="../media/image168.png"/><Relationship Id="rId20" Type="http://schemas.openxmlformats.org/officeDocument/2006/relationships/image" Target="../media/image152.png"/><Relationship Id="rId41" Type="http://schemas.openxmlformats.org/officeDocument/2006/relationships/image" Target="../media/image50.png"/><Relationship Id="rId54" Type="http://schemas.openxmlformats.org/officeDocument/2006/relationships/image" Target="../media/image64.png"/><Relationship Id="rId62" Type="http://schemas.openxmlformats.org/officeDocument/2006/relationships/image" Target="../media/image163.png"/><Relationship Id="rId70" Type="http://schemas.openxmlformats.org/officeDocument/2006/relationships/image" Target="../media/image171.png"/><Relationship Id="rId75" Type="http://schemas.openxmlformats.org/officeDocument/2006/relationships/image" Target="../media/image176.png"/><Relationship Id="rId83" Type="http://schemas.openxmlformats.org/officeDocument/2006/relationships/image" Target="../media/image184.png"/><Relationship Id="rId88" Type="http://schemas.openxmlformats.org/officeDocument/2006/relationships/image" Target="../media/image1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15" Type="http://schemas.openxmlformats.org/officeDocument/2006/relationships/image" Target="../media/image97.png"/><Relationship Id="rId23" Type="http://schemas.openxmlformats.org/officeDocument/2006/relationships/image" Target="../media/image32.png"/><Relationship Id="rId28" Type="http://schemas.openxmlformats.org/officeDocument/2006/relationships/image" Target="../media/image37.png"/><Relationship Id="rId36" Type="http://schemas.openxmlformats.org/officeDocument/2006/relationships/image" Target="../media/image45.png"/><Relationship Id="rId49" Type="http://schemas.openxmlformats.org/officeDocument/2006/relationships/image" Target="../media/image59.png"/><Relationship Id="rId57" Type="http://schemas.openxmlformats.org/officeDocument/2006/relationships/image" Target="../media/image157.png"/><Relationship Id="rId10" Type="http://schemas.openxmlformats.org/officeDocument/2006/relationships/image" Target="../media/image92.png"/><Relationship Id="rId31" Type="http://schemas.openxmlformats.org/officeDocument/2006/relationships/image" Target="../media/image40.png"/><Relationship Id="rId44" Type="http://schemas.openxmlformats.org/officeDocument/2006/relationships/image" Target="../media/image53.png"/><Relationship Id="rId52" Type="http://schemas.openxmlformats.org/officeDocument/2006/relationships/image" Target="../media/image62.png"/><Relationship Id="rId60" Type="http://schemas.openxmlformats.org/officeDocument/2006/relationships/image" Target="../media/image161.png"/><Relationship Id="rId65" Type="http://schemas.openxmlformats.org/officeDocument/2006/relationships/image" Target="../media/image166.png"/><Relationship Id="rId73" Type="http://schemas.openxmlformats.org/officeDocument/2006/relationships/image" Target="../media/image174.png"/><Relationship Id="rId78" Type="http://schemas.openxmlformats.org/officeDocument/2006/relationships/image" Target="../media/image179.png"/><Relationship Id="rId81" Type="http://schemas.openxmlformats.org/officeDocument/2006/relationships/image" Target="../media/image182.png"/><Relationship Id="rId86" Type="http://schemas.openxmlformats.org/officeDocument/2006/relationships/image" Target="../media/image187.png"/><Relationship Id="rId4" Type="http://schemas.openxmlformats.org/officeDocument/2006/relationships/image" Target="../media/image148.png"/><Relationship Id="rId9" Type="http://schemas.openxmlformats.org/officeDocument/2006/relationships/image" Target="../media/image91.png"/><Relationship Id="rId13" Type="http://schemas.openxmlformats.org/officeDocument/2006/relationships/image" Target="../media/image95.png"/><Relationship Id="rId18" Type="http://schemas.openxmlformats.org/officeDocument/2006/relationships/image" Target="../media/image100.png"/><Relationship Id="rId39" Type="http://schemas.openxmlformats.org/officeDocument/2006/relationships/image" Target="../media/image48.png"/><Relationship Id="rId34" Type="http://schemas.openxmlformats.org/officeDocument/2006/relationships/image" Target="../media/image43.png"/><Relationship Id="rId50" Type="http://schemas.openxmlformats.org/officeDocument/2006/relationships/image" Target="../media/image60.png"/><Relationship Id="rId55" Type="http://schemas.openxmlformats.org/officeDocument/2006/relationships/image" Target="../media/image155.png"/><Relationship Id="rId76" Type="http://schemas.openxmlformats.org/officeDocument/2006/relationships/image" Target="../media/image177.png"/><Relationship Id="rId7" Type="http://schemas.openxmlformats.org/officeDocument/2006/relationships/image" Target="../media/image89.png"/><Relationship Id="rId71" Type="http://schemas.openxmlformats.org/officeDocument/2006/relationships/image" Target="../media/image172.png"/><Relationship Id="rId2" Type="http://schemas.openxmlformats.org/officeDocument/2006/relationships/notesSlide" Target="../notesSlides/notesSlide3.xml"/><Relationship Id="rId29" Type="http://schemas.openxmlformats.org/officeDocument/2006/relationships/image" Target="../media/image38.png"/><Relationship Id="rId24" Type="http://schemas.openxmlformats.org/officeDocument/2006/relationships/image" Target="../media/image33.png"/><Relationship Id="rId40" Type="http://schemas.openxmlformats.org/officeDocument/2006/relationships/image" Target="../media/image49.png"/><Relationship Id="rId45" Type="http://schemas.openxmlformats.org/officeDocument/2006/relationships/image" Target="../media/image54.png"/><Relationship Id="rId66" Type="http://schemas.openxmlformats.org/officeDocument/2006/relationships/image" Target="../media/image167.png"/><Relationship Id="rId87" Type="http://schemas.openxmlformats.org/officeDocument/2006/relationships/image" Target="../media/image188.png"/><Relationship Id="rId61" Type="http://schemas.openxmlformats.org/officeDocument/2006/relationships/image" Target="../media/image162.png"/><Relationship Id="rId82" Type="http://schemas.openxmlformats.org/officeDocument/2006/relationships/image" Target="../media/image183.png"/><Relationship Id="rId19" Type="http://schemas.openxmlformats.org/officeDocument/2006/relationships/image" Target="../media/image151.png"/></Relationships>
</file>

<file path=ppt/slides/_rels/slide4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5.png"/><Relationship Id="rId21" Type="http://schemas.openxmlformats.org/officeDocument/2006/relationships/image" Target="../media/image153.png"/><Relationship Id="rId42" Type="http://schemas.openxmlformats.org/officeDocument/2006/relationships/image" Target="../media/image51.png"/><Relationship Id="rId47" Type="http://schemas.openxmlformats.org/officeDocument/2006/relationships/image" Target="../media/image56.png"/><Relationship Id="rId63" Type="http://schemas.openxmlformats.org/officeDocument/2006/relationships/image" Target="../media/image164.png"/><Relationship Id="rId68" Type="http://schemas.openxmlformats.org/officeDocument/2006/relationships/image" Target="../media/image169.png"/><Relationship Id="rId84" Type="http://schemas.openxmlformats.org/officeDocument/2006/relationships/image" Target="../media/image185.png"/><Relationship Id="rId89" Type="http://schemas.openxmlformats.org/officeDocument/2006/relationships/image" Target="../media/image190.png"/><Relationship Id="rId16" Type="http://schemas.openxmlformats.org/officeDocument/2006/relationships/image" Target="../media/image98.png"/><Relationship Id="rId11" Type="http://schemas.openxmlformats.org/officeDocument/2006/relationships/image" Target="../media/image93.png"/><Relationship Id="rId32" Type="http://schemas.openxmlformats.org/officeDocument/2006/relationships/image" Target="../media/image41.png"/><Relationship Id="rId37" Type="http://schemas.openxmlformats.org/officeDocument/2006/relationships/image" Target="../media/image46.png"/><Relationship Id="rId53" Type="http://schemas.openxmlformats.org/officeDocument/2006/relationships/image" Target="../media/image63.png"/><Relationship Id="rId58" Type="http://schemas.openxmlformats.org/officeDocument/2006/relationships/image" Target="../media/image158.png"/><Relationship Id="rId74" Type="http://schemas.openxmlformats.org/officeDocument/2006/relationships/image" Target="../media/image175.png"/><Relationship Id="rId79" Type="http://schemas.openxmlformats.org/officeDocument/2006/relationships/image" Target="../media/image180.png"/><Relationship Id="rId5" Type="http://schemas.openxmlformats.org/officeDocument/2006/relationships/image" Target="../media/image149.png"/><Relationship Id="rId90" Type="http://schemas.openxmlformats.org/officeDocument/2006/relationships/image" Target="../media/image191.png"/><Relationship Id="rId14" Type="http://schemas.openxmlformats.org/officeDocument/2006/relationships/image" Target="../media/image96.png"/><Relationship Id="rId22" Type="http://schemas.openxmlformats.org/officeDocument/2006/relationships/image" Target="../media/image154.png"/><Relationship Id="rId27" Type="http://schemas.openxmlformats.org/officeDocument/2006/relationships/image" Target="../media/image36.png"/><Relationship Id="rId30" Type="http://schemas.openxmlformats.org/officeDocument/2006/relationships/image" Target="../media/image39.png"/><Relationship Id="rId35" Type="http://schemas.openxmlformats.org/officeDocument/2006/relationships/image" Target="../media/image44.png"/><Relationship Id="rId43" Type="http://schemas.openxmlformats.org/officeDocument/2006/relationships/image" Target="../media/image52.png"/><Relationship Id="rId48" Type="http://schemas.openxmlformats.org/officeDocument/2006/relationships/image" Target="../media/image57.png"/><Relationship Id="rId56" Type="http://schemas.openxmlformats.org/officeDocument/2006/relationships/image" Target="../media/image156.png"/><Relationship Id="rId64" Type="http://schemas.openxmlformats.org/officeDocument/2006/relationships/image" Target="../media/image165.png"/><Relationship Id="rId69" Type="http://schemas.openxmlformats.org/officeDocument/2006/relationships/image" Target="../media/image170.png"/><Relationship Id="rId77" Type="http://schemas.openxmlformats.org/officeDocument/2006/relationships/image" Target="../media/image178.png"/><Relationship Id="rId8" Type="http://schemas.openxmlformats.org/officeDocument/2006/relationships/image" Target="../media/image90.png"/><Relationship Id="rId51" Type="http://schemas.openxmlformats.org/officeDocument/2006/relationships/image" Target="../media/image61.png"/><Relationship Id="rId72" Type="http://schemas.openxmlformats.org/officeDocument/2006/relationships/image" Target="../media/image173.png"/><Relationship Id="rId80" Type="http://schemas.openxmlformats.org/officeDocument/2006/relationships/image" Target="../media/image181.png"/><Relationship Id="rId85" Type="http://schemas.openxmlformats.org/officeDocument/2006/relationships/image" Target="../media/image186.png"/><Relationship Id="rId3" Type="http://schemas.openxmlformats.org/officeDocument/2006/relationships/image" Target="../media/image147.png"/><Relationship Id="rId12" Type="http://schemas.openxmlformats.org/officeDocument/2006/relationships/image" Target="../media/image94.png"/><Relationship Id="rId17" Type="http://schemas.openxmlformats.org/officeDocument/2006/relationships/image" Target="../media/image99.png"/><Relationship Id="rId25" Type="http://schemas.openxmlformats.org/officeDocument/2006/relationships/image" Target="../media/image34.png"/><Relationship Id="rId33" Type="http://schemas.openxmlformats.org/officeDocument/2006/relationships/image" Target="../media/image42.png"/><Relationship Id="rId38" Type="http://schemas.openxmlformats.org/officeDocument/2006/relationships/image" Target="../media/image47.png"/><Relationship Id="rId46" Type="http://schemas.openxmlformats.org/officeDocument/2006/relationships/image" Target="../media/image55.png"/><Relationship Id="rId59" Type="http://schemas.openxmlformats.org/officeDocument/2006/relationships/image" Target="../media/image159.png"/><Relationship Id="rId67" Type="http://schemas.openxmlformats.org/officeDocument/2006/relationships/image" Target="../media/image168.png"/><Relationship Id="rId20" Type="http://schemas.openxmlformats.org/officeDocument/2006/relationships/image" Target="../media/image152.png"/><Relationship Id="rId41" Type="http://schemas.openxmlformats.org/officeDocument/2006/relationships/image" Target="../media/image50.png"/><Relationship Id="rId54" Type="http://schemas.openxmlformats.org/officeDocument/2006/relationships/image" Target="../media/image64.png"/><Relationship Id="rId62" Type="http://schemas.openxmlformats.org/officeDocument/2006/relationships/image" Target="../media/image163.png"/><Relationship Id="rId70" Type="http://schemas.openxmlformats.org/officeDocument/2006/relationships/image" Target="../media/image171.png"/><Relationship Id="rId75" Type="http://schemas.openxmlformats.org/officeDocument/2006/relationships/image" Target="../media/image176.png"/><Relationship Id="rId83" Type="http://schemas.openxmlformats.org/officeDocument/2006/relationships/image" Target="../media/image184.png"/><Relationship Id="rId88" Type="http://schemas.openxmlformats.org/officeDocument/2006/relationships/image" Target="../media/image1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15" Type="http://schemas.openxmlformats.org/officeDocument/2006/relationships/image" Target="../media/image97.png"/><Relationship Id="rId23" Type="http://schemas.openxmlformats.org/officeDocument/2006/relationships/image" Target="../media/image32.png"/><Relationship Id="rId28" Type="http://schemas.openxmlformats.org/officeDocument/2006/relationships/image" Target="../media/image37.png"/><Relationship Id="rId36" Type="http://schemas.openxmlformats.org/officeDocument/2006/relationships/image" Target="../media/image45.png"/><Relationship Id="rId49" Type="http://schemas.openxmlformats.org/officeDocument/2006/relationships/image" Target="../media/image59.png"/><Relationship Id="rId57" Type="http://schemas.openxmlformats.org/officeDocument/2006/relationships/image" Target="../media/image157.png"/><Relationship Id="rId10" Type="http://schemas.openxmlformats.org/officeDocument/2006/relationships/image" Target="../media/image92.png"/><Relationship Id="rId31" Type="http://schemas.openxmlformats.org/officeDocument/2006/relationships/image" Target="../media/image40.png"/><Relationship Id="rId44" Type="http://schemas.openxmlformats.org/officeDocument/2006/relationships/image" Target="../media/image53.png"/><Relationship Id="rId52" Type="http://schemas.openxmlformats.org/officeDocument/2006/relationships/image" Target="../media/image62.png"/><Relationship Id="rId60" Type="http://schemas.openxmlformats.org/officeDocument/2006/relationships/image" Target="../media/image161.png"/><Relationship Id="rId65" Type="http://schemas.openxmlformats.org/officeDocument/2006/relationships/image" Target="../media/image166.png"/><Relationship Id="rId73" Type="http://schemas.openxmlformats.org/officeDocument/2006/relationships/image" Target="../media/image174.png"/><Relationship Id="rId78" Type="http://schemas.openxmlformats.org/officeDocument/2006/relationships/image" Target="../media/image179.png"/><Relationship Id="rId81" Type="http://schemas.openxmlformats.org/officeDocument/2006/relationships/image" Target="../media/image182.png"/><Relationship Id="rId86" Type="http://schemas.openxmlformats.org/officeDocument/2006/relationships/image" Target="../media/image187.png"/><Relationship Id="rId4" Type="http://schemas.openxmlformats.org/officeDocument/2006/relationships/image" Target="../media/image148.png"/><Relationship Id="rId9" Type="http://schemas.openxmlformats.org/officeDocument/2006/relationships/image" Target="../media/image91.png"/><Relationship Id="rId13" Type="http://schemas.openxmlformats.org/officeDocument/2006/relationships/image" Target="../media/image95.png"/><Relationship Id="rId18" Type="http://schemas.openxmlformats.org/officeDocument/2006/relationships/image" Target="../media/image100.png"/><Relationship Id="rId39" Type="http://schemas.openxmlformats.org/officeDocument/2006/relationships/image" Target="../media/image48.png"/><Relationship Id="rId34" Type="http://schemas.openxmlformats.org/officeDocument/2006/relationships/image" Target="../media/image43.png"/><Relationship Id="rId50" Type="http://schemas.openxmlformats.org/officeDocument/2006/relationships/image" Target="../media/image60.png"/><Relationship Id="rId55" Type="http://schemas.openxmlformats.org/officeDocument/2006/relationships/image" Target="../media/image155.png"/><Relationship Id="rId76" Type="http://schemas.openxmlformats.org/officeDocument/2006/relationships/image" Target="../media/image177.png"/><Relationship Id="rId7" Type="http://schemas.openxmlformats.org/officeDocument/2006/relationships/image" Target="../media/image89.png"/><Relationship Id="rId71" Type="http://schemas.openxmlformats.org/officeDocument/2006/relationships/image" Target="../media/image172.png"/><Relationship Id="rId2" Type="http://schemas.openxmlformats.org/officeDocument/2006/relationships/notesSlide" Target="../notesSlides/notesSlide4.xml"/><Relationship Id="rId29" Type="http://schemas.openxmlformats.org/officeDocument/2006/relationships/image" Target="../media/image38.png"/><Relationship Id="rId24" Type="http://schemas.openxmlformats.org/officeDocument/2006/relationships/image" Target="../media/image33.png"/><Relationship Id="rId40" Type="http://schemas.openxmlformats.org/officeDocument/2006/relationships/image" Target="../media/image49.png"/><Relationship Id="rId45" Type="http://schemas.openxmlformats.org/officeDocument/2006/relationships/image" Target="../media/image54.png"/><Relationship Id="rId66" Type="http://schemas.openxmlformats.org/officeDocument/2006/relationships/image" Target="../media/image167.png"/><Relationship Id="rId87" Type="http://schemas.openxmlformats.org/officeDocument/2006/relationships/image" Target="../media/image188.png"/><Relationship Id="rId61" Type="http://schemas.openxmlformats.org/officeDocument/2006/relationships/image" Target="../media/image162.png"/><Relationship Id="rId82" Type="http://schemas.openxmlformats.org/officeDocument/2006/relationships/image" Target="../media/image183.png"/><Relationship Id="rId19" Type="http://schemas.openxmlformats.org/officeDocument/2006/relationships/image" Target="../media/image151.png"/></Relationships>
</file>

<file path=ppt/slides/_rels/slide4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5.png"/><Relationship Id="rId21" Type="http://schemas.openxmlformats.org/officeDocument/2006/relationships/image" Target="../media/image153.png"/><Relationship Id="rId42" Type="http://schemas.openxmlformats.org/officeDocument/2006/relationships/image" Target="../media/image51.png"/><Relationship Id="rId47" Type="http://schemas.openxmlformats.org/officeDocument/2006/relationships/image" Target="../media/image56.png"/><Relationship Id="rId63" Type="http://schemas.openxmlformats.org/officeDocument/2006/relationships/image" Target="../media/image164.png"/><Relationship Id="rId68" Type="http://schemas.openxmlformats.org/officeDocument/2006/relationships/image" Target="../media/image169.png"/><Relationship Id="rId84" Type="http://schemas.openxmlformats.org/officeDocument/2006/relationships/image" Target="../media/image185.png"/><Relationship Id="rId89" Type="http://schemas.openxmlformats.org/officeDocument/2006/relationships/image" Target="../media/image190.png"/><Relationship Id="rId16" Type="http://schemas.openxmlformats.org/officeDocument/2006/relationships/image" Target="../media/image98.png"/><Relationship Id="rId11" Type="http://schemas.openxmlformats.org/officeDocument/2006/relationships/image" Target="../media/image93.png"/><Relationship Id="rId32" Type="http://schemas.openxmlformats.org/officeDocument/2006/relationships/image" Target="../media/image41.png"/><Relationship Id="rId37" Type="http://schemas.openxmlformats.org/officeDocument/2006/relationships/image" Target="../media/image46.png"/><Relationship Id="rId53" Type="http://schemas.openxmlformats.org/officeDocument/2006/relationships/image" Target="../media/image63.png"/><Relationship Id="rId58" Type="http://schemas.openxmlformats.org/officeDocument/2006/relationships/image" Target="../media/image158.png"/><Relationship Id="rId74" Type="http://schemas.openxmlformats.org/officeDocument/2006/relationships/image" Target="../media/image175.png"/><Relationship Id="rId79" Type="http://schemas.openxmlformats.org/officeDocument/2006/relationships/image" Target="../media/image180.png"/><Relationship Id="rId5" Type="http://schemas.openxmlformats.org/officeDocument/2006/relationships/image" Target="../media/image149.png"/><Relationship Id="rId90" Type="http://schemas.openxmlformats.org/officeDocument/2006/relationships/image" Target="../media/image191.png"/><Relationship Id="rId14" Type="http://schemas.openxmlformats.org/officeDocument/2006/relationships/image" Target="../media/image96.png"/><Relationship Id="rId22" Type="http://schemas.openxmlformats.org/officeDocument/2006/relationships/image" Target="../media/image154.png"/><Relationship Id="rId27" Type="http://schemas.openxmlformats.org/officeDocument/2006/relationships/image" Target="../media/image36.png"/><Relationship Id="rId30" Type="http://schemas.openxmlformats.org/officeDocument/2006/relationships/image" Target="../media/image39.png"/><Relationship Id="rId35" Type="http://schemas.openxmlformats.org/officeDocument/2006/relationships/image" Target="../media/image44.png"/><Relationship Id="rId43" Type="http://schemas.openxmlformats.org/officeDocument/2006/relationships/image" Target="../media/image52.png"/><Relationship Id="rId48" Type="http://schemas.openxmlformats.org/officeDocument/2006/relationships/image" Target="../media/image57.png"/><Relationship Id="rId56" Type="http://schemas.openxmlformats.org/officeDocument/2006/relationships/image" Target="../media/image156.png"/><Relationship Id="rId64" Type="http://schemas.openxmlformats.org/officeDocument/2006/relationships/image" Target="../media/image165.png"/><Relationship Id="rId69" Type="http://schemas.openxmlformats.org/officeDocument/2006/relationships/image" Target="../media/image170.png"/><Relationship Id="rId77" Type="http://schemas.openxmlformats.org/officeDocument/2006/relationships/image" Target="../media/image178.png"/><Relationship Id="rId8" Type="http://schemas.openxmlformats.org/officeDocument/2006/relationships/image" Target="../media/image90.png"/><Relationship Id="rId51" Type="http://schemas.openxmlformats.org/officeDocument/2006/relationships/image" Target="../media/image61.png"/><Relationship Id="rId72" Type="http://schemas.openxmlformats.org/officeDocument/2006/relationships/image" Target="../media/image173.png"/><Relationship Id="rId80" Type="http://schemas.openxmlformats.org/officeDocument/2006/relationships/image" Target="../media/image181.png"/><Relationship Id="rId85" Type="http://schemas.openxmlformats.org/officeDocument/2006/relationships/image" Target="../media/image186.png"/><Relationship Id="rId3" Type="http://schemas.openxmlformats.org/officeDocument/2006/relationships/image" Target="../media/image147.png"/><Relationship Id="rId12" Type="http://schemas.openxmlformats.org/officeDocument/2006/relationships/image" Target="../media/image94.png"/><Relationship Id="rId17" Type="http://schemas.openxmlformats.org/officeDocument/2006/relationships/image" Target="../media/image99.png"/><Relationship Id="rId25" Type="http://schemas.openxmlformats.org/officeDocument/2006/relationships/image" Target="../media/image34.png"/><Relationship Id="rId33" Type="http://schemas.openxmlformats.org/officeDocument/2006/relationships/image" Target="../media/image42.png"/><Relationship Id="rId38" Type="http://schemas.openxmlformats.org/officeDocument/2006/relationships/image" Target="../media/image47.png"/><Relationship Id="rId46" Type="http://schemas.openxmlformats.org/officeDocument/2006/relationships/image" Target="../media/image55.png"/><Relationship Id="rId59" Type="http://schemas.openxmlformats.org/officeDocument/2006/relationships/image" Target="../media/image159.png"/><Relationship Id="rId67" Type="http://schemas.openxmlformats.org/officeDocument/2006/relationships/image" Target="../media/image168.png"/><Relationship Id="rId20" Type="http://schemas.openxmlformats.org/officeDocument/2006/relationships/image" Target="../media/image152.png"/><Relationship Id="rId41" Type="http://schemas.openxmlformats.org/officeDocument/2006/relationships/image" Target="../media/image50.png"/><Relationship Id="rId54" Type="http://schemas.openxmlformats.org/officeDocument/2006/relationships/image" Target="../media/image64.png"/><Relationship Id="rId62" Type="http://schemas.openxmlformats.org/officeDocument/2006/relationships/image" Target="../media/image163.png"/><Relationship Id="rId70" Type="http://schemas.openxmlformats.org/officeDocument/2006/relationships/image" Target="../media/image171.png"/><Relationship Id="rId75" Type="http://schemas.openxmlformats.org/officeDocument/2006/relationships/image" Target="../media/image176.png"/><Relationship Id="rId83" Type="http://schemas.openxmlformats.org/officeDocument/2006/relationships/image" Target="../media/image184.png"/><Relationship Id="rId88" Type="http://schemas.openxmlformats.org/officeDocument/2006/relationships/image" Target="../media/image1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15" Type="http://schemas.openxmlformats.org/officeDocument/2006/relationships/image" Target="../media/image97.png"/><Relationship Id="rId23" Type="http://schemas.openxmlformats.org/officeDocument/2006/relationships/image" Target="../media/image32.png"/><Relationship Id="rId28" Type="http://schemas.openxmlformats.org/officeDocument/2006/relationships/image" Target="../media/image37.png"/><Relationship Id="rId36" Type="http://schemas.openxmlformats.org/officeDocument/2006/relationships/image" Target="../media/image45.png"/><Relationship Id="rId49" Type="http://schemas.openxmlformats.org/officeDocument/2006/relationships/image" Target="../media/image59.png"/><Relationship Id="rId57" Type="http://schemas.openxmlformats.org/officeDocument/2006/relationships/image" Target="../media/image157.png"/><Relationship Id="rId10" Type="http://schemas.openxmlformats.org/officeDocument/2006/relationships/image" Target="../media/image92.png"/><Relationship Id="rId31" Type="http://schemas.openxmlformats.org/officeDocument/2006/relationships/image" Target="../media/image40.png"/><Relationship Id="rId44" Type="http://schemas.openxmlformats.org/officeDocument/2006/relationships/image" Target="../media/image53.png"/><Relationship Id="rId52" Type="http://schemas.openxmlformats.org/officeDocument/2006/relationships/image" Target="../media/image62.png"/><Relationship Id="rId60" Type="http://schemas.openxmlformats.org/officeDocument/2006/relationships/image" Target="../media/image161.png"/><Relationship Id="rId65" Type="http://schemas.openxmlformats.org/officeDocument/2006/relationships/image" Target="../media/image166.png"/><Relationship Id="rId73" Type="http://schemas.openxmlformats.org/officeDocument/2006/relationships/image" Target="../media/image174.png"/><Relationship Id="rId78" Type="http://schemas.openxmlformats.org/officeDocument/2006/relationships/image" Target="../media/image179.png"/><Relationship Id="rId81" Type="http://schemas.openxmlformats.org/officeDocument/2006/relationships/image" Target="../media/image182.png"/><Relationship Id="rId86" Type="http://schemas.openxmlformats.org/officeDocument/2006/relationships/image" Target="../media/image187.png"/><Relationship Id="rId4" Type="http://schemas.openxmlformats.org/officeDocument/2006/relationships/image" Target="../media/image148.png"/><Relationship Id="rId9" Type="http://schemas.openxmlformats.org/officeDocument/2006/relationships/image" Target="../media/image91.png"/><Relationship Id="rId13" Type="http://schemas.openxmlformats.org/officeDocument/2006/relationships/image" Target="../media/image95.png"/><Relationship Id="rId18" Type="http://schemas.openxmlformats.org/officeDocument/2006/relationships/image" Target="../media/image100.png"/><Relationship Id="rId39" Type="http://schemas.openxmlformats.org/officeDocument/2006/relationships/image" Target="../media/image48.png"/><Relationship Id="rId34" Type="http://schemas.openxmlformats.org/officeDocument/2006/relationships/image" Target="../media/image43.png"/><Relationship Id="rId50" Type="http://schemas.openxmlformats.org/officeDocument/2006/relationships/image" Target="../media/image60.png"/><Relationship Id="rId55" Type="http://schemas.openxmlformats.org/officeDocument/2006/relationships/image" Target="../media/image155.png"/><Relationship Id="rId76" Type="http://schemas.openxmlformats.org/officeDocument/2006/relationships/image" Target="../media/image177.png"/><Relationship Id="rId7" Type="http://schemas.openxmlformats.org/officeDocument/2006/relationships/image" Target="../media/image89.png"/><Relationship Id="rId71" Type="http://schemas.openxmlformats.org/officeDocument/2006/relationships/image" Target="../media/image172.png"/><Relationship Id="rId2" Type="http://schemas.openxmlformats.org/officeDocument/2006/relationships/notesSlide" Target="../notesSlides/notesSlide5.xml"/><Relationship Id="rId29" Type="http://schemas.openxmlformats.org/officeDocument/2006/relationships/image" Target="../media/image38.png"/><Relationship Id="rId24" Type="http://schemas.openxmlformats.org/officeDocument/2006/relationships/image" Target="../media/image33.png"/><Relationship Id="rId40" Type="http://schemas.openxmlformats.org/officeDocument/2006/relationships/image" Target="../media/image49.png"/><Relationship Id="rId45" Type="http://schemas.openxmlformats.org/officeDocument/2006/relationships/image" Target="../media/image54.png"/><Relationship Id="rId66" Type="http://schemas.openxmlformats.org/officeDocument/2006/relationships/image" Target="../media/image167.png"/><Relationship Id="rId87" Type="http://schemas.openxmlformats.org/officeDocument/2006/relationships/image" Target="../media/image188.png"/><Relationship Id="rId61" Type="http://schemas.openxmlformats.org/officeDocument/2006/relationships/image" Target="../media/image162.png"/><Relationship Id="rId82" Type="http://schemas.openxmlformats.org/officeDocument/2006/relationships/image" Target="../media/image183.png"/><Relationship Id="rId19" Type="http://schemas.openxmlformats.org/officeDocument/2006/relationships/image" Target="../media/image151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00.png"/><Relationship Id="rId13" Type="http://schemas.openxmlformats.org/officeDocument/2006/relationships/image" Target="../media/image1500.png"/><Relationship Id="rId3" Type="http://schemas.openxmlformats.org/officeDocument/2006/relationships/image" Target="../media/image5100.png"/><Relationship Id="rId7" Type="http://schemas.openxmlformats.org/officeDocument/2006/relationships/image" Target="../media/image9100.png"/><Relationship Id="rId12" Type="http://schemas.openxmlformats.org/officeDocument/2006/relationships/image" Target="../media/image1400.png"/><Relationship Id="rId2" Type="http://schemas.openxmlformats.org/officeDocument/2006/relationships/image" Target="../media/image4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00.png"/><Relationship Id="rId11" Type="http://schemas.openxmlformats.org/officeDocument/2006/relationships/image" Target="../media/image1300.png"/><Relationship Id="rId5" Type="http://schemas.openxmlformats.org/officeDocument/2006/relationships/image" Target="../media/image7100.png"/><Relationship Id="rId15" Type="http://schemas.openxmlformats.org/officeDocument/2006/relationships/image" Target="../media/image1700.png"/><Relationship Id="rId10" Type="http://schemas.openxmlformats.org/officeDocument/2006/relationships/image" Target="../media/image1200.png"/><Relationship Id="rId4" Type="http://schemas.openxmlformats.org/officeDocument/2006/relationships/image" Target="../media/image6100.png"/><Relationship Id="rId9" Type="http://schemas.openxmlformats.org/officeDocument/2006/relationships/image" Target="../media/image1100.png"/><Relationship Id="rId14" Type="http://schemas.openxmlformats.org/officeDocument/2006/relationships/image" Target="../media/image160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png"/><Relationship Id="rId13" Type="http://schemas.openxmlformats.org/officeDocument/2006/relationships/image" Target="../media/image291.png"/><Relationship Id="rId3" Type="http://schemas.openxmlformats.org/officeDocument/2006/relationships/image" Target="../media/image1900.png"/><Relationship Id="rId7" Type="http://schemas.openxmlformats.org/officeDocument/2006/relationships/image" Target="../media/image231.png"/><Relationship Id="rId12" Type="http://schemas.openxmlformats.org/officeDocument/2006/relationships/image" Target="../media/image281.png"/><Relationship Id="rId2" Type="http://schemas.openxmlformats.org/officeDocument/2006/relationships/image" Target="../media/image18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1.png"/><Relationship Id="rId11" Type="http://schemas.openxmlformats.org/officeDocument/2006/relationships/image" Target="../media/image271.png"/><Relationship Id="rId5" Type="http://schemas.openxmlformats.org/officeDocument/2006/relationships/image" Target="../media/image2110.png"/><Relationship Id="rId10" Type="http://schemas.openxmlformats.org/officeDocument/2006/relationships/image" Target="../media/image261.png"/><Relationship Id="rId4" Type="http://schemas.openxmlformats.org/officeDocument/2006/relationships/image" Target="../media/image200.png"/><Relationship Id="rId9" Type="http://schemas.openxmlformats.org/officeDocument/2006/relationships/image" Target="../media/image251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png"/><Relationship Id="rId13" Type="http://schemas.openxmlformats.org/officeDocument/2006/relationships/image" Target="../media/image301.png"/><Relationship Id="rId3" Type="http://schemas.openxmlformats.org/officeDocument/2006/relationships/image" Target="../media/image1900.png"/><Relationship Id="rId7" Type="http://schemas.openxmlformats.org/officeDocument/2006/relationships/image" Target="../media/image231.png"/><Relationship Id="rId12" Type="http://schemas.openxmlformats.org/officeDocument/2006/relationships/image" Target="../media/image281.png"/><Relationship Id="rId2" Type="http://schemas.openxmlformats.org/officeDocument/2006/relationships/image" Target="../media/image18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1.png"/><Relationship Id="rId11" Type="http://schemas.openxmlformats.org/officeDocument/2006/relationships/image" Target="../media/image271.png"/><Relationship Id="rId5" Type="http://schemas.openxmlformats.org/officeDocument/2006/relationships/image" Target="../media/image2110.png"/><Relationship Id="rId10" Type="http://schemas.openxmlformats.org/officeDocument/2006/relationships/image" Target="../media/image261.png"/><Relationship Id="rId4" Type="http://schemas.openxmlformats.org/officeDocument/2006/relationships/image" Target="../media/image200.png"/><Relationship Id="rId9" Type="http://schemas.openxmlformats.org/officeDocument/2006/relationships/image" Target="../media/image251.png"/><Relationship Id="rId14" Type="http://schemas.openxmlformats.org/officeDocument/2006/relationships/image" Target="../media/image311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png"/><Relationship Id="rId13" Type="http://schemas.openxmlformats.org/officeDocument/2006/relationships/image" Target="../media/image321.png"/><Relationship Id="rId3" Type="http://schemas.openxmlformats.org/officeDocument/2006/relationships/image" Target="../media/image1900.png"/><Relationship Id="rId7" Type="http://schemas.openxmlformats.org/officeDocument/2006/relationships/image" Target="../media/image231.png"/><Relationship Id="rId12" Type="http://schemas.openxmlformats.org/officeDocument/2006/relationships/image" Target="../media/image281.png"/><Relationship Id="rId2" Type="http://schemas.openxmlformats.org/officeDocument/2006/relationships/image" Target="../media/image18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1.png"/><Relationship Id="rId11" Type="http://schemas.openxmlformats.org/officeDocument/2006/relationships/image" Target="../media/image271.png"/><Relationship Id="rId5" Type="http://schemas.openxmlformats.org/officeDocument/2006/relationships/image" Target="../media/image2110.png"/><Relationship Id="rId15" Type="http://schemas.openxmlformats.org/officeDocument/2006/relationships/image" Target="../media/image341.png"/><Relationship Id="rId10" Type="http://schemas.openxmlformats.org/officeDocument/2006/relationships/image" Target="../media/image261.png"/><Relationship Id="rId4" Type="http://schemas.openxmlformats.org/officeDocument/2006/relationships/image" Target="../media/image200.png"/><Relationship Id="rId9" Type="http://schemas.openxmlformats.org/officeDocument/2006/relationships/image" Target="../media/image251.png"/><Relationship Id="rId14" Type="http://schemas.openxmlformats.org/officeDocument/2006/relationships/image" Target="../media/image331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png"/><Relationship Id="rId13" Type="http://schemas.openxmlformats.org/officeDocument/2006/relationships/image" Target="../media/image351.png"/><Relationship Id="rId3" Type="http://schemas.openxmlformats.org/officeDocument/2006/relationships/image" Target="../media/image1900.png"/><Relationship Id="rId7" Type="http://schemas.openxmlformats.org/officeDocument/2006/relationships/image" Target="../media/image231.png"/><Relationship Id="rId12" Type="http://schemas.openxmlformats.org/officeDocument/2006/relationships/image" Target="../media/image281.png"/><Relationship Id="rId17" Type="http://schemas.openxmlformats.org/officeDocument/2006/relationships/image" Target="../media/image391.png"/><Relationship Id="rId2" Type="http://schemas.openxmlformats.org/officeDocument/2006/relationships/image" Target="../media/image1800.png"/><Relationship Id="rId16" Type="http://schemas.openxmlformats.org/officeDocument/2006/relationships/image" Target="../media/image3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1.png"/><Relationship Id="rId11" Type="http://schemas.openxmlformats.org/officeDocument/2006/relationships/image" Target="../media/image271.png"/><Relationship Id="rId5" Type="http://schemas.openxmlformats.org/officeDocument/2006/relationships/image" Target="../media/image2110.png"/><Relationship Id="rId15" Type="http://schemas.openxmlformats.org/officeDocument/2006/relationships/image" Target="../media/image371.png"/><Relationship Id="rId10" Type="http://schemas.openxmlformats.org/officeDocument/2006/relationships/image" Target="../media/image261.png"/><Relationship Id="rId4" Type="http://schemas.openxmlformats.org/officeDocument/2006/relationships/image" Target="../media/image200.png"/><Relationship Id="rId9" Type="http://schemas.openxmlformats.org/officeDocument/2006/relationships/image" Target="../media/image251.png"/><Relationship Id="rId14" Type="http://schemas.openxmlformats.org/officeDocument/2006/relationships/image" Target="../media/image361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png"/><Relationship Id="rId13" Type="http://schemas.openxmlformats.org/officeDocument/2006/relationships/image" Target="../media/image401.png"/><Relationship Id="rId3" Type="http://schemas.openxmlformats.org/officeDocument/2006/relationships/image" Target="../media/image1900.png"/><Relationship Id="rId7" Type="http://schemas.openxmlformats.org/officeDocument/2006/relationships/image" Target="../media/image231.png"/><Relationship Id="rId12" Type="http://schemas.openxmlformats.org/officeDocument/2006/relationships/image" Target="../media/image281.png"/><Relationship Id="rId17" Type="http://schemas.openxmlformats.org/officeDocument/2006/relationships/image" Target="../media/image391.png"/><Relationship Id="rId2" Type="http://schemas.openxmlformats.org/officeDocument/2006/relationships/image" Target="../media/image1800.png"/><Relationship Id="rId16" Type="http://schemas.openxmlformats.org/officeDocument/2006/relationships/image" Target="../media/image3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1.png"/><Relationship Id="rId11" Type="http://schemas.openxmlformats.org/officeDocument/2006/relationships/image" Target="../media/image271.png"/><Relationship Id="rId5" Type="http://schemas.openxmlformats.org/officeDocument/2006/relationships/image" Target="../media/image2110.png"/><Relationship Id="rId15" Type="http://schemas.openxmlformats.org/officeDocument/2006/relationships/image" Target="../media/image371.png"/><Relationship Id="rId10" Type="http://schemas.openxmlformats.org/officeDocument/2006/relationships/image" Target="../media/image261.png"/><Relationship Id="rId4" Type="http://schemas.openxmlformats.org/officeDocument/2006/relationships/image" Target="../media/image200.png"/><Relationship Id="rId9" Type="http://schemas.openxmlformats.org/officeDocument/2006/relationships/image" Target="../media/image251.png"/><Relationship Id="rId14" Type="http://schemas.openxmlformats.org/officeDocument/2006/relationships/image" Target="../media/image361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png"/><Relationship Id="rId13" Type="http://schemas.openxmlformats.org/officeDocument/2006/relationships/image" Target="../media/image412.png"/><Relationship Id="rId3" Type="http://schemas.openxmlformats.org/officeDocument/2006/relationships/image" Target="../media/image1900.png"/><Relationship Id="rId7" Type="http://schemas.openxmlformats.org/officeDocument/2006/relationships/image" Target="../media/image231.png"/><Relationship Id="rId12" Type="http://schemas.openxmlformats.org/officeDocument/2006/relationships/image" Target="../media/image281.png"/><Relationship Id="rId2" Type="http://schemas.openxmlformats.org/officeDocument/2006/relationships/image" Target="../media/image18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1.png"/><Relationship Id="rId11" Type="http://schemas.openxmlformats.org/officeDocument/2006/relationships/image" Target="../media/image271.png"/><Relationship Id="rId5" Type="http://schemas.openxmlformats.org/officeDocument/2006/relationships/image" Target="../media/image2110.png"/><Relationship Id="rId10" Type="http://schemas.openxmlformats.org/officeDocument/2006/relationships/image" Target="../media/image261.png"/><Relationship Id="rId4" Type="http://schemas.openxmlformats.org/officeDocument/2006/relationships/image" Target="../media/image200.png"/><Relationship Id="rId9" Type="http://schemas.openxmlformats.org/officeDocument/2006/relationships/image" Target="../media/image251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png"/><Relationship Id="rId13" Type="http://schemas.openxmlformats.org/officeDocument/2006/relationships/image" Target="../media/image421.png"/><Relationship Id="rId3" Type="http://schemas.openxmlformats.org/officeDocument/2006/relationships/image" Target="../media/image1900.png"/><Relationship Id="rId7" Type="http://schemas.openxmlformats.org/officeDocument/2006/relationships/image" Target="../media/image231.png"/><Relationship Id="rId12" Type="http://schemas.openxmlformats.org/officeDocument/2006/relationships/image" Target="../media/image281.png"/><Relationship Id="rId2" Type="http://schemas.openxmlformats.org/officeDocument/2006/relationships/image" Target="../media/image18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1.png"/><Relationship Id="rId11" Type="http://schemas.openxmlformats.org/officeDocument/2006/relationships/image" Target="../media/image271.png"/><Relationship Id="rId5" Type="http://schemas.openxmlformats.org/officeDocument/2006/relationships/image" Target="../media/image2110.png"/><Relationship Id="rId10" Type="http://schemas.openxmlformats.org/officeDocument/2006/relationships/image" Target="../media/image261.png"/><Relationship Id="rId4" Type="http://schemas.openxmlformats.org/officeDocument/2006/relationships/image" Target="../media/image200.png"/><Relationship Id="rId9" Type="http://schemas.openxmlformats.org/officeDocument/2006/relationships/image" Target="../media/image251.png"/><Relationship Id="rId14" Type="http://schemas.openxmlformats.org/officeDocument/2006/relationships/image" Target="../media/image430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png"/><Relationship Id="rId13" Type="http://schemas.openxmlformats.org/officeDocument/2006/relationships/image" Target="../media/image412.png"/><Relationship Id="rId3" Type="http://schemas.openxmlformats.org/officeDocument/2006/relationships/image" Target="../media/image1900.png"/><Relationship Id="rId7" Type="http://schemas.openxmlformats.org/officeDocument/2006/relationships/image" Target="../media/image231.png"/><Relationship Id="rId12" Type="http://schemas.openxmlformats.org/officeDocument/2006/relationships/image" Target="../media/image281.png"/><Relationship Id="rId2" Type="http://schemas.openxmlformats.org/officeDocument/2006/relationships/image" Target="../media/image18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1.png"/><Relationship Id="rId11" Type="http://schemas.openxmlformats.org/officeDocument/2006/relationships/image" Target="../media/image271.png"/><Relationship Id="rId5" Type="http://schemas.openxmlformats.org/officeDocument/2006/relationships/image" Target="../media/image2110.png"/><Relationship Id="rId15" Type="http://schemas.openxmlformats.org/officeDocument/2006/relationships/image" Target="../media/image440.png"/><Relationship Id="rId10" Type="http://schemas.openxmlformats.org/officeDocument/2006/relationships/image" Target="../media/image261.png"/><Relationship Id="rId4" Type="http://schemas.openxmlformats.org/officeDocument/2006/relationships/image" Target="../media/image200.png"/><Relationship Id="rId9" Type="http://schemas.openxmlformats.org/officeDocument/2006/relationships/image" Target="../media/image251.png"/><Relationship Id="rId14" Type="http://schemas.openxmlformats.org/officeDocument/2006/relationships/image" Target="../media/image430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10.png"/><Relationship Id="rId3" Type="http://schemas.openxmlformats.org/officeDocument/2006/relationships/image" Target="../media/image4600.png"/><Relationship Id="rId7" Type="http://schemas.openxmlformats.org/officeDocument/2006/relationships/image" Target="../media/image5000.png"/><Relationship Id="rId2" Type="http://schemas.openxmlformats.org/officeDocument/2006/relationships/image" Target="../media/image45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00.png"/><Relationship Id="rId5" Type="http://schemas.openxmlformats.org/officeDocument/2006/relationships/image" Target="../media/image4800.png"/><Relationship Id="rId4" Type="http://schemas.openxmlformats.org/officeDocument/2006/relationships/image" Target="../media/image4700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10.png"/><Relationship Id="rId3" Type="http://schemas.openxmlformats.org/officeDocument/2006/relationships/image" Target="../media/image4600.png"/><Relationship Id="rId7" Type="http://schemas.openxmlformats.org/officeDocument/2006/relationships/image" Target="../media/image5000.png"/><Relationship Id="rId12" Type="http://schemas.openxmlformats.org/officeDocument/2006/relationships/image" Target="../media/image5500.png"/><Relationship Id="rId2" Type="http://schemas.openxmlformats.org/officeDocument/2006/relationships/image" Target="../media/image45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00.png"/><Relationship Id="rId11" Type="http://schemas.openxmlformats.org/officeDocument/2006/relationships/image" Target="../media/image5400.png"/><Relationship Id="rId5" Type="http://schemas.openxmlformats.org/officeDocument/2006/relationships/image" Target="../media/image4800.png"/><Relationship Id="rId10" Type="http://schemas.openxmlformats.org/officeDocument/2006/relationships/image" Target="../media/image5300.png"/><Relationship Id="rId4" Type="http://schemas.openxmlformats.org/officeDocument/2006/relationships/image" Target="../media/image4700.png"/><Relationship Id="rId9" Type="http://schemas.openxmlformats.org/officeDocument/2006/relationships/image" Target="../media/image5200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10.png"/><Relationship Id="rId3" Type="http://schemas.openxmlformats.org/officeDocument/2006/relationships/image" Target="../media/image4600.png"/><Relationship Id="rId7" Type="http://schemas.openxmlformats.org/officeDocument/2006/relationships/image" Target="../media/image5000.png"/><Relationship Id="rId12" Type="http://schemas.openxmlformats.org/officeDocument/2006/relationships/image" Target="../media/image5500.png"/><Relationship Id="rId2" Type="http://schemas.openxmlformats.org/officeDocument/2006/relationships/image" Target="../media/image45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00.png"/><Relationship Id="rId11" Type="http://schemas.openxmlformats.org/officeDocument/2006/relationships/image" Target="../media/image5400.png"/><Relationship Id="rId5" Type="http://schemas.openxmlformats.org/officeDocument/2006/relationships/image" Target="../media/image4800.png"/><Relationship Id="rId10" Type="http://schemas.openxmlformats.org/officeDocument/2006/relationships/image" Target="../media/image5300.png"/><Relationship Id="rId4" Type="http://schemas.openxmlformats.org/officeDocument/2006/relationships/image" Target="../media/image4700.png"/><Relationship Id="rId9" Type="http://schemas.openxmlformats.org/officeDocument/2006/relationships/image" Target="../media/image5200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10.png"/><Relationship Id="rId3" Type="http://schemas.openxmlformats.org/officeDocument/2006/relationships/image" Target="../media/image4600.png"/><Relationship Id="rId7" Type="http://schemas.openxmlformats.org/officeDocument/2006/relationships/image" Target="../media/image5000.png"/><Relationship Id="rId2" Type="http://schemas.openxmlformats.org/officeDocument/2006/relationships/image" Target="../media/image45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00.png"/><Relationship Id="rId5" Type="http://schemas.openxmlformats.org/officeDocument/2006/relationships/image" Target="../media/image4800.png"/><Relationship Id="rId10" Type="http://schemas.openxmlformats.org/officeDocument/2006/relationships/image" Target="../media/image5500.png"/><Relationship Id="rId4" Type="http://schemas.openxmlformats.org/officeDocument/2006/relationships/image" Target="../media/image4700.png"/><Relationship Id="rId9" Type="http://schemas.openxmlformats.org/officeDocument/2006/relationships/image" Target="../media/image5600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0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8" Type="http://schemas.openxmlformats.org/officeDocument/2006/relationships/image" Target="../media/image451.png"/><Relationship Id="rId26" Type="http://schemas.openxmlformats.org/officeDocument/2006/relationships/image" Target="../media/image531.png"/><Relationship Id="rId39" Type="http://schemas.openxmlformats.org/officeDocument/2006/relationships/image" Target="../media/image1010.png"/><Relationship Id="rId21" Type="http://schemas.openxmlformats.org/officeDocument/2006/relationships/image" Target="../media/image481.png"/><Relationship Id="rId34" Type="http://schemas.openxmlformats.org/officeDocument/2006/relationships/image" Target="../media/image513.png"/><Relationship Id="rId42" Type="http://schemas.openxmlformats.org/officeDocument/2006/relationships/image" Target="../media/image1310.png"/><Relationship Id="rId47" Type="http://schemas.openxmlformats.org/officeDocument/2006/relationships/image" Target="../media/image1810.png"/><Relationship Id="rId25" Type="http://schemas.openxmlformats.org/officeDocument/2006/relationships/image" Target="../media/image521.png"/><Relationship Id="rId33" Type="http://schemas.openxmlformats.org/officeDocument/2006/relationships/image" Target="../media/image601.png"/><Relationship Id="rId38" Type="http://schemas.openxmlformats.org/officeDocument/2006/relationships/image" Target="../media/image911.png"/><Relationship Id="rId46" Type="http://schemas.openxmlformats.org/officeDocument/2006/relationships/image" Target="../media/image1710.png"/><Relationship Id="rId2" Type="http://schemas.openxmlformats.org/officeDocument/2006/relationships/image" Target="../media/image210.png"/><Relationship Id="rId20" Type="http://schemas.openxmlformats.org/officeDocument/2006/relationships/image" Target="../media/image471.png"/><Relationship Id="rId29" Type="http://schemas.openxmlformats.org/officeDocument/2006/relationships/image" Target="../media/image561.png"/><Relationship Id="rId41" Type="http://schemas.openxmlformats.org/officeDocument/2006/relationships/image" Target="../media/image1210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512.png"/><Relationship Id="rId32" Type="http://schemas.openxmlformats.org/officeDocument/2006/relationships/image" Target="../media/image591.png"/><Relationship Id="rId37" Type="http://schemas.openxmlformats.org/officeDocument/2006/relationships/image" Target="../media/image810.png"/><Relationship Id="rId40" Type="http://schemas.openxmlformats.org/officeDocument/2006/relationships/image" Target="../media/image1110.png"/><Relationship Id="rId45" Type="http://schemas.openxmlformats.org/officeDocument/2006/relationships/image" Target="../media/image1610.png"/><Relationship Id="rId5" Type="http://schemas.openxmlformats.org/officeDocument/2006/relationships/image" Target="../media/image292.png"/><Relationship Id="rId23" Type="http://schemas.openxmlformats.org/officeDocument/2006/relationships/image" Target="../media/image501.png"/><Relationship Id="rId28" Type="http://schemas.openxmlformats.org/officeDocument/2006/relationships/image" Target="../media/image551.png"/><Relationship Id="rId36" Type="http://schemas.openxmlformats.org/officeDocument/2006/relationships/image" Target="../media/image711.png"/><Relationship Id="rId49" Type="http://schemas.openxmlformats.org/officeDocument/2006/relationships/image" Target="../media/image201.png"/><Relationship Id="rId19" Type="http://schemas.openxmlformats.org/officeDocument/2006/relationships/image" Target="../media/image461.png"/><Relationship Id="rId31" Type="http://schemas.openxmlformats.org/officeDocument/2006/relationships/image" Target="../media/image581.png"/><Relationship Id="rId44" Type="http://schemas.openxmlformats.org/officeDocument/2006/relationships/image" Target="../media/image1510.png"/><Relationship Id="rId4" Type="http://schemas.openxmlformats.org/officeDocument/2006/relationships/image" Target="../media/image282.png"/><Relationship Id="rId22" Type="http://schemas.openxmlformats.org/officeDocument/2006/relationships/image" Target="../media/image491.png"/><Relationship Id="rId27" Type="http://schemas.openxmlformats.org/officeDocument/2006/relationships/image" Target="../media/image541.png"/><Relationship Id="rId30" Type="http://schemas.openxmlformats.org/officeDocument/2006/relationships/image" Target="../media/image571.png"/><Relationship Id="rId35" Type="http://schemas.openxmlformats.org/officeDocument/2006/relationships/image" Target="../media/image610.png"/><Relationship Id="rId43" Type="http://schemas.openxmlformats.org/officeDocument/2006/relationships/image" Target="../media/image1410.png"/><Relationship Id="rId48" Type="http://schemas.openxmlformats.org/officeDocument/2006/relationships/image" Target="../media/image193.png"/><Relationship Id="rId3" Type="http://schemas.openxmlformats.org/officeDocument/2006/relationships/image" Target="../media/image272.png"/></Relationships>
</file>

<file path=ppt/slides/_rels/slide60.xml.rels><?xml version="1.0" encoding="UTF-8" standalone="yes"?>
<Relationships xmlns="http://schemas.openxmlformats.org/package/2006/relationships"><Relationship Id="rId18" Type="http://schemas.openxmlformats.org/officeDocument/2006/relationships/image" Target="../media/image451.png"/><Relationship Id="rId26" Type="http://schemas.openxmlformats.org/officeDocument/2006/relationships/image" Target="../media/image531.png"/><Relationship Id="rId39" Type="http://schemas.openxmlformats.org/officeDocument/2006/relationships/image" Target="../media/image1010.png"/><Relationship Id="rId21" Type="http://schemas.openxmlformats.org/officeDocument/2006/relationships/image" Target="../media/image481.png"/><Relationship Id="rId34" Type="http://schemas.openxmlformats.org/officeDocument/2006/relationships/image" Target="../media/image513.png"/><Relationship Id="rId42" Type="http://schemas.openxmlformats.org/officeDocument/2006/relationships/image" Target="../media/image1310.png"/><Relationship Id="rId47" Type="http://schemas.openxmlformats.org/officeDocument/2006/relationships/image" Target="../media/image1810.png"/><Relationship Id="rId50" Type="http://schemas.openxmlformats.org/officeDocument/2006/relationships/image" Target="../media/image194.png"/><Relationship Id="rId55" Type="http://schemas.openxmlformats.org/officeDocument/2006/relationships/image" Target="../media/image199.png"/><Relationship Id="rId2" Type="http://schemas.openxmlformats.org/officeDocument/2006/relationships/image" Target="../media/image210.png"/><Relationship Id="rId29" Type="http://schemas.openxmlformats.org/officeDocument/2006/relationships/image" Target="../media/image561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512.png"/><Relationship Id="rId32" Type="http://schemas.openxmlformats.org/officeDocument/2006/relationships/image" Target="../media/image591.png"/><Relationship Id="rId37" Type="http://schemas.openxmlformats.org/officeDocument/2006/relationships/image" Target="../media/image810.png"/><Relationship Id="rId40" Type="http://schemas.openxmlformats.org/officeDocument/2006/relationships/image" Target="../media/image1110.png"/><Relationship Id="rId45" Type="http://schemas.openxmlformats.org/officeDocument/2006/relationships/image" Target="../media/image1610.png"/><Relationship Id="rId53" Type="http://schemas.openxmlformats.org/officeDocument/2006/relationships/image" Target="../media/image197.png"/><Relationship Id="rId58" Type="http://schemas.openxmlformats.org/officeDocument/2006/relationships/image" Target="../media/image204.png"/><Relationship Id="rId5" Type="http://schemas.openxmlformats.org/officeDocument/2006/relationships/image" Target="../media/image292.png"/><Relationship Id="rId23" Type="http://schemas.openxmlformats.org/officeDocument/2006/relationships/image" Target="../media/image501.png"/><Relationship Id="rId28" Type="http://schemas.openxmlformats.org/officeDocument/2006/relationships/image" Target="../media/image551.png"/><Relationship Id="rId36" Type="http://schemas.openxmlformats.org/officeDocument/2006/relationships/image" Target="../media/image711.png"/><Relationship Id="rId49" Type="http://schemas.openxmlformats.org/officeDocument/2006/relationships/image" Target="../media/image201.png"/><Relationship Id="rId57" Type="http://schemas.openxmlformats.org/officeDocument/2006/relationships/image" Target="../media/image203.png"/><Relationship Id="rId19" Type="http://schemas.openxmlformats.org/officeDocument/2006/relationships/image" Target="../media/image461.png"/><Relationship Id="rId31" Type="http://schemas.openxmlformats.org/officeDocument/2006/relationships/image" Target="../media/image581.png"/><Relationship Id="rId44" Type="http://schemas.openxmlformats.org/officeDocument/2006/relationships/image" Target="../media/image1510.png"/><Relationship Id="rId52" Type="http://schemas.openxmlformats.org/officeDocument/2006/relationships/image" Target="../media/image196.png"/><Relationship Id="rId4" Type="http://schemas.openxmlformats.org/officeDocument/2006/relationships/image" Target="../media/image282.png"/><Relationship Id="rId22" Type="http://schemas.openxmlformats.org/officeDocument/2006/relationships/image" Target="../media/image491.png"/><Relationship Id="rId27" Type="http://schemas.openxmlformats.org/officeDocument/2006/relationships/image" Target="../media/image541.png"/><Relationship Id="rId30" Type="http://schemas.openxmlformats.org/officeDocument/2006/relationships/image" Target="../media/image571.png"/><Relationship Id="rId35" Type="http://schemas.openxmlformats.org/officeDocument/2006/relationships/image" Target="../media/image610.png"/><Relationship Id="rId43" Type="http://schemas.openxmlformats.org/officeDocument/2006/relationships/image" Target="../media/image1410.png"/><Relationship Id="rId48" Type="http://schemas.openxmlformats.org/officeDocument/2006/relationships/image" Target="../media/image193.png"/><Relationship Id="rId56" Type="http://schemas.openxmlformats.org/officeDocument/2006/relationships/image" Target="../media/image202.png"/><Relationship Id="rId51" Type="http://schemas.openxmlformats.org/officeDocument/2006/relationships/image" Target="../media/image195.png"/><Relationship Id="rId3" Type="http://schemas.openxmlformats.org/officeDocument/2006/relationships/image" Target="../media/image272.png"/><Relationship Id="rId25" Type="http://schemas.openxmlformats.org/officeDocument/2006/relationships/image" Target="../media/image521.png"/><Relationship Id="rId33" Type="http://schemas.openxmlformats.org/officeDocument/2006/relationships/image" Target="../media/image601.png"/><Relationship Id="rId38" Type="http://schemas.openxmlformats.org/officeDocument/2006/relationships/image" Target="../media/image911.png"/><Relationship Id="rId46" Type="http://schemas.openxmlformats.org/officeDocument/2006/relationships/image" Target="../media/image1710.png"/><Relationship Id="rId20" Type="http://schemas.openxmlformats.org/officeDocument/2006/relationships/image" Target="../media/image471.png"/><Relationship Id="rId41" Type="http://schemas.openxmlformats.org/officeDocument/2006/relationships/image" Target="../media/image1210.png"/><Relationship Id="rId54" Type="http://schemas.openxmlformats.org/officeDocument/2006/relationships/image" Target="../media/image198.png"/></Relationships>
</file>

<file path=ppt/slides/_rels/slide61.xml.rels><?xml version="1.0" encoding="UTF-8" standalone="yes"?>
<Relationships xmlns="http://schemas.openxmlformats.org/package/2006/relationships"><Relationship Id="rId18" Type="http://schemas.openxmlformats.org/officeDocument/2006/relationships/image" Target="../media/image451.png"/><Relationship Id="rId26" Type="http://schemas.openxmlformats.org/officeDocument/2006/relationships/image" Target="../media/image531.png"/><Relationship Id="rId39" Type="http://schemas.openxmlformats.org/officeDocument/2006/relationships/image" Target="../media/image300.png"/><Relationship Id="rId21" Type="http://schemas.openxmlformats.org/officeDocument/2006/relationships/image" Target="../media/image481.png"/><Relationship Id="rId34" Type="http://schemas.openxmlformats.org/officeDocument/2006/relationships/image" Target="../media/image220.png"/><Relationship Id="rId42" Type="http://schemas.openxmlformats.org/officeDocument/2006/relationships/image" Target="../media/image330.png"/><Relationship Id="rId47" Type="http://schemas.openxmlformats.org/officeDocument/2006/relationships/image" Target="../media/image380.png"/><Relationship Id="rId25" Type="http://schemas.openxmlformats.org/officeDocument/2006/relationships/image" Target="../media/image521.png"/><Relationship Id="rId33" Type="http://schemas.openxmlformats.org/officeDocument/2006/relationships/image" Target="../media/image601.png"/><Relationship Id="rId38" Type="http://schemas.openxmlformats.org/officeDocument/2006/relationships/image" Target="../media/image260.png"/><Relationship Id="rId46" Type="http://schemas.openxmlformats.org/officeDocument/2006/relationships/image" Target="../media/image370.png"/><Relationship Id="rId2" Type="http://schemas.openxmlformats.org/officeDocument/2006/relationships/image" Target="../media/image212.png"/><Relationship Id="rId20" Type="http://schemas.openxmlformats.org/officeDocument/2006/relationships/image" Target="../media/image471.png"/><Relationship Id="rId29" Type="http://schemas.openxmlformats.org/officeDocument/2006/relationships/image" Target="../media/image561.png"/><Relationship Id="rId41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512.png"/><Relationship Id="rId32" Type="http://schemas.openxmlformats.org/officeDocument/2006/relationships/image" Target="../media/image591.png"/><Relationship Id="rId37" Type="http://schemas.openxmlformats.org/officeDocument/2006/relationships/image" Target="../media/image250.png"/><Relationship Id="rId40" Type="http://schemas.openxmlformats.org/officeDocument/2006/relationships/image" Target="../media/image312.png"/><Relationship Id="rId45" Type="http://schemas.openxmlformats.org/officeDocument/2006/relationships/image" Target="../media/image360.png"/><Relationship Id="rId5" Type="http://schemas.openxmlformats.org/officeDocument/2006/relationships/image" Target="../media/image292.png"/><Relationship Id="rId23" Type="http://schemas.openxmlformats.org/officeDocument/2006/relationships/image" Target="../media/image501.png"/><Relationship Id="rId28" Type="http://schemas.openxmlformats.org/officeDocument/2006/relationships/image" Target="../media/image551.png"/><Relationship Id="rId36" Type="http://schemas.openxmlformats.org/officeDocument/2006/relationships/image" Target="../media/image240.png"/><Relationship Id="rId49" Type="http://schemas.openxmlformats.org/officeDocument/2006/relationships/image" Target="../media/image400.png"/><Relationship Id="rId19" Type="http://schemas.openxmlformats.org/officeDocument/2006/relationships/image" Target="../media/image461.png"/><Relationship Id="rId31" Type="http://schemas.openxmlformats.org/officeDocument/2006/relationships/image" Target="../media/image581.png"/><Relationship Id="rId44" Type="http://schemas.openxmlformats.org/officeDocument/2006/relationships/image" Target="../media/image350.png"/><Relationship Id="rId4" Type="http://schemas.openxmlformats.org/officeDocument/2006/relationships/image" Target="../media/image282.png"/><Relationship Id="rId22" Type="http://schemas.openxmlformats.org/officeDocument/2006/relationships/image" Target="../media/image491.png"/><Relationship Id="rId27" Type="http://schemas.openxmlformats.org/officeDocument/2006/relationships/image" Target="../media/image541.png"/><Relationship Id="rId30" Type="http://schemas.openxmlformats.org/officeDocument/2006/relationships/image" Target="../media/image571.png"/><Relationship Id="rId35" Type="http://schemas.openxmlformats.org/officeDocument/2006/relationships/image" Target="../media/image230.png"/><Relationship Id="rId43" Type="http://schemas.openxmlformats.org/officeDocument/2006/relationships/image" Target="../media/image340.png"/><Relationship Id="rId48" Type="http://schemas.openxmlformats.org/officeDocument/2006/relationships/image" Target="../media/image390.png"/><Relationship Id="rId3" Type="http://schemas.openxmlformats.org/officeDocument/2006/relationships/image" Target="../media/image272.png"/></Relationships>
</file>

<file path=ppt/slides/_rels/slide62.xml.rels><?xml version="1.0" encoding="UTF-8" standalone="yes"?>
<Relationships xmlns="http://schemas.openxmlformats.org/package/2006/relationships"><Relationship Id="rId18" Type="http://schemas.openxmlformats.org/officeDocument/2006/relationships/image" Target="../media/image451.png"/><Relationship Id="rId26" Type="http://schemas.openxmlformats.org/officeDocument/2006/relationships/image" Target="../media/image531.png"/><Relationship Id="rId39" Type="http://schemas.openxmlformats.org/officeDocument/2006/relationships/image" Target="../media/image300.png"/><Relationship Id="rId21" Type="http://schemas.openxmlformats.org/officeDocument/2006/relationships/image" Target="../media/image481.png"/><Relationship Id="rId34" Type="http://schemas.openxmlformats.org/officeDocument/2006/relationships/image" Target="../media/image109.png"/><Relationship Id="rId42" Type="http://schemas.openxmlformats.org/officeDocument/2006/relationships/image" Target="../media/image330.png"/><Relationship Id="rId47" Type="http://schemas.openxmlformats.org/officeDocument/2006/relationships/image" Target="../media/image380.png"/><Relationship Id="rId25" Type="http://schemas.openxmlformats.org/officeDocument/2006/relationships/image" Target="../media/image521.png"/><Relationship Id="rId33" Type="http://schemas.openxmlformats.org/officeDocument/2006/relationships/image" Target="../media/image601.png"/><Relationship Id="rId38" Type="http://schemas.openxmlformats.org/officeDocument/2006/relationships/image" Target="../media/image260.png"/><Relationship Id="rId46" Type="http://schemas.openxmlformats.org/officeDocument/2006/relationships/image" Target="../media/image213.png"/><Relationship Id="rId2" Type="http://schemas.openxmlformats.org/officeDocument/2006/relationships/image" Target="../media/image413.png"/><Relationship Id="rId20" Type="http://schemas.openxmlformats.org/officeDocument/2006/relationships/image" Target="../media/image471.png"/><Relationship Id="rId29" Type="http://schemas.openxmlformats.org/officeDocument/2006/relationships/image" Target="../media/image561.png"/><Relationship Id="rId41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512.png"/><Relationship Id="rId32" Type="http://schemas.openxmlformats.org/officeDocument/2006/relationships/image" Target="../media/image591.png"/><Relationship Id="rId37" Type="http://schemas.openxmlformats.org/officeDocument/2006/relationships/image" Target="../media/image205.png"/><Relationship Id="rId40" Type="http://schemas.openxmlformats.org/officeDocument/2006/relationships/image" Target="../media/image206.png"/><Relationship Id="rId45" Type="http://schemas.openxmlformats.org/officeDocument/2006/relationships/image" Target="../media/image209.png"/><Relationship Id="rId5" Type="http://schemas.openxmlformats.org/officeDocument/2006/relationships/image" Target="../media/image292.png"/><Relationship Id="rId23" Type="http://schemas.openxmlformats.org/officeDocument/2006/relationships/image" Target="../media/image501.png"/><Relationship Id="rId28" Type="http://schemas.openxmlformats.org/officeDocument/2006/relationships/image" Target="../media/image551.png"/><Relationship Id="rId36" Type="http://schemas.openxmlformats.org/officeDocument/2006/relationships/image" Target="../media/image240.png"/><Relationship Id="rId49" Type="http://schemas.openxmlformats.org/officeDocument/2006/relationships/image" Target="../media/image214.png"/><Relationship Id="rId19" Type="http://schemas.openxmlformats.org/officeDocument/2006/relationships/image" Target="../media/image461.png"/><Relationship Id="rId31" Type="http://schemas.openxmlformats.org/officeDocument/2006/relationships/image" Target="../media/image581.png"/><Relationship Id="rId44" Type="http://schemas.openxmlformats.org/officeDocument/2006/relationships/image" Target="../media/image208.png"/><Relationship Id="rId4" Type="http://schemas.openxmlformats.org/officeDocument/2006/relationships/image" Target="../media/image282.png"/><Relationship Id="rId22" Type="http://schemas.openxmlformats.org/officeDocument/2006/relationships/image" Target="../media/image491.png"/><Relationship Id="rId27" Type="http://schemas.openxmlformats.org/officeDocument/2006/relationships/image" Target="../media/image541.png"/><Relationship Id="rId30" Type="http://schemas.openxmlformats.org/officeDocument/2006/relationships/image" Target="../media/image571.png"/><Relationship Id="rId35" Type="http://schemas.openxmlformats.org/officeDocument/2006/relationships/image" Target="../media/image230.png"/><Relationship Id="rId43" Type="http://schemas.openxmlformats.org/officeDocument/2006/relationships/image" Target="../media/image207.png"/><Relationship Id="rId48" Type="http://schemas.openxmlformats.org/officeDocument/2006/relationships/image" Target="../media/image390.png"/><Relationship Id="rId3" Type="http://schemas.openxmlformats.org/officeDocument/2006/relationships/image" Target="../media/image420.png"/></Relationships>
</file>

<file path=ppt/slides/_rels/slide63.xml.rels><?xml version="1.0" encoding="UTF-8" standalone="yes"?>
<Relationships xmlns="http://schemas.openxmlformats.org/package/2006/relationships"><Relationship Id="rId18" Type="http://schemas.openxmlformats.org/officeDocument/2006/relationships/image" Target="../media/image451.png"/><Relationship Id="rId26" Type="http://schemas.openxmlformats.org/officeDocument/2006/relationships/image" Target="../media/image531.png"/><Relationship Id="rId39" Type="http://schemas.openxmlformats.org/officeDocument/2006/relationships/image" Target="../media/image300.png"/><Relationship Id="rId21" Type="http://schemas.openxmlformats.org/officeDocument/2006/relationships/image" Target="../media/image481.png"/><Relationship Id="rId34" Type="http://schemas.openxmlformats.org/officeDocument/2006/relationships/image" Target="../media/image109.png"/><Relationship Id="rId42" Type="http://schemas.openxmlformats.org/officeDocument/2006/relationships/image" Target="../media/image330.png"/><Relationship Id="rId47" Type="http://schemas.openxmlformats.org/officeDocument/2006/relationships/image" Target="../media/image219.png"/><Relationship Id="rId25" Type="http://schemas.openxmlformats.org/officeDocument/2006/relationships/image" Target="../media/image521.png"/><Relationship Id="rId33" Type="http://schemas.openxmlformats.org/officeDocument/2006/relationships/image" Target="../media/image601.png"/><Relationship Id="rId38" Type="http://schemas.openxmlformats.org/officeDocument/2006/relationships/image" Target="../media/image260.png"/><Relationship Id="rId46" Type="http://schemas.openxmlformats.org/officeDocument/2006/relationships/image" Target="../media/image218.png"/><Relationship Id="rId2" Type="http://schemas.openxmlformats.org/officeDocument/2006/relationships/notesSlide" Target="../notesSlides/notesSlide6.xml"/><Relationship Id="rId20" Type="http://schemas.openxmlformats.org/officeDocument/2006/relationships/image" Target="../media/image471.png"/><Relationship Id="rId29" Type="http://schemas.openxmlformats.org/officeDocument/2006/relationships/image" Target="../media/image561.png"/><Relationship Id="rId41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2.png"/><Relationship Id="rId24" Type="http://schemas.openxmlformats.org/officeDocument/2006/relationships/image" Target="../media/image512.png"/><Relationship Id="rId32" Type="http://schemas.openxmlformats.org/officeDocument/2006/relationships/image" Target="../media/image591.png"/><Relationship Id="rId37" Type="http://schemas.openxmlformats.org/officeDocument/2006/relationships/image" Target="../media/image250.png"/><Relationship Id="rId40" Type="http://schemas.openxmlformats.org/officeDocument/2006/relationships/image" Target="../media/image312.png"/><Relationship Id="rId45" Type="http://schemas.openxmlformats.org/officeDocument/2006/relationships/image" Target="../media/image360.png"/><Relationship Id="rId5" Type="http://schemas.openxmlformats.org/officeDocument/2006/relationships/image" Target="../media/image441.png"/><Relationship Id="rId23" Type="http://schemas.openxmlformats.org/officeDocument/2006/relationships/image" Target="../media/image501.png"/><Relationship Id="rId28" Type="http://schemas.openxmlformats.org/officeDocument/2006/relationships/image" Target="../media/image551.png"/><Relationship Id="rId36" Type="http://schemas.openxmlformats.org/officeDocument/2006/relationships/image" Target="../media/image216.png"/><Relationship Id="rId49" Type="http://schemas.openxmlformats.org/officeDocument/2006/relationships/image" Target="../media/image214.png"/><Relationship Id="rId19" Type="http://schemas.openxmlformats.org/officeDocument/2006/relationships/image" Target="../media/image461.png"/><Relationship Id="rId31" Type="http://schemas.openxmlformats.org/officeDocument/2006/relationships/image" Target="../media/image581.png"/><Relationship Id="rId44" Type="http://schemas.openxmlformats.org/officeDocument/2006/relationships/image" Target="../media/image350.png"/><Relationship Id="rId4" Type="http://schemas.openxmlformats.org/officeDocument/2006/relationships/image" Target="../media/image431.png"/><Relationship Id="rId22" Type="http://schemas.openxmlformats.org/officeDocument/2006/relationships/image" Target="../media/image491.png"/><Relationship Id="rId27" Type="http://schemas.openxmlformats.org/officeDocument/2006/relationships/image" Target="../media/image541.png"/><Relationship Id="rId30" Type="http://schemas.openxmlformats.org/officeDocument/2006/relationships/image" Target="../media/image571.png"/><Relationship Id="rId35" Type="http://schemas.openxmlformats.org/officeDocument/2006/relationships/image" Target="../media/image215.png"/><Relationship Id="rId43" Type="http://schemas.openxmlformats.org/officeDocument/2006/relationships/image" Target="../media/image217.png"/><Relationship Id="rId48" Type="http://schemas.openxmlformats.org/officeDocument/2006/relationships/image" Target="../media/image222.png"/><Relationship Id="rId3" Type="http://schemas.openxmlformats.org/officeDocument/2006/relationships/image" Target="../media/image413.png"/></Relationships>
</file>

<file path=ppt/slides/_rels/slide64.xml.rels><?xml version="1.0" encoding="UTF-8" standalone="yes"?>
<Relationships xmlns="http://schemas.openxmlformats.org/package/2006/relationships"><Relationship Id="rId18" Type="http://schemas.openxmlformats.org/officeDocument/2006/relationships/image" Target="../media/image451.png"/><Relationship Id="rId26" Type="http://schemas.openxmlformats.org/officeDocument/2006/relationships/image" Target="../media/image531.png"/><Relationship Id="rId39" Type="http://schemas.openxmlformats.org/officeDocument/2006/relationships/image" Target="../media/image300.png"/><Relationship Id="rId21" Type="http://schemas.openxmlformats.org/officeDocument/2006/relationships/image" Target="../media/image481.png"/><Relationship Id="rId34" Type="http://schemas.openxmlformats.org/officeDocument/2006/relationships/image" Target="../media/image513.png"/><Relationship Id="rId42" Type="http://schemas.openxmlformats.org/officeDocument/2006/relationships/image" Target="../media/image330.png"/><Relationship Id="rId47" Type="http://schemas.openxmlformats.org/officeDocument/2006/relationships/image" Target="../media/image219.png"/><Relationship Id="rId25" Type="http://schemas.openxmlformats.org/officeDocument/2006/relationships/image" Target="../media/image521.png"/><Relationship Id="rId33" Type="http://schemas.openxmlformats.org/officeDocument/2006/relationships/image" Target="../media/image601.png"/><Relationship Id="rId38" Type="http://schemas.openxmlformats.org/officeDocument/2006/relationships/image" Target="../media/image260.png"/><Relationship Id="rId46" Type="http://schemas.openxmlformats.org/officeDocument/2006/relationships/image" Target="../media/image218.png"/><Relationship Id="rId2" Type="http://schemas.openxmlformats.org/officeDocument/2006/relationships/image" Target="../media/image413.png"/><Relationship Id="rId20" Type="http://schemas.openxmlformats.org/officeDocument/2006/relationships/image" Target="../media/image471.png"/><Relationship Id="rId29" Type="http://schemas.openxmlformats.org/officeDocument/2006/relationships/image" Target="../media/image561.png"/><Relationship Id="rId41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512.png"/><Relationship Id="rId32" Type="http://schemas.openxmlformats.org/officeDocument/2006/relationships/image" Target="../media/image591.png"/><Relationship Id="rId37" Type="http://schemas.openxmlformats.org/officeDocument/2006/relationships/image" Target="../media/image810.png"/><Relationship Id="rId40" Type="http://schemas.openxmlformats.org/officeDocument/2006/relationships/image" Target="../media/image1110.png"/><Relationship Id="rId45" Type="http://schemas.openxmlformats.org/officeDocument/2006/relationships/image" Target="../media/image209.png"/><Relationship Id="rId5" Type="http://schemas.openxmlformats.org/officeDocument/2006/relationships/image" Target="../media/image620.png"/><Relationship Id="rId23" Type="http://schemas.openxmlformats.org/officeDocument/2006/relationships/image" Target="../media/image501.png"/><Relationship Id="rId28" Type="http://schemas.openxmlformats.org/officeDocument/2006/relationships/image" Target="../media/image551.png"/><Relationship Id="rId36" Type="http://schemas.openxmlformats.org/officeDocument/2006/relationships/image" Target="../media/image711.png"/><Relationship Id="rId49" Type="http://schemas.openxmlformats.org/officeDocument/2006/relationships/image" Target="../media/image214.png"/><Relationship Id="rId19" Type="http://schemas.openxmlformats.org/officeDocument/2006/relationships/image" Target="../media/image461.png"/><Relationship Id="rId31" Type="http://schemas.openxmlformats.org/officeDocument/2006/relationships/image" Target="../media/image581.png"/><Relationship Id="rId44" Type="http://schemas.openxmlformats.org/officeDocument/2006/relationships/image" Target="../media/image208.png"/><Relationship Id="rId4" Type="http://schemas.openxmlformats.org/officeDocument/2006/relationships/image" Target="../media/image612.png"/><Relationship Id="rId22" Type="http://schemas.openxmlformats.org/officeDocument/2006/relationships/image" Target="../media/image491.png"/><Relationship Id="rId27" Type="http://schemas.openxmlformats.org/officeDocument/2006/relationships/image" Target="../media/image541.png"/><Relationship Id="rId30" Type="http://schemas.openxmlformats.org/officeDocument/2006/relationships/image" Target="../media/image571.png"/><Relationship Id="rId35" Type="http://schemas.openxmlformats.org/officeDocument/2006/relationships/image" Target="../media/image610.png"/><Relationship Id="rId43" Type="http://schemas.openxmlformats.org/officeDocument/2006/relationships/image" Target="../media/image207.png"/><Relationship Id="rId48" Type="http://schemas.openxmlformats.org/officeDocument/2006/relationships/image" Target="../media/image222.png"/><Relationship Id="rId3" Type="http://schemas.openxmlformats.org/officeDocument/2006/relationships/image" Target="../media/image431.png"/></Relationships>
</file>

<file path=ppt/slides/_rels/slide65.xml.rels><?xml version="1.0" encoding="UTF-8" standalone="yes"?>
<Relationships xmlns="http://schemas.openxmlformats.org/package/2006/relationships"><Relationship Id="rId18" Type="http://schemas.openxmlformats.org/officeDocument/2006/relationships/image" Target="../media/image451.png"/><Relationship Id="rId26" Type="http://schemas.openxmlformats.org/officeDocument/2006/relationships/image" Target="../media/image531.png"/><Relationship Id="rId3" Type="http://schemas.openxmlformats.org/officeDocument/2006/relationships/image" Target="../media/image272.png"/><Relationship Id="rId21" Type="http://schemas.openxmlformats.org/officeDocument/2006/relationships/image" Target="../media/image481.png"/><Relationship Id="rId34" Type="http://schemas.openxmlformats.org/officeDocument/2006/relationships/image" Target="../media/image640.png"/><Relationship Id="rId25" Type="http://schemas.openxmlformats.org/officeDocument/2006/relationships/image" Target="../media/image521.png"/><Relationship Id="rId33" Type="http://schemas.openxmlformats.org/officeDocument/2006/relationships/image" Target="../media/image601.png"/><Relationship Id="rId2" Type="http://schemas.openxmlformats.org/officeDocument/2006/relationships/image" Target="../media/image630.png"/><Relationship Id="rId20" Type="http://schemas.openxmlformats.org/officeDocument/2006/relationships/image" Target="../media/image471.png"/><Relationship Id="rId29" Type="http://schemas.openxmlformats.org/officeDocument/2006/relationships/image" Target="../media/image561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512.png"/><Relationship Id="rId32" Type="http://schemas.openxmlformats.org/officeDocument/2006/relationships/image" Target="../media/image591.png"/><Relationship Id="rId5" Type="http://schemas.openxmlformats.org/officeDocument/2006/relationships/image" Target="../media/image292.png"/><Relationship Id="rId23" Type="http://schemas.openxmlformats.org/officeDocument/2006/relationships/image" Target="../media/image501.png"/><Relationship Id="rId28" Type="http://schemas.openxmlformats.org/officeDocument/2006/relationships/image" Target="../media/image551.png"/><Relationship Id="rId36" Type="http://schemas.openxmlformats.org/officeDocument/2006/relationships/image" Target="../media/image660.png"/><Relationship Id="rId19" Type="http://schemas.openxmlformats.org/officeDocument/2006/relationships/image" Target="../media/image461.png"/><Relationship Id="rId31" Type="http://schemas.openxmlformats.org/officeDocument/2006/relationships/image" Target="../media/image581.png"/><Relationship Id="rId4" Type="http://schemas.openxmlformats.org/officeDocument/2006/relationships/image" Target="../media/image282.png"/><Relationship Id="rId22" Type="http://schemas.openxmlformats.org/officeDocument/2006/relationships/image" Target="../media/image491.png"/><Relationship Id="rId27" Type="http://schemas.openxmlformats.org/officeDocument/2006/relationships/image" Target="../media/image541.png"/><Relationship Id="rId30" Type="http://schemas.openxmlformats.org/officeDocument/2006/relationships/image" Target="../media/image571.png"/><Relationship Id="rId35" Type="http://schemas.openxmlformats.org/officeDocument/2006/relationships/image" Target="../media/image650.png"/></Relationships>
</file>

<file path=ppt/slides/_rels/slide66.xml.rels><?xml version="1.0" encoding="UTF-8" standalone="yes"?>
<Relationships xmlns="http://schemas.openxmlformats.org/package/2006/relationships"><Relationship Id="rId18" Type="http://schemas.openxmlformats.org/officeDocument/2006/relationships/image" Target="../media/image451.png"/><Relationship Id="rId26" Type="http://schemas.openxmlformats.org/officeDocument/2006/relationships/image" Target="../media/image531.png"/><Relationship Id="rId3" Type="http://schemas.openxmlformats.org/officeDocument/2006/relationships/image" Target="../media/image680.png"/><Relationship Id="rId21" Type="http://schemas.openxmlformats.org/officeDocument/2006/relationships/image" Target="../media/image481.png"/><Relationship Id="rId34" Type="http://schemas.openxmlformats.org/officeDocument/2006/relationships/image" Target="../media/image690.png"/><Relationship Id="rId25" Type="http://schemas.openxmlformats.org/officeDocument/2006/relationships/image" Target="../media/image521.png"/><Relationship Id="rId33" Type="http://schemas.openxmlformats.org/officeDocument/2006/relationships/image" Target="../media/image601.png"/><Relationship Id="rId2" Type="http://schemas.openxmlformats.org/officeDocument/2006/relationships/image" Target="../media/image670.png"/><Relationship Id="rId20" Type="http://schemas.openxmlformats.org/officeDocument/2006/relationships/image" Target="../media/image471.png"/><Relationship Id="rId29" Type="http://schemas.openxmlformats.org/officeDocument/2006/relationships/image" Target="../media/image561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512.png"/><Relationship Id="rId32" Type="http://schemas.openxmlformats.org/officeDocument/2006/relationships/image" Target="../media/image591.png"/><Relationship Id="rId37" Type="http://schemas.openxmlformats.org/officeDocument/2006/relationships/image" Target="../media/image720.png"/><Relationship Id="rId5" Type="http://schemas.openxmlformats.org/officeDocument/2006/relationships/image" Target="../media/image292.png"/><Relationship Id="rId23" Type="http://schemas.openxmlformats.org/officeDocument/2006/relationships/image" Target="../media/image501.png"/><Relationship Id="rId28" Type="http://schemas.openxmlformats.org/officeDocument/2006/relationships/image" Target="../media/image551.png"/><Relationship Id="rId36" Type="http://schemas.openxmlformats.org/officeDocument/2006/relationships/image" Target="../media/image712.png"/><Relationship Id="rId19" Type="http://schemas.openxmlformats.org/officeDocument/2006/relationships/image" Target="../media/image461.png"/><Relationship Id="rId31" Type="http://schemas.openxmlformats.org/officeDocument/2006/relationships/image" Target="../media/image581.png"/><Relationship Id="rId4" Type="http://schemas.openxmlformats.org/officeDocument/2006/relationships/image" Target="../media/image282.png"/><Relationship Id="rId22" Type="http://schemas.openxmlformats.org/officeDocument/2006/relationships/image" Target="../media/image491.png"/><Relationship Id="rId27" Type="http://schemas.openxmlformats.org/officeDocument/2006/relationships/image" Target="../media/image541.png"/><Relationship Id="rId30" Type="http://schemas.openxmlformats.org/officeDocument/2006/relationships/image" Target="../media/image571.png"/><Relationship Id="rId35" Type="http://schemas.openxmlformats.org/officeDocument/2006/relationships/image" Target="../media/image700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8" Type="http://schemas.openxmlformats.org/officeDocument/2006/relationships/image" Target="../media/image451.png"/><Relationship Id="rId26" Type="http://schemas.openxmlformats.org/officeDocument/2006/relationships/image" Target="../media/image531.png"/><Relationship Id="rId3" Type="http://schemas.openxmlformats.org/officeDocument/2006/relationships/image" Target="../media/image750.png"/><Relationship Id="rId21" Type="http://schemas.openxmlformats.org/officeDocument/2006/relationships/image" Target="../media/image481.png"/><Relationship Id="rId25" Type="http://schemas.openxmlformats.org/officeDocument/2006/relationships/image" Target="../media/image521.png"/><Relationship Id="rId33" Type="http://schemas.openxmlformats.org/officeDocument/2006/relationships/image" Target="../media/image601.png"/><Relationship Id="rId2" Type="http://schemas.openxmlformats.org/officeDocument/2006/relationships/image" Target="../media/image740.png"/><Relationship Id="rId20" Type="http://schemas.openxmlformats.org/officeDocument/2006/relationships/image" Target="../media/image471.png"/><Relationship Id="rId29" Type="http://schemas.openxmlformats.org/officeDocument/2006/relationships/image" Target="../media/image5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2.png"/><Relationship Id="rId24" Type="http://schemas.openxmlformats.org/officeDocument/2006/relationships/image" Target="../media/image512.png"/><Relationship Id="rId32" Type="http://schemas.openxmlformats.org/officeDocument/2006/relationships/image" Target="../media/image591.png"/><Relationship Id="rId5" Type="http://schemas.openxmlformats.org/officeDocument/2006/relationships/image" Target="../media/image282.png"/><Relationship Id="rId23" Type="http://schemas.openxmlformats.org/officeDocument/2006/relationships/image" Target="../media/image501.png"/><Relationship Id="rId28" Type="http://schemas.openxmlformats.org/officeDocument/2006/relationships/image" Target="../media/image551.png"/><Relationship Id="rId19" Type="http://schemas.openxmlformats.org/officeDocument/2006/relationships/image" Target="../media/image461.png"/><Relationship Id="rId31" Type="http://schemas.openxmlformats.org/officeDocument/2006/relationships/image" Target="../media/image581.png"/><Relationship Id="rId4" Type="http://schemas.openxmlformats.org/officeDocument/2006/relationships/image" Target="../media/image272.png"/><Relationship Id="rId22" Type="http://schemas.openxmlformats.org/officeDocument/2006/relationships/image" Target="../media/image491.png"/><Relationship Id="rId27" Type="http://schemas.openxmlformats.org/officeDocument/2006/relationships/image" Target="../media/image541.png"/><Relationship Id="rId30" Type="http://schemas.openxmlformats.org/officeDocument/2006/relationships/image" Target="../media/image571.png"/></Relationships>
</file>

<file path=ppt/slides/_rels/slide69.xml.rels><?xml version="1.0" encoding="UTF-8" standalone="yes"?>
<Relationships xmlns="http://schemas.openxmlformats.org/package/2006/relationships"><Relationship Id="rId18" Type="http://schemas.openxmlformats.org/officeDocument/2006/relationships/image" Target="../media/image451.png"/><Relationship Id="rId26" Type="http://schemas.openxmlformats.org/officeDocument/2006/relationships/image" Target="../media/image531.png"/><Relationship Id="rId3" Type="http://schemas.openxmlformats.org/officeDocument/2006/relationships/image" Target="../media/image750.png"/><Relationship Id="rId21" Type="http://schemas.openxmlformats.org/officeDocument/2006/relationships/image" Target="../media/image481.png"/><Relationship Id="rId25" Type="http://schemas.openxmlformats.org/officeDocument/2006/relationships/image" Target="../media/image521.png"/><Relationship Id="rId33" Type="http://schemas.openxmlformats.org/officeDocument/2006/relationships/image" Target="../media/image601.png"/><Relationship Id="rId2" Type="http://schemas.openxmlformats.org/officeDocument/2006/relationships/image" Target="../media/image760.png"/><Relationship Id="rId20" Type="http://schemas.openxmlformats.org/officeDocument/2006/relationships/image" Target="../media/image471.png"/><Relationship Id="rId29" Type="http://schemas.openxmlformats.org/officeDocument/2006/relationships/image" Target="../media/image5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2.png"/><Relationship Id="rId24" Type="http://schemas.openxmlformats.org/officeDocument/2006/relationships/image" Target="../media/image512.png"/><Relationship Id="rId32" Type="http://schemas.openxmlformats.org/officeDocument/2006/relationships/image" Target="../media/image591.png"/><Relationship Id="rId5" Type="http://schemas.openxmlformats.org/officeDocument/2006/relationships/image" Target="../media/image282.png"/><Relationship Id="rId23" Type="http://schemas.openxmlformats.org/officeDocument/2006/relationships/image" Target="../media/image501.png"/><Relationship Id="rId28" Type="http://schemas.openxmlformats.org/officeDocument/2006/relationships/image" Target="../media/image551.png"/><Relationship Id="rId19" Type="http://schemas.openxmlformats.org/officeDocument/2006/relationships/image" Target="../media/image461.png"/><Relationship Id="rId31" Type="http://schemas.openxmlformats.org/officeDocument/2006/relationships/image" Target="../media/image581.png"/><Relationship Id="rId4" Type="http://schemas.openxmlformats.org/officeDocument/2006/relationships/image" Target="../media/image272.png"/><Relationship Id="rId22" Type="http://schemas.openxmlformats.org/officeDocument/2006/relationships/image" Target="../media/image491.png"/><Relationship Id="rId27" Type="http://schemas.openxmlformats.org/officeDocument/2006/relationships/image" Target="../media/image541.png"/><Relationship Id="rId30" Type="http://schemas.openxmlformats.org/officeDocument/2006/relationships/image" Target="../media/image571.png"/></Relationships>
</file>

<file path=ppt/slides/_rels/slide70.xml.rels><?xml version="1.0" encoding="UTF-8" standalone="yes"?>
<Relationships xmlns="http://schemas.openxmlformats.org/package/2006/relationships"><Relationship Id="rId18" Type="http://schemas.openxmlformats.org/officeDocument/2006/relationships/image" Target="../media/image451.png"/><Relationship Id="rId26" Type="http://schemas.openxmlformats.org/officeDocument/2006/relationships/image" Target="../media/image531.png"/><Relationship Id="rId39" Type="http://schemas.openxmlformats.org/officeDocument/2006/relationships/image" Target="../media/image830.png"/><Relationship Id="rId21" Type="http://schemas.openxmlformats.org/officeDocument/2006/relationships/image" Target="../media/image481.png"/><Relationship Id="rId34" Type="http://schemas.openxmlformats.org/officeDocument/2006/relationships/image" Target="../media/image780.png"/><Relationship Id="rId42" Type="http://schemas.openxmlformats.org/officeDocument/2006/relationships/image" Target="../media/image860.png"/><Relationship Id="rId47" Type="http://schemas.openxmlformats.org/officeDocument/2006/relationships/image" Target="../media/image912.png"/><Relationship Id="rId25" Type="http://schemas.openxmlformats.org/officeDocument/2006/relationships/image" Target="../media/image521.png"/><Relationship Id="rId33" Type="http://schemas.openxmlformats.org/officeDocument/2006/relationships/image" Target="../media/image601.png"/><Relationship Id="rId38" Type="http://schemas.openxmlformats.org/officeDocument/2006/relationships/image" Target="../media/image820.png"/><Relationship Id="rId46" Type="http://schemas.openxmlformats.org/officeDocument/2006/relationships/image" Target="../media/image900.png"/><Relationship Id="rId2" Type="http://schemas.openxmlformats.org/officeDocument/2006/relationships/image" Target="../media/image770.png"/><Relationship Id="rId20" Type="http://schemas.openxmlformats.org/officeDocument/2006/relationships/image" Target="../media/image471.png"/><Relationship Id="rId29" Type="http://schemas.openxmlformats.org/officeDocument/2006/relationships/image" Target="../media/image561.png"/><Relationship Id="rId41" Type="http://schemas.openxmlformats.org/officeDocument/2006/relationships/image" Target="../media/image8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2.png"/><Relationship Id="rId24" Type="http://schemas.openxmlformats.org/officeDocument/2006/relationships/image" Target="../media/image512.png"/><Relationship Id="rId32" Type="http://schemas.openxmlformats.org/officeDocument/2006/relationships/image" Target="../media/image591.png"/><Relationship Id="rId37" Type="http://schemas.openxmlformats.org/officeDocument/2006/relationships/image" Target="../media/image812.png"/><Relationship Id="rId40" Type="http://schemas.openxmlformats.org/officeDocument/2006/relationships/image" Target="../media/image840.png"/><Relationship Id="rId45" Type="http://schemas.openxmlformats.org/officeDocument/2006/relationships/image" Target="../media/image890.png"/><Relationship Id="rId5" Type="http://schemas.openxmlformats.org/officeDocument/2006/relationships/image" Target="../media/image282.png"/><Relationship Id="rId23" Type="http://schemas.openxmlformats.org/officeDocument/2006/relationships/image" Target="../media/image501.png"/><Relationship Id="rId28" Type="http://schemas.openxmlformats.org/officeDocument/2006/relationships/image" Target="../media/image551.png"/><Relationship Id="rId36" Type="http://schemas.openxmlformats.org/officeDocument/2006/relationships/image" Target="../media/image800.png"/><Relationship Id="rId49" Type="http://schemas.openxmlformats.org/officeDocument/2006/relationships/image" Target="../media/image930.png"/><Relationship Id="rId19" Type="http://schemas.openxmlformats.org/officeDocument/2006/relationships/image" Target="../media/image461.png"/><Relationship Id="rId31" Type="http://schemas.openxmlformats.org/officeDocument/2006/relationships/image" Target="../media/image581.png"/><Relationship Id="rId44" Type="http://schemas.openxmlformats.org/officeDocument/2006/relationships/image" Target="../media/image880.png"/><Relationship Id="rId4" Type="http://schemas.openxmlformats.org/officeDocument/2006/relationships/image" Target="../media/image272.png"/><Relationship Id="rId22" Type="http://schemas.openxmlformats.org/officeDocument/2006/relationships/image" Target="../media/image491.png"/><Relationship Id="rId27" Type="http://schemas.openxmlformats.org/officeDocument/2006/relationships/image" Target="../media/image541.png"/><Relationship Id="rId30" Type="http://schemas.openxmlformats.org/officeDocument/2006/relationships/image" Target="../media/image571.png"/><Relationship Id="rId35" Type="http://schemas.openxmlformats.org/officeDocument/2006/relationships/image" Target="../media/image790.png"/><Relationship Id="rId43" Type="http://schemas.openxmlformats.org/officeDocument/2006/relationships/image" Target="../media/image870.png"/><Relationship Id="rId48" Type="http://schemas.openxmlformats.org/officeDocument/2006/relationships/image" Target="../media/image920.png"/><Relationship Id="rId3" Type="http://schemas.openxmlformats.org/officeDocument/2006/relationships/image" Target="../media/image750.png"/></Relationships>
</file>

<file path=ppt/slides/_rels/slide71.xml.rels><?xml version="1.0" encoding="UTF-8" standalone="yes"?>
<Relationships xmlns="http://schemas.openxmlformats.org/package/2006/relationships"><Relationship Id="rId18" Type="http://schemas.openxmlformats.org/officeDocument/2006/relationships/image" Target="../media/image451.png"/><Relationship Id="rId26" Type="http://schemas.openxmlformats.org/officeDocument/2006/relationships/image" Target="../media/image531.png"/><Relationship Id="rId39" Type="http://schemas.openxmlformats.org/officeDocument/2006/relationships/image" Target="../media/image1012.png"/><Relationship Id="rId21" Type="http://schemas.openxmlformats.org/officeDocument/2006/relationships/image" Target="../media/image481.png"/><Relationship Id="rId34" Type="http://schemas.openxmlformats.org/officeDocument/2006/relationships/image" Target="../media/image960.png"/><Relationship Id="rId42" Type="http://schemas.openxmlformats.org/officeDocument/2006/relationships/image" Target="../media/image1040.png"/><Relationship Id="rId47" Type="http://schemas.openxmlformats.org/officeDocument/2006/relationships/image" Target="../media/image1111.png"/><Relationship Id="rId25" Type="http://schemas.openxmlformats.org/officeDocument/2006/relationships/image" Target="../media/image521.png"/><Relationship Id="rId33" Type="http://schemas.openxmlformats.org/officeDocument/2006/relationships/image" Target="../media/image601.png"/><Relationship Id="rId38" Type="http://schemas.openxmlformats.org/officeDocument/2006/relationships/image" Target="../media/image1000.png"/><Relationship Id="rId46" Type="http://schemas.openxmlformats.org/officeDocument/2006/relationships/image" Target="../media/image1080.png"/><Relationship Id="rId2" Type="http://schemas.openxmlformats.org/officeDocument/2006/relationships/image" Target="../media/image940.png"/><Relationship Id="rId20" Type="http://schemas.openxmlformats.org/officeDocument/2006/relationships/image" Target="../media/image471.png"/><Relationship Id="rId29" Type="http://schemas.openxmlformats.org/officeDocument/2006/relationships/image" Target="../media/image561.png"/><Relationship Id="rId41" Type="http://schemas.openxmlformats.org/officeDocument/2006/relationships/image" Target="../media/image10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2.png"/><Relationship Id="rId24" Type="http://schemas.openxmlformats.org/officeDocument/2006/relationships/image" Target="../media/image512.png"/><Relationship Id="rId32" Type="http://schemas.openxmlformats.org/officeDocument/2006/relationships/image" Target="../media/image591.png"/><Relationship Id="rId37" Type="http://schemas.openxmlformats.org/officeDocument/2006/relationships/image" Target="../media/image990.png"/><Relationship Id="rId40" Type="http://schemas.openxmlformats.org/officeDocument/2006/relationships/image" Target="../media/image1020.png"/><Relationship Id="rId45" Type="http://schemas.openxmlformats.org/officeDocument/2006/relationships/image" Target="../media/image1070.png"/><Relationship Id="rId5" Type="http://schemas.openxmlformats.org/officeDocument/2006/relationships/image" Target="../media/image282.png"/><Relationship Id="rId23" Type="http://schemas.openxmlformats.org/officeDocument/2006/relationships/image" Target="../media/image501.png"/><Relationship Id="rId28" Type="http://schemas.openxmlformats.org/officeDocument/2006/relationships/image" Target="../media/image551.png"/><Relationship Id="rId36" Type="http://schemas.openxmlformats.org/officeDocument/2006/relationships/image" Target="../media/image980.png"/><Relationship Id="rId49" Type="http://schemas.openxmlformats.org/officeDocument/2006/relationships/image" Target="../media/image1130.png"/><Relationship Id="rId19" Type="http://schemas.openxmlformats.org/officeDocument/2006/relationships/image" Target="../media/image461.png"/><Relationship Id="rId31" Type="http://schemas.openxmlformats.org/officeDocument/2006/relationships/image" Target="../media/image581.png"/><Relationship Id="rId44" Type="http://schemas.openxmlformats.org/officeDocument/2006/relationships/image" Target="../media/image1060.png"/><Relationship Id="rId4" Type="http://schemas.openxmlformats.org/officeDocument/2006/relationships/image" Target="../media/image272.png"/><Relationship Id="rId22" Type="http://schemas.openxmlformats.org/officeDocument/2006/relationships/image" Target="../media/image491.png"/><Relationship Id="rId27" Type="http://schemas.openxmlformats.org/officeDocument/2006/relationships/image" Target="../media/image541.png"/><Relationship Id="rId30" Type="http://schemas.openxmlformats.org/officeDocument/2006/relationships/image" Target="../media/image571.png"/><Relationship Id="rId35" Type="http://schemas.openxmlformats.org/officeDocument/2006/relationships/image" Target="../media/image970.png"/><Relationship Id="rId43" Type="http://schemas.openxmlformats.org/officeDocument/2006/relationships/image" Target="../media/image1050.png"/><Relationship Id="rId48" Type="http://schemas.openxmlformats.org/officeDocument/2006/relationships/image" Target="../media/image1120.png"/><Relationship Id="rId3" Type="http://schemas.openxmlformats.org/officeDocument/2006/relationships/image" Target="../media/image950.png"/></Relationships>
</file>

<file path=ppt/slides/_rels/slide7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31.png"/><Relationship Id="rId39" Type="http://schemas.openxmlformats.org/officeDocument/2006/relationships/image" Target="../media/image1012.png"/><Relationship Id="rId21" Type="http://schemas.openxmlformats.org/officeDocument/2006/relationships/image" Target="../media/image481.png"/><Relationship Id="rId34" Type="http://schemas.openxmlformats.org/officeDocument/2006/relationships/image" Target="../media/image780.png"/><Relationship Id="rId42" Type="http://schemas.openxmlformats.org/officeDocument/2006/relationships/image" Target="../media/image1040.png"/><Relationship Id="rId47" Type="http://schemas.openxmlformats.org/officeDocument/2006/relationships/image" Target="../media/image1111.png"/><Relationship Id="rId7" Type="http://schemas.openxmlformats.org/officeDocument/2006/relationships/image" Target="../media/image1150.png"/><Relationship Id="rId25" Type="http://schemas.openxmlformats.org/officeDocument/2006/relationships/image" Target="../media/image521.png"/><Relationship Id="rId33" Type="http://schemas.openxmlformats.org/officeDocument/2006/relationships/image" Target="../media/image601.png"/><Relationship Id="rId38" Type="http://schemas.openxmlformats.org/officeDocument/2006/relationships/image" Target="../media/image1000.png"/><Relationship Id="rId46" Type="http://schemas.openxmlformats.org/officeDocument/2006/relationships/image" Target="../media/image1080.png"/><Relationship Id="rId2" Type="http://schemas.openxmlformats.org/officeDocument/2006/relationships/image" Target="../media/image940.png"/><Relationship Id="rId29" Type="http://schemas.openxmlformats.org/officeDocument/2006/relationships/image" Target="../media/image561.png"/><Relationship Id="rId41" Type="http://schemas.openxmlformats.org/officeDocument/2006/relationships/image" Target="../media/image10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2.png"/><Relationship Id="rId24" Type="http://schemas.openxmlformats.org/officeDocument/2006/relationships/image" Target="../media/image512.png"/><Relationship Id="rId32" Type="http://schemas.openxmlformats.org/officeDocument/2006/relationships/image" Target="../media/image591.png"/><Relationship Id="rId37" Type="http://schemas.openxmlformats.org/officeDocument/2006/relationships/image" Target="../media/image990.png"/><Relationship Id="rId40" Type="http://schemas.openxmlformats.org/officeDocument/2006/relationships/image" Target="../media/image1020.png"/><Relationship Id="rId45" Type="http://schemas.openxmlformats.org/officeDocument/2006/relationships/image" Target="../media/image1070.png"/><Relationship Id="rId5" Type="http://schemas.openxmlformats.org/officeDocument/2006/relationships/image" Target="../media/image1140.png"/><Relationship Id="rId23" Type="http://schemas.openxmlformats.org/officeDocument/2006/relationships/image" Target="../media/image501.png"/><Relationship Id="rId28" Type="http://schemas.openxmlformats.org/officeDocument/2006/relationships/image" Target="../media/image551.png"/><Relationship Id="rId36" Type="http://schemas.openxmlformats.org/officeDocument/2006/relationships/image" Target="../media/image800.png"/><Relationship Id="rId49" Type="http://schemas.openxmlformats.org/officeDocument/2006/relationships/image" Target="../media/image1130.png"/><Relationship Id="rId31" Type="http://schemas.openxmlformats.org/officeDocument/2006/relationships/image" Target="../media/image581.png"/><Relationship Id="rId44" Type="http://schemas.openxmlformats.org/officeDocument/2006/relationships/image" Target="../media/image1060.png"/><Relationship Id="rId4" Type="http://schemas.openxmlformats.org/officeDocument/2006/relationships/image" Target="../media/image272.png"/><Relationship Id="rId9" Type="http://schemas.openxmlformats.org/officeDocument/2006/relationships/image" Target="../media/image1170.png"/><Relationship Id="rId22" Type="http://schemas.openxmlformats.org/officeDocument/2006/relationships/image" Target="../media/image491.png"/><Relationship Id="rId27" Type="http://schemas.openxmlformats.org/officeDocument/2006/relationships/image" Target="../media/image1180.png"/><Relationship Id="rId30" Type="http://schemas.openxmlformats.org/officeDocument/2006/relationships/image" Target="../media/image571.png"/><Relationship Id="rId35" Type="http://schemas.openxmlformats.org/officeDocument/2006/relationships/image" Target="../media/image790.png"/><Relationship Id="rId43" Type="http://schemas.openxmlformats.org/officeDocument/2006/relationships/image" Target="../media/image870.png"/><Relationship Id="rId48" Type="http://schemas.openxmlformats.org/officeDocument/2006/relationships/image" Target="../media/image1120.png"/><Relationship Id="rId8" Type="http://schemas.openxmlformats.org/officeDocument/2006/relationships/image" Target="../media/image1160.png"/><Relationship Id="rId3" Type="http://schemas.openxmlformats.org/officeDocument/2006/relationships/image" Target="../media/image750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8" Type="http://schemas.openxmlformats.org/officeDocument/2006/relationships/image" Target="../media/image451.png"/><Relationship Id="rId26" Type="http://schemas.openxmlformats.org/officeDocument/2006/relationships/image" Target="../media/image531.png"/><Relationship Id="rId39" Type="http://schemas.openxmlformats.org/officeDocument/2006/relationships/image" Target="../media/image1280.png"/><Relationship Id="rId21" Type="http://schemas.openxmlformats.org/officeDocument/2006/relationships/image" Target="../media/image481.png"/><Relationship Id="rId34" Type="http://schemas.openxmlformats.org/officeDocument/2006/relationships/image" Target="../media/image1230.png"/><Relationship Id="rId42" Type="http://schemas.openxmlformats.org/officeDocument/2006/relationships/image" Target="../media/image1320.png"/><Relationship Id="rId47" Type="http://schemas.openxmlformats.org/officeDocument/2006/relationships/image" Target="../media/image1370.png"/><Relationship Id="rId50" Type="http://schemas.openxmlformats.org/officeDocument/2006/relationships/image" Target="../media/image1411.png"/><Relationship Id="rId55" Type="http://schemas.openxmlformats.org/officeDocument/2006/relationships/image" Target="../media/image1460.png"/><Relationship Id="rId63" Type="http://schemas.openxmlformats.org/officeDocument/2006/relationships/image" Target="../media/image1550.png"/><Relationship Id="rId68" Type="http://schemas.openxmlformats.org/officeDocument/2006/relationships/image" Target="../media/image1611.png"/><Relationship Id="rId2" Type="http://schemas.openxmlformats.org/officeDocument/2006/relationships/image" Target="../media/image1211.png"/><Relationship Id="rId29" Type="http://schemas.openxmlformats.org/officeDocument/2006/relationships/image" Target="../media/image561.png"/><Relationship Id="rId24" Type="http://schemas.openxmlformats.org/officeDocument/2006/relationships/image" Target="../media/image512.png"/><Relationship Id="rId32" Type="http://schemas.openxmlformats.org/officeDocument/2006/relationships/image" Target="../media/image591.png"/><Relationship Id="rId37" Type="http://schemas.openxmlformats.org/officeDocument/2006/relationships/image" Target="../media/image1260.png"/><Relationship Id="rId40" Type="http://schemas.openxmlformats.org/officeDocument/2006/relationships/image" Target="../media/image1290.png"/><Relationship Id="rId45" Type="http://schemas.openxmlformats.org/officeDocument/2006/relationships/image" Target="../media/image1350.png"/><Relationship Id="rId53" Type="http://schemas.openxmlformats.org/officeDocument/2006/relationships/image" Target="../media/image1440.png"/><Relationship Id="rId58" Type="http://schemas.openxmlformats.org/officeDocument/2006/relationships/image" Target="../media/image1490.png"/><Relationship Id="rId66" Type="http://schemas.openxmlformats.org/officeDocument/2006/relationships/image" Target="../media/image1580.png"/><Relationship Id="rId5" Type="http://schemas.openxmlformats.org/officeDocument/2006/relationships/image" Target="../media/image282.png"/><Relationship Id="rId61" Type="http://schemas.openxmlformats.org/officeDocument/2006/relationships/image" Target="../media/image1530.png"/><Relationship Id="rId19" Type="http://schemas.openxmlformats.org/officeDocument/2006/relationships/image" Target="../media/image461.png"/><Relationship Id="rId4" Type="http://schemas.openxmlformats.org/officeDocument/2006/relationships/image" Target="../media/image272.png"/><Relationship Id="rId22" Type="http://schemas.openxmlformats.org/officeDocument/2006/relationships/image" Target="../media/image491.png"/><Relationship Id="rId27" Type="http://schemas.openxmlformats.org/officeDocument/2006/relationships/image" Target="../media/image541.png"/><Relationship Id="rId30" Type="http://schemas.openxmlformats.org/officeDocument/2006/relationships/image" Target="../media/image571.png"/><Relationship Id="rId35" Type="http://schemas.openxmlformats.org/officeDocument/2006/relationships/image" Target="../media/image1240.png"/><Relationship Id="rId43" Type="http://schemas.openxmlformats.org/officeDocument/2006/relationships/image" Target="../media/image1330.png"/><Relationship Id="rId48" Type="http://schemas.openxmlformats.org/officeDocument/2006/relationships/image" Target="../media/image1380.png"/><Relationship Id="rId56" Type="http://schemas.openxmlformats.org/officeDocument/2006/relationships/image" Target="../media/image1470.png"/><Relationship Id="rId64" Type="http://schemas.openxmlformats.org/officeDocument/2006/relationships/image" Target="../media/image1560.png"/><Relationship Id="rId51" Type="http://schemas.openxmlformats.org/officeDocument/2006/relationships/image" Target="../media/image1420.png"/><Relationship Id="rId3" Type="http://schemas.openxmlformats.org/officeDocument/2006/relationships/image" Target="../media/image1220.png"/><Relationship Id="rId25" Type="http://schemas.openxmlformats.org/officeDocument/2006/relationships/image" Target="../media/image521.png"/><Relationship Id="rId33" Type="http://schemas.openxmlformats.org/officeDocument/2006/relationships/image" Target="../media/image601.png"/><Relationship Id="rId38" Type="http://schemas.openxmlformats.org/officeDocument/2006/relationships/image" Target="../media/image1270.png"/><Relationship Id="rId46" Type="http://schemas.openxmlformats.org/officeDocument/2006/relationships/image" Target="../media/image1360.png"/><Relationship Id="rId59" Type="http://schemas.openxmlformats.org/officeDocument/2006/relationships/image" Target="../media/image1511.png"/><Relationship Id="rId67" Type="http://schemas.openxmlformats.org/officeDocument/2006/relationships/image" Target="../media/image1590.png"/><Relationship Id="rId20" Type="http://schemas.openxmlformats.org/officeDocument/2006/relationships/image" Target="../media/image471.png"/><Relationship Id="rId41" Type="http://schemas.openxmlformats.org/officeDocument/2006/relationships/image" Target="../media/image1311.png"/><Relationship Id="rId54" Type="http://schemas.openxmlformats.org/officeDocument/2006/relationships/image" Target="../media/image1450.png"/><Relationship Id="rId62" Type="http://schemas.openxmlformats.org/officeDocument/2006/relationships/image" Target="../media/image15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2.png"/><Relationship Id="rId23" Type="http://schemas.openxmlformats.org/officeDocument/2006/relationships/image" Target="../media/image501.png"/><Relationship Id="rId28" Type="http://schemas.openxmlformats.org/officeDocument/2006/relationships/image" Target="../media/image551.png"/><Relationship Id="rId36" Type="http://schemas.openxmlformats.org/officeDocument/2006/relationships/image" Target="../media/image1250.png"/><Relationship Id="rId49" Type="http://schemas.openxmlformats.org/officeDocument/2006/relationships/image" Target="../media/image1390.png"/><Relationship Id="rId57" Type="http://schemas.openxmlformats.org/officeDocument/2006/relationships/image" Target="../media/image1480.png"/><Relationship Id="rId31" Type="http://schemas.openxmlformats.org/officeDocument/2006/relationships/image" Target="../media/image581.png"/><Relationship Id="rId44" Type="http://schemas.openxmlformats.org/officeDocument/2006/relationships/image" Target="../media/image1340.png"/><Relationship Id="rId52" Type="http://schemas.openxmlformats.org/officeDocument/2006/relationships/image" Target="../media/image1430.png"/><Relationship Id="rId60" Type="http://schemas.openxmlformats.org/officeDocument/2006/relationships/image" Target="../media/image1520.png"/><Relationship Id="rId65" Type="http://schemas.openxmlformats.org/officeDocument/2006/relationships/image" Target="../media/image1570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4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6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5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46217-8912-7E06-5B48-9C1AFAEFC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CSDS 451: Designing High Performant Systems for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6BB279-3651-105A-8503-217F67B1F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Lecture 10</a:t>
            </a:r>
          </a:p>
          <a:p>
            <a:r>
              <a:rPr lang="en-US" dirty="0"/>
              <a:t>9/25/2025</a:t>
            </a:r>
          </a:p>
          <a:p>
            <a:r>
              <a:rPr lang="en-US" dirty="0"/>
              <a:t>Sanmukh Kuppannagari</a:t>
            </a:r>
          </a:p>
          <a:p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r>
              <a:rPr lang="en-US" dirty="0">
                <a:hlinkClick r:id="rId3"/>
              </a:rPr>
              <a:t>https://sanmukh.research.st/</a:t>
            </a:r>
            <a:r>
              <a:rPr lang="en-US" dirty="0"/>
              <a:t> </a:t>
            </a:r>
          </a:p>
          <a:p>
            <a:r>
              <a:rPr lang="en-US" dirty="0"/>
              <a:t>Case Western Reserve University</a:t>
            </a:r>
          </a:p>
        </p:txBody>
      </p:sp>
    </p:spTree>
    <p:extLst>
      <p:ext uri="{BB962C8B-B14F-4D97-AF65-F5344CB8AC3E}">
        <p14:creationId xmlns:p14="http://schemas.microsoft.com/office/powerpoint/2010/main" val="728785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1AE3-5129-DFC9-C104-281E9186E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E7643-79A8-EFA8-035B-07E3457DA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Convolution as Matrix Multiplication – Motivation</a:t>
            </a:r>
          </a:p>
          <a:p>
            <a:r>
              <a:rPr lang="en-US" dirty="0"/>
              <a:t>Im2Col and Kn2Row Algorithms </a:t>
            </a:r>
          </a:p>
          <a:p>
            <a:r>
              <a:rPr lang="en-US" dirty="0"/>
              <a:t>Scalar Matrix Multiplication Algorithm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305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F3B62-C6B5-3B23-8925-A7F4A848E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Reading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84D86-2480-F6C6-1CC0-FABC5ED98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Papers on Im2Col, Implicit Im2Col</a:t>
            </a:r>
          </a:p>
          <a:p>
            <a:pPr lvl="1"/>
            <a:r>
              <a:rPr lang="en-US" b="1" dirty="0"/>
              <a:t>Original Im2Col:</a:t>
            </a:r>
            <a:r>
              <a:rPr lang="en-US" dirty="0"/>
              <a:t> </a:t>
            </a:r>
            <a:r>
              <a:rPr lang="en-US" dirty="0" err="1"/>
              <a:t>Chetlur</a:t>
            </a:r>
            <a:r>
              <a:rPr lang="en-US" dirty="0"/>
              <a:t>, S., Woolley, C., </a:t>
            </a:r>
            <a:r>
              <a:rPr lang="en-US" dirty="0" err="1"/>
              <a:t>Vandermersch</a:t>
            </a:r>
            <a:r>
              <a:rPr lang="en-US" dirty="0"/>
              <a:t>, P., Cohen, J., Tran, J., Catanzaro, B., &amp; Shelhamer, E. (2014). </a:t>
            </a:r>
            <a:r>
              <a:rPr lang="en-US" dirty="0" err="1"/>
              <a:t>cudnn</a:t>
            </a:r>
            <a:r>
              <a:rPr lang="en-US" dirty="0"/>
              <a:t>: Efficient primitives for deep learning. </a:t>
            </a:r>
            <a:r>
              <a:rPr lang="en-US" i="1" dirty="0" err="1"/>
              <a:t>arXiv</a:t>
            </a:r>
            <a:r>
              <a:rPr lang="en-US" i="1" dirty="0"/>
              <a:t> preprint arXiv:1410.0759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Implicit Im2Col Nvidia Doc: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https://docs.nvidia.com/deeplearning/performance/dl-performance-convolutional/index.html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Implicit Im2Col: </a:t>
            </a:r>
            <a:r>
              <a:rPr lang="en-US" dirty="0"/>
              <a:t>S. Lym, D. Lee, M. O’Connor, N. Chatterjee, and M. Erez, “Delta: </a:t>
            </a:r>
            <a:r>
              <a:rPr lang="en-US" dirty="0" err="1"/>
              <a:t>Gpu</a:t>
            </a:r>
            <a:r>
              <a:rPr lang="en-US" dirty="0"/>
              <a:t> performance model for deep learning applications with in-depth memory system traffic analysis,” in 2019 IEEE International Symposium on Performance Analysis of Systems and Software (ISPASS). IEEE, 2019, pp. 293–303  </a:t>
            </a:r>
          </a:p>
          <a:p>
            <a:pPr lvl="1"/>
            <a:r>
              <a:rPr lang="en-US" b="1" dirty="0"/>
              <a:t>Implicit Im2Col:  </a:t>
            </a:r>
            <a:r>
              <a:rPr lang="en-US" dirty="0"/>
              <a:t>Zhou, </a:t>
            </a:r>
            <a:r>
              <a:rPr lang="en-US" dirty="0" err="1"/>
              <a:t>Yangjie</a:t>
            </a:r>
            <a:r>
              <a:rPr lang="en-US" dirty="0"/>
              <a:t>, et al. "Characterizing and demystifying the implicit convolution algorithm on commercial matrix-multiplication accelerators." </a:t>
            </a:r>
            <a:r>
              <a:rPr lang="en-US" i="1" dirty="0"/>
              <a:t>2021 IEEE International Symposium on Workload Characterization (IISWC)</a:t>
            </a:r>
            <a:r>
              <a:rPr lang="en-US" dirty="0"/>
              <a:t>. IEEE, 2021.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17EA9-2AA2-405C-DEA8-99F763416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970C4-171B-6094-A085-F8971D132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Reading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B4DB7-E50C-7A1B-B5ED-B7B3C4574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Kn2Row: </a:t>
            </a:r>
            <a:r>
              <a:rPr lang="en-US" dirty="0"/>
              <a:t>Vasudevan, A., Anderson, A., &amp; Gregg, D. (2017, July). Parallel multi channel convolution using general matrix multiplication. In </a:t>
            </a:r>
            <a:r>
              <a:rPr lang="en-US" i="1" dirty="0"/>
              <a:t>2017 IEEE 28th international conference on application-specific systems, architectures and processors (ASAP)</a:t>
            </a:r>
            <a:r>
              <a:rPr lang="en-US" dirty="0"/>
              <a:t> (pp. 19-24). IEEE.</a:t>
            </a:r>
          </a:p>
          <a:p>
            <a:r>
              <a:rPr lang="en-US" b="1" dirty="0"/>
              <a:t>Scalar Matrix Multiplication: </a:t>
            </a:r>
            <a:r>
              <a:rPr lang="en-US" dirty="0"/>
              <a:t>Ofir, A., &amp; Ben-Artzi, G. (2022). </a:t>
            </a:r>
            <a:r>
              <a:rPr lang="en-US" dirty="0" err="1"/>
              <a:t>Smm</a:t>
            </a:r>
            <a:r>
              <a:rPr lang="en-US" dirty="0"/>
              <a:t>-conv: Scalar matrix multiplication with zero packing for accelerated convolution. In </a:t>
            </a:r>
            <a:r>
              <a:rPr lang="en-US" i="1" dirty="0"/>
              <a:t>Proceedings of the IEEE/CVF Conference on Computer Vision and Pattern Recognition</a:t>
            </a:r>
            <a:r>
              <a:rPr lang="en-US" dirty="0"/>
              <a:t> (pp. 3067-3075).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012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B00F9-AA3D-3F6B-9D54-9D900EDC7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0E7A2-B6DD-4C97-82DF-B1A2589E2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0DCE2-5085-717E-EA1E-63F66CE1C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Convolution as Matrix Multiplication – Motivation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Im2Col and Kn2Row Algorithms 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Scalar Matrix Multiplication Algorithm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082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116A7-A685-A7ED-5E26-E1EC95586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Operation in CNN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A4B006-13F0-C9EB-1BA3-1AD1583897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Forward Propagation: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𝐶𝑜𝑛𝑣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Backward Propagation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𝐶𝑜𝑛𝑣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𝐶𝑜𝑛𝑣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180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A4B006-13F0-C9EB-1BA3-1AD1583897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707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8B101-A2BD-6BC4-7903-5C9CDB9D2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CE9F8-DC07-01AC-297B-14433C30B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38695" cy="1325563"/>
          </a:xfrm>
        </p:spPr>
        <p:txBody>
          <a:bodyPr/>
          <a:lstStyle/>
          <a:p>
            <a:r>
              <a:rPr lang="en-US" dirty="0"/>
              <a:t>CNN on A100 Roofline Plot (assuming infinite cache)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33A62C-C0B5-7D40-7820-70B60344DF87}"/>
              </a:ext>
            </a:extLst>
          </p:cNvPr>
          <p:cNvSpPr/>
          <p:nvPr/>
        </p:nvSpPr>
        <p:spPr>
          <a:xfrm>
            <a:off x="4935857" y="3207847"/>
            <a:ext cx="3799932" cy="207132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3E550256-A77A-94E8-946D-B8FDE419A4BB}"/>
              </a:ext>
            </a:extLst>
          </p:cNvPr>
          <p:cNvSpPr/>
          <p:nvPr/>
        </p:nvSpPr>
        <p:spPr>
          <a:xfrm>
            <a:off x="2893287" y="3311664"/>
            <a:ext cx="1984101" cy="1950950"/>
          </a:xfrm>
          <a:prstGeom prst="triangle">
            <a:avLst>
              <a:gd name="adj" fmla="val 99069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F82DA2B-7CBB-5689-DB72-1DE325B9965E}"/>
              </a:ext>
            </a:extLst>
          </p:cNvPr>
          <p:cNvCxnSpPr>
            <a:cxnSpLocks/>
          </p:cNvCxnSpPr>
          <p:nvPr/>
        </p:nvCxnSpPr>
        <p:spPr>
          <a:xfrm>
            <a:off x="2065357" y="5271110"/>
            <a:ext cx="719797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E167BF7-777B-9CB6-C29D-CFBE7902DA39}"/>
              </a:ext>
            </a:extLst>
          </p:cNvPr>
          <p:cNvCxnSpPr>
            <a:cxnSpLocks/>
          </p:cNvCxnSpPr>
          <p:nvPr/>
        </p:nvCxnSpPr>
        <p:spPr>
          <a:xfrm flipV="1">
            <a:off x="2827357" y="2727202"/>
            <a:ext cx="0" cy="28135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5D009A6-00FD-85BA-A81D-96FB6AEC7CC4}"/>
              </a:ext>
            </a:extLst>
          </p:cNvPr>
          <p:cNvCxnSpPr/>
          <p:nvPr/>
        </p:nvCxnSpPr>
        <p:spPr>
          <a:xfrm flipV="1">
            <a:off x="2827357" y="3207848"/>
            <a:ext cx="2063262" cy="2063262"/>
          </a:xfrm>
          <a:prstGeom prst="line">
            <a:avLst/>
          </a:prstGeom>
          <a:ln w="635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2796B62-6C8D-43E8-0F78-8A258D8A6773}"/>
              </a:ext>
            </a:extLst>
          </p:cNvPr>
          <p:cNvCxnSpPr>
            <a:cxnSpLocks/>
          </p:cNvCxnSpPr>
          <p:nvPr/>
        </p:nvCxnSpPr>
        <p:spPr>
          <a:xfrm flipH="1">
            <a:off x="4878896" y="3207847"/>
            <a:ext cx="3856893" cy="1"/>
          </a:xfrm>
          <a:prstGeom prst="line">
            <a:avLst/>
          </a:prstGeom>
          <a:ln w="635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AC38A0A-72AF-E144-F212-C7586B48BEBE}"/>
              </a:ext>
            </a:extLst>
          </p:cNvPr>
          <p:cNvSpPr txBox="1"/>
          <p:nvPr/>
        </p:nvSpPr>
        <p:spPr>
          <a:xfrm>
            <a:off x="2904399" y="2624213"/>
            <a:ext cx="1974497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Memory Bound</a:t>
            </a: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D94CD3-C683-4948-FBC3-4B4CBDA85C47}"/>
              </a:ext>
            </a:extLst>
          </p:cNvPr>
          <p:cNvSpPr txBox="1"/>
          <p:nvPr/>
        </p:nvSpPr>
        <p:spPr>
          <a:xfrm>
            <a:off x="346094" y="3660874"/>
            <a:ext cx="23562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Sustained Performance</a:t>
            </a:r>
          </a:p>
          <a:p>
            <a:pPr algn="ctr"/>
            <a:r>
              <a:rPr lang="en-US" dirty="0"/>
              <a:t>(ops/sec)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F50280-ABC3-234A-907D-FE133FDFB6CE}"/>
              </a:ext>
            </a:extLst>
          </p:cNvPr>
          <p:cNvSpPr txBox="1"/>
          <p:nvPr/>
        </p:nvSpPr>
        <p:spPr>
          <a:xfrm>
            <a:off x="9257348" y="5403406"/>
            <a:ext cx="2187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Arithmetic Intensity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8863F9C-D9E8-7BF7-40F1-4BFD931D1FF0}"/>
              </a:ext>
            </a:extLst>
          </p:cNvPr>
          <p:cNvCxnSpPr>
            <a:cxnSpLocks/>
          </p:cNvCxnSpPr>
          <p:nvPr/>
        </p:nvCxnSpPr>
        <p:spPr>
          <a:xfrm>
            <a:off x="4890619" y="2573573"/>
            <a:ext cx="0" cy="2697537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F4F47C2-E52C-1EFA-02E8-2EB9AD0FA571}"/>
              </a:ext>
            </a:extLst>
          </p:cNvPr>
          <p:cNvSpPr txBox="1"/>
          <p:nvPr/>
        </p:nvSpPr>
        <p:spPr>
          <a:xfrm>
            <a:off x="5986575" y="2627614"/>
            <a:ext cx="1911164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000" b="1" dirty="0">
                <a:latin typeface="Calibri"/>
                <a:cs typeface="Calibri"/>
              </a:rPr>
              <a:t>Compute Bound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F2D583-5F07-BDC9-8057-3357AE26E8DC}"/>
              </a:ext>
            </a:extLst>
          </p:cNvPr>
          <p:cNvSpPr txBox="1"/>
          <p:nvPr/>
        </p:nvSpPr>
        <p:spPr>
          <a:xfrm>
            <a:off x="4001415" y="5263041"/>
            <a:ext cx="177511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Calibri"/>
                <a:cs typeface="Calibri"/>
              </a:rPr>
              <a:t>75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1F3F6B8-B2D7-5B61-56B4-D1944846D21B}"/>
              </a:ext>
            </a:extLst>
          </p:cNvPr>
          <p:cNvCxnSpPr>
            <a:cxnSpLocks/>
          </p:cNvCxnSpPr>
          <p:nvPr/>
        </p:nvCxnSpPr>
        <p:spPr>
          <a:xfrm flipV="1">
            <a:off x="1492584" y="4307205"/>
            <a:ext cx="0" cy="377566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2C59280-5ADA-5BA1-2B47-67FCD3AAE8F0}"/>
              </a:ext>
            </a:extLst>
          </p:cNvPr>
          <p:cNvCxnSpPr>
            <a:cxnSpLocks/>
          </p:cNvCxnSpPr>
          <p:nvPr/>
        </p:nvCxnSpPr>
        <p:spPr>
          <a:xfrm>
            <a:off x="8840743" y="5540742"/>
            <a:ext cx="453869" cy="0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F3427BF-179A-6AEE-AAC2-E14DCA767E22}"/>
              </a:ext>
            </a:extLst>
          </p:cNvPr>
          <p:cNvSpPr txBox="1"/>
          <p:nvPr/>
        </p:nvSpPr>
        <p:spPr>
          <a:xfrm>
            <a:off x="2770804" y="3014543"/>
            <a:ext cx="13918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Peak </a:t>
            </a:r>
          </a:p>
          <a:p>
            <a:pPr algn="ctr"/>
            <a:r>
              <a:rPr lang="en-US" dirty="0"/>
              <a:t>Performance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4B96F10-39C6-F903-E550-8145F4C09AAC}"/>
              </a:ext>
            </a:extLst>
          </p:cNvPr>
          <p:cNvCxnSpPr>
            <a:cxnSpLocks/>
          </p:cNvCxnSpPr>
          <p:nvPr/>
        </p:nvCxnSpPr>
        <p:spPr>
          <a:xfrm>
            <a:off x="3858988" y="3199351"/>
            <a:ext cx="316901" cy="0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07835D3-5D51-8543-FC37-F22AC1C81D65}"/>
              </a:ext>
            </a:extLst>
          </p:cNvPr>
          <p:cNvCxnSpPr>
            <a:cxnSpLocks/>
          </p:cNvCxnSpPr>
          <p:nvPr/>
        </p:nvCxnSpPr>
        <p:spPr>
          <a:xfrm flipH="1">
            <a:off x="4888971" y="2197111"/>
            <a:ext cx="1648" cy="314148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DD24DDF-6E5F-25D8-8D6D-7FA9A86A7261}"/>
              </a:ext>
            </a:extLst>
          </p:cNvPr>
          <p:cNvSpPr txBox="1"/>
          <p:nvPr/>
        </p:nvSpPr>
        <p:spPr>
          <a:xfrm>
            <a:off x="3039926" y="5837626"/>
            <a:ext cx="5934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Which area will the CNN Performance lie in?</a:t>
            </a:r>
            <a:r>
              <a:rPr lang="en-US" dirty="0">
                <a:solidFill>
                  <a:srgbClr val="C00000"/>
                </a:solidFill>
              </a:rPr>
              <a:t> Compute Bound</a:t>
            </a:r>
          </a:p>
        </p:txBody>
      </p:sp>
    </p:spTree>
    <p:extLst>
      <p:ext uri="{BB962C8B-B14F-4D97-AF65-F5344CB8AC3E}">
        <p14:creationId xmlns:p14="http://schemas.microsoft.com/office/powerpoint/2010/main" val="1699230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44739-307E-550A-FBC0-2BDD94618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Implications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C6A85C-8AF4-AB69-2804-FF92A416D6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Essentially a Compute Bound Problem, assuming large cache</a:t>
                </a:r>
              </a:p>
              <a:p>
                <a:endParaRPr lang="en-US" dirty="0"/>
              </a:p>
              <a:p>
                <a:r>
                  <a:rPr lang="en-US" dirty="0"/>
                  <a:t>Objective: How to ensure efficiency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, i.e., all compute units are fully utilized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If cache is limited</a:t>
                </a:r>
              </a:p>
              <a:p>
                <a:pPr lvl="1"/>
                <a:r>
                  <a:rPr lang="en-US" dirty="0"/>
                  <a:t>Objective 1: How to improve data reuse so that compute units have enough to work on?</a:t>
                </a:r>
              </a:p>
              <a:p>
                <a:pPr lvl="1"/>
                <a:r>
                  <a:rPr lang="en-US" dirty="0"/>
                  <a:t>Objective 2: How to ensure efficiency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, i.e., all compute units are fully utilized</a:t>
                </a:r>
              </a:p>
              <a:p>
                <a:endParaRPr lang="en-US" dirty="0"/>
              </a:p>
              <a:p>
                <a:r>
                  <a:rPr lang="en-US" dirty="0"/>
                  <a:t>Another approach: increase Number of Devices </a:t>
                </a:r>
              </a:p>
              <a:p>
                <a:pPr lvl="2"/>
                <a:r>
                  <a:rPr lang="en-US" dirty="0"/>
                  <a:t>+ Larger On-chip memory</a:t>
                </a:r>
              </a:p>
              <a:p>
                <a:pPr lvl="2"/>
                <a:r>
                  <a:rPr lang="en-US" dirty="0"/>
                  <a:t>+ Higher bandwidth</a:t>
                </a:r>
              </a:p>
              <a:p>
                <a:pPr lvl="2"/>
                <a:r>
                  <a:rPr lang="en-US" dirty="0"/>
                  <a:t>- Communication/Synchronization overheads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C6A85C-8AF4-AB69-2804-FF92A416D6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3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5794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514A3-4489-25D3-D48C-3AEB66CFA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 as Matrix Multiplications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6DC7F-C51E-15A5-929A-FFDFD74F1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Transform the input features and kernels into matrices and perform matrix multiplication.</a:t>
            </a:r>
          </a:p>
          <a:p>
            <a:endParaRPr lang="en-US" dirty="0"/>
          </a:p>
          <a:p>
            <a:r>
              <a:rPr lang="en-US" dirty="0"/>
              <a:t>Theoretically, matrix multiplication algorithms achieve cost optimality and good data reuse</a:t>
            </a:r>
          </a:p>
          <a:p>
            <a:endParaRPr lang="en-US" dirty="0"/>
          </a:p>
          <a:p>
            <a:r>
              <a:rPr lang="en-US" dirty="0"/>
              <a:t>Practically, every hardware vendor provides optimized implementations of matrix operations</a:t>
            </a:r>
          </a:p>
        </p:txBody>
      </p:sp>
    </p:spTree>
    <p:extLst>
      <p:ext uri="{BB962C8B-B14F-4D97-AF65-F5344CB8AC3E}">
        <p14:creationId xmlns:p14="http://schemas.microsoft.com/office/powerpoint/2010/main" val="975006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EB252-7619-CD13-C9E7-88C3CF294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8F3AF2-EA9E-3DE3-BD2B-EC8DFE59A3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Data Reuse Factor:</a:t>
                </a:r>
              </a:p>
              <a:p>
                <a:endParaRPr lang="en-US" dirty="0"/>
              </a:p>
              <a:p>
                <a:r>
                  <a:rPr lang="en-US" dirty="0"/>
                  <a:t>Total Computations  -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ra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ra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Total data transfers –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ra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transfers</a:t>
                </a:r>
              </a:p>
              <a:p>
                <a:endParaRPr lang="en-US" dirty="0"/>
              </a:p>
              <a:p>
                <a:r>
                  <a:rPr lang="en-US" dirty="0"/>
                  <a:t>Data Reuse Factor: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8F3AF2-EA9E-3DE3-BD2B-EC8DFE59A3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6755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83F33-32FA-0BEC-2913-8C79EEF69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Blocked 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B63779-2D0A-0E27-B487-90C5C9981D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Serial Algorithm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Parallel Algorithm:</a:t>
                </a:r>
              </a:p>
              <a:p>
                <a:r>
                  <a:rPr lang="en-US" dirty="0"/>
                  <a:t>Number of steps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Work done by each processor in each step: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Cost of the algorithm: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Cost of the algorithm ~ serial complexity. So work optimal.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B63779-2D0A-0E27-B487-90C5C9981D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5355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A55A4-7E10-2119-6140-5DE8603DC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BLAS – Basic Linear Algebra Subprograms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99DD8-2ECC-3219-5100-228177006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specification describing a set of low level routines for performing common linear algebra operations</a:t>
            </a:r>
          </a:p>
          <a:p>
            <a:endParaRPr lang="en-US" dirty="0"/>
          </a:p>
          <a:p>
            <a:r>
              <a:rPr lang="en-US" dirty="0"/>
              <a:t>Hardware vendors develop optimized versions for their platform,</a:t>
            </a:r>
          </a:p>
          <a:p>
            <a:endParaRPr lang="en-US" dirty="0"/>
          </a:p>
          <a:p>
            <a:r>
              <a:rPr lang="en-US" dirty="0"/>
              <a:t>While still conforming to the specification enabling portability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811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55AC7-1CCE-55D8-EA72-CEC142DBF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BLAS – Basic Linear Algebra Subprograms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F5107-2D18-83F5-D513-1391AD42F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Three levels of operations:</a:t>
            </a:r>
          </a:p>
          <a:p>
            <a:endParaRPr lang="en-US" dirty="0"/>
          </a:p>
          <a:p>
            <a:r>
              <a:rPr lang="en-US" dirty="0"/>
              <a:t>Level 1: Vector Operations such as dot products, vector addition, scaling, etc. </a:t>
            </a:r>
          </a:p>
          <a:p>
            <a:endParaRPr lang="en-US" dirty="0"/>
          </a:p>
          <a:p>
            <a:r>
              <a:rPr lang="en-US" dirty="0"/>
              <a:t>Level 2: Matrix Vector Operations such as matrix-vector multiplication or </a:t>
            </a:r>
          </a:p>
          <a:p>
            <a:endParaRPr lang="en-US" dirty="0"/>
          </a:p>
          <a:p>
            <a:r>
              <a:rPr lang="en-US" dirty="0"/>
              <a:t>Level 3: Matrix-Matrix Operations such as matrix multiplications, scaling, etc.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660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C709B-F27A-E1FF-B182-C9DA216D3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GEMM – Generalized Matrix </a:t>
            </a:r>
            <a:r>
              <a:rPr lang="en-US" dirty="0" err="1"/>
              <a:t>Matrix</a:t>
            </a:r>
            <a:r>
              <a:rPr lang="en-US" dirty="0"/>
              <a:t>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F7E774-C51C-F326-9231-BE3B521CEA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Matrix Operation of the form 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scalar values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matrices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𝑜𝑝</m:t>
                    </m:r>
                  </m:oMath>
                </a14:m>
                <a:r>
                  <a:rPr lang="en-US" dirty="0"/>
                  <a:t>: transpose operation that is applied if an appropriate parameter is set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F7E774-C51C-F326-9231-BE3B521CEA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928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9249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5F825-B37C-4296-E0AB-8EC79FD45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GEMM – Generalized Matrix </a:t>
            </a:r>
            <a:r>
              <a:rPr lang="en-US" dirty="0" err="1"/>
              <a:t>Matrix</a:t>
            </a:r>
            <a:r>
              <a:rPr lang="en-US" dirty="0"/>
              <a:t>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4E34B-6F40-F21D-B5DC-BBB38B480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cublasStatus_t</a:t>
            </a:r>
            <a:r>
              <a:rPr lang="en-US" dirty="0"/>
              <a:t> </a:t>
            </a:r>
            <a:r>
              <a:rPr lang="en-US" dirty="0" err="1"/>
              <a:t>cublasSgemm</a:t>
            </a:r>
            <a:r>
              <a:rPr lang="en-US" dirty="0"/>
              <a:t>(</a:t>
            </a:r>
            <a:r>
              <a:rPr lang="en-US" dirty="0" err="1"/>
              <a:t>cublasHandle_t</a:t>
            </a:r>
            <a:r>
              <a:rPr lang="en-US" dirty="0"/>
              <a:t> handle,</a:t>
            </a:r>
          </a:p>
          <a:p>
            <a:pPr marL="0" indent="0">
              <a:buNone/>
            </a:pPr>
            <a:r>
              <a:rPr lang="en-US" dirty="0"/>
              <a:t>                           </a:t>
            </a:r>
            <a:r>
              <a:rPr lang="en-US" dirty="0" err="1"/>
              <a:t>cublasOperation_t</a:t>
            </a:r>
            <a:r>
              <a:rPr lang="en-US" dirty="0"/>
              <a:t> </a:t>
            </a:r>
            <a:r>
              <a:rPr lang="en-US" dirty="0" err="1"/>
              <a:t>transa</a:t>
            </a:r>
            <a:r>
              <a:rPr lang="en-US" dirty="0"/>
              <a:t>, </a:t>
            </a:r>
            <a:r>
              <a:rPr lang="en-US" dirty="0" err="1"/>
              <a:t>cublasOperation_t</a:t>
            </a:r>
            <a:r>
              <a:rPr lang="en-US" dirty="0"/>
              <a:t> </a:t>
            </a:r>
            <a:r>
              <a:rPr lang="en-US" dirty="0" err="1"/>
              <a:t>transb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                       int m, int n, int k,</a:t>
            </a:r>
          </a:p>
          <a:p>
            <a:pPr marL="0" indent="0">
              <a:buNone/>
            </a:pPr>
            <a:r>
              <a:rPr lang="en-US" dirty="0"/>
              <a:t>                           const float           *alpha,</a:t>
            </a:r>
          </a:p>
          <a:p>
            <a:pPr marL="0" indent="0">
              <a:buNone/>
            </a:pPr>
            <a:r>
              <a:rPr lang="en-US" dirty="0"/>
              <a:t>                           const float           *A, int </a:t>
            </a:r>
            <a:r>
              <a:rPr lang="en-US" dirty="0" err="1"/>
              <a:t>lda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                       const float           *B, int </a:t>
            </a:r>
            <a:r>
              <a:rPr lang="en-US" dirty="0" err="1"/>
              <a:t>ldb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                       const float           *beta,</a:t>
            </a:r>
          </a:p>
          <a:p>
            <a:pPr marL="0" indent="0">
              <a:buNone/>
            </a:pPr>
            <a:r>
              <a:rPr lang="en-US" dirty="0"/>
              <a:t>                           float           *C, int </a:t>
            </a:r>
            <a:r>
              <a:rPr lang="en-US" dirty="0" err="1"/>
              <a:t>ldc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89840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F23F9-E7FD-7D44-82F7-A46768509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D57E4-7A99-1BDA-D195-853F013A2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GEMM – Generalized Matrix </a:t>
            </a:r>
            <a:r>
              <a:rPr lang="en-US" dirty="0" err="1"/>
              <a:t>Matrix</a:t>
            </a:r>
            <a:r>
              <a:rPr lang="en-US" dirty="0"/>
              <a:t>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B7B00-E363-65D9-8A14-195CA5ACA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cublasStatus_t</a:t>
            </a:r>
            <a:r>
              <a:rPr lang="en-US" dirty="0"/>
              <a:t> </a:t>
            </a:r>
            <a:r>
              <a:rPr lang="en-US" dirty="0" err="1"/>
              <a:t>cublasSgemm</a:t>
            </a:r>
            <a:r>
              <a:rPr lang="en-US" dirty="0"/>
              <a:t>(</a:t>
            </a:r>
            <a:r>
              <a:rPr lang="en-US" dirty="0" err="1"/>
              <a:t>cublasHandle_t</a:t>
            </a:r>
            <a:r>
              <a:rPr lang="en-US" dirty="0"/>
              <a:t> handle,</a:t>
            </a:r>
          </a:p>
          <a:p>
            <a:pPr marL="0" indent="0">
              <a:buNone/>
            </a:pPr>
            <a:r>
              <a:rPr lang="en-US" dirty="0"/>
              <a:t>                           </a:t>
            </a:r>
            <a:r>
              <a:rPr lang="en-US" dirty="0" err="1">
                <a:solidFill>
                  <a:srgbClr val="C00000"/>
                </a:solidFill>
              </a:rPr>
              <a:t>cublasOperation_t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transa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 err="1">
                <a:solidFill>
                  <a:srgbClr val="C00000"/>
                </a:solidFill>
              </a:rPr>
              <a:t>cublasOperation_t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transb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                       int m, int n, int k,</a:t>
            </a:r>
          </a:p>
          <a:p>
            <a:pPr marL="0" indent="0">
              <a:buNone/>
            </a:pPr>
            <a:r>
              <a:rPr lang="en-US" dirty="0"/>
              <a:t>                           const float           *alpha,</a:t>
            </a:r>
          </a:p>
          <a:p>
            <a:pPr marL="0" indent="0">
              <a:buNone/>
            </a:pPr>
            <a:r>
              <a:rPr lang="en-US" dirty="0"/>
              <a:t>                           const float           *A, int </a:t>
            </a:r>
            <a:r>
              <a:rPr lang="en-US" dirty="0" err="1"/>
              <a:t>lda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                       const float           *B, int </a:t>
            </a:r>
            <a:r>
              <a:rPr lang="en-US" dirty="0" err="1"/>
              <a:t>ldb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                       const float           *beta,</a:t>
            </a:r>
          </a:p>
          <a:p>
            <a:pPr marL="0" indent="0">
              <a:buNone/>
            </a:pPr>
            <a:r>
              <a:rPr lang="en-US" dirty="0"/>
              <a:t>                           float           *C, int </a:t>
            </a:r>
            <a:r>
              <a:rPr lang="en-US" dirty="0" err="1"/>
              <a:t>ldc</a:t>
            </a:r>
            <a:r>
              <a:rPr lang="en-US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86003A-E9C1-B867-DBA5-1EC8A559FB46}"/>
              </a:ext>
            </a:extLst>
          </p:cNvPr>
          <p:cNvSpPr txBox="1"/>
          <p:nvPr/>
        </p:nvSpPr>
        <p:spPr>
          <a:xfrm>
            <a:off x="7375756" y="3429000"/>
            <a:ext cx="45962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Parameters that determine whether to transpose the matrix or not:</a:t>
            </a:r>
          </a:p>
          <a:p>
            <a:endParaRPr lang="en-US" dirty="0"/>
          </a:p>
          <a:p>
            <a:r>
              <a:rPr lang="en-US" dirty="0" err="1"/>
              <a:t>transa</a:t>
            </a:r>
            <a:r>
              <a:rPr lang="en-US" dirty="0"/>
              <a:t> = CUBLAS_OP_N -&gt; No transposition</a:t>
            </a:r>
          </a:p>
          <a:p>
            <a:r>
              <a:rPr lang="en-US" dirty="0" err="1"/>
              <a:t>transa</a:t>
            </a:r>
            <a:r>
              <a:rPr lang="en-US" dirty="0"/>
              <a:t> = CUBLAS_OP_T -&gt; Transpose</a:t>
            </a:r>
          </a:p>
          <a:p>
            <a:r>
              <a:rPr lang="en-US" dirty="0" err="1"/>
              <a:t>transa</a:t>
            </a:r>
            <a:r>
              <a:rPr lang="en-US" dirty="0"/>
              <a:t> = CUBLAS_OP_H -&gt; Hermitian Transpose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87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3C755-F2C9-009F-E3A6-1AC9A7F06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9B2DC-1BDA-4B31-BEE7-C318FDE08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GEMM – Generalized Matrix </a:t>
            </a:r>
            <a:r>
              <a:rPr lang="en-US" dirty="0" err="1"/>
              <a:t>Matrix</a:t>
            </a:r>
            <a:r>
              <a:rPr lang="en-US" dirty="0"/>
              <a:t>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3D879-6F17-6CDD-C557-58259BA4F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cublasStatus_t</a:t>
            </a:r>
            <a:r>
              <a:rPr lang="en-US" dirty="0"/>
              <a:t> </a:t>
            </a:r>
            <a:r>
              <a:rPr lang="en-US" dirty="0" err="1"/>
              <a:t>cublasSgemm</a:t>
            </a:r>
            <a:r>
              <a:rPr lang="en-US" dirty="0"/>
              <a:t>(</a:t>
            </a:r>
            <a:r>
              <a:rPr lang="en-US" dirty="0" err="1"/>
              <a:t>cublasHandle_t</a:t>
            </a:r>
            <a:r>
              <a:rPr lang="en-US" dirty="0"/>
              <a:t> handle,</a:t>
            </a:r>
          </a:p>
          <a:p>
            <a:pPr marL="0" indent="0">
              <a:buNone/>
            </a:pPr>
            <a:r>
              <a:rPr lang="en-US" dirty="0"/>
              <a:t>                           </a:t>
            </a:r>
            <a:r>
              <a:rPr lang="en-US" dirty="0" err="1"/>
              <a:t>cublasOperation_t</a:t>
            </a:r>
            <a:r>
              <a:rPr lang="en-US" dirty="0"/>
              <a:t> </a:t>
            </a:r>
            <a:r>
              <a:rPr lang="en-US" dirty="0" err="1"/>
              <a:t>transa</a:t>
            </a:r>
            <a:r>
              <a:rPr lang="en-US" dirty="0"/>
              <a:t>, </a:t>
            </a:r>
            <a:r>
              <a:rPr lang="en-US" dirty="0" err="1"/>
              <a:t>cublasOperation_t</a:t>
            </a:r>
            <a:r>
              <a:rPr lang="en-US" dirty="0"/>
              <a:t> </a:t>
            </a:r>
            <a:r>
              <a:rPr lang="en-US" dirty="0" err="1"/>
              <a:t>transb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                       </a:t>
            </a:r>
            <a:r>
              <a:rPr lang="en-US" dirty="0">
                <a:solidFill>
                  <a:srgbClr val="C00000"/>
                </a:solidFill>
              </a:rPr>
              <a:t>int m, int n, int k,</a:t>
            </a:r>
          </a:p>
          <a:p>
            <a:pPr marL="0" indent="0">
              <a:buNone/>
            </a:pPr>
            <a:r>
              <a:rPr lang="en-US" dirty="0"/>
              <a:t>                           const float           *alpha,</a:t>
            </a:r>
          </a:p>
          <a:p>
            <a:pPr marL="0" indent="0">
              <a:buNone/>
            </a:pPr>
            <a:r>
              <a:rPr lang="en-US" dirty="0"/>
              <a:t>                           const float           *A, int </a:t>
            </a:r>
            <a:r>
              <a:rPr lang="en-US" dirty="0" err="1"/>
              <a:t>lda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                       const float           *B, int </a:t>
            </a:r>
            <a:r>
              <a:rPr lang="en-US" dirty="0" err="1"/>
              <a:t>ldb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                       const float           *beta,</a:t>
            </a:r>
          </a:p>
          <a:p>
            <a:pPr marL="0" indent="0">
              <a:buNone/>
            </a:pPr>
            <a:r>
              <a:rPr lang="en-US" dirty="0"/>
              <a:t>                           float           *C, int </a:t>
            </a:r>
            <a:r>
              <a:rPr lang="en-US" dirty="0" err="1"/>
              <a:t>ldc</a:t>
            </a:r>
            <a:r>
              <a:rPr lang="en-US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6A7215-A5AB-E378-4196-E9817845E4EE}"/>
              </a:ext>
            </a:extLst>
          </p:cNvPr>
          <p:cNvSpPr txBox="1"/>
          <p:nvPr/>
        </p:nvSpPr>
        <p:spPr>
          <a:xfrm>
            <a:off x="7375756" y="3429000"/>
            <a:ext cx="4596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Dimensions of the matrices</a:t>
            </a:r>
          </a:p>
        </p:txBody>
      </p:sp>
    </p:spTree>
    <p:extLst>
      <p:ext uri="{BB962C8B-B14F-4D97-AF65-F5344CB8AC3E}">
        <p14:creationId xmlns:p14="http://schemas.microsoft.com/office/powerpoint/2010/main" val="3909936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F5C7D-94FA-229F-1796-DA04FBAC1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E334D-0223-0DEA-4D3D-05ED804D1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GEMM – Generalized Matrix </a:t>
            </a:r>
            <a:r>
              <a:rPr lang="en-US" dirty="0" err="1"/>
              <a:t>Matrix</a:t>
            </a:r>
            <a:r>
              <a:rPr lang="en-US" dirty="0"/>
              <a:t>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17C18-595A-B5D4-8E49-BC0C0300D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cublasStatus_t</a:t>
            </a:r>
            <a:r>
              <a:rPr lang="en-US" dirty="0"/>
              <a:t> </a:t>
            </a:r>
            <a:r>
              <a:rPr lang="en-US" dirty="0" err="1"/>
              <a:t>cublasSgemm</a:t>
            </a:r>
            <a:r>
              <a:rPr lang="en-US" dirty="0"/>
              <a:t>(</a:t>
            </a:r>
            <a:r>
              <a:rPr lang="en-US" dirty="0" err="1"/>
              <a:t>cublasHandle_t</a:t>
            </a:r>
            <a:r>
              <a:rPr lang="en-US" dirty="0"/>
              <a:t> handle,</a:t>
            </a:r>
          </a:p>
          <a:p>
            <a:pPr marL="0" indent="0">
              <a:buNone/>
            </a:pPr>
            <a:r>
              <a:rPr lang="en-US" dirty="0"/>
              <a:t>                           </a:t>
            </a:r>
            <a:r>
              <a:rPr lang="en-US" dirty="0" err="1"/>
              <a:t>cublasOperation_t</a:t>
            </a:r>
            <a:r>
              <a:rPr lang="en-US" dirty="0"/>
              <a:t> </a:t>
            </a:r>
            <a:r>
              <a:rPr lang="en-US" dirty="0" err="1"/>
              <a:t>transa</a:t>
            </a:r>
            <a:r>
              <a:rPr lang="en-US" dirty="0"/>
              <a:t>, </a:t>
            </a:r>
            <a:r>
              <a:rPr lang="en-US" dirty="0" err="1"/>
              <a:t>cublasOperation_t</a:t>
            </a:r>
            <a:r>
              <a:rPr lang="en-US" dirty="0"/>
              <a:t> </a:t>
            </a:r>
            <a:r>
              <a:rPr lang="en-US" dirty="0" err="1"/>
              <a:t>transb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                       int m, int n, int k,</a:t>
            </a:r>
          </a:p>
          <a:p>
            <a:pPr marL="0" indent="0">
              <a:buNone/>
            </a:pPr>
            <a:r>
              <a:rPr lang="en-US" dirty="0"/>
              <a:t>                           </a:t>
            </a:r>
            <a:r>
              <a:rPr lang="en-US" dirty="0">
                <a:solidFill>
                  <a:srgbClr val="C00000"/>
                </a:solidFill>
              </a:rPr>
              <a:t>const float           *alpha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                       const float           *A, int </a:t>
            </a:r>
            <a:r>
              <a:rPr lang="en-US" dirty="0" err="1"/>
              <a:t>lda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                       const float           *B, int </a:t>
            </a:r>
            <a:r>
              <a:rPr lang="en-US" dirty="0" err="1"/>
              <a:t>ldb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                       </a:t>
            </a:r>
            <a:r>
              <a:rPr lang="en-US" dirty="0">
                <a:solidFill>
                  <a:srgbClr val="C00000"/>
                </a:solidFill>
              </a:rPr>
              <a:t>const float           *beta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                       float           *C, int </a:t>
            </a:r>
            <a:r>
              <a:rPr lang="en-US" dirty="0" err="1"/>
              <a:t>ldc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C609A98-AF66-A469-4F66-B1AFEFAAD501}"/>
                  </a:ext>
                </a:extLst>
              </p:cNvPr>
              <p:cNvSpPr txBox="1"/>
              <p:nvPr/>
            </p:nvSpPr>
            <p:spPr>
              <a:xfrm>
                <a:off x="7375756" y="3429000"/>
                <a:ext cx="4596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Scalar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in the equation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C609A98-AF66-A469-4F66-B1AFEFAAD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5756" y="3429000"/>
                <a:ext cx="4596223" cy="369332"/>
              </a:xfrm>
              <a:prstGeom prst="rect">
                <a:avLst/>
              </a:prstGeom>
              <a:blipFill>
                <a:blip r:embed="rId2"/>
                <a:stretch>
                  <a:fillRect l="-1194" t="-1000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6574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54EFB-1C47-0120-60FD-3084CA44E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6E5DF-95AB-4D04-3AFB-D37528952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GEMM – Generalized Matrix </a:t>
            </a:r>
            <a:r>
              <a:rPr lang="en-US" dirty="0" err="1"/>
              <a:t>Matrix</a:t>
            </a:r>
            <a:r>
              <a:rPr lang="en-US" dirty="0"/>
              <a:t>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58B69-BDA8-67E7-E08D-8E0CAED4B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cublasStatus_t</a:t>
            </a:r>
            <a:r>
              <a:rPr lang="en-US" dirty="0"/>
              <a:t> </a:t>
            </a:r>
            <a:r>
              <a:rPr lang="en-US" dirty="0" err="1"/>
              <a:t>cublasSgemm</a:t>
            </a:r>
            <a:r>
              <a:rPr lang="en-US" dirty="0"/>
              <a:t>(</a:t>
            </a:r>
            <a:r>
              <a:rPr lang="en-US" dirty="0" err="1"/>
              <a:t>cublasHandle_t</a:t>
            </a:r>
            <a:r>
              <a:rPr lang="en-US" dirty="0"/>
              <a:t> handle,</a:t>
            </a:r>
          </a:p>
          <a:p>
            <a:pPr marL="0" indent="0">
              <a:buNone/>
            </a:pPr>
            <a:r>
              <a:rPr lang="en-US" dirty="0"/>
              <a:t>                           </a:t>
            </a:r>
            <a:r>
              <a:rPr lang="en-US" dirty="0" err="1"/>
              <a:t>cublasOperation_t</a:t>
            </a:r>
            <a:r>
              <a:rPr lang="en-US" dirty="0"/>
              <a:t> </a:t>
            </a:r>
            <a:r>
              <a:rPr lang="en-US" dirty="0" err="1"/>
              <a:t>transa</a:t>
            </a:r>
            <a:r>
              <a:rPr lang="en-US" dirty="0"/>
              <a:t>, </a:t>
            </a:r>
            <a:r>
              <a:rPr lang="en-US" dirty="0" err="1"/>
              <a:t>cublasOperation_t</a:t>
            </a:r>
            <a:r>
              <a:rPr lang="en-US" dirty="0"/>
              <a:t> </a:t>
            </a:r>
            <a:r>
              <a:rPr lang="en-US" dirty="0" err="1"/>
              <a:t>transb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                       int m, int n, int k,</a:t>
            </a:r>
          </a:p>
          <a:p>
            <a:pPr marL="0" indent="0">
              <a:buNone/>
            </a:pPr>
            <a:r>
              <a:rPr lang="en-US" dirty="0"/>
              <a:t>                           const float           *alpha,</a:t>
            </a:r>
          </a:p>
          <a:p>
            <a:pPr marL="0" indent="0">
              <a:buNone/>
            </a:pPr>
            <a:r>
              <a:rPr lang="en-US" dirty="0"/>
              <a:t>                           </a:t>
            </a:r>
            <a:r>
              <a:rPr lang="en-US" dirty="0">
                <a:solidFill>
                  <a:srgbClr val="C00000"/>
                </a:solidFill>
              </a:rPr>
              <a:t>const float           *A, int </a:t>
            </a:r>
            <a:r>
              <a:rPr lang="en-US" dirty="0" err="1">
                <a:solidFill>
                  <a:srgbClr val="C00000"/>
                </a:solidFill>
              </a:rPr>
              <a:t>lda</a:t>
            </a:r>
            <a:r>
              <a:rPr lang="en-US" dirty="0">
                <a:solidFill>
                  <a:srgbClr val="C00000"/>
                </a:solidFill>
              </a:rPr>
              <a:t>,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                           const float           *B, int </a:t>
            </a:r>
            <a:r>
              <a:rPr lang="en-US" dirty="0" err="1">
                <a:solidFill>
                  <a:srgbClr val="C00000"/>
                </a:solidFill>
              </a:rPr>
              <a:t>ldb</a:t>
            </a:r>
            <a:r>
              <a:rPr lang="en-US" dirty="0">
                <a:solidFill>
                  <a:srgbClr val="C00000"/>
                </a:solidFill>
              </a:rPr>
              <a:t>,</a:t>
            </a:r>
          </a:p>
          <a:p>
            <a:pPr marL="0" indent="0">
              <a:buNone/>
            </a:pPr>
            <a:r>
              <a:rPr lang="en-US" dirty="0"/>
              <a:t>                           const float           *beta,</a:t>
            </a:r>
          </a:p>
          <a:p>
            <a:pPr marL="0" indent="0">
              <a:buNone/>
            </a:pPr>
            <a:r>
              <a:rPr lang="en-US" dirty="0"/>
              <a:t>                           </a:t>
            </a:r>
            <a:r>
              <a:rPr lang="en-US" dirty="0">
                <a:solidFill>
                  <a:srgbClr val="C00000"/>
                </a:solidFill>
              </a:rPr>
              <a:t>float           *C, int </a:t>
            </a:r>
            <a:r>
              <a:rPr lang="en-US" dirty="0" err="1">
                <a:solidFill>
                  <a:srgbClr val="C00000"/>
                </a:solidFill>
              </a:rPr>
              <a:t>ldc</a:t>
            </a:r>
            <a:r>
              <a:rPr lang="en-US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716E3B-3CF8-8B77-32ED-DEB207A5F389}"/>
              </a:ext>
            </a:extLst>
          </p:cNvPr>
          <p:cNvSpPr txBox="1"/>
          <p:nvPr/>
        </p:nvSpPr>
        <p:spPr>
          <a:xfrm>
            <a:off x="7375756" y="3429000"/>
            <a:ext cx="45962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Pointers to the matrices (stored as a 1D array), leading dimension of the matrix</a:t>
            </a:r>
          </a:p>
          <a:p>
            <a:endParaRPr lang="en-US" dirty="0"/>
          </a:p>
          <a:p>
            <a:r>
              <a:rPr lang="en-US" dirty="0"/>
              <a:t>float A[12] = {1,2,3, 4,5,6, 7,8,9, 10,11,12}; </a:t>
            </a:r>
          </a:p>
          <a:p>
            <a:endParaRPr lang="en-US" dirty="0"/>
          </a:p>
          <a:p>
            <a:r>
              <a:rPr lang="en-US" dirty="0" err="1"/>
              <a:t>Lda</a:t>
            </a:r>
            <a:r>
              <a:rPr lang="en-US" dirty="0"/>
              <a:t> = 3; -&gt; // 3x4 matrix</a:t>
            </a:r>
          </a:p>
        </p:txBody>
      </p:sp>
    </p:spTree>
    <p:extLst>
      <p:ext uri="{BB962C8B-B14F-4D97-AF65-F5344CB8AC3E}">
        <p14:creationId xmlns:p14="http://schemas.microsoft.com/office/powerpoint/2010/main" val="16375443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98604-6A53-0188-B5F0-D84FF6334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GEMM – Generalized Matrix </a:t>
            </a:r>
            <a:r>
              <a:rPr lang="en-US" dirty="0" err="1"/>
              <a:t>Matrix</a:t>
            </a:r>
            <a:r>
              <a:rPr lang="en-US" dirty="0"/>
              <a:t>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81509-43B4-04C3-1F92-94656865F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Several variants exist – different data types, batched matrix multiplications, etc.</a:t>
            </a:r>
          </a:p>
          <a:p>
            <a:endParaRPr lang="en-US" dirty="0"/>
          </a:p>
          <a:p>
            <a:r>
              <a:rPr lang="en-US" dirty="0"/>
              <a:t>Ungraded HW Assignment: Try out an example on HPC on CPU or GPU</a:t>
            </a:r>
          </a:p>
          <a:p>
            <a:pPr lvl="1"/>
            <a:r>
              <a:rPr lang="en-US" dirty="0"/>
              <a:t>Find out what library to use for the CPU and the GPU</a:t>
            </a:r>
          </a:p>
          <a:p>
            <a:pPr lvl="1"/>
            <a:r>
              <a:rPr lang="en-US" dirty="0"/>
              <a:t>Find out how to properly setup the matrices and make the call</a:t>
            </a:r>
          </a:p>
          <a:p>
            <a:endParaRPr lang="en-US" dirty="0"/>
          </a:p>
          <a:p>
            <a:r>
              <a:rPr lang="en-US" dirty="0"/>
              <a:t>We will discuss the AMD library for BLAS when we study AMD HIP</a:t>
            </a:r>
          </a:p>
        </p:txBody>
      </p:sp>
    </p:spTree>
    <p:extLst>
      <p:ext uri="{BB962C8B-B14F-4D97-AF65-F5344CB8AC3E}">
        <p14:creationId xmlns:p14="http://schemas.microsoft.com/office/powerpoint/2010/main" val="10158628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56306-09B2-6E74-7394-868C22757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B4C52-DEFC-A6BB-2779-1E9F004FB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BA97B-B6E4-35F9-6428-F79E61D7A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Convolution as Matrix Multiplication – Motivation</a:t>
            </a:r>
          </a:p>
          <a:p>
            <a:r>
              <a:rPr lang="en-US" dirty="0"/>
              <a:t>Im2Col and Kn2Row Algorithms 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Scalar Matrix Multiplication Algorithm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6550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A8723-260C-878A-4596-EA48D74D4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Im2col Algorithm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C17F9B-4513-8C2C-D8FE-037019365972}"/>
              </a:ext>
            </a:extLst>
          </p:cNvPr>
          <p:cNvSpPr/>
          <p:nvPr/>
        </p:nvSpPr>
        <p:spPr>
          <a:xfrm>
            <a:off x="4512366" y="1989152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A24DD3-9705-D9D3-3254-3B7F9E23509F}"/>
              </a:ext>
            </a:extLst>
          </p:cNvPr>
          <p:cNvSpPr/>
          <p:nvPr/>
        </p:nvSpPr>
        <p:spPr>
          <a:xfrm>
            <a:off x="5087676" y="1737692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FF6FB4-B3AD-2369-488A-A4AE5E80D575}"/>
              </a:ext>
            </a:extLst>
          </p:cNvPr>
          <p:cNvSpPr/>
          <p:nvPr/>
        </p:nvSpPr>
        <p:spPr>
          <a:xfrm>
            <a:off x="5670606" y="1531952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46B81D4-61DB-EEEE-FF2F-E9222D6DF1A4}"/>
              </a:ext>
            </a:extLst>
          </p:cNvPr>
          <p:cNvCxnSpPr>
            <a:cxnSpLocks/>
          </p:cNvCxnSpPr>
          <p:nvPr/>
        </p:nvCxnSpPr>
        <p:spPr>
          <a:xfrm>
            <a:off x="4459026" y="1935812"/>
            <a:ext cx="0" cy="609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9761E3B-AD67-1C55-465B-C75680DBF2BA}"/>
              </a:ext>
            </a:extLst>
          </p:cNvPr>
          <p:cNvCxnSpPr>
            <a:cxnSpLocks/>
          </p:cNvCxnSpPr>
          <p:nvPr/>
        </p:nvCxnSpPr>
        <p:spPr>
          <a:xfrm>
            <a:off x="4551555" y="2732646"/>
            <a:ext cx="536121" cy="305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A3EF5E4-7063-8724-9965-1454D6A206F9}"/>
              </a:ext>
            </a:extLst>
          </p:cNvPr>
          <p:cNvCxnSpPr>
            <a:cxnSpLocks/>
          </p:cNvCxnSpPr>
          <p:nvPr/>
        </p:nvCxnSpPr>
        <p:spPr>
          <a:xfrm flipV="1">
            <a:off x="5358186" y="2486085"/>
            <a:ext cx="1091837" cy="6286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F12390C-651C-2CB2-E0C1-0772398E06AB}"/>
                  </a:ext>
                </a:extLst>
              </p:cNvPr>
              <p:cNvSpPr txBox="1"/>
              <p:nvPr/>
            </p:nvSpPr>
            <p:spPr>
              <a:xfrm>
                <a:off x="4062720" y="2055946"/>
                <a:ext cx="412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F12390C-651C-2CB2-E0C1-0772398E0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720" y="2055946"/>
                <a:ext cx="41261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C28010-34F6-BFDE-F3A9-4D7B4B1EDF4C}"/>
                  </a:ext>
                </a:extLst>
              </p:cNvPr>
              <p:cNvSpPr txBox="1"/>
              <p:nvPr/>
            </p:nvSpPr>
            <p:spPr>
              <a:xfrm>
                <a:off x="4437504" y="2930068"/>
                <a:ext cx="4662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C28010-34F6-BFDE-F3A9-4D7B4B1ED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7504" y="2930068"/>
                <a:ext cx="46621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390EE7C3-7EF6-A160-FE2F-732D5D896A5C}"/>
              </a:ext>
            </a:extLst>
          </p:cNvPr>
          <p:cNvSpPr/>
          <p:nvPr/>
        </p:nvSpPr>
        <p:spPr>
          <a:xfrm>
            <a:off x="6053234" y="3479880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581ED7-7C06-F423-1D32-87F683E18E8F}"/>
              </a:ext>
            </a:extLst>
          </p:cNvPr>
          <p:cNvSpPr/>
          <p:nvPr/>
        </p:nvSpPr>
        <p:spPr>
          <a:xfrm>
            <a:off x="6344699" y="3297307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BE8B7B-C5A1-1FCA-9F71-9609597FC65D}"/>
              </a:ext>
            </a:extLst>
          </p:cNvPr>
          <p:cNvSpPr/>
          <p:nvPr/>
        </p:nvSpPr>
        <p:spPr>
          <a:xfrm>
            <a:off x="6636164" y="3114734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102F4B-A42D-CD7E-13CC-8DE81E4DC0E9}"/>
              </a:ext>
            </a:extLst>
          </p:cNvPr>
          <p:cNvSpPr/>
          <p:nvPr/>
        </p:nvSpPr>
        <p:spPr>
          <a:xfrm>
            <a:off x="4706037" y="4416092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751D49-B219-0BA3-56B0-65788842FC08}"/>
              </a:ext>
            </a:extLst>
          </p:cNvPr>
          <p:cNvSpPr/>
          <p:nvPr/>
        </p:nvSpPr>
        <p:spPr>
          <a:xfrm>
            <a:off x="4997502" y="423351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3D020B-A237-5527-F129-999E11C4D015}"/>
              </a:ext>
            </a:extLst>
          </p:cNvPr>
          <p:cNvSpPr/>
          <p:nvPr/>
        </p:nvSpPr>
        <p:spPr>
          <a:xfrm>
            <a:off x="5288967" y="405094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03B6A8-80BB-7AB2-A919-4FA099369C30}"/>
              </a:ext>
            </a:extLst>
          </p:cNvPr>
          <p:cNvSpPr/>
          <p:nvPr/>
        </p:nvSpPr>
        <p:spPr>
          <a:xfrm>
            <a:off x="7268343" y="264864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4042E80-DDF1-FF86-C2D6-F5A80B9811C4}"/>
              </a:ext>
            </a:extLst>
          </p:cNvPr>
          <p:cNvSpPr/>
          <p:nvPr/>
        </p:nvSpPr>
        <p:spPr>
          <a:xfrm>
            <a:off x="7559808" y="246607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6B504D-A1D5-7EBB-E178-7FF72470E2EF}"/>
              </a:ext>
            </a:extLst>
          </p:cNvPr>
          <p:cNvSpPr/>
          <p:nvPr/>
        </p:nvSpPr>
        <p:spPr>
          <a:xfrm>
            <a:off x="7851273" y="2283503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9E1DE0B6-C7B7-1411-770A-9971783B5769}"/>
              </a:ext>
            </a:extLst>
          </p:cNvPr>
          <p:cNvSpPr/>
          <p:nvPr/>
        </p:nvSpPr>
        <p:spPr>
          <a:xfrm rot="3386166">
            <a:off x="5381281" y="4449776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BE022208-305B-1558-F84A-1F8F31EF0E6E}"/>
              </a:ext>
            </a:extLst>
          </p:cNvPr>
          <p:cNvSpPr/>
          <p:nvPr/>
        </p:nvSpPr>
        <p:spPr>
          <a:xfrm rot="3386166">
            <a:off x="6761456" y="3576253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F2B2C595-981D-D334-A746-0F30F4921DEA}"/>
              </a:ext>
            </a:extLst>
          </p:cNvPr>
          <p:cNvSpPr/>
          <p:nvPr/>
        </p:nvSpPr>
        <p:spPr>
          <a:xfrm rot="3386166">
            <a:off x="7965927" y="2676412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02150E6-08C4-D5FC-B8E0-FB6071D133B4}"/>
                  </a:ext>
                </a:extLst>
              </p:cNvPr>
              <p:cNvSpPr txBox="1"/>
              <p:nvPr/>
            </p:nvSpPr>
            <p:spPr>
              <a:xfrm>
                <a:off x="5443226" y="4980112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02150E6-08C4-D5FC-B8E0-FB6071D13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3226" y="4980112"/>
                <a:ext cx="5426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EFCD31F-29FA-010F-5AA5-AA3D65E86869}"/>
                  </a:ext>
                </a:extLst>
              </p:cNvPr>
              <p:cNvSpPr txBox="1"/>
              <p:nvPr/>
            </p:nvSpPr>
            <p:spPr>
              <a:xfrm>
                <a:off x="6836376" y="4083373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EFCD31F-29FA-010F-5AA5-AA3D65E86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6376" y="4083373"/>
                <a:ext cx="542648" cy="369332"/>
              </a:xfrm>
              <a:prstGeom prst="rect">
                <a:avLst/>
              </a:prstGeom>
              <a:blipFill>
                <a:blip r:embed="rId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1664916D-9C63-4C20-731D-8C1027334B74}"/>
              </a:ext>
            </a:extLst>
          </p:cNvPr>
          <p:cNvSpPr/>
          <p:nvPr/>
        </p:nvSpPr>
        <p:spPr>
          <a:xfrm>
            <a:off x="8798784" y="3484617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4D3477E-AFD6-EF62-F43C-1F29DEDA3F5B}"/>
              </a:ext>
            </a:extLst>
          </p:cNvPr>
          <p:cNvSpPr/>
          <p:nvPr/>
        </p:nvSpPr>
        <p:spPr>
          <a:xfrm>
            <a:off x="7558672" y="4462748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628E6D1-C086-BABC-880A-DB115335DE5F}"/>
              </a:ext>
            </a:extLst>
          </p:cNvPr>
          <p:cNvSpPr/>
          <p:nvPr/>
        </p:nvSpPr>
        <p:spPr>
          <a:xfrm>
            <a:off x="6065333" y="5260426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1CCFA7F-8E18-3140-D3DB-45A9F82058AD}"/>
              </a:ext>
            </a:extLst>
          </p:cNvPr>
          <p:cNvCxnSpPr/>
          <p:nvPr/>
        </p:nvCxnSpPr>
        <p:spPr>
          <a:xfrm flipV="1">
            <a:off x="7190897" y="4395756"/>
            <a:ext cx="2967295" cy="2174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B5F2653-6111-7055-A232-480778358DCD}"/>
                  </a:ext>
                </a:extLst>
              </p:cNvPr>
              <p:cNvSpPr txBox="1"/>
              <p:nvPr/>
            </p:nvSpPr>
            <p:spPr>
              <a:xfrm>
                <a:off x="8660200" y="5489140"/>
                <a:ext cx="6580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B5F2653-6111-7055-A232-480778358D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0200" y="5489140"/>
                <a:ext cx="65806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0BDD190-FA9E-70A7-8BE0-766C2C11502F}"/>
              </a:ext>
            </a:extLst>
          </p:cNvPr>
          <p:cNvCxnSpPr/>
          <p:nvPr/>
        </p:nvCxnSpPr>
        <p:spPr>
          <a:xfrm flipH="1">
            <a:off x="4938110" y="3456013"/>
            <a:ext cx="190837" cy="60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F1C3BBF-F075-84CF-87D6-1E767D060B9E}"/>
              </a:ext>
            </a:extLst>
          </p:cNvPr>
          <p:cNvCxnSpPr>
            <a:cxnSpLocks/>
          </p:cNvCxnSpPr>
          <p:nvPr/>
        </p:nvCxnSpPr>
        <p:spPr>
          <a:xfrm>
            <a:off x="5518377" y="5064750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EDC622E-B476-756E-14EE-2568B5F85D7F}"/>
              </a:ext>
            </a:extLst>
          </p:cNvPr>
          <p:cNvCxnSpPr>
            <a:cxnSpLocks/>
          </p:cNvCxnSpPr>
          <p:nvPr/>
        </p:nvCxnSpPr>
        <p:spPr>
          <a:xfrm>
            <a:off x="6980773" y="4161798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3819F91-AB86-5B59-8887-89641B780F0D}"/>
              </a:ext>
            </a:extLst>
          </p:cNvPr>
          <p:cNvCxnSpPr>
            <a:cxnSpLocks/>
          </p:cNvCxnSpPr>
          <p:nvPr/>
        </p:nvCxnSpPr>
        <p:spPr>
          <a:xfrm>
            <a:off x="8169060" y="3274148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2B3C298-2CEF-14F5-B958-DC643251264E}"/>
                  </a:ext>
                </a:extLst>
              </p:cNvPr>
              <p:cNvSpPr txBox="1"/>
              <p:nvPr/>
            </p:nvSpPr>
            <p:spPr>
              <a:xfrm>
                <a:off x="7989218" y="3131508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2B3C298-2CEF-14F5-B958-DC6432512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218" y="3131508"/>
                <a:ext cx="542648" cy="369332"/>
              </a:xfrm>
              <a:prstGeom prst="rect">
                <a:avLst/>
              </a:prstGeom>
              <a:blipFill>
                <a:blip r:embed="rId8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96F123C-44EB-D701-CF56-2787AF61170A}"/>
              </a:ext>
            </a:extLst>
          </p:cNvPr>
          <p:cNvCxnSpPr>
            <a:cxnSpLocks/>
          </p:cNvCxnSpPr>
          <p:nvPr/>
        </p:nvCxnSpPr>
        <p:spPr>
          <a:xfrm>
            <a:off x="5823008" y="2684749"/>
            <a:ext cx="495570" cy="562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F4C49C9-61E7-04E2-3008-B62D8EE4A400}"/>
              </a:ext>
            </a:extLst>
          </p:cNvPr>
          <p:cNvCxnSpPr>
            <a:cxnSpLocks/>
          </p:cNvCxnSpPr>
          <p:nvPr/>
        </p:nvCxnSpPr>
        <p:spPr>
          <a:xfrm>
            <a:off x="6436202" y="2146621"/>
            <a:ext cx="882246" cy="351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7BE507-F402-7C67-975E-02F9B4C53540}"/>
                  </a:ext>
                </a:extLst>
              </p:cNvPr>
              <p:cNvSpPr txBox="1"/>
              <p:nvPr/>
            </p:nvSpPr>
            <p:spPr>
              <a:xfrm>
                <a:off x="5933496" y="2877879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7BE507-F402-7C67-975E-02F9B4C53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3496" y="2877879"/>
                <a:ext cx="54264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F7DB418-EC35-0D94-E45B-7F22F13BEA19}"/>
              </a:ext>
            </a:extLst>
          </p:cNvPr>
          <p:cNvCxnSpPr>
            <a:cxnSpLocks/>
          </p:cNvCxnSpPr>
          <p:nvPr/>
        </p:nvCxnSpPr>
        <p:spPr>
          <a:xfrm flipV="1">
            <a:off x="2682486" y="4980112"/>
            <a:ext cx="1582107" cy="72414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29F2D66-A8B8-037C-BD5F-5AB346B0DE98}"/>
              </a:ext>
            </a:extLst>
          </p:cNvPr>
          <p:cNvCxnSpPr>
            <a:cxnSpLocks/>
          </p:cNvCxnSpPr>
          <p:nvPr/>
        </p:nvCxnSpPr>
        <p:spPr>
          <a:xfrm>
            <a:off x="6084036" y="5909101"/>
            <a:ext cx="536121" cy="305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4D1E97A-65E3-B646-5980-3E6DBE765997}"/>
                  </a:ext>
                </a:extLst>
              </p:cNvPr>
              <p:cNvSpPr txBox="1"/>
              <p:nvPr/>
            </p:nvSpPr>
            <p:spPr>
              <a:xfrm>
                <a:off x="5969985" y="6106523"/>
                <a:ext cx="4662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4D1E97A-65E3-B646-5980-3E6DBE765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985" y="6106523"/>
                <a:ext cx="46621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D9B105F-AB8F-6FCE-2C48-68323B26CB86}"/>
              </a:ext>
            </a:extLst>
          </p:cNvPr>
          <p:cNvCxnSpPr>
            <a:cxnSpLocks/>
          </p:cNvCxnSpPr>
          <p:nvPr/>
        </p:nvCxnSpPr>
        <p:spPr>
          <a:xfrm>
            <a:off x="6924207" y="5542584"/>
            <a:ext cx="0" cy="609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2D840D3-884B-8D65-43BF-FB77A1862C1B}"/>
                  </a:ext>
                </a:extLst>
              </p:cNvPr>
              <p:cNvSpPr txBox="1"/>
              <p:nvPr/>
            </p:nvSpPr>
            <p:spPr>
              <a:xfrm>
                <a:off x="6909688" y="5692713"/>
                <a:ext cx="412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2D840D3-884B-8D65-43BF-FB77A1862C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688" y="5692713"/>
                <a:ext cx="41261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DBBFC03-14C2-65E8-D123-EB81B1DC72AF}"/>
              </a:ext>
            </a:extLst>
          </p:cNvPr>
          <p:cNvCxnSpPr>
            <a:cxnSpLocks/>
          </p:cNvCxnSpPr>
          <p:nvPr/>
        </p:nvCxnSpPr>
        <p:spPr>
          <a:xfrm>
            <a:off x="4631992" y="4324249"/>
            <a:ext cx="0" cy="4142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4C8417A-CB5B-D9F2-E12D-758952D74FD7}"/>
              </a:ext>
            </a:extLst>
          </p:cNvPr>
          <p:cNvCxnSpPr>
            <a:cxnSpLocks/>
          </p:cNvCxnSpPr>
          <p:nvPr/>
        </p:nvCxnSpPr>
        <p:spPr>
          <a:xfrm>
            <a:off x="4668165" y="4870306"/>
            <a:ext cx="363216" cy="1624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02A965B-9B91-732B-8513-4EA9A5CEBBC3}"/>
                  </a:ext>
                </a:extLst>
              </p:cNvPr>
              <p:cNvSpPr txBox="1"/>
              <p:nvPr/>
            </p:nvSpPr>
            <p:spPr>
              <a:xfrm>
                <a:off x="4222942" y="4346715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02A965B-9B91-732B-8513-4EA9A5CEB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2942" y="4346715"/>
                <a:ext cx="37093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542B8C1-3CA1-CEE3-0F24-B4F5E444FFE3}"/>
                  </a:ext>
                </a:extLst>
              </p:cNvPr>
              <p:cNvSpPr txBox="1"/>
              <p:nvPr/>
            </p:nvSpPr>
            <p:spPr>
              <a:xfrm>
                <a:off x="4563410" y="4944880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542B8C1-3CA1-CEE3-0F24-B4F5E444F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3410" y="4944880"/>
                <a:ext cx="37093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F23D4BD1-4FCA-7F9E-E5FB-762BD4D55208}"/>
              </a:ext>
            </a:extLst>
          </p:cNvPr>
          <p:cNvSpPr txBox="1"/>
          <p:nvPr/>
        </p:nvSpPr>
        <p:spPr>
          <a:xfrm>
            <a:off x="1477530" y="5783357"/>
            <a:ext cx="2074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Convert into a single Row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2157E90-6AD4-B354-49EE-CCD111CA9D74}"/>
              </a:ext>
            </a:extLst>
          </p:cNvPr>
          <p:cNvCxnSpPr>
            <a:cxnSpLocks/>
          </p:cNvCxnSpPr>
          <p:nvPr/>
        </p:nvCxnSpPr>
        <p:spPr>
          <a:xfrm flipV="1">
            <a:off x="1949275" y="3038535"/>
            <a:ext cx="2260738" cy="104483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249FE63-EABB-A447-BAC6-7D4E323325C7}"/>
              </a:ext>
            </a:extLst>
          </p:cNvPr>
          <p:cNvSpPr txBox="1"/>
          <p:nvPr/>
        </p:nvSpPr>
        <p:spPr>
          <a:xfrm>
            <a:off x="671389" y="4161798"/>
            <a:ext cx="2605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Convert all pixels under the window into column</a:t>
            </a:r>
          </a:p>
        </p:txBody>
      </p:sp>
    </p:spTree>
    <p:extLst>
      <p:ext uri="{BB962C8B-B14F-4D97-AF65-F5344CB8AC3E}">
        <p14:creationId xmlns:p14="http://schemas.microsoft.com/office/powerpoint/2010/main" val="21206218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908A1-658B-8404-7C33-88C18ECD4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Im2col Algorithm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5FCE76F-46D2-DD37-73EE-614C946886FC}"/>
              </a:ext>
            </a:extLst>
          </p:cNvPr>
          <p:cNvGrpSpPr/>
          <p:nvPr/>
        </p:nvGrpSpPr>
        <p:grpSpPr>
          <a:xfrm>
            <a:off x="5633235" y="2285183"/>
            <a:ext cx="1073051" cy="896233"/>
            <a:chOff x="1975635" y="2952087"/>
            <a:chExt cx="1073051" cy="89623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B94B58A-46A1-375E-360F-6F8F45D0CA83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34BFB6B-9308-3D2B-8176-E79369C03B25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4D055328-7C93-FCF4-9D71-84152428E68C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69EFDAFF-E741-3BA4-2E42-41A6187C85FD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FC4356C-A809-66FD-3470-02F3327A9067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FC4356C-A809-66FD-3470-02F3327A90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D8130F7-296A-EA46-10C9-8C4C55DE666E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697687E-25B1-45FB-0C72-6446B0BDA72D}"/>
                    </a:ext>
                  </a:extLst>
                </p:cNvPr>
                <p:cNvSpPr txBox="1"/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BBC5356-42E3-EF95-C54F-F120B6F9A4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596BB78-A7F6-CCEA-AC34-1ED1AD20BBCA}"/>
                    </a:ext>
                  </a:extLst>
                </p:cNvPr>
                <p:cNvSpPr txBox="1"/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473C7DB-5AB4-C9FA-B76A-B073CCF0298B}"/>
              </a:ext>
            </a:extLst>
          </p:cNvPr>
          <p:cNvGrpSpPr/>
          <p:nvPr/>
        </p:nvGrpSpPr>
        <p:grpSpPr>
          <a:xfrm>
            <a:off x="2577459" y="1805013"/>
            <a:ext cx="2040130" cy="1784524"/>
            <a:chOff x="585073" y="2581414"/>
            <a:chExt cx="2040130" cy="178452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3BA6987-99A5-776C-CF27-C72F367BF0AF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0842ACD-B796-B0F7-0D48-3AF0BFED3B7E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8802CF8-F38D-ABCD-DE5D-2B5D6E2F9C5F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7EA1435-3D46-AA26-EC92-FD93112303B6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5A7FD33-CFC6-5A49-909F-FE2070FD91E1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F822B57-0AFA-638D-6486-F0F8DA15B083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E7158B0-CDB6-7AB6-5364-2D991CFB924A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80E8682-C447-641E-CB56-0ECAD4B14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7D990C0-8F91-7A83-368B-A143707AB86D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6DD60EE-6A51-2294-863F-B2255FD260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7B6F83D-EA45-D0E0-4F83-7E42F0ED8D72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A10E3B2-D39D-70C0-EB32-3DFE74954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F4E00B0-92DD-764B-AF57-CB59185F4E79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1900A14-A7B9-703E-1B52-C2341BAE54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7569A67-20F9-2671-9F75-DBB6911FAFBC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8E2B7E-DE42-2D31-2185-4E519E4479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C9A82B6-890F-8C05-E622-DFDBC5DDCD52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2FC78AF-1A46-AD29-9C68-E8DFB3818D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2F6D0D3-D826-2C83-2AF2-DED1FE294695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8E76E51-B278-0202-75E4-53E835170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0671A55-06E3-4E8A-7FC7-6066BE61E111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53A9B48-3C74-61BB-F2FD-D4F690674E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40DEAE8-289D-7C26-D75F-A920C76C3F2C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D5510FD-24B0-B98B-4A39-F374193A522E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57EE8F7-E2BC-DB50-68C3-2B7258DC16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6AFF8B3-BF21-DDAE-256C-ACB2ACFD56A4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8447FC9-EF85-091B-9EA5-9D8DBBE466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53D199EF-5427-193B-02D5-023EACD0EFFD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7EE46D8-DC00-FF0B-5462-9B29DB53C3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E2040B6-65C7-AFF9-A73F-5BDC689A673A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D8A5D8A6-1C5C-137D-B938-6A1F66D2A306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7FF778F-772B-87F4-B404-0A4CFCF97F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E945360-A991-F56A-3B5F-6B147950B199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0AF7050-5AB6-1959-33CC-84D01DC59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304B843-420A-6DC7-518C-8D0C32426C64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EC01E87-6239-5F5E-EB1B-F1FA080F9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DB144847-60A2-1C4F-2353-CD83DA2886AF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96309B6-7648-E580-EABE-E08CDAC32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75EAE72B-9E51-08BA-E373-BFDBF0326FF4}"/>
              </a:ext>
            </a:extLst>
          </p:cNvPr>
          <p:cNvSpPr/>
          <p:nvPr/>
        </p:nvSpPr>
        <p:spPr>
          <a:xfrm>
            <a:off x="2489456" y="1725339"/>
            <a:ext cx="1271213" cy="111545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BCFE331-E0F7-081F-4E2F-878B9B422285}"/>
              </a:ext>
            </a:extLst>
          </p:cNvPr>
          <p:cNvGrpSpPr/>
          <p:nvPr/>
        </p:nvGrpSpPr>
        <p:grpSpPr>
          <a:xfrm>
            <a:off x="9426310" y="2214296"/>
            <a:ext cx="552468" cy="1774377"/>
            <a:chOff x="585073" y="2591561"/>
            <a:chExt cx="552468" cy="1774377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A0C0C03-A41E-169B-81BC-B3D27311F1D1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00B5523-773C-9925-9672-27671316FB9C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0097A51-AF5D-A03C-AEFD-75F5D8C08C20}"/>
                </a:ext>
              </a:extLst>
            </p:cNvPr>
            <p:cNvCxnSpPr>
              <a:cxnSpLocks/>
              <a:stCxn id="39" idx="1"/>
              <a:endCxn id="3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D3212D57-9860-EFF4-C320-400B6118ECA7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C91D68B-A94C-E046-0438-60E5D3682523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C91D68B-A94C-E046-0438-60E5D36825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97A2230-0A85-CEFE-3E59-2EE93A80425C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97A2230-0A85-CEFE-3E59-2EE93A8042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C713003-E541-D0DF-B650-5149B9E4C921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DDE1F551-4DF4-2A93-F6B6-74914B05E45E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DDE1F551-4DF4-2A93-F6B6-74914B05E4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4786B4D1-ABDB-B339-A50F-03FD7ACF60EF}"/>
              </a:ext>
            </a:extLst>
          </p:cNvPr>
          <p:cNvSpPr/>
          <p:nvPr/>
        </p:nvSpPr>
        <p:spPr>
          <a:xfrm>
            <a:off x="7315200" y="2538065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6D101B-57EA-31BF-DD8E-949BDE1C368C}"/>
              </a:ext>
            </a:extLst>
          </p:cNvPr>
          <p:cNvSpPr txBox="1"/>
          <p:nvPr/>
        </p:nvSpPr>
        <p:spPr>
          <a:xfrm>
            <a:off x="3215539" y="5322898"/>
            <a:ext cx="5040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Single Input Single Output Channel</a:t>
            </a:r>
          </a:p>
        </p:txBody>
      </p:sp>
    </p:spTree>
    <p:extLst>
      <p:ext uri="{BB962C8B-B14F-4D97-AF65-F5344CB8AC3E}">
        <p14:creationId xmlns:p14="http://schemas.microsoft.com/office/powerpoint/2010/main" val="13243456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908A1-658B-8404-7C33-88C18ECD4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Im2col Algorithm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5FCE76F-46D2-DD37-73EE-614C946886FC}"/>
              </a:ext>
            </a:extLst>
          </p:cNvPr>
          <p:cNvGrpSpPr/>
          <p:nvPr/>
        </p:nvGrpSpPr>
        <p:grpSpPr>
          <a:xfrm>
            <a:off x="5633235" y="2285183"/>
            <a:ext cx="1073051" cy="896233"/>
            <a:chOff x="1975635" y="2952087"/>
            <a:chExt cx="1073051" cy="89623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B94B58A-46A1-375E-360F-6F8F45D0CA83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34BFB6B-9308-3D2B-8176-E79369C03B25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4D055328-7C93-FCF4-9D71-84152428E68C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69EFDAFF-E741-3BA4-2E42-41A6187C85FD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FC4356C-A809-66FD-3470-02F3327A9067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FC4356C-A809-66FD-3470-02F3327A90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D8130F7-296A-EA46-10C9-8C4C55DE666E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697687E-25B1-45FB-0C72-6446B0BDA72D}"/>
                    </a:ext>
                  </a:extLst>
                </p:cNvPr>
                <p:cNvSpPr txBox="1"/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BBC5356-42E3-EF95-C54F-F120B6F9A4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596BB78-A7F6-CCEA-AC34-1ED1AD20BBCA}"/>
                    </a:ext>
                  </a:extLst>
                </p:cNvPr>
                <p:cNvSpPr txBox="1"/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473C7DB-5AB4-C9FA-B76A-B073CCF0298B}"/>
              </a:ext>
            </a:extLst>
          </p:cNvPr>
          <p:cNvGrpSpPr/>
          <p:nvPr/>
        </p:nvGrpSpPr>
        <p:grpSpPr>
          <a:xfrm>
            <a:off x="2577459" y="1805013"/>
            <a:ext cx="2040130" cy="1784524"/>
            <a:chOff x="585073" y="2581414"/>
            <a:chExt cx="2040130" cy="178452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3BA6987-99A5-776C-CF27-C72F367BF0AF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0842ACD-B796-B0F7-0D48-3AF0BFED3B7E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8802CF8-F38D-ABCD-DE5D-2B5D6E2F9C5F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7EA1435-3D46-AA26-EC92-FD93112303B6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5A7FD33-CFC6-5A49-909F-FE2070FD91E1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F822B57-0AFA-638D-6486-F0F8DA15B083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E7158B0-CDB6-7AB6-5364-2D991CFB924A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80E8682-C447-641E-CB56-0ECAD4B14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7D990C0-8F91-7A83-368B-A143707AB86D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6DD60EE-6A51-2294-863F-B2255FD260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7B6F83D-EA45-D0E0-4F83-7E42F0ED8D72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A10E3B2-D39D-70C0-EB32-3DFE74954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F4E00B0-92DD-764B-AF57-CB59185F4E79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1900A14-A7B9-703E-1B52-C2341BAE54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7569A67-20F9-2671-9F75-DBB6911FAFBC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8E2B7E-DE42-2D31-2185-4E519E4479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C9A82B6-890F-8C05-E622-DFDBC5DDCD52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2FC78AF-1A46-AD29-9C68-E8DFB3818D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2F6D0D3-D826-2C83-2AF2-DED1FE294695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8E76E51-B278-0202-75E4-53E835170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0671A55-06E3-4E8A-7FC7-6066BE61E111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53A9B48-3C74-61BB-F2FD-D4F690674E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40DEAE8-289D-7C26-D75F-A920C76C3F2C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D5510FD-24B0-B98B-4A39-F374193A522E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57EE8F7-E2BC-DB50-68C3-2B7258DC16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6AFF8B3-BF21-DDAE-256C-ACB2ACFD56A4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8447FC9-EF85-091B-9EA5-9D8DBBE466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53D199EF-5427-193B-02D5-023EACD0EFFD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7EE46D8-DC00-FF0B-5462-9B29DB53C3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E2040B6-65C7-AFF9-A73F-5BDC689A673A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D8A5D8A6-1C5C-137D-B938-6A1F66D2A306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7FF778F-772B-87F4-B404-0A4CFCF97F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E945360-A991-F56A-3B5F-6B147950B199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0AF7050-5AB6-1959-33CC-84D01DC59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304B843-420A-6DC7-518C-8D0C32426C64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EC01E87-6239-5F5E-EB1B-F1FA080F9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DB144847-60A2-1C4F-2353-CD83DA2886AF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96309B6-7648-E580-EABE-E08CDAC32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75EAE72B-9E51-08BA-E373-BFDBF0326FF4}"/>
              </a:ext>
            </a:extLst>
          </p:cNvPr>
          <p:cNvSpPr/>
          <p:nvPr/>
        </p:nvSpPr>
        <p:spPr>
          <a:xfrm>
            <a:off x="3018528" y="1690688"/>
            <a:ext cx="1271213" cy="111545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BCFE331-E0F7-081F-4E2F-878B9B422285}"/>
              </a:ext>
            </a:extLst>
          </p:cNvPr>
          <p:cNvGrpSpPr/>
          <p:nvPr/>
        </p:nvGrpSpPr>
        <p:grpSpPr>
          <a:xfrm>
            <a:off x="9426310" y="2214296"/>
            <a:ext cx="552468" cy="1774377"/>
            <a:chOff x="585073" y="2591561"/>
            <a:chExt cx="552468" cy="1774377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A0C0C03-A41E-169B-81BC-B3D27311F1D1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00B5523-773C-9925-9672-27671316FB9C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0097A51-AF5D-A03C-AEFD-75F5D8C08C20}"/>
                </a:ext>
              </a:extLst>
            </p:cNvPr>
            <p:cNvCxnSpPr>
              <a:cxnSpLocks/>
              <a:stCxn id="39" idx="1"/>
              <a:endCxn id="3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D3212D57-9860-EFF4-C320-400B6118ECA7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C91D68B-A94C-E046-0438-60E5D3682523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C91D68B-A94C-E046-0438-60E5D36825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97A2230-0A85-CEFE-3E59-2EE93A80425C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97A2230-0A85-CEFE-3E59-2EE93A8042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C713003-E541-D0DF-B650-5149B9E4C921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DDE1F551-4DF4-2A93-F6B6-74914B05E45E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DDE1F551-4DF4-2A93-F6B6-74914B05E4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4786B4D1-ABDB-B339-A50F-03FD7ACF60EF}"/>
              </a:ext>
            </a:extLst>
          </p:cNvPr>
          <p:cNvSpPr/>
          <p:nvPr/>
        </p:nvSpPr>
        <p:spPr>
          <a:xfrm>
            <a:off x="7315200" y="2538065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8A45549-5DCD-3D3F-BBFA-51076C37581A}"/>
              </a:ext>
            </a:extLst>
          </p:cNvPr>
          <p:cNvGrpSpPr/>
          <p:nvPr/>
        </p:nvGrpSpPr>
        <p:grpSpPr>
          <a:xfrm>
            <a:off x="10056256" y="2214296"/>
            <a:ext cx="552468" cy="1774377"/>
            <a:chOff x="585073" y="2591561"/>
            <a:chExt cx="552468" cy="1774377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903E2F0-542B-D299-0C8E-626E34EDA5F4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19BE2E6-5DF3-8473-8007-27C8DDBE1FD8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7E70257-4455-D2AF-DE72-3C21BC78EDBC}"/>
                </a:ext>
              </a:extLst>
            </p:cNvPr>
            <p:cNvCxnSpPr>
              <a:cxnSpLocks/>
              <a:stCxn id="40" idx="1"/>
              <a:endCxn id="40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D1A8C97-5A12-66F0-0978-EECCB6BA4532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D1A8C97-5A12-66F0-0978-EECCB6BA45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7DEF076-7D8C-BC6F-AF9E-080945CB9D45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7DEF076-7D8C-BC6F-AF9E-080945CB9D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1B5ECD2-B613-368D-7E47-AB615F24310E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1B5ECD2-B613-368D-7E47-AB615F2431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87B19F2-135D-4A9F-2374-91BCB7967239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74AEF19-C5C5-273E-5E90-F942861EB6D7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74AEF19-C5C5-273E-5E90-F942861EB6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D0180A5A-3761-2C34-90FC-B13C92EB883C}"/>
              </a:ext>
            </a:extLst>
          </p:cNvPr>
          <p:cNvSpPr txBox="1"/>
          <p:nvPr/>
        </p:nvSpPr>
        <p:spPr>
          <a:xfrm>
            <a:off x="3215539" y="5322898"/>
            <a:ext cx="5040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Single Input Single Output Channel</a:t>
            </a:r>
          </a:p>
        </p:txBody>
      </p:sp>
    </p:spTree>
    <p:extLst>
      <p:ext uri="{BB962C8B-B14F-4D97-AF65-F5344CB8AC3E}">
        <p14:creationId xmlns:p14="http://schemas.microsoft.com/office/powerpoint/2010/main" val="19520275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908A1-658B-8404-7C33-88C18ECD4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Im2col Algorithm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5FCE76F-46D2-DD37-73EE-614C946886FC}"/>
              </a:ext>
            </a:extLst>
          </p:cNvPr>
          <p:cNvGrpSpPr/>
          <p:nvPr/>
        </p:nvGrpSpPr>
        <p:grpSpPr>
          <a:xfrm>
            <a:off x="5633235" y="2285183"/>
            <a:ext cx="1073051" cy="896233"/>
            <a:chOff x="1975635" y="2952087"/>
            <a:chExt cx="1073051" cy="89623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B94B58A-46A1-375E-360F-6F8F45D0CA83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34BFB6B-9308-3D2B-8176-E79369C03B25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4D055328-7C93-FCF4-9D71-84152428E68C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69EFDAFF-E741-3BA4-2E42-41A6187C85FD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FC4356C-A809-66FD-3470-02F3327A9067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FC4356C-A809-66FD-3470-02F3327A90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D8130F7-296A-EA46-10C9-8C4C55DE666E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697687E-25B1-45FB-0C72-6446B0BDA72D}"/>
                    </a:ext>
                  </a:extLst>
                </p:cNvPr>
                <p:cNvSpPr txBox="1"/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BBC5356-42E3-EF95-C54F-F120B6F9A4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596BB78-A7F6-CCEA-AC34-1ED1AD20BBCA}"/>
                    </a:ext>
                  </a:extLst>
                </p:cNvPr>
                <p:cNvSpPr txBox="1"/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473C7DB-5AB4-C9FA-B76A-B073CCF0298B}"/>
              </a:ext>
            </a:extLst>
          </p:cNvPr>
          <p:cNvGrpSpPr/>
          <p:nvPr/>
        </p:nvGrpSpPr>
        <p:grpSpPr>
          <a:xfrm>
            <a:off x="2577459" y="1805013"/>
            <a:ext cx="2040130" cy="1784524"/>
            <a:chOff x="585073" y="2581414"/>
            <a:chExt cx="2040130" cy="178452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3BA6987-99A5-776C-CF27-C72F367BF0AF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0842ACD-B796-B0F7-0D48-3AF0BFED3B7E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8802CF8-F38D-ABCD-DE5D-2B5D6E2F9C5F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7EA1435-3D46-AA26-EC92-FD93112303B6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5A7FD33-CFC6-5A49-909F-FE2070FD91E1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F822B57-0AFA-638D-6486-F0F8DA15B083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E7158B0-CDB6-7AB6-5364-2D991CFB924A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80E8682-C447-641E-CB56-0ECAD4B14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7D990C0-8F91-7A83-368B-A143707AB86D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6DD60EE-6A51-2294-863F-B2255FD260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7B6F83D-EA45-D0E0-4F83-7E42F0ED8D72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A10E3B2-D39D-70C0-EB32-3DFE74954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F4E00B0-92DD-764B-AF57-CB59185F4E79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1900A14-A7B9-703E-1B52-C2341BAE54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7569A67-20F9-2671-9F75-DBB6911FAFBC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8E2B7E-DE42-2D31-2185-4E519E4479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C9A82B6-890F-8C05-E622-DFDBC5DDCD52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2FC78AF-1A46-AD29-9C68-E8DFB3818D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2F6D0D3-D826-2C83-2AF2-DED1FE294695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8E76E51-B278-0202-75E4-53E835170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0671A55-06E3-4E8A-7FC7-6066BE61E111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53A9B48-3C74-61BB-F2FD-D4F690674E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40DEAE8-289D-7C26-D75F-A920C76C3F2C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D5510FD-24B0-B98B-4A39-F374193A522E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57EE8F7-E2BC-DB50-68C3-2B7258DC16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6AFF8B3-BF21-DDAE-256C-ACB2ACFD56A4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8447FC9-EF85-091B-9EA5-9D8DBBE466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53D199EF-5427-193B-02D5-023EACD0EFFD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7EE46D8-DC00-FF0B-5462-9B29DB53C3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E2040B6-65C7-AFF9-A73F-5BDC689A673A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D8A5D8A6-1C5C-137D-B938-6A1F66D2A306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7FF778F-772B-87F4-B404-0A4CFCF97F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E945360-A991-F56A-3B5F-6B147950B199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0AF7050-5AB6-1959-33CC-84D01DC59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304B843-420A-6DC7-518C-8D0C32426C64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EC01E87-6239-5F5E-EB1B-F1FA080F9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DB144847-60A2-1C4F-2353-CD83DA2886AF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96309B6-7648-E580-EABE-E08CDAC32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75EAE72B-9E51-08BA-E373-BFDBF0326FF4}"/>
              </a:ext>
            </a:extLst>
          </p:cNvPr>
          <p:cNvSpPr/>
          <p:nvPr/>
        </p:nvSpPr>
        <p:spPr>
          <a:xfrm>
            <a:off x="3513587" y="1713096"/>
            <a:ext cx="1271213" cy="111545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BCFE331-E0F7-081F-4E2F-878B9B422285}"/>
              </a:ext>
            </a:extLst>
          </p:cNvPr>
          <p:cNvGrpSpPr/>
          <p:nvPr/>
        </p:nvGrpSpPr>
        <p:grpSpPr>
          <a:xfrm>
            <a:off x="9426310" y="2214296"/>
            <a:ext cx="552468" cy="1774377"/>
            <a:chOff x="585073" y="2591561"/>
            <a:chExt cx="552468" cy="1774377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A0C0C03-A41E-169B-81BC-B3D27311F1D1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00B5523-773C-9925-9672-27671316FB9C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0097A51-AF5D-A03C-AEFD-75F5D8C08C20}"/>
                </a:ext>
              </a:extLst>
            </p:cNvPr>
            <p:cNvCxnSpPr>
              <a:cxnSpLocks/>
              <a:stCxn id="39" idx="1"/>
              <a:endCxn id="3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D3212D57-9860-EFF4-C320-400B6118ECA7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C91D68B-A94C-E046-0438-60E5D3682523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C91D68B-A94C-E046-0438-60E5D36825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97A2230-0A85-CEFE-3E59-2EE93A80425C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97A2230-0A85-CEFE-3E59-2EE93A8042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C713003-E541-D0DF-B650-5149B9E4C921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DDE1F551-4DF4-2A93-F6B6-74914B05E45E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DDE1F551-4DF4-2A93-F6B6-74914B05E4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4786B4D1-ABDB-B339-A50F-03FD7ACF60EF}"/>
              </a:ext>
            </a:extLst>
          </p:cNvPr>
          <p:cNvSpPr/>
          <p:nvPr/>
        </p:nvSpPr>
        <p:spPr>
          <a:xfrm>
            <a:off x="7315200" y="2538065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8A45549-5DCD-3D3F-BBFA-51076C37581A}"/>
              </a:ext>
            </a:extLst>
          </p:cNvPr>
          <p:cNvGrpSpPr/>
          <p:nvPr/>
        </p:nvGrpSpPr>
        <p:grpSpPr>
          <a:xfrm>
            <a:off x="10056256" y="2214296"/>
            <a:ext cx="552468" cy="1774377"/>
            <a:chOff x="585073" y="2591561"/>
            <a:chExt cx="552468" cy="1774377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903E2F0-542B-D299-0C8E-626E34EDA5F4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19BE2E6-5DF3-8473-8007-27C8DDBE1FD8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7E70257-4455-D2AF-DE72-3C21BC78EDBC}"/>
                </a:ext>
              </a:extLst>
            </p:cNvPr>
            <p:cNvCxnSpPr>
              <a:cxnSpLocks/>
              <a:stCxn id="40" idx="1"/>
              <a:endCxn id="40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D1A8C97-5A12-66F0-0978-EECCB6BA4532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D1A8C97-5A12-66F0-0978-EECCB6BA45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7DEF076-7D8C-BC6F-AF9E-080945CB9D45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7DEF076-7D8C-BC6F-AF9E-080945CB9D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1B5ECD2-B613-368D-7E47-AB615F24310E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1B5ECD2-B613-368D-7E47-AB615F2431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87B19F2-135D-4A9F-2374-91BCB7967239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74AEF19-C5C5-273E-5E90-F942861EB6D7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74AEF19-C5C5-273E-5E90-F942861EB6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BF444CD-2D41-9006-1BD4-9E71D00BF326}"/>
              </a:ext>
            </a:extLst>
          </p:cNvPr>
          <p:cNvGrpSpPr/>
          <p:nvPr/>
        </p:nvGrpSpPr>
        <p:grpSpPr>
          <a:xfrm>
            <a:off x="10705535" y="2229814"/>
            <a:ext cx="552468" cy="1774377"/>
            <a:chOff x="585073" y="2591561"/>
            <a:chExt cx="552468" cy="1774377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BDE3EFF-58FB-C79E-F330-1053BE6780C4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825DE7B-D833-4748-118E-BE7A146ABBBE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7BD877A-D2D3-4F03-3006-03F2497B33E6}"/>
                </a:ext>
              </a:extLst>
            </p:cNvPr>
            <p:cNvCxnSpPr>
              <a:cxnSpLocks/>
              <a:stCxn id="54" idx="1"/>
              <a:endCxn id="54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91E5E389-8075-27FA-C781-332E8AC71EA0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91E5E389-8075-27FA-C781-332E8AC71E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2544288A-E562-E72E-84A3-BF082966D33A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2544288A-E562-E72E-84A3-BF082966D3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092BF88-55D8-8C72-9AFF-6489010AA6A6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092BF88-55D8-8C72-9AFF-6489010AA6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5578062-ED00-F432-3EFB-10B9A537A4A9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3AE70299-2C9D-E53D-7B4D-2E34B7787064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3AE70299-2C9D-E53D-7B4D-2E34B77870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87C37F2A-5E7C-0D9D-9095-E4DD469D860F}"/>
              </a:ext>
            </a:extLst>
          </p:cNvPr>
          <p:cNvSpPr txBox="1"/>
          <p:nvPr/>
        </p:nvSpPr>
        <p:spPr>
          <a:xfrm>
            <a:off x="3215539" y="5322898"/>
            <a:ext cx="5040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Single Input Single Output Channel</a:t>
            </a:r>
          </a:p>
        </p:txBody>
      </p:sp>
    </p:spTree>
    <p:extLst>
      <p:ext uri="{BB962C8B-B14F-4D97-AF65-F5344CB8AC3E}">
        <p14:creationId xmlns:p14="http://schemas.microsoft.com/office/powerpoint/2010/main" val="26819356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908A1-658B-8404-7C33-88C18ECD4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Im2col Algorithm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5FCE76F-46D2-DD37-73EE-614C946886FC}"/>
              </a:ext>
            </a:extLst>
          </p:cNvPr>
          <p:cNvGrpSpPr/>
          <p:nvPr/>
        </p:nvGrpSpPr>
        <p:grpSpPr>
          <a:xfrm>
            <a:off x="5633235" y="2285183"/>
            <a:ext cx="1073051" cy="896233"/>
            <a:chOff x="1975635" y="2952087"/>
            <a:chExt cx="1073051" cy="89623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B94B58A-46A1-375E-360F-6F8F45D0CA83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34BFB6B-9308-3D2B-8176-E79369C03B25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4D055328-7C93-FCF4-9D71-84152428E68C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69EFDAFF-E741-3BA4-2E42-41A6187C85FD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FC4356C-A809-66FD-3470-02F3327A9067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FC4356C-A809-66FD-3470-02F3327A90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D8130F7-296A-EA46-10C9-8C4C55DE666E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697687E-25B1-45FB-0C72-6446B0BDA72D}"/>
                    </a:ext>
                  </a:extLst>
                </p:cNvPr>
                <p:cNvSpPr txBox="1"/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BBC5356-42E3-EF95-C54F-F120B6F9A4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596BB78-A7F6-CCEA-AC34-1ED1AD20BBCA}"/>
                    </a:ext>
                  </a:extLst>
                </p:cNvPr>
                <p:cNvSpPr txBox="1"/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473C7DB-5AB4-C9FA-B76A-B073CCF0298B}"/>
              </a:ext>
            </a:extLst>
          </p:cNvPr>
          <p:cNvGrpSpPr/>
          <p:nvPr/>
        </p:nvGrpSpPr>
        <p:grpSpPr>
          <a:xfrm>
            <a:off x="2577459" y="1805013"/>
            <a:ext cx="2040130" cy="1784524"/>
            <a:chOff x="585073" y="2581414"/>
            <a:chExt cx="2040130" cy="178452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3BA6987-99A5-776C-CF27-C72F367BF0AF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0842ACD-B796-B0F7-0D48-3AF0BFED3B7E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8802CF8-F38D-ABCD-DE5D-2B5D6E2F9C5F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7EA1435-3D46-AA26-EC92-FD93112303B6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5A7FD33-CFC6-5A49-909F-FE2070FD91E1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F822B57-0AFA-638D-6486-F0F8DA15B083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E7158B0-CDB6-7AB6-5364-2D991CFB924A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80E8682-C447-641E-CB56-0ECAD4B14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7D990C0-8F91-7A83-368B-A143707AB86D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6DD60EE-6A51-2294-863F-B2255FD260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7B6F83D-EA45-D0E0-4F83-7E42F0ED8D72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A10E3B2-D39D-70C0-EB32-3DFE74954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F4E00B0-92DD-764B-AF57-CB59185F4E79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1900A14-A7B9-703E-1B52-C2341BAE54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7569A67-20F9-2671-9F75-DBB6911FAFBC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8E2B7E-DE42-2D31-2185-4E519E4479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C9A82B6-890F-8C05-E622-DFDBC5DDCD52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2FC78AF-1A46-AD29-9C68-E8DFB3818D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2F6D0D3-D826-2C83-2AF2-DED1FE294695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8E76E51-B278-0202-75E4-53E835170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0671A55-06E3-4E8A-7FC7-6066BE61E111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53A9B48-3C74-61BB-F2FD-D4F690674E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40DEAE8-289D-7C26-D75F-A920C76C3F2C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D5510FD-24B0-B98B-4A39-F374193A522E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57EE8F7-E2BC-DB50-68C3-2B7258DC16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6AFF8B3-BF21-DDAE-256C-ACB2ACFD56A4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8447FC9-EF85-091B-9EA5-9D8DBBE466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53D199EF-5427-193B-02D5-023EACD0EFFD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7EE46D8-DC00-FF0B-5462-9B29DB53C3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E2040B6-65C7-AFF9-A73F-5BDC689A673A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D8A5D8A6-1C5C-137D-B938-6A1F66D2A306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7FF778F-772B-87F4-B404-0A4CFCF97F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E945360-A991-F56A-3B5F-6B147950B199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0AF7050-5AB6-1959-33CC-84D01DC59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304B843-420A-6DC7-518C-8D0C32426C64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EC01E87-6239-5F5E-EB1B-F1FA080F9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DB144847-60A2-1C4F-2353-CD83DA2886AF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96309B6-7648-E580-EABE-E08CDAC32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75EAE72B-9E51-08BA-E373-BFDBF0326FF4}"/>
              </a:ext>
            </a:extLst>
          </p:cNvPr>
          <p:cNvSpPr/>
          <p:nvPr/>
        </p:nvSpPr>
        <p:spPr>
          <a:xfrm>
            <a:off x="3513587" y="1713096"/>
            <a:ext cx="1271213" cy="111545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BCFE331-E0F7-081F-4E2F-878B9B422285}"/>
              </a:ext>
            </a:extLst>
          </p:cNvPr>
          <p:cNvGrpSpPr/>
          <p:nvPr/>
        </p:nvGrpSpPr>
        <p:grpSpPr>
          <a:xfrm>
            <a:off x="9426310" y="2214296"/>
            <a:ext cx="552468" cy="1774377"/>
            <a:chOff x="585073" y="2591561"/>
            <a:chExt cx="552468" cy="1774377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A0C0C03-A41E-169B-81BC-B3D27311F1D1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00B5523-773C-9925-9672-27671316FB9C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0097A51-AF5D-A03C-AEFD-75F5D8C08C20}"/>
                </a:ext>
              </a:extLst>
            </p:cNvPr>
            <p:cNvCxnSpPr>
              <a:cxnSpLocks/>
              <a:stCxn id="39" idx="1"/>
              <a:endCxn id="3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D3212D57-9860-EFF4-C320-400B6118ECA7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C91D68B-A94C-E046-0438-60E5D3682523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C91D68B-A94C-E046-0438-60E5D36825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97A2230-0A85-CEFE-3E59-2EE93A80425C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97A2230-0A85-CEFE-3E59-2EE93A8042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C713003-E541-D0DF-B650-5149B9E4C921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DDE1F551-4DF4-2A93-F6B6-74914B05E45E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DDE1F551-4DF4-2A93-F6B6-74914B05E4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4786B4D1-ABDB-B339-A50F-03FD7ACF60EF}"/>
              </a:ext>
            </a:extLst>
          </p:cNvPr>
          <p:cNvSpPr/>
          <p:nvPr/>
        </p:nvSpPr>
        <p:spPr>
          <a:xfrm>
            <a:off x="7315200" y="2538065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8A45549-5DCD-3D3F-BBFA-51076C37581A}"/>
              </a:ext>
            </a:extLst>
          </p:cNvPr>
          <p:cNvGrpSpPr/>
          <p:nvPr/>
        </p:nvGrpSpPr>
        <p:grpSpPr>
          <a:xfrm>
            <a:off x="10056256" y="2214296"/>
            <a:ext cx="552468" cy="1774377"/>
            <a:chOff x="585073" y="2591561"/>
            <a:chExt cx="552468" cy="1774377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903E2F0-542B-D299-0C8E-626E34EDA5F4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19BE2E6-5DF3-8473-8007-27C8DDBE1FD8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7E70257-4455-D2AF-DE72-3C21BC78EDBC}"/>
                </a:ext>
              </a:extLst>
            </p:cNvPr>
            <p:cNvCxnSpPr>
              <a:cxnSpLocks/>
              <a:stCxn id="40" idx="1"/>
              <a:endCxn id="40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D1A8C97-5A12-66F0-0978-EECCB6BA4532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D1A8C97-5A12-66F0-0978-EECCB6BA45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7DEF076-7D8C-BC6F-AF9E-080945CB9D45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7DEF076-7D8C-BC6F-AF9E-080945CB9D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1B5ECD2-B613-368D-7E47-AB615F24310E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1B5ECD2-B613-368D-7E47-AB615F2431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87B19F2-135D-4A9F-2374-91BCB7967239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74AEF19-C5C5-273E-5E90-F942861EB6D7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74AEF19-C5C5-273E-5E90-F942861EB6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BF444CD-2D41-9006-1BD4-9E71D00BF326}"/>
              </a:ext>
            </a:extLst>
          </p:cNvPr>
          <p:cNvGrpSpPr/>
          <p:nvPr/>
        </p:nvGrpSpPr>
        <p:grpSpPr>
          <a:xfrm>
            <a:off x="10705535" y="2229814"/>
            <a:ext cx="552468" cy="1774377"/>
            <a:chOff x="585073" y="2591561"/>
            <a:chExt cx="552468" cy="1774377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BDE3EFF-58FB-C79E-F330-1053BE6780C4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825DE7B-D833-4748-118E-BE7A146ABBBE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7BD877A-D2D3-4F03-3006-03F2497B33E6}"/>
                </a:ext>
              </a:extLst>
            </p:cNvPr>
            <p:cNvCxnSpPr>
              <a:cxnSpLocks/>
              <a:stCxn id="54" idx="1"/>
              <a:endCxn id="54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91E5E389-8075-27FA-C781-332E8AC71EA0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91E5E389-8075-27FA-C781-332E8AC71E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2544288A-E562-E72E-84A3-BF082966D33A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2544288A-E562-E72E-84A3-BF082966D3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092BF88-55D8-8C72-9AFF-6489010AA6A6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092BF88-55D8-8C72-9AFF-6489010AA6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5578062-ED00-F432-3EFB-10B9A537A4A9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3AE70299-2C9D-E53D-7B4D-2E34B7787064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3AE70299-2C9D-E53D-7B4D-2E34B77870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A6213C6A-2F4F-CDC0-6655-E3510C9B9282}"/>
              </a:ext>
            </a:extLst>
          </p:cNvPr>
          <p:cNvSpPr txBox="1"/>
          <p:nvPr/>
        </p:nvSpPr>
        <p:spPr>
          <a:xfrm>
            <a:off x="11723698" y="297331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4998CF5-7243-D18B-B862-7B0F94D84465}"/>
              </a:ext>
            </a:extLst>
          </p:cNvPr>
          <p:cNvSpPr txBox="1"/>
          <p:nvPr/>
        </p:nvSpPr>
        <p:spPr>
          <a:xfrm>
            <a:off x="3215539" y="5322898"/>
            <a:ext cx="5040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Single Input Single Output Channel</a:t>
            </a:r>
          </a:p>
        </p:txBody>
      </p:sp>
    </p:spTree>
    <p:extLst>
      <p:ext uri="{BB962C8B-B14F-4D97-AF65-F5344CB8AC3E}">
        <p14:creationId xmlns:p14="http://schemas.microsoft.com/office/powerpoint/2010/main" val="16949876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6E260-7297-A322-50C5-25F0EB7A5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D9291-E49F-0657-ABA4-B8DA96D34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Im2col Algorithm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9985390-3CCC-E8D8-18C4-75C3B6245B94}"/>
              </a:ext>
            </a:extLst>
          </p:cNvPr>
          <p:cNvGrpSpPr/>
          <p:nvPr/>
        </p:nvGrpSpPr>
        <p:grpSpPr>
          <a:xfrm>
            <a:off x="5633235" y="2285183"/>
            <a:ext cx="1073051" cy="896233"/>
            <a:chOff x="1975635" y="2952087"/>
            <a:chExt cx="1073051" cy="89623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CC02BFD-615C-9DC6-BCD3-55AA11A2CD3F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D75A72A-C825-E48D-9877-A76105ACC46A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CD7308F0-0BBF-21BB-68C9-043EF12C9FE5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6D73DCDD-4720-6924-2A64-9AA579C5AD6B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573F52A-6ACA-3361-7DBD-1A3CA58E1146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FC4356C-A809-66FD-3470-02F3327A90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1F70E5A-4810-0A16-FAF1-74210D22BAA5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F7539EA-C43A-FD9F-8DBE-6EFDC30363CE}"/>
                    </a:ext>
                  </a:extLst>
                </p:cNvPr>
                <p:cNvSpPr txBox="1"/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BBC5356-42E3-EF95-C54F-F120B6F9A4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F6ACFB4-5A4D-9A72-5925-3D6CDB24DE9F}"/>
                    </a:ext>
                  </a:extLst>
                </p:cNvPr>
                <p:cNvSpPr txBox="1"/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825EBE8-D61F-885F-2088-337EDBFE8B9D}"/>
              </a:ext>
            </a:extLst>
          </p:cNvPr>
          <p:cNvGrpSpPr/>
          <p:nvPr/>
        </p:nvGrpSpPr>
        <p:grpSpPr>
          <a:xfrm>
            <a:off x="2577459" y="1805013"/>
            <a:ext cx="2040130" cy="1784524"/>
            <a:chOff x="585073" y="2581414"/>
            <a:chExt cx="2040130" cy="178452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0CDCE7F-8544-B842-8694-11FE556B995A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BA37235-F52D-983A-B3D2-E0CCD76BD68D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9190A36-B46B-3627-A38B-826DE9DFECE9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FC9F43F-F63D-3A4A-D694-F3C725DF448C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570EBDA-DE13-5BF8-532E-5C6C414EE363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18C51F8-F32F-2EF4-A6CC-C9EFFE450D5E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C0F4CC6-5CD8-046A-7C70-3B22D698F4AE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80E8682-C447-641E-CB56-0ECAD4B14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734DC9A-4DA4-8A25-7B84-5135A1C7C36E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6DD60EE-6A51-2294-863F-B2255FD260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E687121-A022-F5D1-B7C7-79E9C96DF9CA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A10E3B2-D39D-70C0-EB32-3DFE74954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0E36899-9FDA-45A3-628E-1AA59EE9F326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1900A14-A7B9-703E-1B52-C2341BAE54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47BA58A-093B-D3FC-A294-43AE9E282964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8E2B7E-DE42-2D31-2185-4E519E4479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1560834-97B1-3431-3CFC-03AB66D430B3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2FC78AF-1A46-AD29-9C68-E8DFB3818D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5F8D5FE-CC45-CA08-1796-5CC9AADB7538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8E76E51-B278-0202-75E4-53E835170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26F5678-364E-FDF1-D807-3302CC4E42D6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53A9B48-3C74-61BB-F2FD-D4F690674E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3074EF8-D752-AD77-95A8-B7B3D341F100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A5E8AF6-88DE-B0A2-E4A1-A89B80310D1D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57EE8F7-E2BC-DB50-68C3-2B7258DC16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03843B2-C261-5BFE-69A3-D44380A7E5BD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8447FC9-EF85-091B-9EA5-9D8DBBE466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EFBB2607-4123-7576-18A8-2FD0A6BDD323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7EE46D8-DC00-FF0B-5462-9B29DB53C3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D1F3BC1-B785-8801-AB6E-A1F2AE3B9F24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6A72EB9D-9B5B-A9FD-1462-D713042CD04A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7FF778F-772B-87F4-B404-0A4CFCF97F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5A78FE4-2302-3627-2127-E8946B1ECAEF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0AF7050-5AB6-1959-33CC-84D01DC59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258B9F02-C0D0-6243-0F96-87510A482C09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EC01E87-6239-5F5E-EB1B-F1FA080F9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36B184F-EB0B-D24E-6031-CD76E9B6D6D3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96309B6-7648-E580-EABE-E08CDAC32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9452E4B8-2F4D-939D-0BDC-12F742E65C2F}"/>
              </a:ext>
            </a:extLst>
          </p:cNvPr>
          <p:cNvSpPr/>
          <p:nvPr/>
        </p:nvSpPr>
        <p:spPr>
          <a:xfrm>
            <a:off x="3513587" y="1713096"/>
            <a:ext cx="1271213" cy="111545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0ADBBF5-A70C-8B7A-5CCD-516D3447C6DB}"/>
              </a:ext>
            </a:extLst>
          </p:cNvPr>
          <p:cNvGrpSpPr/>
          <p:nvPr/>
        </p:nvGrpSpPr>
        <p:grpSpPr>
          <a:xfrm>
            <a:off x="9426310" y="2214296"/>
            <a:ext cx="552468" cy="1774377"/>
            <a:chOff x="585073" y="2591561"/>
            <a:chExt cx="552468" cy="1774377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3805AC9-15B4-A380-4793-3B1E46605BF9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B0B868C-32A8-6805-931F-FB8FE56884EF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511C276-D1DB-DA7B-3057-2CCF8DCFBE1C}"/>
                </a:ext>
              </a:extLst>
            </p:cNvPr>
            <p:cNvCxnSpPr>
              <a:cxnSpLocks/>
              <a:stCxn id="39" idx="1"/>
              <a:endCxn id="3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33B9728D-0A3E-449A-C56A-EDADD2B637EC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569B02B9-8D64-9BC0-FDC2-93404462A5CB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C91D68B-A94C-E046-0438-60E5D36825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2FE584F9-BD68-973B-9F57-4E2068747527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97A2230-0A85-CEFE-3E59-2EE93A8042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8D4B504-400C-EA16-5FDA-A4FB30BA6FAB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256F034-9788-D265-6F8E-EE3CD409F9AC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DDE1F551-4DF4-2A93-F6B6-74914B05E4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8E1F15BA-ECA9-3E6E-D6DF-52DDF2D253FB}"/>
              </a:ext>
            </a:extLst>
          </p:cNvPr>
          <p:cNvSpPr/>
          <p:nvPr/>
        </p:nvSpPr>
        <p:spPr>
          <a:xfrm>
            <a:off x="7315200" y="2538065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6AA2FE8-8012-0231-E28A-DDB9A387BE54}"/>
              </a:ext>
            </a:extLst>
          </p:cNvPr>
          <p:cNvGrpSpPr/>
          <p:nvPr/>
        </p:nvGrpSpPr>
        <p:grpSpPr>
          <a:xfrm>
            <a:off x="10056256" y="2214296"/>
            <a:ext cx="552468" cy="1774377"/>
            <a:chOff x="585073" y="2591561"/>
            <a:chExt cx="552468" cy="1774377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ED40A64-2AA4-549D-2FF0-3F6699D28117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B0F87A4-7099-03FE-38F7-B58577EB6715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8AE4DAC-D816-FEBC-E0A1-374C0D0B7EC0}"/>
                </a:ext>
              </a:extLst>
            </p:cNvPr>
            <p:cNvCxnSpPr>
              <a:cxnSpLocks/>
              <a:stCxn id="40" idx="1"/>
              <a:endCxn id="40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96B2ED0B-1D0B-2CF3-359F-541155B19FA0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D1A8C97-5A12-66F0-0978-EECCB6BA45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CFAD82B-0E64-9306-1A7F-9B55C5D11E0A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7DEF076-7D8C-BC6F-AF9E-080945CB9D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5524A40-5A6E-7C38-9AE9-52F1F196C0C9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1B5ECD2-B613-368D-7E47-AB615F2431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F5C385A-C944-EE2B-4205-B87832A609E0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52EEB4E-7D60-3F42-AF24-C1094BBA3C46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74AEF19-C5C5-273E-5E90-F942861EB6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1E23245-191C-F017-42B1-ADB837E0122D}"/>
              </a:ext>
            </a:extLst>
          </p:cNvPr>
          <p:cNvGrpSpPr/>
          <p:nvPr/>
        </p:nvGrpSpPr>
        <p:grpSpPr>
          <a:xfrm>
            <a:off x="10705535" y="2229814"/>
            <a:ext cx="552468" cy="1774377"/>
            <a:chOff x="585073" y="2591561"/>
            <a:chExt cx="552468" cy="1774377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0C9EC93-10F3-7FD3-45E5-5C81FEFCCEC1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532CC2B-CEAA-9F2D-4191-7CF72C9D35B0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2AAFAE63-F073-EF29-91C6-2C98A7B5AD4E}"/>
                </a:ext>
              </a:extLst>
            </p:cNvPr>
            <p:cNvCxnSpPr>
              <a:cxnSpLocks/>
              <a:stCxn id="54" idx="1"/>
              <a:endCxn id="54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88165019-AC43-07E3-AA0A-5D1E705685D9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91E5E389-8075-27FA-C781-332E8AC71E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5523E82B-131B-52AC-2E31-8ED13828C989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2544288A-E562-E72E-84A3-BF082966D3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4AE2ACA1-73C8-BC4C-2B1D-C626293503BA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092BF88-55D8-8C72-9AFF-6489010AA6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A464A52-3B4E-C02D-952F-806D5FB71D7C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A52088E8-921D-0A2A-09BB-A6AFC80EF94A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3AE70299-2C9D-E53D-7B4D-2E34B77870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DCA6F712-89BB-B0FD-3EDE-0BA67A502829}"/>
              </a:ext>
            </a:extLst>
          </p:cNvPr>
          <p:cNvSpPr/>
          <p:nvPr/>
        </p:nvSpPr>
        <p:spPr>
          <a:xfrm rot="5400000">
            <a:off x="5559625" y="4024971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9458C06-6053-334B-6262-C7B2D11640E4}"/>
              </a:ext>
            </a:extLst>
          </p:cNvPr>
          <p:cNvGrpSpPr/>
          <p:nvPr/>
        </p:nvGrpSpPr>
        <p:grpSpPr>
          <a:xfrm>
            <a:off x="5100706" y="5235284"/>
            <a:ext cx="1065058" cy="499397"/>
            <a:chOff x="1980958" y="2952087"/>
            <a:chExt cx="1065058" cy="499397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B478628B-AB5F-6DF8-3249-AA77E26DB6BA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2AC84307-3A15-342A-2C27-97FBD6E7E836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C73A7459-CA05-DE75-4208-F1E20A668D12}"/>
                  </a:ext>
                </a:extLst>
              </p:cNvPr>
              <p:cNvCxnSpPr>
                <a:cxnSpLocks/>
                <a:stCxn id="72" idx="0"/>
                <a:endCxn id="72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0840010-539D-2F22-3FFD-AF76714A6D12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4D568C11-555F-B96B-99B4-FC993C7BFD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2B3C2F1E-F156-39E5-EA5A-55BE19226D12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2E034E3-6E62-BE70-CBBC-4A21DDC78BA0}"/>
              </a:ext>
            </a:extLst>
          </p:cNvPr>
          <p:cNvGrpSpPr/>
          <p:nvPr/>
        </p:nvGrpSpPr>
        <p:grpSpPr>
          <a:xfrm>
            <a:off x="6158191" y="5239824"/>
            <a:ext cx="1065058" cy="499397"/>
            <a:chOff x="1980958" y="2952087"/>
            <a:chExt cx="1065058" cy="499397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323FD0A3-7885-43DB-AA97-7A463AAFD227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4CB61D58-6BB8-35A7-9806-F4E7AE6CA22E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1F1FE538-0C68-A493-ABFD-D88F45F5F0BB}"/>
                  </a:ext>
                </a:extLst>
              </p:cNvPr>
              <p:cNvCxnSpPr>
                <a:cxnSpLocks/>
                <a:stCxn id="80" idx="0"/>
                <a:endCxn id="8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EACBFBE3-7619-E210-0DCB-A40B226FD0D1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535831DD-26F0-0A85-908C-5A0569B1D5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DE32E9BE-1324-1134-9815-F45AD49E7439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9D20598F-54B1-0955-4535-7DDBE5E9EE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D1322A41-89DF-9A44-CF6D-84CF92D24130}"/>
              </a:ext>
            </a:extLst>
          </p:cNvPr>
          <p:cNvSpPr txBox="1"/>
          <p:nvPr/>
        </p:nvSpPr>
        <p:spPr>
          <a:xfrm>
            <a:off x="11723698" y="297331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5CD042C-2A9E-6155-FD40-F4BA28D0F446}"/>
              </a:ext>
            </a:extLst>
          </p:cNvPr>
          <p:cNvSpPr txBox="1"/>
          <p:nvPr/>
        </p:nvSpPr>
        <p:spPr>
          <a:xfrm>
            <a:off x="3296175" y="6135210"/>
            <a:ext cx="5040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Single Input Single Output Channel</a:t>
            </a:r>
          </a:p>
        </p:txBody>
      </p:sp>
    </p:spTree>
    <p:extLst>
      <p:ext uri="{BB962C8B-B14F-4D97-AF65-F5344CB8AC3E}">
        <p14:creationId xmlns:p14="http://schemas.microsoft.com/office/powerpoint/2010/main" val="9450867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351EB-D20C-A387-C927-CD20BA0C1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66837-C20C-570D-F318-EAA0DC5D6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Im2col Algorithm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5738E86-2788-89E5-A17B-23C8461F0AD9}"/>
              </a:ext>
            </a:extLst>
          </p:cNvPr>
          <p:cNvGrpSpPr/>
          <p:nvPr/>
        </p:nvGrpSpPr>
        <p:grpSpPr>
          <a:xfrm>
            <a:off x="5633235" y="2285183"/>
            <a:ext cx="1073051" cy="896233"/>
            <a:chOff x="1975635" y="2952087"/>
            <a:chExt cx="1073051" cy="89623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9F4336E-8CC1-0955-D789-F3DB636DB464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BFDC2D6-8241-F106-3670-98C73A3E1A98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34EC5DA-CDCA-CB59-4C52-29E7593AA57E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8F69BECD-10D8-46C5-8E93-B51C01D68E62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6534A24-83F3-452D-05A5-271E3A7E600E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FC4356C-A809-66FD-3470-02F3327A90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78255CE-D975-4180-989E-B938E60D89F3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7EC2104-ECE5-558D-DF18-019A05BC3411}"/>
                    </a:ext>
                  </a:extLst>
                </p:cNvPr>
                <p:cNvSpPr txBox="1"/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BBC5356-42E3-EF95-C54F-F120B6F9A4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6706D15-15D0-6B84-8104-C2E7C73B9870}"/>
                    </a:ext>
                  </a:extLst>
                </p:cNvPr>
                <p:cNvSpPr txBox="1"/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E990060-A0BB-2536-4DA5-7FCDF402E11B}"/>
              </a:ext>
            </a:extLst>
          </p:cNvPr>
          <p:cNvGrpSpPr/>
          <p:nvPr/>
        </p:nvGrpSpPr>
        <p:grpSpPr>
          <a:xfrm>
            <a:off x="2577459" y="1805013"/>
            <a:ext cx="2040130" cy="1784524"/>
            <a:chOff x="585073" y="2581414"/>
            <a:chExt cx="2040130" cy="178452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26140DC-4E6D-5936-6280-A0CB3744AD4D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D2BCAE6-EB26-DEC7-8243-2A9A79FCBBDC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BA1CAE7-E603-BC6C-0ED4-14C161B6B194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3D9BDFA-5327-4E13-F13B-3996280C51AB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6479BF7-A73E-C225-7545-201796235E56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2E8B44E-AD70-FC25-86B4-3C11D15F89C0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80BB1EF-46F9-8AEC-A253-0A02F851A632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80E8682-C447-641E-CB56-0ECAD4B14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FC3F307A-EC3C-53A9-A63B-CC2DB46349A4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6DD60EE-6A51-2294-863F-B2255FD260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18AE2C5-1182-D663-301A-BA7DA8EA384D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A10E3B2-D39D-70C0-EB32-3DFE74954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B051B26-8A97-A47C-F2A0-FF4C3BD86B21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1900A14-A7B9-703E-1B52-C2341BAE54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4DA7520-77E1-E017-8D52-FC576700BE6C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8E2B7E-DE42-2D31-2185-4E519E4479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D0E3FB4-88CA-1135-77BB-6FDF7BFB7A1F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2FC78AF-1A46-AD29-9C68-E8DFB3818D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2E5F08F-3DFA-096F-7A45-BDD89DA96A75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8E76E51-B278-0202-75E4-53E835170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1997187-5221-323C-6E32-589A007A1E54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53A9B48-3C74-61BB-F2FD-D4F690674E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997A0BC-6089-FFD5-7F01-0BF26FF8AF2B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0ED293B6-0004-E8B1-B723-7D21305ED826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57EE8F7-E2BC-DB50-68C3-2B7258DC16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D353DC18-6B2C-F8F8-5FC9-630DD3D87A5D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8447FC9-EF85-091B-9EA5-9D8DBBE466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AD8C9CFF-A0AD-4251-3E5E-3C18A5030855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7EE46D8-DC00-FF0B-5462-9B29DB53C3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F2192CD-807B-B371-1D0D-5576849DA621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FCE1F608-BD7A-830F-DE5F-D28F7E8C294C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7FF778F-772B-87F4-B404-0A4CFCF97F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12831177-4703-6B2E-8E7D-DF198317DD0D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0AF7050-5AB6-1959-33CC-84D01DC59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15C7CD01-02DB-5785-8063-A33C25FD9F8B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EC01E87-6239-5F5E-EB1B-F1FA080F9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C845776-EE2F-5F26-04DF-495F0435EA6F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96309B6-7648-E580-EABE-E08CDAC32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D9C7673A-EBC0-A137-ADAC-60093EEDB69C}"/>
              </a:ext>
            </a:extLst>
          </p:cNvPr>
          <p:cNvSpPr/>
          <p:nvPr/>
        </p:nvSpPr>
        <p:spPr>
          <a:xfrm>
            <a:off x="3513587" y="1713096"/>
            <a:ext cx="1271213" cy="111545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18C256F-7862-5AAB-2674-AF79FC04F1E2}"/>
              </a:ext>
            </a:extLst>
          </p:cNvPr>
          <p:cNvGrpSpPr/>
          <p:nvPr/>
        </p:nvGrpSpPr>
        <p:grpSpPr>
          <a:xfrm>
            <a:off x="9426310" y="2214296"/>
            <a:ext cx="552468" cy="1774377"/>
            <a:chOff x="585073" y="2591561"/>
            <a:chExt cx="552468" cy="1774377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909300E-8210-0C96-5F8D-25AF860342C9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4242D66-0408-A24D-A338-E34A8B0B99D3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CBCF81E-F727-B1FD-9142-92EB4FB751D5}"/>
                </a:ext>
              </a:extLst>
            </p:cNvPr>
            <p:cNvCxnSpPr>
              <a:cxnSpLocks/>
              <a:stCxn id="39" idx="1"/>
              <a:endCxn id="3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1E66E5B-D7A2-8BF2-EDE4-D83C964D4B02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E0236BA7-4CE3-10A5-E957-226808E98567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C91D68B-A94C-E046-0438-60E5D36825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325F3BAB-61D0-AB68-3B9D-4886B05B2EA5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97A2230-0A85-CEFE-3E59-2EE93A8042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0578573-5068-872F-F39C-4DAC077E9108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C5981442-D745-0CFB-4247-5B85A40CF97A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DDE1F551-4DF4-2A93-F6B6-74914B05E4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ED6DF49A-D421-BD66-C13D-15C6E56E4F83}"/>
              </a:ext>
            </a:extLst>
          </p:cNvPr>
          <p:cNvSpPr/>
          <p:nvPr/>
        </p:nvSpPr>
        <p:spPr>
          <a:xfrm>
            <a:off x="7315200" y="2538065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B0D213F-4719-5950-9604-97F4A3121C70}"/>
              </a:ext>
            </a:extLst>
          </p:cNvPr>
          <p:cNvGrpSpPr/>
          <p:nvPr/>
        </p:nvGrpSpPr>
        <p:grpSpPr>
          <a:xfrm>
            <a:off x="10056256" y="2214296"/>
            <a:ext cx="552468" cy="1774377"/>
            <a:chOff x="585073" y="2591561"/>
            <a:chExt cx="552468" cy="1774377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1A49E65-9C45-52D1-EA78-3861040DAF30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858D1F6-AF2D-207F-632B-E385DC5ACB91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F8FD820-E96B-269F-59A4-C423AEA865F1}"/>
                </a:ext>
              </a:extLst>
            </p:cNvPr>
            <p:cNvCxnSpPr>
              <a:cxnSpLocks/>
              <a:stCxn id="40" idx="1"/>
              <a:endCxn id="40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7E8CC6D5-55DC-107C-CF9D-AC6FFD0BCA50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D1A8C97-5A12-66F0-0978-EECCB6BA45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BA644511-628B-8D03-63FF-1631BBAE2965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7DEF076-7D8C-BC6F-AF9E-080945CB9D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6360E634-E1DF-6BB9-B299-14C2FAF980E5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1B5ECD2-B613-368D-7E47-AB615F2431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2AC36B0-0F7D-8A46-1F7B-F1742B9BC228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F20498CD-8032-9418-7721-D131680E510C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74AEF19-C5C5-273E-5E90-F942861EB6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30C1893-8E33-928B-0E9A-2CC0A2FD6ED5}"/>
              </a:ext>
            </a:extLst>
          </p:cNvPr>
          <p:cNvGrpSpPr/>
          <p:nvPr/>
        </p:nvGrpSpPr>
        <p:grpSpPr>
          <a:xfrm>
            <a:off x="10705535" y="2229814"/>
            <a:ext cx="552468" cy="1774377"/>
            <a:chOff x="585073" y="2591561"/>
            <a:chExt cx="552468" cy="1774377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1900051-1EC3-5479-AC2A-972F72AF1939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76F515E2-30BC-11F5-0932-3FBC1F07E953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19F6AC2-5CAE-D5A5-FB4D-0B6F43D6A94A}"/>
                </a:ext>
              </a:extLst>
            </p:cNvPr>
            <p:cNvCxnSpPr>
              <a:cxnSpLocks/>
              <a:stCxn id="54" idx="1"/>
              <a:endCxn id="54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233544CB-F3D5-24DC-2242-8DF0C13AA55F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91E5E389-8075-27FA-C781-332E8AC71E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74D6FB8D-70DB-6275-0312-DE1B32FB6E5B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2544288A-E562-E72E-84A3-BF082966D3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EC8827CF-2144-D26A-565D-C37B2E89D912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092BF88-55D8-8C72-9AFF-6489010AA6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DF9A7CCC-5BA0-5291-5D5D-980F47FA1E5A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B08A9005-E621-5DFA-EEE7-57D82DA540D9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3AE70299-2C9D-E53D-7B4D-2E34B77870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74558ED0-3D08-0492-874A-C0D2A41F6DC0}"/>
              </a:ext>
            </a:extLst>
          </p:cNvPr>
          <p:cNvSpPr/>
          <p:nvPr/>
        </p:nvSpPr>
        <p:spPr>
          <a:xfrm rot="5400000">
            <a:off x="5559625" y="4024971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54F8A21-B486-C6D1-1811-8378163DDA23}"/>
              </a:ext>
            </a:extLst>
          </p:cNvPr>
          <p:cNvGrpSpPr/>
          <p:nvPr/>
        </p:nvGrpSpPr>
        <p:grpSpPr>
          <a:xfrm>
            <a:off x="5100706" y="5235284"/>
            <a:ext cx="1065058" cy="499397"/>
            <a:chOff x="1980958" y="2952087"/>
            <a:chExt cx="1065058" cy="499397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CA3D5995-175F-8F72-2809-4AE06DB4FD01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8B6DC85F-DE79-EA6F-302A-0ACA8C0AE4A6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00454EE2-3211-A111-42C4-FE7E2413042B}"/>
                  </a:ext>
                </a:extLst>
              </p:cNvPr>
              <p:cNvCxnSpPr>
                <a:cxnSpLocks/>
                <a:stCxn id="72" idx="0"/>
                <a:endCxn id="72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7BC6BA25-A879-2EAC-C2BC-BF707C2B5F85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4D568C11-555F-B96B-99B4-FC993C7BFD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4C1E051D-D68F-9042-82A5-37E03EAA269A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D9A2AA1-3157-C349-CB96-FF2B9ADAA8D7}"/>
              </a:ext>
            </a:extLst>
          </p:cNvPr>
          <p:cNvGrpSpPr/>
          <p:nvPr/>
        </p:nvGrpSpPr>
        <p:grpSpPr>
          <a:xfrm>
            <a:off x="6158191" y="5239824"/>
            <a:ext cx="1065058" cy="499397"/>
            <a:chOff x="1980958" y="2952087"/>
            <a:chExt cx="1065058" cy="499397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2241D569-82EA-7ABB-CC7C-FC2B27DD2562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694F551E-9133-194F-74EB-2D4504D96D15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D5BC3967-118C-50AA-3F20-1797E0772DA1}"/>
                  </a:ext>
                </a:extLst>
              </p:cNvPr>
              <p:cNvCxnSpPr>
                <a:cxnSpLocks/>
                <a:stCxn id="80" idx="0"/>
                <a:endCxn id="8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5E7823AD-16BC-238F-99C0-79E3CE7DB1B8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535831DD-26F0-0A85-908C-5A0569B1D5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4F287D7A-38BB-C442-C39C-EBDEE0819A94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9D20598F-54B1-0955-4535-7DDBE5E9EE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49BBF32D-BFA7-30C8-9E05-350941BE5112}"/>
              </a:ext>
            </a:extLst>
          </p:cNvPr>
          <p:cNvSpPr txBox="1"/>
          <p:nvPr/>
        </p:nvSpPr>
        <p:spPr>
          <a:xfrm>
            <a:off x="11723698" y="297331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BD777C3-9897-DF4D-9C3A-E5080E13886E}"/>
              </a:ext>
            </a:extLst>
          </p:cNvPr>
          <p:cNvSpPr txBox="1"/>
          <p:nvPr/>
        </p:nvSpPr>
        <p:spPr>
          <a:xfrm>
            <a:off x="3296175" y="6135210"/>
            <a:ext cx="5040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Single Input Single Output Channel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02D0498-2F94-65F0-FAE9-6EC92F52EBAD}"/>
              </a:ext>
            </a:extLst>
          </p:cNvPr>
          <p:cNvCxnSpPr/>
          <p:nvPr/>
        </p:nvCxnSpPr>
        <p:spPr>
          <a:xfrm>
            <a:off x="9321800" y="4495800"/>
            <a:ext cx="227330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AD68FD0B-5A21-7D14-1444-49DBAE5A46F8}"/>
              </a:ext>
            </a:extLst>
          </p:cNvPr>
          <p:cNvSpPr txBox="1"/>
          <p:nvPr/>
        </p:nvSpPr>
        <p:spPr>
          <a:xfrm>
            <a:off x="9390019" y="4686627"/>
            <a:ext cx="2273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How many columns?</a:t>
            </a:r>
          </a:p>
        </p:txBody>
      </p:sp>
    </p:spTree>
    <p:extLst>
      <p:ext uri="{BB962C8B-B14F-4D97-AF65-F5344CB8AC3E}">
        <p14:creationId xmlns:p14="http://schemas.microsoft.com/office/powerpoint/2010/main" val="21230412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AA56D-CD49-DAB4-FDED-B7DE690B2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85322-5185-AB15-2582-FE6192787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Im2col Algorithm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7D83EE4-6A24-E638-ACCA-EDF5B8539AAA}"/>
              </a:ext>
            </a:extLst>
          </p:cNvPr>
          <p:cNvGrpSpPr/>
          <p:nvPr/>
        </p:nvGrpSpPr>
        <p:grpSpPr>
          <a:xfrm>
            <a:off x="5633235" y="2285183"/>
            <a:ext cx="1073051" cy="896233"/>
            <a:chOff x="1975635" y="2952087"/>
            <a:chExt cx="1073051" cy="89623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75D0EC0-ECEC-4B81-2FF4-9F42F3F435DB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F2314DC-BD87-491C-F25E-03FC481195BF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7F751742-19AD-586B-1DFD-A817A8758E6F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86F6F59F-73FF-05FE-7BA4-0144540D48A1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421FA60-020A-48C3-4756-EB4A50EFB3DA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FC4356C-A809-66FD-3470-02F3327A90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02067BF-0D30-186F-BE1B-C244779B7A2F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8527224-9427-125A-117B-90E1BF3228DF}"/>
                    </a:ext>
                  </a:extLst>
                </p:cNvPr>
                <p:cNvSpPr txBox="1"/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BBC5356-42E3-EF95-C54F-F120B6F9A4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9BAD733-0C90-A0D6-FA95-22679CE3D01A}"/>
                    </a:ext>
                  </a:extLst>
                </p:cNvPr>
                <p:cNvSpPr txBox="1"/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27ECB01-8B96-7234-0C15-BD7805ED8DE5}"/>
              </a:ext>
            </a:extLst>
          </p:cNvPr>
          <p:cNvGrpSpPr/>
          <p:nvPr/>
        </p:nvGrpSpPr>
        <p:grpSpPr>
          <a:xfrm>
            <a:off x="2577459" y="1805013"/>
            <a:ext cx="2040130" cy="1784524"/>
            <a:chOff x="585073" y="2581414"/>
            <a:chExt cx="2040130" cy="178452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8765799-7BA2-9F16-F28D-A86483C36F8B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399141F-84BF-4B2B-22C5-9C1EB709D666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B3405A5-7896-8784-C6D4-D10E205C6008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C8C5847-8375-EF10-4C22-CDB2CF6C63FE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CAD2ACE-BD0F-8FE3-EE52-E06A06A33B47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38B1C8F-4072-F717-3C31-B397B7BBEEE0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EF080F2-13DD-5C82-BD9A-DB53DBCB71DF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80E8682-C447-641E-CB56-0ECAD4B14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9BEE99D0-7F24-5F3D-D0D5-B79819C0B816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6DD60EE-6A51-2294-863F-B2255FD260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A1E8181-629B-76EE-4B6F-AE7FFD2E1D29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A10E3B2-D39D-70C0-EB32-3DFE74954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01E764E-2496-0EE7-B9BA-636D66945892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1900A14-A7B9-703E-1B52-C2341BAE54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655BB50-63D5-09C6-A2C7-78BCFBC21E94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8E2B7E-DE42-2D31-2185-4E519E4479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72C44BF-121C-5D87-70EA-16CDD36911E1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2FC78AF-1A46-AD29-9C68-E8DFB3818D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3E3D0C4-6C4E-0A58-3AA6-E4849647253C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8E76E51-B278-0202-75E4-53E835170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84AE82C-04EF-7717-2259-846EE4A968F3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53A9B48-3C74-61BB-F2FD-D4F690674E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B972FD3-BEFB-34AE-1D08-01F7AA3CBF73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A8A4A19-316C-81CC-893C-C0761E5ADBF8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57EE8F7-E2BC-DB50-68C3-2B7258DC16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C1D4C60-86D2-1A6B-7F27-27AE48384B9C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8447FC9-EF85-091B-9EA5-9D8DBBE466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5B893DEF-198E-3990-D1E1-22199F38D960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7EE46D8-DC00-FF0B-5462-9B29DB53C3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8B6E5BB-06A7-43A1-60A1-933ECDF830D9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E1B441CB-1C77-D13E-6B23-2E85AF2E525E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7FF778F-772B-87F4-B404-0A4CFCF97F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4DD1405-1EF7-FFD9-F3CF-E26C6794DF58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0AF7050-5AB6-1959-33CC-84D01DC59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9F95F200-E5BB-05CC-39EB-F2C05CE041E7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EC01E87-6239-5F5E-EB1B-F1FA080F9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6612AFA-40E8-BAFD-EB76-9571A7006ECD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96309B6-7648-E580-EABE-E08CDAC32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B95BA6E8-889A-3866-7B6F-81034A1C9E83}"/>
              </a:ext>
            </a:extLst>
          </p:cNvPr>
          <p:cNvSpPr/>
          <p:nvPr/>
        </p:nvSpPr>
        <p:spPr>
          <a:xfrm>
            <a:off x="3513587" y="1713096"/>
            <a:ext cx="1271213" cy="111545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F9692FF-1AF7-D3CB-F744-1E6AE97C482B}"/>
              </a:ext>
            </a:extLst>
          </p:cNvPr>
          <p:cNvGrpSpPr/>
          <p:nvPr/>
        </p:nvGrpSpPr>
        <p:grpSpPr>
          <a:xfrm>
            <a:off x="9426310" y="2214296"/>
            <a:ext cx="552468" cy="1774377"/>
            <a:chOff x="585073" y="2591561"/>
            <a:chExt cx="552468" cy="1774377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1A4F87D-CC6C-7639-E301-D079EA41269E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FF4A51E-F8BA-5D32-94AA-5198B87AD449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AF1B95B-EAC0-9E80-BB80-80AC45D17251}"/>
                </a:ext>
              </a:extLst>
            </p:cNvPr>
            <p:cNvCxnSpPr>
              <a:cxnSpLocks/>
              <a:stCxn id="39" idx="1"/>
              <a:endCxn id="3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28DB1EBF-6CD2-1D62-C7D9-28F6542B03FB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FF0F5E3-8B97-DE88-6F2D-E10B13B03E5A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C91D68B-A94C-E046-0438-60E5D36825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60F8359B-B36B-2228-2A5E-13E981178C93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97A2230-0A85-CEFE-3E59-2EE93A8042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CC3DD84-7B90-1CDA-79A0-66D63B4D5F37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2E80656-F58C-C67D-F5FB-8629CC281E88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DDE1F551-4DF4-2A93-F6B6-74914B05E4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7ECBF55C-4BE5-9043-AB80-DFD988260A10}"/>
              </a:ext>
            </a:extLst>
          </p:cNvPr>
          <p:cNvSpPr/>
          <p:nvPr/>
        </p:nvSpPr>
        <p:spPr>
          <a:xfrm>
            <a:off x="7315200" y="2538065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7A5C475-EB0E-D122-BCFB-7BB93524709E}"/>
              </a:ext>
            </a:extLst>
          </p:cNvPr>
          <p:cNvGrpSpPr/>
          <p:nvPr/>
        </p:nvGrpSpPr>
        <p:grpSpPr>
          <a:xfrm>
            <a:off x="10056256" y="2214296"/>
            <a:ext cx="552468" cy="1774377"/>
            <a:chOff x="585073" y="2591561"/>
            <a:chExt cx="552468" cy="1774377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1E61BC4-80EF-073E-DF7A-84D9BADD6E04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C7ECC47-07AF-243A-1F5A-78BA6A80AAEB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3F03A96-2EDC-C9A4-61D4-C6497F45B37B}"/>
                </a:ext>
              </a:extLst>
            </p:cNvPr>
            <p:cNvCxnSpPr>
              <a:cxnSpLocks/>
              <a:stCxn id="40" idx="1"/>
              <a:endCxn id="40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95CDFCF6-C232-77BB-2CC2-E18D4E917C0E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D1A8C97-5A12-66F0-0978-EECCB6BA45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33A6929E-FD67-5BCD-3B7D-84B4E4188742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7DEF076-7D8C-BC6F-AF9E-080945CB9D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777E958-247B-5568-4B00-E3850D80AAA5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1B5ECD2-B613-368D-7E47-AB615F2431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F10D177-639E-1CCA-A105-67A7EA37508D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123D893-D939-316A-59A7-F5D47A5DACCF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74AEF19-C5C5-273E-5E90-F942861EB6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57AD545-F429-60E9-4B08-A31E814D9747}"/>
              </a:ext>
            </a:extLst>
          </p:cNvPr>
          <p:cNvGrpSpPr/>
          <p:nvPr/>
        </p:nvGrpSpPr>
        <p:grpSpPr>
          <a:xfrm>
            <a:off x="10705535" y="2229814"/>
            <a:ext cx="552468" cy="1774377"/>
            <a:chOff x="585073" y="2591561"/>
            <a:chExt cx="552468" cy="1774377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DD94C10-24D1-2C29-F6FF-E79325DA7C90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5AA4081-DFC9-11E2-1E1D-04D76094C168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5EDFF443-982F-EFD3-8FC0-C89F36D5BFCA}"/>
                </a:ext>
              </a:extLst>
            </p:cNvPr>
            <p:cNvCxnSpPr>
              <a:cxnSpLocks/>
              <a:stCxn id="54" idx="1"/>
              <a:endCxn id="54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8A57FD8D-7ABE-4885-4F17-362155B26850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91E5E389-8075-27FA-C781-332E8AC71E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0108E2CD-F30C-9708-64DA-4633AF96ED5C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2544288A-E562-E72E-84A3-BF082966D3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D01D2D6-BF74-2671-1742-BF96353D596D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092BF88-55D8-8C72-9AFF-6489010AA6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B2B3C3A8-4DB7-5079-719F-56E7B93C8076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B4E7B68D-F884-3465-C2D3-0241E9050A2C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3AE70299-2C9D-E53D-7B4D-2E34B77870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BC87A780-FB73-2D98-EF3C-DFC6BC202D4A}"/>
              </a:ext>
            </a:extLst>
          </p:cNvPr>
          <p:cNvSpPr/>
          <p:nvPr/>
        </p:nvSpPr>
        <p:spPr>
          <a:xfrm rot="5400000">
            <a:off x="5559625" y="4024971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9876654-EE3B-1643-9CED-9715C9489386}"/>
              </a:ext>
            </a:extLst>
          </p:cNvPr>
          <p:cNvGrpSpPr/>
          <p:nvPr/>
        </p:nvGrpSpPr>
        <p:grpSpPr>
          <a:xfrm>
            <a:off x="5100706" y="5235284"/>
            <a:ext cx="1065058" cy="499397"/>
            <a:chOff x="1980958" y="2952087"/>
            <a:chExt cx="1065058" cy="499397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B9E5DF24-5F38-2EFC-626A-62E1F79572FB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AB20E9E6-45FF-2453-75FC-8765D31FF71B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63103CB5-674E-43C2-4D55-60E59065D588}"/>
                  </a:ext>
                </a:extLst>
              </p:cNvPr>
              <p:cNvCxnSpPr>
                <a:cxnSpLocks/>
                <a:stCxn id="72" idx="0"/>
                <a:endCxn id="72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7FAE3C99-59CC-1A42-0F11-67A631927F83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4D568C11-555F-B96B-99B4-FC993C7BFD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CE0F2A58-30D7-3458-53E4-99E94D9CF451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D660863-1CDF-5C83-7A9E-C11FF6891DDE}"/>
              </a:ext>
            </a:extLst>
          </p:cNvPr>
          <p:cNvGrpSpPr/>
          <p:nvPr/>
        </p:nvGrpSpPr>
        <p:grpSpPr>
          <a:xfrm>
            <a:off x="6158191" y="5239824"/>
            <a:ext cx="1065058" cy="499397"/>
            <a:chOff x="1980958" y="2952087"/>
            <a:chExt cx="1065058" cy="499397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B5D4DCBA-64DB-41D6-BFC8-C5FB17742F6E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DE093BE8-D2EB-6F2A-320B-915FE07C0827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3209531C-2445-514E-E8E5-ACCD4B65010D}"/>
                  </a:ext>
                </a:extLst>
              </p:cNvPr>
              <p:cNvCxnSpPr>
                <a:cxnSpLocks/>
                <a:stCxn id="80" idx="0"/>
                <a:endCxn id="8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B0961958-DD9D-8887-7723-A54161A34993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535831DD-26F0-0A85-908C-5A0569B1D5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A91D46B1-19DA-EA23-2731-8A3D110F8159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9D20598F-54B1-0955-4535-7DDBE5E9EE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3F6B824D-77AB-DB8D-EE09-4B28F1FCDD7A}"/>
              </a:ext>
            </a:extLst>
          </p:cNvPr>
          <p:cNvSpPr txBox="1"/>
          <p:nvPr/>
        </p:nvSpPr>
        <p:spPr>
          <a:xfrm>
            <a:off x="11723698" y="297331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89ADBD3-2C9E-1230-175B-ED3F00D185A0}"/>
              </a:ext>
            </a:extLst>
          </p:cNvPr>
          <p:cNvSpPr txBox="1"/>
          <p:nvPr/>
        </p:nvSpPr>
        <p:spPr>
          <a:xfrm>
            <a:off x="3296175" y="6135210"/>
            <a:ext cx="5040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Single Input Single Output Channel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54370A2-EDEE-0BB6-6671-0BC5F1D6F6DA}"/>
              </a:ext>
            </a:extLst>
          </p:cNvPr>
          <p:cNvCxnSpPr/>
          <p:nvPr/>
        </p:nvCxnSpPr>
        <p:spPr>
          <a:xfrm>
            <a:off x="9321800" y="4495800"/>
            <a:ext cx="227330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C3599BC-6C0D-2F72-11F8-B8EFF0C76DCF}"/>
                  </a:ext>
                </a:extLst>
              </p:cNvPr>
              <p:cNvSpPr txBox="1"/>
              <p:nvPr/>
            </p:nvSpPr>
            <p:spPr>
              <a:xfrm>
                <a:off x="9390019" y="4686627"/>
                <a:ext cx="22733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How many columns?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C3599BC-6C0D-2F72-11F8-B8EFF0C76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0019" y="4686627"/>
                <a:ext cx="2273300" cy="646331"/>
              </a:xfrm>
              <a:prstGeom prst="rect">
                <a:avLst/>
              </a:prstGeom>
              <a:blipFill>
                <a:blip r:embed="rId48"/>
                <a:stretch>
                  <a:fillRect l="-2145" t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14668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8785A-E0EE-8F0D-0B47-83CDE8AA3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303B7-34A4-A269-570D-928C35230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Im2col Algorithm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0692D75-B4DD-AAA2-2354-4C3AF443D100}"/>
              </a:ext>
            </a:extLst>
          </p:cNvPr>
          <p:cNvGrpSpPr/>
          <p:nvPr/>
        </p:nvGrpSpPr>
        <p:grpSpPr>
          <a:xfrm>
            <a:off x="5633235" y="2285183"/>
            <a:ext cx="1073051" cy="896233"/>
            <a:chOff x="1975635" y="2952087"/>
            <a:chExt cx="1073051" cy="89623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591F6B3-C129-8999-92F4-1208AC38FD4E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97B827B-604F-28DE-208F-1BBA5C561B45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BC4388F6-2368-F5C7-71C6-999107BDAD34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E5875D37-DD52-93EA-1ACE-310B95F7B547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D34C666-23AA-2512-E3EE-6E23DA87AD15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FC4356C-A809-66FD-3470-02F3327A90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CEEE61D-F88B-E024-5335-58F9DA8138BA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89BA358-F59E-2E97-B90A-23F5E145EE85}"/>
                    </a:ext>
                  </a:extLst>
                </p:cNvPr>
                <p:cNvSpPr txBox="1"/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BBC5356-42E3-EF95-C54F-F120B6F9A4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731C010-089D-5F92-05A9-AEDC660C9CE7}"/>
                    </a:ext>
                  </a:extLst>
                </p:cNvPr>
                <p:cNvSpPr txBox="1"/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8A10DD-685C-78FB-8156-61FAD083C905}"/>
              </a:ext>
            </a:extLst>
          </p:cNvPr>
          <p:cNvGrpSpPr/>
          <p:nvPr/>
        </p:nvGrpSpPr>
        <p:grpSpPr>
          <a:xfrm>
            <a:off x="2577459" y="1805013"/>
            <a:ext cx="2040130" cy="1784524"/>
            <a:chOff x="585073" y="2581414"/>
            <a:chExt cx="2040130" cy="178452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031778F-E1E1-1D85-C946-957F34964114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DB950BB-7C24-A32A-B05B-BA9F8B2B7D59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957310E-62F9-F22F-EF56-C3A6CEB4A797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40CE818-7007-F7E8-D17D-13F7A52452EC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70AFF88-B711-8496-AA4A-A172EC5A0942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29C17FB4-2F86-3F77-3041-2D07200BF25A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35829EAC-B12A-9272-7AAF-6D193982DE74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80E8682-C447-641E-CB56-0ECAD4B14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90072EF9-CFF4-E85A-0631-F6E40719ABA0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6DD60EE-6A51-2294-863F-B2255FD260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861B1CF-075A-681D-71EB-5AFBB8D6BBC4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A10E3B2-D39D-70C0-EB32-3DFE74954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CA2C796-9247-39FC-C3E4-3AAF18BC623B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1900A14-A7B9-703E-1B52-C2341BAE54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DE947BD-48E3-FA08-8771-0E0145290625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8E2B7E-DE42-2D31-2185-4E519E4479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D0C270F3-DF22-C9C6-0D82-2133C100F136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2FC78AF-1A46-AD29-9C68-E8DFB3818D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9E6F6EB-E673-48B5-B371-7BCEB40DC66C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8E76E51-B278-0202-75E4-53E835170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97E4B3B-D86B-A701-07BC-7656C97155FB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53A9B48-3C74-61BB-F2FD-D4F690674E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3CAEA45-6338-B423-24C8-6A03392C6BB1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488357B-98AD-2D28-7E27-18B1409FBB2A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57EE8F7-E2BC-DB50-68C3-2B7258DC16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A6D5B74-26EE-958F-43BF-91BDCC73EB27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8447FC9-EF85-091B-9EA5-9D8DBBE466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8C94723-3770-6028-199F-0EB80BA8D601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7EE46D8-DC00-FF0B-5462-9B29DB53C3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D5C463A-548A-847A-FB18-F16F15260035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567724AC-11A2-A063-2582-E8020825EC92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7FF778F-772B-87F4-B404-0A4CFCF97F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536366F-9435-7129-E413-3A844639E193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0AF7050-5AB6-1959-33CC-84D01DC59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8668952-7734-8F76-77E1-F8E63D8D1180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EC01E87-6239-5F5E-EB1B-F1FA080F9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03680ED-C6F1-AA3D-CC36-7F67A93153D6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96309B6-7648-E580-EABE-E08CDAC32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A30299FD-C703-364F-A6E7-33FCC862C945}"/>
              </a:ext>
            </a:extLst>
          </p:cNvPr>
          <p:cNvSpPr/>
          <p:nvPr/>
        </p:nvSpPr>
        <p:spPr>
          <a:xfrm>
            <a:off x="3513587" y="1713096"/>
            <a:ext cx="1271213" cy="111545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2325B48-062A-8AA4-6A6F-49411DFF2104}"/>
              </a:ext>
            </a:extLst>
          </p:cNvPr>
          <p:cNvGrpSpPr/>
          <p:nvPr/>
        </p:nvGrpSpPr>
        <p:grpSpPr>
          <a:xfrm>
            <a:off x="9426310" y="2214296"/>
            <a:ext cx="552468" cy="1774377"/>
            <a:chOff x="585073" y="2591561"/>
            <a:chExt cx="552468" cy="1774377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6BBF749-F1FB-768F-4A56-0ED82C787CA5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75F4DDB-ADC8-719D-DB83-576BCFEA5686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79533F1-79DB-7863-8BF9-8457057E7A1A}"/>
                </a:ext>
              </a:extLst>
            </p:cNvPr>
            <p:cNvCxnSpPr>
              <a:cxnSpLocks/>
              <a:stCxn id="39" idx="1"/>
              <a:endCxn id="3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304A519-94D9-946A-3AAB-9071E7246B91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19F10D9F-040A-8DFC-1AD4-1AFAB9DC618C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C91D68B-A94C-E046-0438-60E5D36825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F52E57F-911D-1E33-0E3A-C13530DDE19D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97A2230-0A85-CEFE-3E59-2EE93A8042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67C1E02-8218-C149-1160-A3D874B620F6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49783BF6-AF9F-D145-D6FF-333EFEDA4928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DDE1F551-4DF4-2A93-F6B6-74914B05E4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2A1A090F-4AE0-B59C-B42A-169D91DDBE6C}"/>
              </a:ext>
            </a:extLst>
          </p:cNvPr>
          <p:cNvSpPr/>
          <p:nvPr/>
        </p:nvSpPr>
        <p:spPr>
          <a:xfrm>
            <a:off x="7315200" y="2538065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EA1C355-671F-6544-CCDB-1B4D17876AC6}"/>
              </a:ext>
            </a:extLst>
          </p:cNvPr>
          <p:cNvGrpSpPr/>
          <p:nvPr/>
        </p:nvGrpSpPr>
        <p:grpSpPr>
          <a:xfrm>
            <a:off x="10056256" y="2214296"/>
            <a:ext cx="552468" cy="1774377"/>
            <a:chOff x="585073" y="2591561"/>
            <a:chExt cx="552468" cy="1774377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EF5769B-4E0E-5CD5-8C6A-62A4A9339BF0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C4EA108-864A-878A-79F4-EF171656F2C9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A040875-AA8E-B024-7B66-3BA6409DCDE8}"/>
                </a:ext>
              </a:extLst>
            </p:cNvPr>
            <p:cNvCxnSpPr>
              <a:cxnSpLocks/>
              <a:stCxn id="40" idx="1"/>
              <a:endCxn id="40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220BB396-C19B-94B1-70C6-4A227766F2B1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D1A8C97-5A12-66F0-0978-EECCB6BA45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7C9A8D07-81A7-D844-1E90-6B013277861A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7DEF076-7D8C-BC6F-AF9E-080945CB9D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8DC97002-1F93-6F37-C400-0148C08425AA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1B5ECD2-B613-368D-7E47-AB615F2431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45A191C-9090-9AE3-D533-766755A96B9F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98D7D99C-AA4B-097D-40CC-CCC714220FC0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74AEF19-C5C5-273E-5E90-F942861EB6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E5855F4-E6C9-46DB-EEDC-E10C544C70D2}"/>
              </a:ext>
            </a:extLst>
          </p:cNvPr>
          <p:cNvGrpSpPr/>
          <p:nvPr/>
        </p:nvGrpSpPr>
        <p:grpSpPr>
          <a:xfrm>
            <a:off x="10705535" y="2229814"/>
            <a:ext cx="552468" cy="1774377"/>
            <a:chOff x="585073" y="2591561"/>
            <a:chExt cx="552468" cy="1774377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13880E5-9F9E-7A11-C1F0-F4F1466A3EE2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2BF8BF5-2B19-579B-9BC7-F9E42D4F7AB2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536C804-76E0-B0DE-B0F0-7DCE812E85EC}"/>
                </a:ext>
              </a:extLst>
            </p:cNvPr>
            <p:cNvCxnSpPr>
              <a:cxnSpLocks/>
              <a:stCxn id="54" idx="1"/>
              <a:endCxn id="54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86F7FE34-30CC-AB80-4605-F7757791D137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91E5E389-8075-27FA-C781-332E8AC71E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DC8825F3-F660-BB17-7274-0FFF7DAB650B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2544288A-E562-E72E-84A3-BF082966D3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18B3FFC8-D828-8353-9B2B-3FECCC36E43E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092BF88-55D8-8C72-9AFF-6489010AA6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EC7A247-9D28-68D2-0B50-2522354345D2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BFB03820-D59F-59AF-B21A-62A578ED6C95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3AE70299-2C9D-E53D-7B4D-2E34B77870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D63146F7-ACED-4C07-3225-890FAF9CE06C}"/>
              </a:ext>
            </a:extLst>
          </p:cNvPr>
          <p:cNvSpPr/>
          <p:nvPr/>
        </p:nvSpPr>
        <p:spPr>
          <a:xfrm rot="5400000">
            <a:off x="5559625" y="4024971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718EB3E-3702-D9AB-F50F-13D067C51967}"/>
              </a:ext>
            </a:extLst>
          </p:cNvPr>
          <p:cNvGrpSpPr/>
          <p:nvPr/>
        </p:nvGrpSpPr>
        <p:grpSpPr>
          <a:xfrm>
            <a:off x="5100706" y="5235284"/>
            <a:ext cx="1065058" cy="499397"/>
            <a:chOff x="1980958" y="2952087"/>
            <a:chExt cx="1065058" cy="499397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F546B51A-6B84-1442-249E-AEEC7A519D02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662D988C-287A-64F3-4F6C-437D010739A9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0040B4E1-730A-F7DA-1649-7D80E70AEC3E}"/>
                  </a:ext>
                </a:extLst>
              </p:cNvPr>
              <p:cNvCxnSpPr>
                <a:cxnSpLocks/>
                <a:stCxn id="72" idx="0"/>
                <a:endCxn id="72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38BC5B1-BFD2-627F-D10B-24C1E3F3F483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4D568C11-555F-B96B-99B4-FC993C7BFD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E575AB4D-0BEF-B60E-6CBD-EED687EA8F21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9E077AF-2789-4DB3-4D59-12CAFD0365E0}"/>
              </a:ext>
            </a:extLst>
          </p:cNvPr>
          <p:cNvGrpSpPr/>
          <p:nvPr/>
        </p:nvGrpSpPr>
        <p:grpSpPr>
          <a:xfrm>
            <a:off x="6158191" y="5239824"/>
            <a:ext cx="1065058" cy="499397"/>
            <a:chOff x="1980958" y="2952087"/>
            <a:chExt cx="1065058" cy="499397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4E68D931-E58A-99C5-9CC8-8C6BFFACE447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E15232F9-340A-3E23-EFA6-1C44D7A38ED9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2909231B-4A65-B969-BEC3-12DDAA3926D2}"/>
                  </a:ext>
                </a:extLst>
              </p:cNvPr>
              <p:cNvCxnSpPr>
                <a:cxnSpLocks/>
                <a:stCxn id="80" idx="0"/>
                <a:endCxn id="8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3760BA58-199C-413B-508E-18F30CEBB9B1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535831DD-26F0-0A85-908C-5A0569B1D5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98376012-CFB8-6EA9-A153-C9C50DE1FD32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9D20598F-54B1-0955-4535-7DDBE5E9EE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44ECB249-A855-C752-81EA-A81D5030CF58}"/>
              </a:ext>
            </a:extLst>
          </p:cNvPr>
          <p:cNvSpPr txBox="1"/>
          <p:nvPr/>
        </p:nvSpPr>
        <p:spPr>
          <a:xfrm>
            <a:off x="11723698" y="297331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DD7A1E9-36EA-1762-2F8F-D33775F08FB6}"/>
              </a:ext>
            </a:extLst>
          </p:cNvPr>
          <p:cNvSpPr txBox="1"/>
          <p:nvPr/>
        </p:nvSpPr>
        <p:spPr>
          <a:xfrm>
            <a:off x="3296175" y="6135210"/>
            <a:ext cx="5040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Single Input Single Output Channel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454ECB02-F4EF-E010-116B-C091DA255985}"/>
              </a:ext>
            </a:extLst>
          </p:cNvPr>
          <p:cNvCxnSpPr/>
          <p:nvPr/>
        </p:nvCxnSpPr>
        <p:spPr>
          <a:xfrm>
            <a:off x="5041900" y="4978400"/>
            <a:ext cx="227330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0A3032A-2BB1-F169-33D9-911C9EE28203}"/>
              </a:ext>
            </a:extLst>
          </p:cNvPr>
          <p:cNvCxnSpPr>
            <a:cxnSpLocks/>
          </p:cNvCxnSpPr>
          <p:nvPr/>
        </p:nvCxnSpPr>
        <p:spPr>
          <a:xfrm>
            <a:off x="9251385" y="2208983"/>
            <a:ext cx="0" cy="179520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2652F8A2-6383-0AFE-B8B4-D8C9AD9358CB}"/>
              </a:ext>
            </a:extLst>
          </p:cNvPr>
          <p:cNvSpPr txBox="1"/>
          <p:nvPr/>
        </p:nvSpPr>
        <p:spPr>
          <a:xfrm>
            <a:off x="8121650" y="4400550"/>
            <a:ext cx="3702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What is the inner dimension of the matrix multiplication? </a:t>
            </a:r>
          </a:p>
        </p:txBody>
      </p:sp>
    </p:spTree>
    <p:extLst>
      <p:ext uri="{BB962C8B-B14F-4D97-AF65-F5344CB8AC3E}">
        <p14:creationId xmlns:p14="http://schemas.microsoft.com/office/powerpoint/2010/main" val="30236846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B8EA8-210E-3453-06BF-E0095D434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AC6AD-3668-5151-F3B7-3F832EC76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Im2col Algorithm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A9C600F-1D1E-20BF-3E86-01DCF15807C3}"/>
              </a:ext>
            </a:extLst>
          </p:cNvPr>
          <p:cNvGrpSpPr/>
          <p:nvPr/>
        </p:nvGrpSpPr>
        <p:grpSpPr>
          <a:xfrm>
            <a:off x="5633235" y="2285183"/>
            <a:ext cx="1073051" cy="896233"/>
            <a:chOff x="1975635" y="2952087"/>
            <a:chExt cx="1073051" cy="89623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56D1D0F-5725-D58C-D4E7-BEE76F59DBD1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3D6C8B3-162F-9A5D-5545-B8E8B8D74362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6F760F89-B70C-D142-F52A-6DF2DA3350AB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8594F29-5EE3-C871-D6ED-F368133CD789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D37A833-0339-3BB3-49FC-54A0B2D62835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FC4356C-A809-66FD-3470-02F3327A90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23A3BB3-8E08-558A-D607-5C055A34B6CE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E6B57E7-1D67-257D-36AF-6DE0218DE34E}"/>
                    </a:ext>
                  </a:extLst>
                </p:cNvPr>
                <p:cNvSpPr txBox="1"/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BBC5356-42E3-EF95-C54F-F120B6F9A4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B56EC52-C1E7-52B8-767E-8718D13DAC4B}"/>
                    </a:ext>
                  </a:extLst>
                </p:cNvPr>
                <p:cNvSpPr txBox="1"/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66DF77B-AF7F-5B99-A672-E7362942D85F}"/>
              </a:ext>
            </a:extLst>
          </p:cNvPr>
          <p:cNvGrpSpPr/>
          <p:nvPr/>
        </p:nvGrpSpPr>
        <p:grpSpPr>
          <a:xfrm>
            <a:off x="2577459" y="1805013"/>
            <a:ext cx="2040130" cy="1784524"/>
            <a:chOff x="585073" y="2581414"/>
            <a:chExt cx="2040130" cy="178452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B8E30AE-976B-2F05-695C-D1B3BF6A844B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328E6D3-2CA2-27C3-C5E4-3EEFA5AFEE15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68766C9-D0FD-A01D-C339-017B6E2BDF5F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464BB47-C31E-4AD6-BCF0-E0BE5EE1AEED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282ED0B-5969-8FEC-4AAE-5ACB51DFA56C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C790E66-770D-E504-7370-BEB87C8CAB0F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82F98F06-8CDD-49A4-D9BD-83A98F784EAD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80E8682-C447-641E-CB56-0ECAD4B14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5DC6627-1470-7D23-F5B5-D7B899FB3C1F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6DD60EE-6A51-2294-863F-B2255FD260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579913D-D1BC-7DB9-0420-1C1D85916D17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A10E3B2-D39D-70C0-EB32-3DFE74954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F41F8DE-2BE5-E093-AAAD-285C3AD4566F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1900A14-A7B9-703E-1B52-C2341BAE54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F11DEEC-FAEF-059C-C798-1400E7956B89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8E2B7E-DE42-2D31-2185-4E519E4479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5F6B22E-71BA-F35A-886D-AB800B17D17B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2FC78AF-1A46-AD29-9C68-E8DFB3818D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5241E34-032B-D5E7-27C0-D812C9B80810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8E76E51-B278-0202-75E4-53E835170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570E434-3332-7D69-90F4-3D587EE7CFDD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53A9B48-3C74-61BB-F2FD-D4F690674E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B8A541D-94BF-B1FD-14EC-E5D2D6A298E9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CF40E98-E1A2-BA72-4FA2-DD7C8352C350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57EE8F7-E2BC-DB50-68C3-2B7258DC16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A9C5AF89-5FB9-D21E-598D-EC6C312BBA28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8447FC9-EF85-091B-9EA5-9D8DBBE466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C67111FD-DE64-EDE2-24EC-798B0335A9C8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7EE46D8-DC00-FF0B-5462-9B29DB53C3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F6C7E8C-496E-A52A-689F-C2019DDD506A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33D3DC2-CF38-89A6-E7EA-60E18A88C9F9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7FF778F-772B-87F4-B404-0A4CFCF97F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8775D520-22B5-FE31-3483-BC1685596A48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0AF7050-5AB6-1959-33CC-84D01DC59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662AF53B-62FC-A1DE-D0EC-9FD271008E04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EC01E87-6239-5F5E-EB1B-F1FA080F9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74BCF16D-B829-AB96-B6C0-CE2906B5EADB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96309B6-7648-E580-EABE-E08CDAC32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A1F148A6-32B9-C733-A482-7EC268668BCB}"/>
              </a:ext>
            </a:extLst>
          </p:cNvPr>
          <p:cNvSpPr/>
          <p:nvPr/>
        </p:nvSpPr>
        <p:spPr>
          <a:xfrm>
            <a:off x="3513587" y="1713096"/>
            <a:ext cx="1271213" cy="111545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55AE671-8667-A5EC-6FE8-E6E4BE52DCE3}"/>
              </a:ext>
            </a:extLst>
          </p:cNvPr>
          <p:cNvGrpSpPr/>
          <p:nvPr/>
        </p:nvGrpSpPr>
        <p:grpSpPr>
          <a:xfrm>
            <a:off x="9426310" y="2214296"/>
            <a:ext cx="552468" cy="1774377"/>
            <a:chOff x="585073" y="2591561"/>
            <a:chExt cx="552468" cy="1774377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73ACEFD-CDAD-A113-23EA-A2A8BD51FCE1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B1541E1-C952-CF32-98C8-838286881258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7BF418A-22BC-75FF-708B-4180C2E69A3F}"/>
                </a:ext>
              </a:extLst>
            </p:cNvPr>
            <p:cNvCxnSpPr>
              <a:cxnSpLocks/>
              <a:stCxn id="39" idx="1"/>
              <a:endCxn id="3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502008FF-EF81-4757-2B7C-946EBA0D63ED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ED837141-9628-FF6A-ADD6-E6DB3F56F921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C91D68B-A94C-E046-0438-60E5D36825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CC14AD6-B0A6-3A29-9FFD-212D0BE1EC35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97A2230-0A85-CEFE-3E59-2EE93A8042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347A4B5-7412-9D3E-30F7-B64E54286E79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4BAD556-D487-7F8A-F298-70C879A2896A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DDE1F551-4DF4-2A93-F6B6-74914B05E4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A1772809-D86B-7B07-542A-9092C097B1E9}"/>
              </a:ext>
            </a:extLst>
          </p:cNvPr>
          <p:cNvSpPr/>
          <p:nvPr/>
        </p:nvSpPr>
        <p:spPr>
          <a:xfrm>
            <a:off x="7315200" y="2538065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E98E658-7F09-E902-184F-75871845707B}"/>
              </a:ext>
            </a:extLst>
          </p:cNvPr>
          <p:cNvGrpSpPr/>
          <p:nvPr/>
        </p:nvGrpSpPr>
        <p:grpSpPr>
          <a:xfrm>
            <a:off x="10056256" y="2214296"/>
            <a:ext cx="552468" cy="1774377"/>
            <a:chOff x="585073" y="2591561"/>
            <a:chExt cx="552468" cy="1774377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F4F1C0C-3B47-1FCC-361A-F62AF11D6839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4A0B186-D366-8F66-7FCB-2FD375E018FC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3702D39-7D6D-3CAE-1D7A-090113FA848D}"/>
                </a:ext>
              </a:extLst>
            </p:cNvPr>
            <p:cNvCxnSpPr>
              <a:cxnSpLocks/>
              <a:stCxn id="40" idx="1"/>
              <a:endCxn id="40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D08C9A1A-BD0F-A754-1F7E-3A51FC0CBCFC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D1A8C97-5A12-66F0-0978-EECCB6BA45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9F44651-DFE6-655E-DE53-148603EE8A58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7DEF076-7D8C-BC6F-AF9E-080945CB9D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CBCFF25-5D15-CE81-63DB-74AC67EE7B49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1B5ECD2-B613-368D-7E47-AB615F2431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BD73A66-990E-0D41-6395-4F16CDF50B4C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21D7B925-6D61-C2CF-7A14-75A0107479BA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74AEF19-C5C5-273E-5E90-F942861EB6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E2F02C4-6216-751E-FF07-7407DFEC215E}"/>
              </a:ext>
            </a:extLst>
          </p:cNvPr>
          <p:cNvGrpSpPr/>
          <p:nvPr/>
        </p:nvGrpSpPr>
        <p:grpSpPr>
          <a:xfrm>
            <a:off x="10705535" y="2229814"/>
            <a:ext cx="552468" cy="1774377"/>
            <a:chOff x="585073" y="2591561"/>
            <a:chExt cx="552468" cy="1774377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5559A70-B146-97F8-2896-C3EC72CB6289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4D80D09-FC82-1862-0D81-0FFC2B14775D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505716E-2DC7-802A-17D1-B59CC0402E9B}"/>
                </a:ext>
              </a:extLst>
            </p:cNvPr>
            <p:cNvCxnSpPr>
              <a:cxnSpLocks/>
              <a:stCxn id="54" idx="1"/>
              <a:endCxn id="54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2E334E10-61D7-03F3-033E-CCA24DEEEBC8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91E5E389-8075-27FA-C781-332E8AC71E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6515D36-1BF4-42DA-F10A-945115425B0A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2544288A-E562-E72E-84A3-BF082966D3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CBEFF5EE-FB80-04B0-CEAA-06267064C392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092BF88-55D8-8C72-9AFF-6489010AA6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1EFB4E3-0347-80B4-A31E-D73BF6D95636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80527DB1-EDFD-CC7D-CD18-1039CE6381C5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3AE70299-2C9D-E53D-7B4D-2E34B77870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5C7C21BB-7703-6A8F-ED30-CB9612F942B0}"/>
              </a:ext>
            </a:extLst>
          </p:cNvPr>
          <p:cNvSpPr/>
          <p:nvPr/>
        </p:nvSpPr>
        <p:spPr>
          <a:xfrm rot="5400000">
            <a:off x="5559625" y="4024971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C5BA6B83-2E45-4921-4D43-E7B4702D2BF8}"/>
              </a:ext>
            </a:extLst>
          </p:cNvPr>
          <p:cNvGrpSpPr/>
          <p:nvPr/>
        </p:nvGrpSpPr>
        <p:grpSpPr>
          <a:xfrm>
            <a:off x="5100706" y="5235284"/>
            <a:ext cx="1065058" cy="499397"/>
            <a:chOff x="1980958" y="2952087"/>
            <a:chExt cx="1065058" cy="499397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0D8E7993-3A55-2297-39B2-D6626F74515A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C2AA3BE9-BCDF-9A98-4AD1-8A36FD3A904D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E25B126A-6465-15E5-3BF7-2C6FAB6C2422}"/>
                  </a:ext>
                </a:extLst>
              </p:cNvPr>
              <p:cNvCxnSpPr>
                <a:cxnSpLocks/>
                <a:stCxn id="72" idx="0"/>
                <a:endCxn id="72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50BF6B55-6341-4DE3-997E-705C26C9AC64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4D568C11-555F-B96B-99B4-FC993C7BFD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C8BFEE0B-F15E-2FCA-8406-9FD01505F7D6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7A927ED-1D44-A7D9-AB90-2E4A9D317ED8}"/>
              </a:ext>
            </a:extLst>
          </p:cNvPr>
          <p:cNvGrpSpPr/>
          <p:nvPr/>
        </p:nvGrpSpPr>
        <p:grpSpPr>
          <a:xfrm>
            <a:off x="6158191" y="5239824"/>
            <a:ext cx="1065058" cy="499397"/>
            <a:chOff x="1980958" y="2952087"/>
            <a:chExt cx="1065058" cy="499397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EBBDCC18-0F31-F79F-72EC-A45859C06822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4000B820-DD20-C862-796E-DD0DCFCC0B13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13F991D8-B418-35E0-1C83-65F6B3CC4E38}"/>
                  </a:ext>
                </a:extLst>
              </p:cNvPr>
              <p:cNvCxnSpPr>
                <a:cxnSpLocks/>
                <a:stCxn id="80" idx="0"/>
                <a:endCxn id="8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6EB625CD-3A9C-CFAA-F2B6-7EF3DD089899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535831DD-26F0-0A85-908C-5A0569B1D5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CAA94D53-C34B-1079-A93F-7CA12B33D4F9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9D20598F-54B1-0955-4535-7DDBE5E9EE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814CACAC-878F-C393-860A-098A434EF521}"/>
              </a:ext>
            </a:extLst>
          </p:cNvPr>
          <p:cNvSpPr txBox="1"/>
          <p:nvPr/>
        </p:nvSpPr>
        <p:spPr>
          <a:xfrm>
            <a:off x="11723698" y="297331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C542145-FC1D-E56D-126A-0663038B1CDA}"/>
              </a:ext>
            </a:extLst>
          </p:cNvPr>
          <p:cNvSpPr txBox="1"/>
          <p:nvPr/>
        </p:nvSpPr>
        <p:spPr>
          <a:xfrm>
            <a:off x="3296175" y="6135210"/>
            <a:ext cx="5040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Single Input Single Output Channel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F59B686-14D9-E68E-6575-9A1DDDBADEE0}"/>
              </a:ext>
            </a:extLst>
          </p:cNvPr>
          <p:cNvCxnSpPr/>
          <p:nvPr/>
        </p:nvCxnSpPr>
        <p:spPr>
          <a:xfrm>
            <a:off x="5041900" y="4978400"/>
            <a:ext cx="227330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5F41154-820A-8EC2-C984-E07DDF40AE00}"/>
              </a:ext>
            </a:extLst>
          </p:cNvPr>
          <p:cNvCxnSpPr>
            <a:cxnSpLocks/>
          </p:cNvCxnSpPr>
          <p:nvPr/>
        </p:nvCxnSpPr>
        <p:spPr>
          <a:xfrm>
            <a:off x="9251385" y="2208983"/>
            <a:ext cx="0" cy="179520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320362D-083C-F3F2-8BBE-CDF7008B42D7}"/>
                  </a:ext>
                </a:extLst>
              </p:cNvPr>
              <p:cNvSpPr txBox="1"/>
              <p:nvPr/>
            </p:nvSpPr>
            <p:spPr>
              <a:xfrm>
                <a:off x="8121650" y="4400550"/>
                <a:ext cx="370204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What is the inner dimension of the matrix multiplication?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320362D-083C-F3F2-8BBE-CDF7008B4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1650" y="4400550"/>
                <a:ext cx="3702049" cy="646331"/>
              </a:xfrm>
              <a:prstGeom prst="rect">
                <a:avLst/>
              </a:prstGeom>
              <a:blipFill>
                <a:blip r:embed="rId48"/>
                <a:stretch>
                  <a:fillRect l="-1316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50011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6B42B-3E91-97E4-FC4F-1A6BBB3FE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846D9-E8DF-3A85-3CB6-D86A8CB83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Im2col Algorithm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B81133F-7B5E-2F18-A771-7F68F9A15D2A}"/>
              </a:ext>
            </a:extLst>
          </p:cNvPr>
          <p:cNvGrpSpPr/>
          <p:nvPr/>
        </p:nvGrpSpPr>
        <p:grpSpPr>
          <a:xfrm>
            <a:off x="252144" y="5173028"/>
            <a:ext cx="1059735" cy="896233"/>
            <a:chOff x="1980958" y="2952087"/>
            <a:chExt cx="1059735" cy="896233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7778E37-17E1-DC19-E7DA-271A8AA8DA3B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C5DD1E8-2171-8150-DC50-918FD6B8CF2A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7714DCA-8B2C-DDFE-3DF9-B383CCCD456A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CB74C39D-EA8C-732C-0235-4DA452CC634A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0ABD525D-3AC1-7B71-F3A6-1A72545283A8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0ABD525D-3AC1-7B71-F3A6-1A72545283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F87BEE1-B643-C94A-B30D-93CB1D155486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F87BEE1-B643-C94A-B30D-93CB1D1554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35FBFC3-A3FF-8299-E92B-9C21E7B4E7CF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35FBFC3-A3FF-8299-E92B-9C21E7B4E7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725370F-E086-328B-CFD5-4F94F5D9B03D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725370F-E086-328B-CFD5-4F94F5D9B0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22B316A-B086-8EA3-6423-982C817AB8A9}"/>
              </a:ext>
            </a:extLst>
          </p:cNvPr>
          <p:cNvGrpSpPr/>
          <p:nvPr/>
        </p:nvGrpSpPr>
        <p:grpSpPr>
          <a:xfrm>
            <a:off x="9489515" y="827462"/>
            <a:ext cx="552468" cy="1776719"/>
            <a:chOff x="585073" y="2591561"/>
            <a:chExt cx="552468" cy="1776719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7ACF77F-0D01-6909-5887-81B55EFE119C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81831CB-F300-1CB7-5D24-4EBF7D12FB46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AD7D601-2EBB-B09E-2C14-DE4A095804D4}"/>
                </a:ext>
              </a:extLst>
            </p:cNvPr>
            <p:cNvCxnSpPr>
              <a:cxnSpLocks/>
              <a:stCxn id="39" idx="1"/>
              <a:endCxn id="3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FCB07EA8-C0C7-7144-D3AB-553D99BA1878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FCB07EA8-C0C7-7144-D3AB-553D99BA18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4DAF6DD1-ABCA-0EE9-C0AB-0048E6EA4389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4DAF6DD1-ABCA-0EE9-C0AB-0048E6EA43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50E79844-4F03-B765-8376-B079F9AF912E}"/>
                    </a:ext>
                  </a:extLst>
                </p:cNvPr>
                <p:cNvSpPr txBox="1"/>
                <p:nvPr/>
              </p:nvSpPr>
              <p:spPr>
                <a:xfrm>
                  <a:off x="631489" y="353230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50E79844-4F03-B765-8376-B079F9AF91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32301"/>
                  <a:ext cx="41953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0B8088D-5DBC-446D-4139-158CC6CD17F1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09E06AFF-7A25-856D-ECCF-A2594FC8234E}"/>
                    </a:ext>
                  </a:extLst>
                </p:cNvPr>
                <p:cNvSpPr txBox="1"/>
                <p:nvPr/>
              </p:nvSpPr>
              <p:spPr>
                <a:xfrm>
                  <a:off x="625541" y="39989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09E06AFF-7A25-856D-ECCF-A2594FC823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98948"/>
                  <a:ext cx="419538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354FC2F-D85C-C7AE-DAEF-4A4C4DBAA3A0}"/>
              </a:ext>
            </a:extLst>
          </p:cNvPr>
          <p:cNvGrpSpPr/>
          <p:nvPr/>
        </p:nvGrpSpPr>
        <p:grpSpPr>
          <a:xfrm>
            <a:off x="10036036" y="828164"/>
            <a:ext cx="552468" cy="1774377"/>
            <a:chOff x="585073" y="2591561"/>
            <a:chExt cx="552468" cy="177437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AFF0748-E925-E85F-B9BB-3DDD07E7711B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65CC90F-6322-CFBF-D7A5-041C913226A7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9CB44A5-7607-CB7A-9980-072E414CCE7A}"/>
                </a:ext>
              </a:extLst>
            </p:cNvPr>
            <p:cNvCxnSpPr>
              <a:cxnSpLocks/>
              <a:stCxn id="40" idx="1"/>
              <a:endCxn id="40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E52EFDD7-3329-4944-4E86-E83BBC78C99D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E52EFDD7-3329-4944-4E86-E83BBC78C9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F25111A-8BFF-DCAB-A587-573D38734BF8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F25111A-8BFF-DCAB-A587-573D38734B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C98BFD8A-01A0-06E4-084B-67D78BECF3B3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C98BFD8A-01A0-06E4-084B-67D78BECF3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306A951-8A50-5955-5D19-F6F44BE3D39E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DD3DE434-37D3-401E-AEE5-CAEB910965B4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DD3DE434-37D3-401E-AEE5-CAEB910965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62B5F52-E7B1-B42B-6027-E1B4106C4094}"/>
              </a:ext>
            </a:extLst>
          </p:cNvPr>
          <p:cNvGrpSpPr/>
          <p:nvPr/>
        </p:nvGrpSpPr>
        <p:grpSpPr>
          <a:xfrm>
            <a:off x="10588419" y="831570"/>
            <a:ext cx="552468" cy="1774377"/>
            <a:chOff x="585073" y="2591561"/>
            <a:chExt cx="552468" cy="177437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828C696-764E-87E2-CAD0-6882491D6B4D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AD84724-CD07-E9AB-2281-E1FFDBF21516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2E58903A-B511-F7A1-599F-F201841EAF89}"/>
                </a:ext>
              </a:extLst>
            </p:cNvPr>
            <p:cNvCxnSpPr>
              <a:cxnSpLocks/>
              <a:stCxn id="54" idx="1"/>
              <a:endCxn id="54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0792A1C9-4FC0-4D04-6869-7444F2072CCE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0792A1C9-4FC0-4D04-6869-7444F2072C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0F51D7F-E6BC-DA4B-471A-85AF7689DC0A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0F51D7F-E6BC-DA4B-471A-85AF7689DC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9DE49B8F-7482-3508-68FA-7CD520894FC6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9DE49B8F-7482-3508-68FA-7CD520894F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1DBCA835-F9FE-8CAB-748D-8035B293FE51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4063468B-C610-0567-9917-0298991A18F2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4063468B-C610-0567-9917-0298991A18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716878C-8742-1631-0C1B-5EBFBF68E38B}"/>
              </a:ext>
            </a:extLst>
          </p:cNvPr>
          <p:cNvGrpSpPr/>
          <p:nvPr/>
        </p:nvGrpSpPr>
        <p:grpSpPr>
          <a:xfrm>
            <a:off x="4439360" y="5324171"/>
            <a:ext cx="1065058" cy="499397"/>
            <a:chOff x="1980958" y="2952087"/>
            <a:chExt cx="1065058" cy="499397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FD39D63C-74CC-DBB4-6AA1-7884077D4857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2C064CD2-0958-80C8-6D9E-9B8D16D9177E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6C1B96E8-8061-5EAC-2620-CFA248886760}"/>
                  </a:ext>
                </a:extLst>
              </p:cNvPr>
              <p:cNvCxnSpPr>
                <a:cxnSpLocks/>
                <a:stCxn id="72" idx="0"/>
                <a:endCxn id="72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FBD53AC4-B951-27E8-3FD8-AA20EDAC6496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FBD53AC4-B951-27E8-3FD8-AA20EDAC64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B86BB95B-7AA9-992C-D7F4-4327D036DCC3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B86BB95B-7AA9-992C-D7F4-4327D036DC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B9C58FAC-AA2E-862D-4EAE-24AD7239203B}"/>
              </a:ext>
            </a:extLst>
          </p:cNvPr>
          <p:cNvGrpSpPr/>
          <p:nvPr/>
        </p:nvGrpSpPr>
        <p:grpSpPr>
          <a:xfrm>
            <a:off x="5496845" y="5328711"/>
            <a:ext cx="1065058" cy="499397"/>
            <a:chOff x="1980958" y="2952087"/>
            <a:chExt cx="1065058" cy="499397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026FE852-114C-7AEF-1FE8-CF04347C5F77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0A7C6DAF-F858-CB8C-8838-E8075434CD1A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E31C7139-8352-F667-794C-3A3539F8ECD7}"/>
                  </a:ext>
                </a:extLst>
              </p:cNvPr>
              <p:cNvCxnSpPr>
                <a:cxnSpLocks/>
                <a:stCxn id="80" idx="0"/>
                <a:endCxn id="8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3E00018D-B45B-7A7A-1485-6AFBF2F080E2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3E00018D-B45B-7A7A-1485-6AFBF2F080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B85EABFC-FED3-7538-DA18-4265936C941F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B85EABFC-FED3-7538-DA18-4265936C94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442B52B5-22AD-8845-75EA-9182AA2F4556}"/>
              </a:ext>
            </a:extLst>
          </p:cNvPr>
          <p:cNvSpPr txBox="1"/>
          <p:nvPr/>
        </p:nvSpPr>
        <p:spPr>
          <a:xfrm>
            <a:off x="2610375" y="6363810"/>
            <a:ext cx="5040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Multiple Input Single Output Channel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144B736-AA3E-427B-F512-86616CDD5ACA}"/>
              </a:ext>
            </a:extLst>
          </p:cNvPr>
          <p:cNvGrpSpPr/>
          <p:nvPr/>
        </p:nvGrpSpPr>
        <p:grpSpPr>
          <a:xfrm>
            <a:off x="228876" y="1805080"/>
            <a:ext cx="1946179" cy="1784524"/>
            <a:chOff x="585073" y="2581414"/>
            <a:chExt cx="1946179" cy="178452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9C0C37A7-60D5-9505-DA7F-4F8A416A1B4A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9AD1AB2-6F46-239E-F010-53DB1FDDE9FD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4B2EEA7B-CC7B-A12D-729B-4DCA79110483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B9599EA7-CC02-B71E-D54C-811FD6770DD2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E5C77A67-482C-6C0C-DF29-F1AD10D440C5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3C92F451-A040-5A05-A3C5-7BAA4602C919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3C92F451-A040-5A05-A3C5-7BAA4602C9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8C3AAB81-9768-E605-CBA9-2179D9671D14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8C3AAB81-9768-E605-CBA9-2179D9671D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0826E1CC-4C8D-DF27-18F0-6CE4A84404A8}"/>
                    </a:ext>
                  </a:extLst>
                </p:cNvPr>
                <p:cNvSpPr txBox="1"/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0826E1CC-4C8D-DF27-18F0-6CE4A84404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D5E133D8-B8F3-4498-5B7B-E97139CE42AA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D5E133D8-B8F3-4498-5B7B-E97139CE42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C88FE88B-D7EA-82C9-6039-6074CF0C1CB8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C88FE88B-D7EA-82C9-6039-6074CF0C1C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B1821D9B-E2C7-7CCB-F065-0A91AC7D07F9}"/>
                    </a:ext>
                  </a:extLst>
                </p:cNvPr>
                <p:cNvSpPr txBox="1"/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B1821D9B-E2C7-7CCB-F065-0A91AC7D07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787CB2FA-FEF1-91B7-2E3A-1C901B87D006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787CB2FA-FEF1-91B7-2E3A-1C901B87D0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5B074707-FE1A-1A12-8E8E-881CD49B3EFE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5B074707-FE1A-1A12-8E8E-881CD49B3E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2E1CCF59-3E28-0CC8-16AA-15E422A87B1E}"/>
                    </a:ext>
                  </a:extLst>
                </p:cNvPr>
                <p:cNvSpPr txBox="1"/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2E1CCF59-3E28-0CC8-16AA-15E422A87B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blipFill>
                  <a:blip r:embed="rId30"/>
                  <a:stretch>
                    <a:fillRect r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24E60BE-4A8F-168D-4D99-17C32A007B82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28A185FF-131E-98C5-14C1-34E6B579B1C8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28A185FF-131E-98C5-14C1-34E6B579B1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1F2E5507-9BE3-32CF-9781-0AAB97D6FF5E}"/>
                    </a:ext>
                  </a:extLst>
                </p:cNvPr>
                <p:cNvSpPr txBox="1"/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1F2E5507-9BE3-32CF-9781-0AAB97D6FF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6BA43BED-B416-D271-545A-0927FD58C0A1}"/>
                    </a:ext>
                  </a:extLst>
                </p:cNvPr>
                <p:cNvSpPr txBox="1"/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6BA43BED-B416-D271-545A-0927FD58C0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4F3ECED-9AD6-A83B-1CD6-95088E914548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611D2F40-3DC5-FE68-5E9A-F32AA6BED0F1}"/>
                    </a:ext>
                  </a:extLst>
                </p:cNvPr>
                <p:cNvSpPr txBox="1"/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611D2F40-3DC5-FE68-5E9A-F32AA6BED0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DCF43BF5-E399-8C12-FC04-684730630FCE}"/>
                    </a:ext>
                  </a:extLst>
                </p:cNvPr>
                <p:cNvSpPr txBox="1"/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DCF43BF5-E399-8C12-FC04-684730630F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673B3FAD-0D32-7B67-0888-E15E9A46C99E}"/>
                    </a:ext>
                  </a:extLst>
                </p:cNvPr>
                <p:cNvSpPr txBox="1"/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673B3FAD-0D32-7B67-0888-E15E9A46C9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3F78E1EB-ACCE-4D20-CC48-BFDB62C598D6}"/>
                    </a:ext>
                  </a:extLst>
                </p:cNvPr>
                <p:cNvSpPr txBox="1"/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3F78E1EB-ACCE-4D20-CC48-BFDB62C598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AD786B15-DD2B-FC55-01A2-8E33F0030769}"/>
              </a:ext>
            </a:extLst>
          </p:cNvPr>
          <p:cNvGrpSpPr/>
          <p:nvPr/>
        </p:nvGrpSpPr>
        <p:grpSpPr>
          <a:xfrm>
            <a:off x="2395904" y="1805080"/>
            <a:ext cx="1946179" cy="1784524"/>
            <a:chOff x="585073" y="2581414"/>
            <a:chExt cx="1946179" cy="1784524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0ADC20E-64F6-18E3-0E0F-1555C5DCCCAF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54769F45-31B6-92CE-973A-6D4C7604BAC9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B53D1DFE-22E5-7C6C-6A12-557AD2058314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F3DD8A55-0DA7-ECB1-9B7D-5D47BB73B67F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7965BA8C-17D0-07F6-E26E-585D60C5D06F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20E2EF20-34DB-BE09-1956-67F87CE2E105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20E2EF20-34DB-BE09-1956-67F87CE2E1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699B03D8-8D67-4FE8-09F9-60D63900DB80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699B03D8-8D67-4FE8-09F9-60D63900DB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B7D4B7D8-D21C-1B6E-B8ED-D56CBF5B4EF5}"/>
                    </a:ext>
                  </a:extLst>
                </p:cNvPr>
                <p:cNvSpPr txBox="1"/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B7D4B7D8-D21C-1B6E-B8ED-D56CBF5B4E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EFF03DDA-422B-A4A6-601D-C643EB4D7721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EFF03DDA-422B-A4A6-601D-C643EB4D77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5D41BA81-1BCE-2378-4B57-61CECEEE5AE8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5D41BA81-1BCE-2378-4B57-61CECEEE5A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FF4D158C-B685-8301-BFCA-24A1868A4587}"/>
                    </a:ext>
                  </a:extLst>
                </p:cNvPr>
                <p:cNvSpPr txBox="1"/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FF4D158C-B685-8301-BFCA-24A1868A45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381B154C-8749-9F14-5CA8-807F690FD1FA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381B154C-8749-9F14-5CA8-807F690FD1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079B85AB-D616-7A66-16DD-45E89F2B3E35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079B85AB-D616-7A66-16DD-45E89F2B3E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CADEFFCE-60AB-38C1-6F19-90AA7541031C}"/>
                    </a:ext>
                  </a:extLst>
                </p:cNvPr>
                <p:cNvSpPr txBox="1"/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CADEFFCE-60AB-38C1-6F19-90AA754103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blipFill>
                  <a:blip r:embed="rId46"/>
                  <a:stretch>
                    <a:fillRect r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5054A45A-CC96-27D8-DA56-EFCCEA3BEF8F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08D1BD8A-E607-7586-2FD3-514DF7B9DC52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08D1BD8A-E607-7586-2FD3-514DF7B9DC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9C4890AF-8FE7-1611-72E4-65F15ACB8E0D}"/>
                    </a:ext>
                  </a:extLst>
                </p:cNvPr>
                <p:cNvSpPr txBox="1"/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9C4890AF-8FE7-1611-72E4-65F15ACB8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19F7642D-1DE2-96E8-0156-604C0ACE7A99}"/>
                    </a:ext>
                  </a:extLst>
                </p:cNvPr>
                <p:cNvSpPr txBox="1"/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19F7642D-1DE2-96E8-0156-604C0ACE7A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56A0DCF1-CD7F-DE57-C2E4-A5CC97494F52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22647586-80F1-23A7-A6E7-568AEED8EDCA}"/>
                    </a:ext>
                  </a:extLst>
                </p:cNvPr>
                <p:cNvSpPr txBox="1"/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22647586-80F1-23A7-A6E7-568AEED8ED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5EEF5A6C-B2A6-ED15-D0C3-2D6E5E1ED5D8}"/>
                    </a:ext>
                  </a:extLst>
                </p:cNvPr>
                <p:cNvSpPr txBox="1"/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5EEF5A6C-B2A6-ED15-D0C3-2D6E5E1ED5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B80F9B6C-D658-E3EA-9686-929268C727FE}"/>
                    </a:ext>
                  </a:extLst>
                </p:cNvPr>
                <p:cNvSpPr txBox="1"/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B80F9B6C-D658-E3EA-9686-929268C727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B86AB708-ACFC-D282-5E5A-B9A3D1021512}"/>
                    </a:ext>
                  </a:extLst>
                </p:cNvPr>
                <p:cNvSpPr txBox="1"/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B86AB708-ACFC-D282-5E5A-B9A3D10215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718E31BB-E8FD-6277-D3D0-923095B5DD1D}"/>
              </a:ext>
            </a:extLst>
          </p:cNvPr>
          <p:cNvGrpSpPr/>
          <p:nvPr/>
        </p:nvGrpSpPr>
        <p:grpSpPr>
          <a:xfrm>
            <a:off x="1589454" y="5176838"/>
            <a:ext cx="1059735" cy="896233"/>
            <a:chOff x="1980958" y="2952087"/>
            <a:chExt cx="1059735" cy="896233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421B4F75-5D82-39CC-4477-B998CC231D7D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A8799FDE-E3F7-421C-30B9-FD64B036B120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4A9C7831-DF77-1366-39D7-26FC39A32B61}"/>
                  </a:ext>
                </a:extLst>
              </p:cNvPr>
              <p:cNvCxnSpPr>
                <a:stCxn id="143" idx="0"/>
                <a:endCxn id="143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D4EEEE1B-45CA-6A2E-C9BF-38499CAE023F}"/>
                  </a:ext>
                </a:extLst>
              </p:cNvPr>
              <p:cNvCxnSpPr>
                <a:cxnSpLocks/>
                <a:endCxn id="143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13B75434-4B58-E1BE-CCBE-9F6342408C61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13B75434-4B58-E1BE-CCBE-9F6342408C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B4B4A105-4D96-39AD-E4BF-3848F0552507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B4B4A105-4D96-39AD-E4BF-3848F05525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5DB0A091-80C3-AC12-3B82-65C4B71476F4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5DB0A091-80C3-AC12-3B82-65C4B71476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56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974C842F-8A1F-A754-E0EF-77CE91956546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974C842F-8A1F-A754-E0EF-77CE919565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57"/>
                  <a:stretch>
                    <a:fillRect r="-14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EC8E3FFB-D76B-1F5A-5A9D-9B51E5272049}"/>
              </a:ext>
            </a:extLst>
          </p:cNvPr>
          <p:cNvGrpSpPr/>
          <p:nvPr/>
        </p:nvGrpSpPr>
        <p:grpSpPr>
          <a:xfrm>
            <a:off x="9489515" y="2979256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BD98DC19-1B5E-40E6-8486-237E3F385DAD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50F6B841-F676-E695-5996-191F4208A494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1C149C63-46B3-55D8-7EF3-D346583E53EC}"/>
                </a:ext>
              </a:extLst>
            </p:cNvPr>
            <p:cNvCxnSpPr>
              <a:cxnSpLocks/>
              <a:stCxn id="147" idx="1"/>
              <a:endCxn id="147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CA050F2A-5DB1-E5BB-DCDC-32A8D6BDB90C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CA050F2A-5DB1-E5BB-DCDC-32A8D6BDB9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5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049A262D-D291-9857-D636-5C6D2FBF4703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049A262D-D291-9857-D636-5C6D2FBF47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5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AA725278-B6ED-2470-46A1-CB0F10914A3D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AA725278-B6ED-2470-46A1-CB0F10914A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00C4D89D-388E-2381-3795-445BEA6EEB53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9DED5700-869D-68F1-38B8-2A1CF8D91B96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9DED5700-869D-68F1-38B8-2A1CF8D91B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6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20015B9F-026F-568A-B6E8-30B5D9548D2A}"/>
              </a:ext>
            </a:extLst>
          </p:cNvPr>
          <p:cNvGrpSpPr/>
          <p:nvPr/>
        </p:nvGrpSpPr>
        <p:grpSpPr>
          <a:xfrm>
            <a:off x="10036036" y="2979958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118F04C7-7656-B00B-E706-658D5DC35EA0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B2C5B7DF-E4CA-6FF0-8F32-261874F3D6E7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6D0BEE22-F656-36A4-DB18-8A6724AD9DB8}"/>
                </a:ext>
              </a:extLst>
            </p:cNvPr>
            <p:cNvCxnSpPr>
              <a:cxnSpLocks/>
              <a:stCxn id="156" idx="1"/>
              <a:endCxn id="156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F0D77D08-60BB-E42E-2246-3C7C179EB006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F0D77D08-60BB-E42E-2246-3C7C179EB0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6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E7CC7645-7DD5-0487-4B0C-8443113D5566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E7CC7645-7DD5-0487-4B0C-8443113D55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6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F4FE4DD2-999A-17AB-D50A-F62EBA01804D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F4FE4DD2-999A-17AB-D50A-F62EBA0180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40CBD4FB-A011-D7B7-8EC6-C19892EB9EED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6D22B80A-9B1E-5242-B723-5DB05AB824CD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6D22B80A-9B1E-5242-B723-5DB05AB824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6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873C5568-311E-A234-881C-DE9978574F50}"/>
              </a:ext>
            </a:extLst>
          </p:cNvPr>
          <p:cNvGrpSpPr/>
          <p:nvPr/>
        </p:nvGrpSpPr>
        <p:grpSpPr>
          <a:xfrm>
            <a:off x="10588419" y="2983364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2AEF7767-0687-C7D1-343A-5B48840BCA5D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5ED5FF0C-F461-4066-7EC6-7CE54C6B752B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02A47669-DC79-3A55-BE15-2D49D6DFD1B4}"/>
                </a:ext>
              </a:extLst>
            </p:cNvPr>
            <p:cNvCxnSpPr>
              <a:cxnSpLocks/>
              <a:stCxn id="165" idx="1"/>
              <a:endCxn id="165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D90A106F-A9A0-4A81-8F01-6F31FC7B3856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D90A106F-A9A0-4A81-8F01-6F31FC7B38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6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7CA30752-833F-6512-5C7E-E88098A40E6D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7CA30752-833F-6512-5C7E-E88098A40E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blipFill>
                  <a:blip r:embed="rId6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FACC14B6-1183-92E9-3AF7-CC1B4DD4CEF2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FACC14B6-1183-92E9-3AF7-CC1B4DD4CE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660AA7BB-0BE4-FFC6-122A-1509E95A7F9C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338E0F4B-0046-D8AA-D7A4-29E0769FC0FA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338E0F4B-0046-D8AA-D7A4-29E0769FC0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blipFill>
                  <a:blip r:embed="rId6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3" name="Arrow: Right 172">
            <a:extLst>
              <a:ext uri="{FF2B5EF4-FFF2-40B4-BE49-F238E27FC236}">
                <a16:creationId xmlns:a16="http://schemas.microsoft.com/office/drawing/2014/main" id="{0F0AF992-9C0B-3CA3-2472-5659B17EEA9E}"/>
              </a:ext>
            </a:extLst>
          </p:cNvPr>
          <p:cNvSpPr/>
          <p:nvPr/>
        </p:nvSpPr>
        <p:spPr>
          <a:xfrm>
            <a:off x="5486400" y="2322165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ECD4B10E-71A3-AD1E-94F7-28F3BA9A4651}"/>
              </a:ext>
            </a:extLst>
          </p:cNvPr>
          <p:cNvGrpSpPr/>
          <p:nvPr/>
        </p:nvGrpSpPr>
        <p:grpSpPr>
          <a:xfrm>
            <a:off x="6585660" y="5330521"/>
            <a:ext cx="1065058" cy="499397"/>
            <a:chOff x="1980958" y="2952087"/>
            <a:chExt cx="1065058" cy="499397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66A1344D-52DC-9DFA-76C7-3C7F4C40ACA4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C0EB6D7C-FA12-4FE2-C1E5-51AA5FD337E3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63AD64DB-8785-D0AC-0113-8D60F7180AAB}"/>
                  </a:ext>
                </a:extLst>
              </p:cNvPr>
              <p:cNvCxnSpPr>
                <a:cxnSpLocks/>
                <a:stCxn id="178" idx="0"/>
                <a:endCxn id="178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1F1999C9-5AB1-C699-A4FA-25E6B02F1EB8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1F1999C9-5AB1-C699-A4FA-25E6B02F1E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7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B08A02AE-A1AC-22DB-DC39-5B05545F3E6E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B08A02AE-A1AC-22DB-DC39-5B05545F3E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E8086797-B395-760C-8CC0-E799B5E523CA}"/>
              </a:ext>
            </a:extLst>
          </p:cNvPr>
          <p:cNvGrpSpPr/>
          <p:nvPr/>
        </p:nvGrpSpPr>
        <p:grpSpPr>
          <a:xfrm>
            <a:off x="7643145" y="5335061"/>
            <a:ext cx="1065058" cy="499397"/>
            <a:chOff x="1980958" y="2952087"/>
            <a:chExt cx="1065058" cy="499397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4E2D602B-4E67-6B61-2040-77F03D0DF87A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E239B09A-7AD0-4FFE-7F0B-FADF3C74F988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8D078571-4E61-AAD6-931A-DD231F736D4D}"/>
                  </a:ext>
                </a:extLst>
              </p:cNvPr>
              <p:cNvCxnSpPr>
                <a:cxnSpLocks/>
                <a:stCxn id="184" idx="0"/>
                <a:endCxn id="184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DBBFEFF9-4192-BD1C-68B9-FC247BA9C6C1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DBBFEFF9-4192-BD1C-68B9-FC247BA9C6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7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C7FB6F8F-C376-6433-6D24-9C167A3DE9DD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C7FB6F8F-C376-6433-6D24-9C167A3DE9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6" name="Arrow: Right 185">
            <a:extLst>
              <a:ext uri="{FF2B5EF4-FFF2-40B4-BE49-F238E27FC236}">
                <a16:creationId xmlns:a16="http://schemas.microsoft.com/office/drawing/2014/main" id="{A9AB9854-AF18-2891-29AD-45D382FFF30B}"/>
              </a:ext>
            </a:extLst>
          </p:cNvPr>
          <p:cNvSpPr/>
          <p:nvPr/>
        </p:nvSpPr>
        <p:spPr>
          <a:xfrm>
            <a:off x="2838450" y="5329069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2499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7A2CF-F58B-824E-FC8E-C51A250AE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DB909-B7BB-8338-1BBB-5243A6F9C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Im2col Algorithm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1BA4796-6762-1E3B-8A03-44CE5B5DE1D7}"/>
              </a:ext>
            </a:extLst>
          </p:cNvPr>
          <p:cNvGrpSpPr/>
          <p:nvPr/>
        </p:nvGrpSpPr>
        <p:grpSpPr>
          <a:xfrm>
            <a:off x="252144" y="5173028"/>
            <a:ext cx="1059735" cy="896233"/>
            <a:chOff x="1980958" y="2952087"/>
            <a:chExt cx="1059735" cy="896233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AE9DCEA-79AE-806A-AB6C-00B0B2E9E8B2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49B26D0-6A84-35A4-C93A-803E3F7B8978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905978E4-49FF-FAD7-89D4-2BA84FBC9A1C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64E986A-2F37-5F3E-D00D-F1FF5A2FAE84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8DAB6234-39E0-20C5-25FA-8D957DA7A19A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8DAB6234-39E0-20C5-25FA-8D957DA7A1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445BAB4-8281-39ED-A09A-4490901ADEA5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445BAB4-8281-39ED-A09A-4490901ADE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EDABE08-E11C-D22D-B4CD-ADF178D08DC9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EDABE08-E11C-D22D-B4CD-ADF178D08D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56C41B8-AF9A-EC79-99D1-38F1B2B09489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56C41B8-AF9A-EC79-99D1-38F1B2B094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959C9F7-A90A-0522-FFD1-1080E9956821}"/>
              </a:ext>
            </a:extLst>
          </p:cNvPr>
          <p:cNvGrpSpPr/>
          <p:nvPr/>
        </p:nvGrpSpPr>
        <p:grpSpPr>
          <a:xfrm>
            <a:off x="9489515" y="827462"/>
            <a:ext cx="552468" cy="1776719"/>
            <a:chOff x="585073" y="2591561"/>
            <a:chExt cx="552468" cy="1776719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9CE7D9F-66CD-211F-1D57-B39F92709F28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F58D093-25E0-F083-5C55-4BD7A008CC03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A0E30AB-ACB5-DDC8-CB86-718E92C84B3D}"/>
                </a:ext>
              </a:extLst>
            </p:cNvPr>
            <p:cNvCxnSpPr>
              <a:cxnSpLocks/>
              <a:stCxn id="39" idx="1"/>
              <a:endCxn id="3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AF1A682-F1AC-25F2-891C-67FDA1A56088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AF1A682-F1AC-25F2-891C-67FDA1A560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DE2CAC3-0A10-FD10-426C-21913C8B7FE3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DE2CAC3-0A10-FD10-426C-21913C8B7F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D736F626-7317-1318-292C-B0892BBDBFD1}"/>
                    </a:ext>
                  </a:extLst>
                </p:cNvPr>
                <p:cNvSpPr txBox="1"/>
                <p:nvPr/>
              </p:nvSpPr>
              <p:spPr>
                <a:xfrm>
                  <a:off x="631489" y="353230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D736F626-7317-1318-292C-B0892BBDBF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32301"/>
                  <a:ext cx="41953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0F95AD16-2568-5603-D702-840C85CDB45A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DCC908E6-800D-B246-62B3-DE33F9D02E28}"/>
                    </a:ext>
                  </a:extLst>
                </p:cNvPr>
                <p:cNvSpPr txBox="1"/>
                <p:nvPr/>
              </p:nvSpPr>
              <p:spPr>
                <a:xfrm>
                  <a:off x="625541" y="39989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DCC908E6-800D-B246-62B3-DE33F9D02E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98948"/>
                  <a:ext cx="419538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6BE93AA-C5E8-B93D-26B1-7D4D203E1F15}"/>
              </a:ext>
            </a:extLst>
          </p:cNvPr>
          <p:cNvGrpSpPr/>
          <p:nvPr/>
        </p:nvGrpSpPr>
        <p:grpSpPr>
          <a:xfrm>
            <a:off x="10036036" y="828164"/>
            <a:ext cx="552468" cy="1774377"/>
            <a:chOff x="585073" y="2591561"/>
            <a:chExt cx="552468" cy="177437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F37CD14-5B01-2215-ED66-5EE87AC406CB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1AB13EF-5445-4E82-D020-6623C42B6096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1AC5CFB-DF9D-CC6D-2A3A-EC078FF135AD}"/>
                </a:ext>
              </a:extLst>
            </p:cNvPr>
            <p:cNvCxnSpPr>
              <a:cxnSpLocks/>
              <a:stCxn id="40" idx="1"/>
              <a:endCxn id="40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3B571108-0544-65C8-A0C6-5368EC5DDEFD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3B571108-0544-65C8-A0C6-5368EC5DDE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8EFBF8D8-CC58-5D32-1E90-A5EACEA7B737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8EFBF8D8-CC58-5D32-1E90-A5EACEA7B7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EF9BBFC-8C8D-0EEC-D699-9CBA555E388C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EF9BBFC-8C8D-0EEC-D699-9CBA555E38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6B82375-9BEB-B667-F1FA-6A3BE11FB991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25EC4EDD-B69E-C0B5-1474-056B2DBCA8BE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25EC4EDD-B69E-C0B5-1474-056B2DBCA8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F015FDD-B11B-B277-FCEC-14C6B97E0A58}"/>
              </a:ext>
            </a:extLst>
          </p:cNvPr>
          <p:cNvGrpSpPr/>
          <p:nvPr/>
        </p:nvGrpSpPr>
        <p:grpSpPr>
          <a:xfrm>
            <a:off x="10588419" y="831570"/>
            <a:ext cx="552468" cy="1774377"/>
            <a:chOff x="585073" y="2591561"/>
            <a:chExt cx="552468" cy="177437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4CA2046-4507-0C4A-1FE8-640417CCF50E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6DD090E-4201-C6A1-185C-31A8B0D9EBAE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9E69EC9C-D9EF-A508-BEA6-22C1C9934880}"/>
                </a:ext>
              </a:extLst>
            </p:cNvPr>
            <p:cNvCxnSpPr>
              <a:cxnSpLocks/>
              <a:stCxn id="54" idx="1"/>
              <a:endCxn id="54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BCFE66B0-BA79-8711-7131-11E5FF81B084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BCFE66B0-BA79-8711-7131-11E5FF81B0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F8DD1740-B468-AFEF-D91D-CD659E9F5F90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F8DD1740-B468-AFEF-D91D-CD659E9F5F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13BBF34A-20DC-DFD5-E654-B7ADA92B0881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13BBF34A-20DC-DFD5-E654-B7ADA92B08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4D0ADAE-8512-9DBD-7DEB-25B114355DA1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109F7D5C-FAD3-816D-276C-5DCA78C35A89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109F7D5C-FAD3-816D-276C-5DCA78C35A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87DDE59A-7759-099B-AC1C-DF4583C91CA1}"/>
              </a:ext>
            </a:extLst>
          </p:cNvPr>
          <p:cNvGrpSpPr/>
          <p:nvPr/>
        </p:nvGrpSpPr>
        <p:grpSpPr>
          <a:xfrm>
            <a:off x="4439360" y="5324171"/>
            <a:ext cx="1065058" cy="499397"/>
            <a:chOff x="1980958" y="2952087"/>
            <a:chExt cx="1065058" cy="499397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6E3FD94A-A692-A5EA-74CD-5B2CC7CA8E6E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C9515DA1-6B65-0A07-30DF-4AD6E0060E90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DEBD4B3E-C937-4804-0AD7-7CDAE0B16E39}"/>
                  </a:ext>
                </a:extLst>
              </p:cNvPr>
              <p:cNvCxnSpPr>
                <a:cxnSpLocks/>
                <a:stCxn id="72" idx="0"/>
                <a:endCxn id="72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E3448AF0-A158-0DB8-1053-7D93CEBEC922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E3448AF0-A158-0DB8-1053-7D93CEBEC9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DDA542D6-270A-D2C3-EF3F-D6B67FFDE152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DDA542D6-270A-D2C3-EF3F-D6B67FFDE1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A7FB9AA-9D61-8A78-0425-33E2EB3A2404}"/>
              </a:ext>
            </a:extLst>
          </p:cNvPr>
          <p:cNvGrpSpPr/>
          <p:nvPr/>
        </p:nvGrpSpPr>
        <p:grpSpPr>
          <a:xfrm>
            <a:off x="5496845" y="5328711"/>
            <a:ext cx="1065058" cy="499397"/>
            <a:chOff x="1980958" y="2952087"/>
            <a:chExt cx="1065058" cy="499397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D9EE4405-8A02-E079-E63A-B0B88A11A8DD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CE11F76A-8CBF-C4FC-9956-116AFC0B7195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2FD02069-D088-B6F6-F994-5982994B1CEA}"/>
                  </a:ext>
                </a:extLst>
              </p:cNvPr>
              <p:cNvCxnSpPr>
                <a:cxnSpLocks/>
                <a:stCxn id="80" idx="0"/>
                <a:endCxn id="8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EF0686B4-BF87-F822-5FB3-2B349E966DFE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EF0686B4-BF87-F822-5FB3-2B349E966D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E6BB707B-6D9F-09F0-4227-70E9E7D69B56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E6BB707B-6D9F-09F0-4227-70E9E7D69B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EAF06C05-411A-79E4-169E-62175579AE89}"/>
              </a:ext>
            </a:extLst>
          </p:cNvPr>
          <p:cNvSpPr txBox="1"/>
          <p:nvPr/>
        </p:nvSpPr>
        <p:spPr>
          <a:xfrm>
            <a:off x="2610375" y="6363810"/>
            <a:ext cx="5040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Multiple Input Single Output Channel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20CF8F0-ACB3-5892-09A1-B7D62BFA0CE7}"/>
              </a:ext>
            </a:extLst>
          </p:cNvPr>
          <p:cNvGrpSpPr/>
          <p:nvPr/>
        </p:nvGrpSpPr>
        <p:grpSpPr>
          <a:xfrm>
            <a:off x="228876" y="1805080"/>
            <a:ext cx="1946179" cy="1784524"/>
            <a:chOff x="585073" y="2581414"/>
            <a:chExt cx="1946179" cy="178452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D2246277-4733-330F-4925-1805D08ED4AA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B5F9C4B3-8A28-BDA6-A7A3-8552935F09F1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316066E9-41CF-DA14-BF8D-69BD05A4FDDD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1DB10626-4675-DF77-8541-BC4A040EADBF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B71F57A0-AE01-83F5-83A0-A43525D3A330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A1E24A45-3899-902B-5970-97C095431936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A1E24A45-3899-902B-5970-97C0954319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5780A0E2-C566-724F-FADE-BAB2DBD417BF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5780A0E2-C566-724F-FADE-BAB2DBD417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690128C7-846C-378B-9461-BEE987EEB5CF}"/>
                    </a:ext>
                  </a:extLst>
                </p:cNvPr>
                <p:cNvSpPr txBox="1"/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690128C7-846C-378B-9461-BEE987EEB5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BABC2F15-C42E-8CBA-0223-D2F112BB273D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BABC2F15-C42E-8CBA-0223-D2F112BB27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78C24D0D-1ACD-10D1-7331-F01470BE58CB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78C24D0D-1ACD-10D1-7331-F01470BE58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83982957-494D-C0A6-2FCE-1F48EC1BEDCD}"/>
                    </a:ext>
                  </a:extLst>
                </p:cNvPr>
                <p:cNvSpPr txBox="1"/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83982957-494D-C0A6-2FCE-1F48EC1BED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A3B2BC00-1FF7-ACA0-7DBD-EA2B7B590052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A3B2BC00-1FF7-ACA0-7DBD-EA2B7B5900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EEAA212F-AB3C-9C76-251F-2FCD8F01EC2A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EEAA212F-AB3C-9C76-251F-2FCD8F01EC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DECD8FD8-7887-11FD-51B9-BF2C0D882D91}"/>
                    </a:ext>
                  </a:extLst>
                </p:cNvPr>
                <p:cNvSpPr txBox="1"/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DECD8FD8-7887-11FD-51B9-BF2C0D882D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blipFill>
                  <a:blip r:embed="rId30"/>
                  <a:stretch>
                    <a:fillRect r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DD595742-BF78-70FC-4B3C-C44BD62C487A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0C4C77E7-280D-5458-DC6A-94F1FCBCDC3E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0C4C77E7-280D-5458-DC6A-94F1FCBCDC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D7DAB56A-AA73-F19A-18BD-34FC27979876}"/>
                    </a:ext>
                  </a:extLst>
                </p:cNvPr>
                <p:cNvSpPr txBox="1"/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D7DAB56A-AA73-F19A-18BD-34FC279798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D2667B0F-884A-EEBA-9DC2-4A20D3386A51}"/>
                    </a:ext>
                  </a:extLst>
                </p:cNvPr>
                <p:cNvSpPr txBox="1"/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D2667B0F-884A-EEBA-9DC2-4A20D3386A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7FFE51C9-CE3E-736C-CFC2-5011AEF324C7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27371639-670F-952F-27D3-A5A0CDCD4979}"/>
                    </a:ext>
                  </a:extLst>
                </p:cNvPr>
                <p:cNvSpPr txBox="1"/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27371639-670F-952F-27D3-A5A0CDCD49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AB883D99-877E-65C9-BEBC-95AF92F9E516}"/>
                    </a:ext>
                  </a:extLst>
                </p:cNvPr>
                <p:cNvSpPr txBox="1"/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AB883D99-877E-65C9-BEBC-95AF92F9E5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3C0B3E3D-6FA8-97F8-E717-7C0235C9F9DC}"/>
                    </a:ext>
                  </a:extLst>
                </p:cNvPr>
                <p:cNvSpPr txBox="1"/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3C0B3E3D-6FA8-97F8-E717-7C0235C9F9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959A2D14-5229-4514-62BF-A982DEB76FCB}"/>
                    </a:ext>
                  </a:extLst>
                </p:cNvPr>
                <p:cNvSpPr txBox="1"/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959A2D14-5229-4514-62BF-A982DEB76F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E01339A5-9558-058B-3F65-AEE744E549A5}"/>
              </a:ext>
            </a:extLst>
          </p:cNvPr>
          <p:cNvGrpSpPr/>
          <p:nvPr/>
        </p:nvGrpSpPr>
        <p:grpSpPr>
          <a:xfrm>
            <a:off x="2395904" y="1805080"/>
            <a:ext cx="1946179" cy="1784524"/>
            <a:chOff x="585073" y="2581414"/>
            <a:chExt cx="1946179" cy="1784524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1BFD92F2-8E73-3181-381F-A0DF090089A2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87AC3AC1-C783-43E0-4CA3-B252CA416CF0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BD23652C-A037-1EEA-A3CF-491F4AC8003C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4A45086E-CA43-AC72-761F-B8EF01540831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A63A541D-0EAF-CCBE-8958-E4FAF39F04F8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EE589918-F504-65E4-FCA7-E00773D726D6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EE589918-F504-65E4-FCA7-E00773D726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3B9DFA2A-6194-09B8-FFB8-3319D2A2C403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3B9DFA2A-6194-09B8-FFB8-3319D2A2C4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57009656-0B6C-E93C-764C-F58E64A82300}"/>
                    </a:ext>
                  </a:extLst>
                </p:cNvPr>
                <p:cNvSpPr txBox="1"/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57009656-0B6C-E93C-764C-F58E64A823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072B3C45-8B09-ADDE-0F72-DD335D346B70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072B3C45-8B09-ADDE-0F72-DD335D346B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B157188F-A8E3-FAC6-4218-5E6B421A455D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B157188F-A8E3-FAC6-4218-5E6B421A45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21723923-C212-9E20-8DEA-AF9BEAAB981B}"/>
                    </a:ext>
                  </a:extLst>
                </p:cNvPr>
                <p:cNvSpPr txBox="1"/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21723923-C212-9E20-8DEA-AF9BEAAB98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3931F9D7-5A03-53AC-1FED-F4828263B348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3931F9D7-5A03-53AC-1FED-F4828263B3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F9C645A1-0D0E-6364-8FD5-8CE4BA29CD8F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F9C645A1-0D0E-6364-8FD5-8CE4BA29CD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ACCCE812-252B-8AA8-E494-A303AF4874CE}"/>
                    </a:ext>
                  </a:extLst>
                </p:cNvPr>
                <p:cNvSpPr txBox="1"/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ACCCE812-252B-8AA8-E494-A303AF4874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blipFill>
                  <a:blip r:embed="rId46"/>
                  <a:stretch>
                    <a:fillRect r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1556720D-8F8D-7262-2FC7-EB5647BBA0DB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90CD1076-095D-29A7-6FE4-44BF2C6F0A01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90CD1076-095D-29A7-6FE4-44BF2C6F0A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8F1CBDF2-F4D5-7083-AC3C-F61922C39E97}"/>
                    </a:ext>
                  </a:extLst>
                </p:cNvPr>
                <p:cNvSpPr txBox="1"/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8F1CBDF2-F4D5-7083-AC3C-F61922C39E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22A93CCC-6784-F8C6-9817-5C0AE1893792}"/>
                    </a:ext>
                  </a:extLst>
                </p:cNvPr>
                <p:cNvSpPr txBox="1"/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22A93CCC-6784-F8C6-9817-5C0AE18937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4C88D3A2-8D5A-B8D5-4ED4-599230FB448E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96BAE276-68E8-39A7-0FE7-7C90F8F9CC01}"/>
                    </a:ext>
                  </a:extLst>
                </p:cNvPr>
                <p:cNvSpPr txBox="1"/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96BAE276-68E8-39A7-0FE7-7C90F8F9CC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75551686-34EC-6AFE-E296-256B3B1F938C}"/>
                    </a:ext>
                  </a:extLst>
                </p:cNvPr>
                <p:cNvSpPr txBox="1"/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75551686-34EC-6AFE-E296-256B3B1F93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9CC96CB0-9132-9B2B-4213-C15E1A6FA87A}"/>
                    </a:ext>
                  </a:extLst>
                </p:cNvPr>
                <p:cNvSpPr txBox="1"/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9CC96CB0-9132-9B2B-4213-C15E1A6FA8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7B7804B3-7274-220F-A8D8-2D37A8A6B0DF}"/>
                    </a:ext>
                  </a:extLst>
                </p:cNvPr>
                <p:cNvSpPr txBox="1"/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7B7804B3-7274-220F-A8D8-2D37A8A6B0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95007376-1E63-746F-863D-E3D708CDC02C}"/>
              </a:ext>
            </a:extLst>
          </p:cNvPr>
          <p:cNvGrpSpPr/>
          <p:nvPr/>
        </p:nvGrpSpPr>
        <p:grpSpPr>
          <a:xfrm>
            <a:off x="1589454" y="5176838"/>
            <a:ext cx="1059735" cy="896233"/>
            <a:chOff x="1980958" y="2952087"/>
            <a:chExt cx="1059735" cy="896233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19D5CF95-4C03-8A66-6B35-903C32FC6874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8BBE75B8-0050-59FA-53B6-EE7FB3F51FF4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46FD14FD-4033-A1C5-914D-E33B913D77DE}"/>
                  </a:ext>
                </a:extLst>
              </p:cNvPr>
              <p:cNvCxnSpPr>
                <a:stCxn id="143" idx="0"/>
                <a:endCxn id="143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21DFB1E5-F850-425B-EA09-B1ED0D1C2710}"/>
                  </a:ext>
                </a:extLst>
              </p:cNvPr>
              <p:cNvCxnSpPr>
                <a:cxnSpLocks/>
                <a:endCxn id="143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20E03024-5003-FD9A-6224-072861AE1971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20E03024-5003-FD9A-6224-072861AE19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AF830639-2FFC-0D9F-3FB8-A69B53D54FDB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AF830639-2FFC-0D9F-3FB8-A69B53D54F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AEA173B4-FFC8-A870-94E2-409D51E22DAB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AEA173B4-FFC8-A870-94E2-409D51E22D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56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1E1BC255-23E8-6360-1F34-D7B281A1AD4C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1E1BC255-23E8-6360-1F34-D7B281A1AD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57"/>
                  <a:stretch>
                    <a:fillRect r="-14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25A52073-161B-BDAE-7806-D49C09105196}"/>
              </a:ext>
            </a:extLst>
          </p:cNvPr>
          <p:cNvGrpSpPr/>
          <p:nvPr/>
        </p:nvGrpSpPr>
        <p:grpSpPr>
          <a:xfrm>
            <a:off x="9489515" y="2979256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900028C5-8CC4-65B9-5C1F-9378464F44C0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1DB76F9F-1380-A407-67C6-B17B77016E91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0D9AB6FD-1B8E-0542-FF58-8D627852215B}"/>
                </a:ext>
              </a:extLst>
            </p:cNvPr>
            <p:cNvCxnSpPr>
              <a:cxnSpLocks/>
              <a:stCxn id="147" idx="1"/>
              <a:endCxn id="147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F0F29601-BD20-55ED-337E-80D7BE9C1066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F0F29601-BD20-55ED-337E-80D7BE9C10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5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011B3D01-7FBA-595D-7E86-5A527066A320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011B3D01-7FBA-595D-7E86-5A527066A3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5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D2456FB8-24A0-A46B-4C29-16DC88DABB97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D2456FB8-24A0-A46B-4C29-16DC88DABB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5692B825-C447-972D-F830-4B857ECB31ED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0900AB9E-F863-B2D7-12F9-CB1384153F4B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0900AB9E-F863-B2D7-12F9-CB1384153F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6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9F14F4B3-F992-C744-DFC7-57C130B13437}"/>
              </a:ext>
            </a:extLst>
          </p:cNvPr>
          <p:cNvGrpSpPr/>
          <p:nvPr/>
        </p:nvGrpSpPr>
        <p:grpSpPr>
          <a:xfrm>
            <a:off x="10036036" y="2979958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C1F21DA1-A48B-AD75-BC82-609404F89EA2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05EB7F74-D987-EED7-F602-1C7FCA8ACB3F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DBDC7500-A04E-8612-B5AA-4B0F7F92F98F}"/>
                </a:ext>
              </a:extLst>
            </p:cNvPr>
            <p:cNvCxnSpPr>
              <a:cxnSpLocks/>
              <a:stCxn id="156" idx="1"/>
              <a:endCxn id="156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F5B143BC-F3F6-A708-6251-CD0B4113016A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F5B143BC-F3F6-A708-6251-CD0B411301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6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2E6DBEB4-3506-1BBA-5A28-57F1CC77CC01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2E6DBEB4-3506-1BBA-5A28-57F1CC77CC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6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F6DB1236-38B1-6A4C-369C-14ED6D6686DC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F6DB1236-38B1-6A4C-369C-14ED6D6686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359DEF4B-2EDE-25C2-8E0E-8EC5D981CB0F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D3645D53-521C-4514-8D78-8E04BD0C7257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D3645D53-521C-4514-8D78-8E04BD0C72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6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66560758-2F24-80D3-5981-5643C02FF911}"/>
              </a:ext>
            </a:extLst>
          </p:cNvPr>
          <p:cNvGrpSpPr/>
          <p:nvPr/>
        </p:nvGrpSpPr>
        <p:grpSpPr>
          <a:xfrm>
            <a:off x="10588419" y="2983364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EC73850C-6FDB-F765-6272-26BFFCC83141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87B7EB51-78D5-70F7-C93D-063C4A0DC959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3E18E727-6E43-8A22-B21B-931A99A4AB13}"/>
                </a:ext>
              </a:extLst>
            </p:cNvPr>
            <p:cNvCxnSpPr>
              <a:cxnSpLocks/>
              <a:stCxn id="165" idx="1"/>
              <a:endCxn id="165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F0027282-510D-D91A-AA90-2FBF22D56607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F0027282-510D-D91A-AA90-2FBF22D566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6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417CF21E-4784-3041-F24B-F6327A72AB82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417CF21E-4784-3041-F24B-F6327A72AB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blipFill>
                  <a:blip r:embed="rId6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5CC13B5A-4530-F6E5-4CFB-FD422F84FCD5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5CC13B5A-4530-F6E5-4CFB-FD422F84FC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F0FCD58B-53E1-594D-01D1-63EF8B9C69B9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CFEDD97C-C5B3-1C6A-5859-1C4DD14BD52E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CFEDD97C-C5B3-1C6A-5859-1C4DD14BD5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blipFill>
                  <a:blip r:embed="rId6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3" name="Arrow: Right 172">
            <a:extLst>
              <a:ext uri="{FF2B5EF4-FFF2-40B4-BE49-F238E27FC236}">
                <a16:creationId xmlns:a16="http://schemas.microsoft.com/office/drawing/2014/main" id="{1C8D1611-679C-69A6-FF3C-5F4C56EF15CC}"/>
              </a:ext>
            </a:extLst>
          </p:cNvPr>
          <p:cNvSpPr/>
          <p:nvPr/>
        </p:nvSpPr>
        <p:spPr>
          <a:xfrm>
            <a:off x="5486400" y="2322165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E0DDF26A-C542-2BA3-4C77-093738993D0E}"/>
              </a:ext>
            </a:extLst>
          </p:cNvPr>
          <p:cNvGrpSpPr/>
          <p:nvPr/>
        </p:nvGrpSpPr>
        <p:grpSpPr>
          <a:xfrm>
            <a:off x="6585660" y="5330521"/>
            <a:ext cx="1065058" cy="499397"/>
            <a:chOff x="1980958" y="2952087"/>
            <a:chExt cx="1065058" cy="499397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EC0CE44E-2884-5C25-60D6-7EDB75D040E7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4DEADED9-3590-07E0-0412-B82CDE3A8AF2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453A1B5E-40DC-993E-51D7-3B8C804AFD47}"/>
                  </a:ext>
                </a:extLst>
              </p:cNvPr>
              <p:cNvCxnSpPr>
                <a:cxnSpLocks/>
                <a:stCxn id="178" idx="0"/>
                <a:endCxn id="178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1F37EB82-866D-56D2-0937-467C9D3D71AD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1F37EB82-866D-56D2-0937-467C9D3D71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7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88611786-9160-5030-3CAF-FB82EF66EB9A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88611786-9160-5030-3CAF-FB82EF66EB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22A71060-F4D4-C044-1EC7-6A6825FE50F5}"/>
              </a:ext>
            </a:extLst>
          </p:cNvPr>
          <p:cNvGrpSpPr/>
          <p:nvPr/>
        </p:nvGrpSpPr>
        <p:grpSpPr>
          <a:xfrm>
            <a:off x="7643145" y="5335061"/>
            <a:ext cx="1065058" cy="499397"/>
            <a:chOff x="1980958" y="2952087"/>
            <a:chExt cx="1065058" cy="499397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3580613B-5928-DAE5-D3B6-842C23419E87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72B4EDB5-1179-0E35-F80C-4553F9C65518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B8B76659-86F2-95FE-6704-ED08912225CF}"/>
                  </a:ext>
                </a:extLst>
              </p:cNvPr>
              <p:cNvCxnSpPr>
                <a:cxnSpLocks/>
                <a:stCxn id="184" idx="0"/>
                <a:endCxn id="184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127813CE-12A2-4DAD-B099-11969F37879B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127813CE-12A2-4DAD-B099-11969F3787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7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AEBAEFD1-AACE-D221-B391-601CA0E0EB7F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AEBAEFD1-AACE-D221-B391-601CA0E0EB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6" name="Arrow: Right 185">
            <a:extLst>
              <a:ext uri="{FF2B5EF4-FFF2-40B4-BE49-F238E27FC236}">
                <a16:creationId xmlns:a16="http://schemas.microsoft.com/office/drawing/2014/main" id="{CAA2BD45-7BCD-CEE5-195C-D28AEAC37B0F}"/>
              </a:ext>
            </a:extLst>
          </p:cNvPr>
          <p:cNvSpPr/>
          <p:nvPr/>
        </p:nvSpPr>
        <p:spPr>
          <a:xfrm>
            <a:off x="2838450" y="5329069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5E34D2-6FA5-019E-37A5-A6D33487C6D8}"/>
              </a:ext>
            </a:extLst>
          </p:cNvPr>
          <p:cNvSpPr txBox="1"/>
          <p:nvPr/>
        </p:nvSpPr>
        <p:spPr>
          <a:xfrm>
            <a:off x="3740150" y="3949700"/>
            <a:ext cx="4800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Notice: Input channels increase the row dimension of weight matrix and column dimension of the input feature matrix</a:t>
            </a:r>
          </a:p>
        </p:txBody>
      </p:sp>
    </p:spTree>
    <p:extLst>
      <p:ext uri="{BB962C8B-B14F-4D97-AF65-F5344CB8AC3E}">
        <p14:creationId xmlns:p14="http://schemas.microsoft.com/office/powerpoint/2010/main" val="7184436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573E6-6D9D-B04B-82DD-0BE635D51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8D4F8-76F6-F67B-7F39-63AB6F2D9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Im2col Algorithm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18F2DAC-09A6-EAF4-78F2-4F6F5E8BD246}"/>
              </a:ext>
            </a:extLst>
          </p:cNvPr>
          <p:cNvGrpSpPr/>
          <p:nvPr/>
        </p:nvGrpSpPr>
        <p:grpSpPr>
          <a:xfrm>
            <a:off x="838200" y="4765836"/>
            <a:ext cx="1059735" cy="896233"/>
            <a:chOff x="1980958" y="2952087"/>
            <a:chExt cx="1059735" cy="896233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8088743-1DD7-0DF6-0343-0C8C449A0F34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D85C51B-515A-6A06-3370-3E8022ECF202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0EF241CE-A3FC-3541-78E1-E2127E1740B5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239ED40F-0919-F05C-BFF0-AE21E3716B6F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52E3FFF-72C0-A58F-E38F-515FBF60C251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52E3FFF-72C0-A58F-E38F-515FBF60C2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46BD4F3-AB76-5213-6F43-0A7A6632B4C3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46BD4F3-AB76-5213-6F43-0A7A6632B4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5C4299E-6501-EC3C-2BAD-A42A17FDBF3B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5C4299E-6501-EC3C-2BAD-A42A17FDBF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E307E01-2710-3E17-E01B-1F5B72579738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E307E01-2710-3E17-E01B-1F5B725797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2E27251-7063-1B74-B27C-59EAD482F8BB}"/>
              </a:ext>
            </a:extLst>
          </p:cNvPr>
          <p:cNvGrpSpPr/>
          <p:nvPr/>
        </p:nvGrpSpPr>
        <p:grpSpPr>
          <a:xfrm>
            <a:off x="9800665" y="868860"/>
            <a:ext cx="552468" cy="1776719"/>
            <a:chOff x="585073" y="2591561"/>
            <a:chExt cx="552468" cy="1776719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5387F46-D925-C524-93E0-B14E6EB7A0F5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7BFDF7F-8F51-6286-341E-452FD8DE53F2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B321ADA-8549-3EE4-D92C-42EDB088D6C3}"/>
                </a:ext>
              </a:extLst>
            </p:cNvPr>
            <p:cNvCxnSpPr>
              <a:cxnSpLocks/>
              <a:stCxn id="39" idx="1"/>
              <a:endCxn id="3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4B5ADF8-D3E9-A97E-C49B-F89DE5C782B3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4B5ADF8-D3E9-A97E-C49B-F89DE5C782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CD9A311-18DC-95F1-3AEF-BD94D3B5FF75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CD9A311-18DC-95F1-3AEF-BD94D3B5FF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938DCC4-588F-3CEC-16FC-FEB478FBC7B3}"/>
                    </a:ext>
                  </a:extLst>
                </p:cNvPr>
                <p:cNvSpPr txBox="1"/>
                <p:nvPr/>
              </p:nvSpPr>
              <p:spPr>
                <a:xfrm>
                  <a:off x="631489" y="353230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938DCC4-588F-3CEC-16FC-FEB478FBC7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32301"/>
                  <a:ext cx="41953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BF9087F-CA7F-35DB-D39D-6A6B64C99AE3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C9AD8F4C-AF2A-654F-604C-20D316464547}"/>
                    </a:ext>
                  </a:extLst>
                </p:cNvPr>
                <p:cNvSpPr txBox="1"/>
                <p:nvPr/>
              </p:nvSpPr>
              <p:spPr>
                <a:xfrm>
                  <a:off x="625541" y="39989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C9AD8F4C-AF2A-654F-604C-20D3164645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98948"/>
                  <a:ext cx="419538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E65B648-5F63-32CA-32FA-F5E96AE2DE0A}"/>
              </a:ext>
            </a:extLst>
          </p:cNvPr>
          <p:cNvGrpSpPr/>
          <p:nvPr/>
        </p:nvGrpSpPr>
        <p:grpSpPr>
          <a:xfrm>
            <a:off x="10347186" y="869562"/>
            <a:ext cx="552468" cy="1774377"/>
            <a:chOff x="585073" y="2591561"/>
            <a:chExt cx="552468" cy="177437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214FEEE-B449-7260-7EDE-E77C72F28539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EB6662C-A47B-EC9C-93BE-42FC2D6E9C15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965D486D-CB62-F878-6F63-0178A364DEF6}"/>
                </a:ext>
              </a:extLst>
            </p:cNvPr>
            <p:cNvCxnSpPr>
              <a:cxnSpLocks/>
              <a:stCxn id="40" idx="1"/>
              <a:endCxn id="40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C59AE4E-3DB2-5ABF-69DF-889EEDB563CD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C59AE4E-3DB2-5ABF-69DF-889EEDB563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0A52F196-AB9D-87E6-975B-BE26F904EC8C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0A52F196-AB9D-87E6-975B-BE26F904EC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E06A3050-8AEB-4EF8-714F-6BA690331183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E06A3050-8AEB-4EF8-714F-6BA6903311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5B07ED1-EE30-4A60-B52C-B985CED55F4E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1F92445B-7D3A-010A-4480-1122D24922F4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1F92445B-7D3A-010A-4480-1122D24922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1A689C4-E9E1-B1EE-363B-B0D23F848E23}"/>
              </a:ext>
            </a:extLst>
          </p:cNvPr>
          <p:cNvGrpSpPr/>
          <p:nvPr/>
        </p:nvGrpSpPr>
        <p:grpSpPr>
          <a:xfrm>
            <a:off x="10899569" y="872968"/>
            <a:ext cx="552468" cy="1774377"/>
            <a:chOff x="585073" y="2591561"/>
            <a:chExt cx="552468" cy="177437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BD65A8D-106E-7E56-1308-BA811757C57D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4A4F38B1-65AF-0ACE-EC38-B745A2D34663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D33F6CC-F790-3DC1-5C8A-CDA9011DA5D0}"/>
                </a:ext>
              </a:extLst>
            </p:cNvPr>
            <p:cNvCxnSpPr>
              <a:cxnSpLocks/>
              <a:stCxn id="54" idx="1"/>
              <a:endCxn id="54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F501E1D-B43D-8244-A9B9-448FD04D58B7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F501E1D-B43D-8244-A9B9-448FD04D58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6D2CAF22-3EFE-0C21-F80A-3921CFE849FA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6D2CAF22-3EFE-0C21-F80A-3921CFE849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35816E0B-5711-EE2F-4DF6-FBFE89381FF8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35816E0B-5711-EE2F-4DF6-FBFE89381F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B990C93D-39C7-B524-45DF-90C3E3F883EE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2FFD50D3-C1CC-2642-878F-885548F888F6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2FFD50D3-C1CC-2642-878F-885548F888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C2695F43-2745-41DA-554B-FEF651107613}"/>
              </a:ext>
            </a:extLst>
          </p:cNvPr>
          <p:cNvGrpSpPr/>
          <p:nvPr/>
        </p:nvGrpSpPr>
        <p:grpSpPr>
          <a:xfrm>
            <a:off x="5025416" y="4916979"/>
            <a:ext cx="1065058" cy="499397"/>
            <a:chOff x="1980958" y="2952087"/>
            <a:chExt cx="1065058" cy="499397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BA2D5EAF-21AC-554E-E0DD-6FF05C76F4F4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8144867F-70D7-36CA-E592-80884286D362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3972287C-B400-6502-A3DE-767C9EB091A1}"/>
                  </a:ext>
                </a:extLst>
              </p:cNvPr>
              <p:cNvCxnSpPr>
                <a:cxnSpLocks/>
                <a:stCxn id="72" idx="0"/>
                <a:endCxn id="72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09BC62B9-B233-333E-D436-24D6B3A77FB7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09BC62B9-B233-333E-D436-24D6B3A77F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4F5D04CC-6177-6382-99C0-CFA5F6726335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4F5D04CC-6177-6382-99C0-CFA5F67263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B94283C2-10F1-0321-38B6-0F7B67E11272}"/>
              </a:ext>
            </a:extLst>
          </p:cNvPr>
          <p:cNvGrpSpPr/>
          <p:nvPr/>
        </p:nvGrpSpPr>
        <p:grpSpPr>
          <a:xfrm>
            <a:off x="6082901" y="4921519"/>
            <a:ext cx="1065058" cy="499397"/>
            <a:chOff x="1980958" y="2952087"/>
            <a:chExt cx="1065058" cy="499397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1B37ABD9-88F9-F113-E6DA-2B4829BED858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A0FEABCB-41C9-9705-C39E-AABBCF54A5DC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1CA153A2-73BC-EC2C-1BE7-93C35D05E31E}"/>
                  </a:ext>
                </a:extLst>
              </p:cNvPr>
              <p:cNvCxnSpPr>
                <a:cxnSpLocks/>
                <a:stCxn id="80" idx="0"/>
                <a:endCxn id="8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02236777-AB1D-9738-0384-6F34D9ABABD6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02236777-AB1D-9738-0384-6F34D9ABAB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0EA24279-E344-9473-BD87-18A51A479611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0EA24279-E344-9473-BD87-18A51A4796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A5C651C-507A-AC2D-291C-42D9E843305C}"/>
              </a:ext>
            </a:extLst>
          </p:cNvPr>
          <p:cNvGrpSpPr/>
          <p:nvPr/>
        </p:nvGrpSpPr>
        <p:grpSpPr>
          <a:xfrm>
            <a:off x="228876" y="1805080"/>
            <a:ext cx="1946179" cy="1784524"/>
            <a:chOff x="585073" y="2581414"/>
            <a:chExt cx="1946179" cy="178452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6283D92C-7AB7-A54B-6ED2-8486378FCF53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CE03551-0383-957D-BAF9-4D0C72713BD7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9F7A4A9B-A6A4-50EC-4D57-261280CE2069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8308299F-B275-BC6D-6A46-88106246154A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AEEFB808-F51C-27A0-9555-D5D19B9111A2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D3231AB9-DB51-886A-4F48-1A37D22639B5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D3231AB9-DB51-886A-4F48-1A37D22639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189DD5B2-9655-7BF5-2276-5ADED3405D15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189DD5B2-9655-7BF5-2276-5ADED3405D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5F2CD041-8323-B457-BA8B-77EB241281B8}"/>
                    </a:ext>
                  </a:extLst>
                </p:cNvPr>
                <p:cNvSpPr txBox="1"/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5F2CD041-8323-B457-BA8B-77EB241281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696B129-6F50-4737-F4EB-34C83C5BE3EB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696B129-6F50-4737-F4EB-34C83C5BE3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1BF6C012-439A-A671-08FB-652BBDA6A0E3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1BF6C012-439A-A671-08FB-652BBDA6A0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FBE37040-44C2-BF91-27A5-338A59EFE52C}"/>
                    </a:ext>
                  </a:extLst>
                </p:cNvPr>
                <p:cNvSpPr txBox="1"/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FBE37040-44C2-BF91-27A5-338A59EFE5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044AD38F-FFD8-9FF9-7E19-FD141E6B449D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044AD38F-FFD8-9FF9-7E19-FD141E6B44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9469D4E6-3AF2-829A-322A-F368D8AD1667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9469D4E6-3AF2-829A-322A-F368D8AD16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C7F9447E-DEA0-3FA1-D081-A6F3B1B66AE4}"/>
                    </a:ext>
                  </a:extLst>
                </p:cNvPr>
                <p:cNvSpPr txBox="1"/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C7F9447E-DEA0-3FA1-D081-A6F3B1B66A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blipFill>
                  <a:blip r:embed="rId30"/>
                  <a:stretch>
                    <a:fillRect r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8B1508D3-EEFB-1C12-A3F4-C6F547C131C5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2ECFE52F-92A7-178D-5E3F-496525E36C72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2ECFE52F-92A7-178D-5E3F-496525E36C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1B167E96-C598-625F-4996-F05714922490}"/>
                    </a:ext>
                  </a:extLst>
                </p:cNvPr>
                <p:cNvSpPr txBox="1"/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1B167E96-C598-625F-4996-F057149224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D1873452-5F03-2EDE-5234-F8CD601318CF}"/>
                    </a:ext>
                  </a:extLst>
                </p:cNvPr>
                <p:cNvSpPr txBox="1"/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D1873452-5F03-2EDE-5234-F8CD601318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2096BDF-BF6A-CB19-8879-4BFB0960EF5B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6D0D9818-8F03-58DB-6AA7-60BB57043C89}"/>
                    </a:ext>
                  </a:extLst>
                </p:cNvPr>
                <p:cNvSpPr txBox="1"/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6D0D9818-8F03-58DB-6AA7-60BB57043C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D3A4D698-F82D-AAE2-5013-0BF7B7DCB02C}"/>
                    </a:ext>
                  </a:extLst>
                </p:cNvPr>
                <p:cNvSpPr txBox="1"/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D3A4D698-F82D-AAE2-5013-0BF7B7DCB0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5422B847-68D9-BA69-E47C-C1C5DCF559DD}"/>
                    </a:ext>
                  </a:extLst>
                </p:cNvPr>
                <p:cNvSpPr txBox="1"/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5422B847-68D9-BA69-E47C-C1C5DCF559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5DA7554D-74BF-FFC7-98DB-F6D0EB56B508}"/>
                    </a:ext>
                  </a:extLst>
                </p:cNvPr>
                <p:cNvSpPr txBox="1"/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5DA7554D-74BF-FFC7-98DB-F6D0EB56B5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79B80AB8-56C3-DB02-5CF1-345B37AEE965}"/>
              </a:ext>
            </a:extLst>
          </p:cNvPr>
          <p:cNvGrpSpPr/>
          <p:nvPr/>
        </p:nvGrpSpPr>
        <p:grpSpPr>
          <a:xfrm>
            <a:off x="2395904" y="1805080"/>
            <a:ext cx="1946179" cy="1784524"/>
            <a:chOff x="585073" y="2581414"/>
            <a:chExt cx="1946179" cy="1784524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C5B6B603-49D6-B3CD-C143-1163FF8B0799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BC3E4002-C766-59D4-7E78-3D0174329704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7126D3F0-C967-A228-554E-70825D2218D5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2802911E-3493-6447-5EFA-4FB487628A5E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CD929938-5359-FB34-CD4E-2E43E4BA82BA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BC8FDEB7-698A-25D8-6015-57D0E375C2B1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BC8FDEB7-698A-25D8-6015-57D0E375C2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1532CE20-06A7-0949-B11E-0BFC75B6969D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1532CE20-06A7-0949-B11E-0BFC75B696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B463CE69-2F8B-AECF-1D6B-51A7CBAFF935}"/>
                    </a:ext>
                  </a:extLst>
                </p:cNvPr>
                <p:cNvSpPr txBox="1"/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B463CE69-2F8B-AECF-1D6B-51A7CBAFF9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568EE9D2-86DC-5AFA-C6B4-C6715B68389C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568EE9D2-86DC-5AFA-C6B4-C6715B6838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640D3F01-1236-82BC-7FFB-E3F8DE3FBAD8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640D3F01-1236-82BC-7FFB-E3F8DE3FBA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17CE4308-D2DA-6C6E-FE37-F7097D29FFB0}"/>
                    </a:ext>
                  </a:extLst>
                </p:cNvPr>
                <p:cNvSpPr txBox="1"/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17CE4308-D2DA-6C6E-FE37-F7097D29FF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A9139897-2256-F3CA-2966-D0C015688B47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A9139897-2256-F3CA-2966-D0C015688B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DEC3C150-B9FE-EF90-CE04-FDFA9FF59554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DEC3C150-B9FE-EF90-CE04-FDFA9FF595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9C82E590-FAF1-FC67-0F66-97969AA4C3DD}"/>
                    </a:ext>
                  </a:extLst>
                </p:cNvPr>
                <p:cNvSpPr txBox="1"/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9C82E590-FAF1-FC67-0F66-97969AA4C3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blipFill>
                  <a:blip r:embed="rId46"/>
                  <a:stretch>
                    <a:fillRect r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D5ACD39E-5886-EC16-3E23-CF23320C2D58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C0CC2971-A12E-4B21-F031-E596B53B9ED0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C0CC2971-A12E-4B21-F031-E596B53B9E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44F58144-B76E-83CA-6338-3BBD0835F2C8}"/>
                    </a:ext>
                  </a:extLst>
                </p:cNvPr>
                <p:cNvSpPr txBox="1"/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44F58144-B76E-83CA-6338-3BBD0835F2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321C5055-1873-6987-D8E5-BB36409528CD}"/>
                    </a:ext>
                  </a:extLst>
                </p:cNvPr>
                <p:cNvSpPr txBox="1"/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321C5055-1873-6987-D8E5-BB36409528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3306ED27-55E9-D0A8-9707-0DB06675FD8A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1B2AB4CC-D45D-AA8D-99F8-187449844C46}"/>
                    </a:ext>
                  </a:extLst>
                </p:cNvPr>
                <p:cNvSpPr txBox="1"/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1B2AB4CC-D45D-AA8D-99F8-187449844C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1DD58497-82AD-457B-664F-77CE9A7632E5}"/>
                    </a:ext>
                  </a:extLst>
                </p:cNvPr>
                <p:cNvSpPr txBox="1"/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1DD58497-82AD-457B-664F-77CE9A7632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B72417EB-CA1E-25B1-038A-F188E1D6DA05}"/>
                    </a:ext>
                  </a:extLst>
                </p:cNvPr>
                <p:cNvSpPr txBox="1"/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B72417EB-CA1E-25B1-038A-F188E1D6DA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6D9FEA9D-54C4-D981-9CB6-DA7DDDAA696A}"/>
                    </a:ext>
                  </a:extLst>
                </p:cNvPr>
                <p:cNvSpPr txBox="1"/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6D9FEA9D-54C4-D981-9CB6-DA7DDDAA69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43271978-40A1-C052-0C87-467409277810}"/>
              </a:ext>
            </a:extLst>
          </p:cNvPr>
          <p:cNvGrpSpPr/>
          <p:nvPr/>
        </p:nvGrpSpPr>
        <p:grpSpPr>
          <a:xfrm>
            <a:off x="2175510" y="4769646"/>
            <a:ext cx="1059735" cy="896233"/>
            <a:chOff x="1980958" y="2952087"/>
            <a:chExt cx="1059735" cy="896233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6E2FF878-2CB1-2938-7B63-0317E087C3DE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E98AF679-53F4-229C-4BFD-D20CFBA8B189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E7502FA5-A036-F8AE-8892-A70EB25B7455}"/>
                  </a:ext>
                </a:extLst>
              </p:cNvPr>
              <p:cNvCxnSpPr>
                <a:stCxn id="143" idx="0"/>
                <a:endCxn id="143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F11F75E9-4B5C-5B74-7597-6B23B371590A}"/>
                  </a:ext>
                </a:extLst>
              </p:cNvPr>
              <p:cNvCxnSpPr>
                <a:cxnSpLocks/>
                <a:endCxn id="143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C28F4E77-375A-3437-312A-30FDFF52C01E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C28F4E77-375A-3437-312A-30FDFF52C0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05DFC0DA-BB74-B775-30F7-75D3C9C45343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05DFC0DA-BB74-B775-30F7-75D3C9C453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8DEA75EE-CDCE-4948-2604-73B3E0228A81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8DEA75EE-CDCE-4948-2604-73B3E0228A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56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445431B2-118E-29A6-93D6-D48086475CCB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445431B2-118E-29A6-93D6-D48086475C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5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9B6B858B-961D-B8AF-8A42-6254F52F89BC}"/>
              </a:ext>
            </a:extLst>
          </p:cNvPr>
          <p:cNvGrpSpPr/>
          <p:nvPr/>
        </p:nvGrpSpPr>
        <p:grpSpPr>
          <a:xfrm>
            <a:off x="9800665" y="3020654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A933ED85-20ED-7B01-6797-592656CF9F06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E599515E-7BAD-8E5E-EE3D-0EDDAAC0E81E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2DABAB05-F288-8B38-E22F-FF846F1F8453}"/>
                </a:ext>
              </a:extLst>
            </p:cNvPr>
            <p:cNvCxnSpPr>
              <a:cxnSpLocks/>
              <a:stCxn id="147" idx="1"/>
              <a:endCxn id="147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669F1DEF-3F29-FB30-1A75-9C396020D8AA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669F1DEF-3F29-FB30-1A75-9C396020D8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5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E146F342-41E7-2D1E-0A2E-ACDBA0D9CB34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E146F342-41E7-2D1E-0A2E-ACDBA0D9CB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5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B6BBCDAF-759F-C3E3-5F13-42FB44C7F08B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B6BBCDAF-759F-C3E3-5F13-42FB44C7F0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51AB1CCF-E4C7-699C-70ED-1A1809FE0359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79F2178B-C767-9581-4E87-E313BF1477CA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79F2178B-C767-9581-4E87-E313BF1477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6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A26B4268-7D84-3AB4-F3D3-3CB217C7B292}"/>
              </a:ext>
            </a:extLst>
          </p:cNvPr>
          <p:cNvGrpSpPr/>
          <p:nvPr/>
        </p:nvGrpSpPr>
        <p:grpSpPr>
          <a:xfrm>
            <a:off x="10347186" y="3021356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15CE28C3-0421-E214-1D9E-342524D51B44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425F79EE-9662-ECAC-84D1-E1C0F92C08A7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4CB6BC69-52D6-DB20-1272-2ADEA5F30128}"/>
                </a:ext>
              </a:extLst>
            </p:cNvPr>
            <p:cNvCxnSpPr>
              <a:cxnSpLocks/>
              <a:stCxn id="156" idx="1"/>
              <a:endCxn id="156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18E9EA9A-6042-6A86-97BE-0BDB5CC53C7D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18E9EA9A-6042-6A86-97BE-0BDB5CC53C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6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05A7BD98-2304-5D1D-F8AF-FD90583AB5AC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05A7BD98-2304-5D1D-F8AF-FD90583AB5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6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BDEB138F-4D26-BF76-97DC-71CADCC6795D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BDEB138F-4D26-BF76-97DC-71CADCC679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3A9A2409-67BE-D41B-3D38-DD516B92E1C1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0B30877C-48A4-C5BC-1279-F64CF3AB531F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0B30877C-48A4-C5BC-1279-F64CF3AB53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6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3A38F0DD-458A-1358-B341-534C97A1B0B4}"/>
              </a:ext>
            </a:extLst>
          </p:cNvPr>
          <p:cNvGrpSpPr/>
          <p:nvPr/>
        </p:nvGrpSpPr>
        <p:grpSpPr>
          <a:xfrm>
            <a:off x="10899569" y="3024762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F95BCE66-C11E-925B-47E9-B02A843CE32E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00B9E4CA-8115-34B6-BA75-B1370C61B31A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C18F21DB-E8C2-F219-B0AF-B5112B4394D4}"/>
                </a:ext>
              </a:extLst>
            </p:cNvPr>
            <p:cNvCxnSpPr>
              <a:cxnSpLocks/>
              <a:stCxn id="165" idx="1"/>
              <a:endCxn id="165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56C41331-DA58-ADA8-6054-9D4AF18F6A36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56C41331-DA58-ADA8-6054-9D4AF18F6A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6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2094FB52-0056-D029-4294-166C19E6D323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2094FB52-0056-D029-4294-166C19E6D3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blipFill>
                  <a:blip r:embed="rId6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63DDDCCD-9E44-1D64-C4AE-124EBB05705C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63DDDCCD-9E44-1D64-C4AE-124EBB0570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37896AD3-32AB-828D-05BD-4DC8EEFA01E7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8B82D60E-706B-503A-CF58-44433E6F53F1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8B82D60E-706B-503A-CF58-44433E6F53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blipFill>
                  <a:blip r:embed="rId6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3" name="Arrow: Right 172">
            <a:extLst>
              <a:ext uri="{FF2B5EF4-FFF2-40B4-BE49-F238E27FC236}">
                <a16:creationId xmlns:a16="http://schemas.microsoft.com/office/drawing/2014/main" id="{6509965F-342C-5EF2-A297-14075740BEE3}"/>
              </a:ext>
            </a:extLst>
          </p:cNvPr>
          <p:cNvSpPr/>
          <p:nvPr/>
        </p:nvSpPr>
        <p:spPr>
          <a:xfrm>
            <a:off x="5486400" y="2322165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3580EAB3-D324-DFDB-3273-BA0F1E026065}"/>
              </a:ext>
            </a:extLst>
          </p:cNvPr>
          <p:cNvGrpSpPr/>
          <p:nvPr/>
        </p:nvGrpSpPr>
        <p:grpSpPr>
          <a:xfrm>
            <a:off x="7171716" y="4923329"/>
            <a:ext cx="1065058" cy="499397"/>
            <a:chOff x="1980958" y="2952087"/>
            <a:chExt cx="1065058" cy="499397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230790B8-466B-497A-27AC-726755F00BEA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AC3A88F3-E4EA-896E-D8BC-A34AEF83A716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34815495-ADFD-0A74-0D5A-F570BA56CEA3}"/>
                  </a:ext>
                </a:extLst>
              </p:cNvPr>
              <p:cNvCxnSpPr>
                <a:cxnSpLocks/>
                <a:stCxn id="178" idx="0"/>
                <a:endCxn id="178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F6C81FA9-02C3-69A8-CA47-28F0913AE61B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F6C81FA9-02C3-69A8-CA47-28F0913AE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7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7041A441-17D9-641B-5483-538D22C81A6B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7041A441-17D9-641B-5483-538D22C81A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6DCB65A3-5520-2E38-6622-A0796498F0DD}"/>
              </a:ext>
            </a:extLst>
          </p:cNvPr>
          <p:cNvGrpSpPr/>
          <p:nvPr/>
        </p:nvGrpSpPr>
        <p:grpSpPr>
          <a:xfrm>
            <a:off x="8229201" y="4927869"/>
            <a:ext cx="1065058" cy="499397"/>
            <a:chOff x="1980958" y="2952087"/>
            <a:chExt cx="1065058" cy="499397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E2499ECE-1E01-0179-95D5-65E97266C7F0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97E5482C-4E7B-A298-AB10-874FEE56C1E7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591DF06E-42A6-6AA8-44D5-728E31F0A49C}"/>
                  </a:ext>
                </a:extLst>
              </p:cNvPr>
              <p:cNvCxnSpPr>
                <a:cxnSpLocks/>
                <a:stCxn id="184" idx="0"/>
                <a:endCxn id="184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C5E9921B-67ED-88FF-DA62-2681E7E2BD94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C5E9921B-67ED-88FF-DA62-2681E7E2BD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7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8B2B3935-0131-4F52-71A7-8CBFE0396851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8B2B3935-0131-4F52-71A7-8CBFE03968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6" name="Arrow: Right 185">
            <a:extLst>
              <a:ext uri="{FF2B5EF4-FFF2-40B4-BE49-F238E27FC236}">
                <a16:creationId xmlns:a16="http://schemas.microsoft.com/office/drawing/2014/main" id="{FF0898DC-212C-D5B4-1299-3CB0AC5106FA}"/>
              </a:ext>
            </a:extLst>
          </p:cNvPr>
          <p:cNvSpPr/>
          <p:nvPr/>
        </p:nvSpPr>
        <p:spPr>
          <a:xfrm>
            <a:off x="3424506" y="4921877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23A8BB9-7154-7648-5A84-C09A22CD03DA}"/>
              </a:ext>
            </a:extLst>
          </p:cNvPr>
          <p:cNvGrpSpPr/>
          <p:nvPr/>
        </p:nvGrpSpPr>
        <p:grpSpPr>
          <a:xfrm>
            <a:off x="838200" y="5833099"/>
            <a:ext cx="1059735" cy="896233"/>
            <a:chOff x="1980958" y="2952087"/>
            <a:chExt cx="1059735" cy="896233"/>
          </a:xfrm>
          <a:pattFill prst="lgCheck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2422E8B-7AFB-B6E7-A29B-799F7C582D4F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0C724A0-2CA4-2F6F-6670-300F8AFA3ABC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5F54A9B0-FC4D-4142-E623-DAF4034F3EFD}"/>
                  </a:ext>
                </a:extLst>
              </p:cNvPr>
              <p:cNvCxnSpPr>
                <a:stCxn id="19" idx="0"/>
                <a:endCxn id="19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19CC7127-21BD-DC25-3095-5702ABBADCF2}"/>
                  </a:ext>
                </a:extLst>
              </p:cNvPr>
              <p:cNvCxnSpPr>
                <a:cxnSpLocks/>
                <a:endCxn id="19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98247F4-A89D-0375-15C7-F0693083F71E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98247F4-A89D-0375-15C7-F0693083F7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7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56FE1B0-8413-094A-4773-42ADBB1151A5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56FE1B0-8413-094A-4773-42ADBB1151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7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3D895BB-993F-9E25-C26F-68C80F79D9DC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3D895BB-993F-9E25-C26F-68C80F79D9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76"/>
                  <a:stretch>
                    <a:fillRect r="-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4E27109-2824-7B39-24C0-6D925A507AD5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4E27109-2824-7B39-24C0-6D925A507A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7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5AEE94E-77E0-5D28-067D-F4415A9D3555}"/>
              </a:ext>
            </a:extLst>
          </p:cNvPr>
          <p:cNvGrpSpPr/>
          <p:nvPr/>
        </p:nvGrpSpPr>
        <p:grpSpPr>
          <a:xfrm>
            <a:off x="5025416" y="5984242"/>
            <a:ext cx="1065058" cy="499397"/>
            <a:chOff x="1980958" y="2952087"/>
            <a:chExt cx="1065058" cy="499397"/>
          </a:xfrm>
          <a:pattFill prst="sphere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33A6876-DAE9-E80A-4E0C-232B5D7BBB0E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60F1250-FA5C-A81A-F873-7C1B896C17E6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F3C6AC36-852E-E8FC-380F-6166FA2DE368}"/>
                  </a:ext>
                </a:extLst>
              </p:cNvPr>
              <p:cNvCxnSpPr>
                <a:cxnSpLocks/>
                <a:stCxn id="26" idx="0"/>
                <a:endCxn id="26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FB890AF-35B9-8EC6-EE9F-06B9A0FAB516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FB890AF-35B9-8EC6-EE9F-06B9A0FAB5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7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4D03EF2-3704-E77D-45B6-4C3732CB6E87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4D03EF2-3704-E77D-45B6-4C3732CB6E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886BB4B-253A-1036-B01D-7D927E30AE6D}"/>
              </a:ext>
            </a:extLst>
          </p:cNvPr>
          <p:cNvGrpSpPr/>
          <p:nvPr/>
        </p:nvGrpSpPr>
        <p:grpSpPr>
          <a:xfrm>
            <a:off x="6082901" y="5988782"/>
            <a:ext cx="1065058" cy="499397"/>
            <a:chOff x="1980958" y="2952087"/>
            <a:chExt cx="1065058" cy="499397"/>
          </a:xfrm>
          <a:pattFill prst="sphere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E401336-39BD-8E01-38FD-F3ECDD5B5521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2E516016-BF45-5F6B-EEB3-8333AAC0F73B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90F756CC-308F-60B7-9177-C69EC6DBA8AF}"/>
                  </a:ext>
                </a:extLst>
              </p:cNvPr>
              <p:cNvCxnSpPr>
                <a:cxnSpLocks/>
                <a:stCxn id="32" idx="0"/>
                <a:endCxn id="32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C61F572-50FC-5270-9CE0-DC8DBDA4B37C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C61F572-50FC-5270-9CE0-DC8DBDA4B3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8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9A23FE2-8983-BC51-5593-EFFDA86342AE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9A23FE2-8983-BC51-5593-EFFDA86342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387B056-BC77-30D8-3794-412A6044F862}"/>
              </a:ext>
            </a:extLst>
          </p:cNvPr>
          <p:cNvGrpSpPr/>
          <p:nvPr/>
        </p:nvGrpSpPr>
        <p:grpSpPr>
          <a:xfrm>
            <a:off x="2175510" y="5836909"/>
            <a:ext cx="1059735" cy="896233"/>
            <a:chOff x="1980958" y="2952087"/>
            <a:chExt cx="1059735" cy="896233"/>
          </a:xfrm>
          <a:pattFill prst="lgCheck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57554D3-3EDA-CAA5-2B8C-2544F6DCDC37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4FCC6263-B575-FD34-5735-884E2DB004FD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338BF99B-E975-E092-518B-9D8A545D0E41}"/>
                  </a:ext>
                </a:extLst>
              </p:cNvPr>
              <p:cNvCxnSpPr>
                <a:stCxn id="82" idx="0"/>
                <a:endCxn id="82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7101EF44-7016-D3E1-D096-BEDEA9531867}"/>
                  </a:ext>
                </a:extLst>
              </p:cNvPr>
              <p:cNvCxnSpPr>
                <a:cxnSpLocks/>
                <a:endCxn id="82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21712B6C-A5F4-BD93-39BF-5980EA9809EC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21712B6C-A5F4-BD93-39BF-5980EA9809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8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937EF72F-7BB2-1C4B-F6CF-FDD99804334F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937EF72F-7BB2-1C4B-F6CF-FDD9980433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8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F95054B5-2768-7FB6-B6FE-3FACF1F74123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F95054B5-2768-7FB6-B6FE-3FACF1F741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84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C385E579-E056-557E-4296-B912D09DE9F5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C385E579-E056-557E-4296-B912D09DE9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8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4286368-8C22-C0CA-1C0F-E1D22E6F3FAF}"/>
              </a:ext>
            </a:extLst>
          </p:cNvPr>
          <p:cNvGrpSpPr/>
          <p:nvPr/>
        </p:nvGrpSpPr>
        <p:grpSpPr>
          <a:xfrm>
            <a:off x="7171716" y="5990592"/>
            <a:ext cx="1065058" cy="499397"/>
            <a:chOff x="1980958" y="2952087"/>
            <a:chExt cx="1065058" cy="499397"/>
          </a:xfrm>
          <a:pattFill prst="sphere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9ED703F0-2B9A-3827-C290-B34616567D49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2E33D8E9-4E46-489D-045F-C4DBCDC46893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16BA7D5A-C3B2-516B-C121-B683A9A53E2D}"/>
                  </a:ext>
                </a:extLst>
              </p:cNvPr>
              <p:cNvCxnSpPr>
                <a:cxnSpLocks/>
                <a:stCxn id="110" idx="0"/>
                <a:endCxn id="11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8EB1922E-6BD5-EC4C-EC32-D8E043CBB525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8EB1922E-6BD5-EC4C-EC32-D8E043CBB5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8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0602271E-DAE7-B644-CF00-2074A77B8B9D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0602271E-DAE7-B644-CF00-2074A77B8B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99905D08-0FB1-9ECD-F651-BBA63CBC64D2}"/>
              </a:ext>
            </a:extLst>
          </p:cNvPr>
          <p:cNvGrpSpPr/>
          <p:nvPr/>
        </p:nvGrpSpPr>
        <p:grpSpPr>
          <a:xfrm>
            <a:off x="8229201" y="5995132"/>
            <a:ext cx="1065058" cy="499397"/>
            <a:chOff x="1980958" y="2952087"/>
            <a:chExt cx="1065058" cy="499397"/>
          </a:xfrm>
          <a:pattFill prst="sphere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9F8BB87C-26E3-2642-E1AD-B176DDEA3C40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2D2F5FD0-66B5-FBB8-644C-D622C4392C94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9B1489F6-E4BC-D7C3-D8AA-40BA55D7FF6E}"/>
                  </a:ext>
                </a:extLst>
              </p:cNvPr>
              <p:cNvCxnSpPr>
                <a:cxnSpLocks/>
                <a:stCxn id="190" idx="0"/>
                <a:endCxn id="19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247F584D-D2B3-F65F-B008-470074F563EA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247F584D-D2B3-F65F-B008-470074F563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8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2E366898-CA28-F827-679A-A1A8EE9E29AB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2E366898-CA28-F827-679A-A1A8EE9E29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2" name="Arrow: Right 191">
            <a:extLst>
              <a:ext uri="{FF2B5EF4-FFF2-40B4-BE49-F238E27FC236}">
                <a16:creationId xmlns:a16="http://schemas.microsoft.com/office/drawing/2014/main" id="{3B3F538C-A48D-A681-1667-9951E28771A3}"/>
              </a:ext>
            </a:extLst>
          </p:cNvPr>
          <p:cNvSpPr/>
          <p:nvPr/>
        </p:nvSpPr>
        <p:spPr>
          <a:xfrm>
            <a:off x="3424506" y="5989140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CD0387FE-6CD2-8CE6-6B44-37DE018246FC}"/>
              </a:ext>
            </a:extLst>
          </p:cNvPr>
          <p:cNvCxnSpPr/>
          <p:nvPr/>
        </p:nvCxnSpPr>
        <p:spPr>
          <a:xfrm>
            <a:off x="5022850" y="4629150"/>
            <a:ext cx="4248150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F6116E8E-58F7-2055-19D4-816F8E2C8BED}"/>
              </a:ext>
            </a:extLst>
          </p:cNvPr>
          <p:cNvCxnSpPr>
            <a:cxnSpLocks/>
          </p:cNvCxnSpPr>
          <p:nvPr/>
        </p:nvCxnSpPr>
        <p:spPr>
          <a:xfrm flipV="1">
            <a:off x="9436100" y="4921877"/>
            <a:ext cx="0" cy="1626568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E12D9143-5646-6C1E-646A-F52BA8B11E5B}"/>
              </a:ext>
            </a:extLst>
          </p:cNvPr>
          <p:cNvCxnSpPr>
            <a:cxnSpLocks/>
          </p:cNvCxnSpPr>
          <p:nvPr/>
        </p:nvCxnSpPr>
        <p:spPr>
          <a:xfrm>
            <a:off x="9696450" y="4921877"/>
            <a:ext cx="1797050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ED87231B-C13D-4E1E-EB33-8D9A8E425E47}"/>
                  </a:ext>
                </a:extLst>
              </p:cNvPr>
              <p:cNvSpPr txBox="1"/>
              <p:nvPr/>
            </p:nvSpPr>
            <p:spPr>
              <a:xfrm>
                <a:off x="9271000" y="5606018"/>
                <a:ext cx="9270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ED87231B-C13D-4E1E-EB33-8D9A8E425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1000" y="5606018"/>
                <a:ext cx="927099" cy="369332"/>
              </a:xfrm>
              <a:prstGeom prst="rect">
                <a:avLst/>
              </a:prstGeom>
              <a:blipFill>
                <a:blip r:embed="rId9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3EF98DBE-7AE8-7667-C3C1-71B129712574}"/>
              </a:ext>
            </a:extLst>
          </p:cNvPr>
          <p:cNvCxnSpPr>
            <a:cxnSpLocks/>
          </p:cNvCxnSpPr>
          <p:nvPr/>
        </p:nvCxnSpPr>
        <p:spPr>
          <a:xfrm>
            <a:off x="9696450" y="882650"/>
            <a:ext cx="0" cy="391160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FCA7DAB8-8814-7FAA-E179-B5D49E01A68D}"/>
                  </a:ext>
                </a:extLst>
              </p:cNvPr>
              <p:cNvSpPr txBox="1"/>
              <p:nvPr/>
            </p:nvSpPr>
            <p:spPr>
              <a:xfrm>
                <a:off x="8255000" y="2601817"/>
                <a:ext cx="1441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FCA7DAB8-8814-7FAA-E179-B5D49E01A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000" y="2601817"/>
                <a:ext cx="1441450" cy="369332"/>
              </a:xfrm>
              <a:prstGeom prst="rect">
                <a:avLst/>
              </a:prstGeom>
              <a:blipFill>
                <a:blip r:embed="rId9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E4488308-1B3C-22FC-9206-FD442FB861A5}"/>
                  </a:ext>
                </a:extLst>
              </p:cNvPr>
              <p:cNvSpPr txBox="1"/>
              <p:nvPr/>
            </p:nvSpPr>
            <p:spPr>
              <a:xfrm>
                <a:off x="6648450" y="4343400"/>
                <a:ext cx="1441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E4488308-1B3C-22FC-9206-FD442FB86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8450" y="4343400"/>
                <a:ext cx="1441450" cy="369332"/>
              </a:xfrm>
              <a:prstGeom prst="rect">
                <a:avLst/>
              </a:prstGeom>
              <a:blipFill>
                <a:blip r:embed="rId9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2390D319-29E3-0AFB-A70B-99C4965177A7}"/>
                  </a:ext>
                </a:extLst>
              </p:cNvPr>
              <p:cNvSpPr txBox="1"/>
              <p:nvPr/>
            </p:nvSpPr>
            <p:spPr>
              <a:xfrm>
                <a:off x="10131425" y="4921877"/>
                <a:ext cx="9270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2390D319-29E3-0AFB-A70B-99C496517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1425" y="4921877"/>
                <a:ext cx="927099" cy="369332"/>
              </a:xfrm>
              <a:prstGeom prst="rect">
                <a:avLst/>
              </a:prstGeom>
              <a:blipFill>
                <a:blip r:embed="rId9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extBox 69">
            <a:extLst>
              <a:ext uri="{FF2B5EF4-FFF2-40B4-BE49-F238E27FC236}">
                <a16:creationId xmlns:a16="http://schemas.microsoft.com/office/drawing/2014/main" id="{96633483-A4E2-402F-6E5A-E8A680A9CAFC}"/>
              </a:ext>
            </a:extLst>
          </p:cNvPr>
          <p:cNvSpPr txBox="1"/>
          <p:nvPr/>
        </p:nvSpPr>
        <p:spPr>
          <a:xfrm>
            <a:off x="7803812" y="6488668"/>
            <a:ext cx="5040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Multiple Input Single Multiple Channel</a:t>
            </a:r>
          </a:p>
        </p:txBody>
      </p:sp>
    </p:spTree>
    <p:extLst>
      <p:ext uri="{BB962C8B-B14F-4D97-AF65-F5344CB8AC3E}">
        <p14:creationId xmlns:p14="http://schemas.microsoft.com/office/powerpoint/2010/main" val="14438637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62D8B-4B54-A2C9-5C57-928929794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Im2Col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1B3923-55C8-4D37-403B-BB79DCBB9E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 Matrix -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increase in size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Filter Matrix -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 increase in size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Output Matrix -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 increase in size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1B3923-55C8-4D37-403B-BB79DCBB9E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12062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21B3F-9194-E833-4E94-FE95E2EEF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Implicit GEMM based Im2Col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5C634-6FA7-681E-A38A-9AEC34A75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practice, the input matrix is not duplicated</a:t>
            </a:r>
          </a:p>
          <a:p>
            <a:endParaRPr lang="en-US" dirty="0"/>
          </a:p>
          <a:p>
            <a:r>
              <a:rPr lang="en-US" dirty="0"/>
              <a:t>Rather tiles/blocks are fetched into the shared cache of SMP by indexing appropriate addresses</a:t>
            </a:r>
          </a:p>
        </p:txBody>
      </p:sp>
    </p:spTree>
    <p:extLst>
      <p:ext uri="{BB962C8B-B14F-4D97-AF65-F5344CB8AC3E}">
        <p14:creationId xmlns:p14="http://schemas.microsoft.com/office/powerpoint/2010/main" val="23299806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E7A65-6672-E8D2-BAB4-92C5A9B33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2D548-4EC0-1C3A-4F21-0DAC4A462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Im2col Algorithm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B45CFF-879D-08AA-916E-A3DD488879F2}"/>
              </a:ext>
            </a:extLst>
          </p:cNvPr>
          <p:cNvGrpSpPr/>
          <p:nvPr/>
        </p:nvGrpSpPr>
        <p:grpSpPr>
          <a:xfrm>
            <a:off x="206416" y="3816499"/>
            <a:ext cx="1059735" cy="896233"/>
            <a:chOff x="1980958" y="2952087"/>
            <a:chExt cx="1059735" cy="896233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29CD4BD-38FB-A198-3452-CDD6E1FCCD21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7473EFE-1EC7-0FB9-5C34-CB5A4A0484B7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5C7B69CF-62BC-320C-5868-7A98DF15D72D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D851CAC7-EB10-6974-D69B-F86BF3895DBF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7DA9F30-DC28-E916-7551-B0E72CB6B5DD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7DA9F30-DC28-E916-7551-B0E72CB6B5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61CCB81-A610-05C3-174B-CE127C59A040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61CCB81-A610-05C3-174B-CE127C59A0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0556AED-DA92-27CB-B4B3-DD91495D84CA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0556AED-DA92-27CB-B4B3-DD91495D84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544A98C-8495-54BF-34B0-2FFD81081244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544A98C-8495-54BF-34B0-2FFD810812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630F2B9-DF08-05AD-0881-948D4CB064B7}"/>
              </a:ext>
            </a:extLst>
          </p:cNvPr>
          <p:cNvGrpSpPr/>
          <p:nvPr/>
        </p:nvGrpSpPr>
        <p:grpSpPr>
          <a:xfrm>
            <a:off x="9800665" y="868860"/>
            <a:ext cx="552468" cy="1776719"/>
            <a:chOff x="585073" y="2591561"/>
            <a:chExt cx="552468" cy="1776719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B354B4A-7F43-E57A-75AF-60B0198A3730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E90924F-EDC6-E3C0-0F5C-8A1CBA45D292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92C9057-F708-E174-6FD2-72B8CF00E0DE}"/>
                </a:ext>
              </a:extLst>
            </p:cNvPr>
            <p:cNvCxnSpPr>
              <a:cxnSpLocks/>
              <a:stCxn id="39" idx="1"/>
              <a:endCxn id="3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804DA1-C1D4-F05A-B269-2F935F86E5F6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804DA1-C1D4-F05A-B269-2F935F86E5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1F60213E-5497-CE05-5B57-386CAF512053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1F60213E-5497-CE05-5B57-386CAF5120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5AF2BAD6-D7B1-8CA9-0323-655915ADBF12}"/>
                    </a:ext>
                  </a:extLst>
                </p:cNvPr>
                <p:cNvSpPr txBox="1"/>
                <p:nvPr/>
              </p:nvSpPr>
              <p:spPr>
                <a:xfrm>
                  <a:off x="631489" y="353230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5AF2BAD6-D7B1-8CA9-0323-655915ADBF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32301"/>
                  <a:ext cx="41953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0B4EDE3B-1222-AB8D-D880-1BA1A805D1CD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23450865-3A02-E94E-C8E2-9250B45A6A95}"/>
                    </a:ext>
                  </a:extLst>
                </p:cNvPr>
                <p:cNvSpPr txBox="1"/>
                <p:nvPr/>
              </p:nvSpPr>
              <p:spPr>
                <a:xfrm>
                  <a:off x="625541" y="39989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23450865-3A02-E94E-C8E2-9250B45A6A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98948"/>
                  <a:ext cx="419538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849C39F-41AD-2052-4AF7-19E94DECE908}"/>
              </a:ext>
            </a:extLst>
          </p:cNvPr>
          <p:cNvGrpSpPr/>
          <p:nvPr/>
        </p:nvGrpSpPr>
        <p:grpSpPr>
          <a:xfrm>
            <a:off x="10347186" y="869562"/>
            <a:ext cx="552468" cy="1774377"/>
            <a:chOff x="585073" y="2591561"/>
            <a:chExt cx="552468" cy="177437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E300246-BB44-2D64-3D75-5C4F62DE0EDD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1EBE178-19C1-DA18-47EE-2EFE986A4B84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A2215E7-C410-5ED6-3894-25EB0CBF8161}"/>
                </a:ext>
              </a:extLst>
            </p:cNvPr>
            <p:cNvCxnSpPr>
              <a:cxnSpLocks/>
              <a:stCxn id="40" idx="1"/>
              <a:endCxn id="40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A9419409-74EA-F94E-B617-AA0B84382F09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A9419409-74EA-F94E-B617-AA0B84382F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1C3759D1-EA1E-93D9-BD07-EE8C2AE95FEC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1C3759D1-EA1E-93D9-BD07-EE8C2AE95F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D0BD4A3A-254E-5A02-4B9F-77DB1E96477C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D0BD4A3A-254E-5A02-4B9F-77DB1E9647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24CDBF7-264D-CF00-DBE5-DD1A9C7225AA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A98EAE7-7789-2A0D-19A7-F380079736BA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A98EAE7-7789-2A0D-19A7-F380079736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17EAD2D-C1AC-0683-4660-98340C4B4338}"/>
              </a:ext>
            </a:extLst>
          </p:cNvPr>
          <p:cNvGrpSpPr/>
          <p:nvPr/>
        </p:nvGrpSpPr>
        <p:grpSpPr>
          <a:xfrm>
            <a:off x="10899569" y="872968"/>
            <a:ext cx="552468" cy="1774377"/>
            <a:chOff x="585073" y="2591561"/>
            <a:chExt cx="552468" cy="177437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E0FC02E-23D0-EFE4-A5AD-6C4942346775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F3319A2-A96A-E09B-347A-BB18006EBF1A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026F385-D9E7-BE4E-C846-363074334EFC}"/>
                </a:ext>
              </a:extLst>
            </p:cNvPr>
            <p:cNvCxnSpPr>
              <a:cxnSpLocks/>
              <a:stCxn id="54" idx="1"/>
              <a:endCxn id="54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B3BDA625-447F-2761-948C-0DBFDCC3C21B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B3BDA625-447F-2761-948C-0DBFDCC3C2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B78B73F9-7D11-1C99-97C5-CB86981FD917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B78B73F9-7D11-1C99-97C5-CB86981FD9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338AD381-D42B-F9ED-9F52-2C803616B711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338AD381-D42B-F9ED-9F52-2C803616B7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F8E0B25F-D34C-D3C9-BB86-CD3B9A8284BB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183A16D-9678-70AF-2E87-42CC47AFC7CD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183A16D-9678-70AF-2E87-42CC47AFC7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8256701-9AFE-A9FF-E335-B3C4CEF7AC31}"/>
              </a:ext>
            </a:extLst>
          </p:cNvPr>
          <p:cNvGrpSpPr/>
          <p:nvPr/>
        </p:nvGrpSpPr>
        <p:grpSpPr>
          <a:xfrm>
            <a:off x="5565166" y="5596429"/>
            <a:ext cx="1065058" cy="499397"/>
            <a:chOff x="1980958" y="2952087"/>
            <a:chExt cx="1065058" cy="499397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3E757761-6992-A218-E454-711F7A5E81ED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E44E974E-20C2-1299-BCF0-D2C7D2C553B6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4CA8D050-77FD-F34B-0929-4B3C98EC3272}"/>
                  </a:ext>
                </a:extLst>
              </p:cNvPr>
              <p:cNvCxnSpPr>
                <a:cxnSpLocks/>
                <a:stCxn id="72" idx="0"/>
                <a:endCxn id="72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B39F73DB-9392-B662-DD42-BF112F007365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B39F73DB-9392-B662-DD42-BF112F0073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9880459C-8AA2-8A2D-D056-BD8864898372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9880459C-8AA2-8A2D-D056-BD88648983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6464A95-177C-4E10-B363-B484948AFCF8}"/>
              </a:ext>
            </a:extLst>
          </p:cNvPr>
          <p:cNvGrpSpPr/>
          <p:nvPr/>
        </p:nvGrpSpPr>
        <p:grpSpPr>
          <a:xfrm>
            <a:off x="6622651" y="5600969"/>
            <a:ext cx="1065058" cy="499397"/>
            <a:chOff x="1980958" y="2952087"/>
            <a:chExt cx="1065058" cy="499397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7A558856-7806-29F7-9BBC-C604335C45D6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6CEAD210-84CF-D38A-6672-B809359BD44B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79F417E7-EEED-8C94-E9E7-763392FBF48B}"/>
                  </a:ext>
                </a:extLst>
              </p:cNvPr>
              <p:cNvCxnSpPr>
                <a:cxnSpLocks/>
                <a:stCxn id="80" idx="0"/>
                <a:endCxn id="8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D9E3C716-CB53-52C9-55DA-FF83971F6F98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D9E3C716-CB53-52C9-55DA-FF83971F6F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A8AB3CE6-F900-463A-E41C-DD7DDECE0E4A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A8AB3CE6-F900-463A-E41C-DD7DDECE0E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23B0B7E-D323-ADF9-2BDD-2E6376F24AEB}"/>
              </a:ext>
            </a:extLst>
          </p:cNvPr>
          <p:cNvGrpSpPr/>
          <p:nvPr/>
        </p:nvGrpSpPr>
        <p:grpSpPr>
          <a:xfrm>
            <a:off x="228876" y="1805080"/>
            <a:ext cx="1946179" cy="1784524"/>
            <a:chOff x="585073" y="2581414"/>
            <a:chExt cx="1946179" cy="178452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D0647F7D-D2C3-28A8-47E2-288451474A81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2DC33D6-8966-8EAA-25A6-448FC0254D3C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84A4CE33-969C-2306-C7A7-140C98817DB0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CCD93AE5-B171-54E2-ACDA-8011945D6760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3E7BD4CE-69F3-E78A-F06B-302A3F8114D6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F9BC4F31-8B58-9F9E-1842-A47D65BBEB23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F9BC4F31-8B58-9F9E-1842-A47D65BBEB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7F91AB05-9F07-9964-2D7B-60E0CD7D5E57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7F91AB05-9F07-9964-2D7B-60E0CD7D5E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1A78E187-363E-7C45-5740-0E7FCFFF0789}"/>
                    </a:ext>
                  </a:extLst>
                </p:cNvPr>
                <p:cNvSpPr txBox="1"/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1A78E187-363E-7C45-5740-0E7FCFFF07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3CEE455E-84BA-C1EA-2EB0-F64F05C750DA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3CEE455E-84BA-C1EA-2EB0-F64F05C750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6EDAF93E-7B76-72F9-5620-4F62A3A3104E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6EDAF93E-7B76-72F9-5620-4F62A3A310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0BD54A38-33E0-74A7-EC48-A6920751AAD2}"/>
                    </a:ext>
                  </a:extLst>
                </p:cNvPr>
                <p:cNvSpPr txBox="1"/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0BD54A38-33E0-74A7-EC48-A6920751AA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F7E854C2-C1ED-20E5-C484-97AAA47C6B0D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F7E854C2-C1ED-20E5-C484-97AAA47C6B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5CEF0368-E732-FE1C-6048-CE987FE3721A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5CEF0368-E732-FE1C-6048-CE987FE372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CCEA80CC-B464-5D31-7F12-0FAB4DF476D2}"/>
                    </a:ext>
                  </a:extLst>
                </p:cNvPr>
                <p:cNvSpPr txBox="1"/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CCEA80CC-B464-5D31-7F12-0FAB4DF476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blipFill>
                  <a:blip r:embed="rId31"/>
                  <a:stretch>
                    <a:fillRect r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7B299204-0B86-BC42-FF9B-47D57CAF212E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2438449B-BF86-6125-4D3C-B4E95751EFEC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2438449B-BF86-6125-4D3C-B4E95751EF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9A415A6C-481D-5BBE-6AED-038776489C54}"/>
                    </a:ext>
                  </a:extLst>
                </p:cNvPr>
                <p:cNvSpPr txBox="1"/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9A415A6C-481D-5BBE-6AED-038776489C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A2B45F31-4E5C-CC08-1046-8BF81DA911EF}"/>
                    </a:ext>
                  </a:extLst>
                </p:cNvPr>
                <p:cNvSpPr txBox="1"/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A2B45F31-4E5C-CC08-1046-8BF81DA911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DFD6D034-3C61-194F-8306-F5E61A0538E0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76EAE886-2326-75B3-FB1F-0B0FBEEC293B}"/>
                    </a:ext>
                  </a:extLst>
                </p:cNvPr>
                <p:cNvSpPr txBox="1"/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76EAE886-2326-75B3-FB1F-0B0FBEEC29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755A1577-3D23-54C7-30A3-91D3267E281C}"/>
                    </a:ext>
                  </a:extLst>
                </p:cNvPr>
                <p:cNvSpPr txBox="1"/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755A1577-3D23-54C7-30A3-91D3267E28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B3D47671-2355-EC07-A2C4-066CFAA34E98}"/>
                    </a:ext>
                  </a:extLst>
                </p:cNvPr>
                <p:cNvSpPr txBox="1"/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B3D47671-2355-EC07-A2C4-066CFAA34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8A8C487E-6CDC-25AC-C4FC-577C1424140D}"/>
                    </a:ext>
                  </a:extLst>
                </p:cNvPr>
                <p:cNvSpPr txBox="1"/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8A8C487E-6CDC-25AC-C4FC-577C142414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D2C53BB-9365-2CF4-25E0-6830342C3856}"/>
              </a:ext>
            </a:extLst>
          </p:cNvPr>
          <p:cNvGrpSpPr/>
          <p:nvPr/>
        </p:nvGrpSpPr>
        <p:grpSpPr>
          <a:xfrm>
            <a:off x="2395904" y="1805080"/>
            <a:ext cx="1946179" cy="1784524"/>
            <a:chOff x="585073" y="2581414"/>
            <a:chExt cx="1946179" cy="1784524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8C4647BE-1F1E-3889-0AE6-6CAF32844348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A69F604F-A394-05AE-10B2-72E2AB48898F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E3CF314B-61CE-08B0-E97A-D306CE28231C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11C6D513-5317-8172-6E14-33B929D5AFD9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C489AEE0-DF4F-E68F-8F6B-B0C6C262EEDD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3D30A82F-C8DC-A605-A5A2-4C894F714024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3D30A82F-C8DC-A605-A5A2-4C894F7140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B6B60830-0859-3207-A281-5253A19438B2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B6B60830-0859-3207-A281-5253A19438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A33E1321-68A4-8796-2523-7301B179E4E9}"/>
                    </a:ext>
                  </a:extLst>
                </p:cNvPr>
                <p:cNvSpPr txBox="1"/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A33E1321-68A4-8796-2523-7301B179E4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E16BC2D3-BA48-999A-744B-6A2B6C3C5CA6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E16BC2D3-BA48-999A-744B-6A2B6C3C5C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900CFA09-0256-C5FF-5824-6B97EBBDDB42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900CFA09-0256-C5FF-5824-6B97EBBDDB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31ABFE88-B2A1-4C34-DD80-EE94A0796506}"/>
                    </a:ext>
                  </a:extLst>
                </p:cNvPr>
                <p:cNvSpPr txBox="1"/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31ABFE88-B2A1-4C34-DD80-EE94A07965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5BBBBDC8-F074-06BD-6AFD-8535FFFBC11D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5BBBBDC8-F074-06BD-6AFD-8535FFFBC1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6ADBF069-96C7-BB56-578F-E2CAD0BAE50A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6ADBF069-96C7-BB56-578F-E2CAD0BAE5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687B3B65-A62F-0AAA-2B30-E65EEE6378BE}"/>
                    </a:ext>
                  </a:extLst>
                </p:cNvPr>
                <p:cNvSpPr txBox="1"/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687B3B65-A62F-0AAA-2B30-E65EEE6378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blipFill>
                  <a:blip r:embed="rId47"/>
                  <a:stretch>
                    <a:fillRect r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920D681D-185A-5B17-9F40-C41C740AF10E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85726AAB-9E30-36F0-EC0F-A8D2B92D120A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85726AAB-9E30-36F0-EC0F-A8D2B92D12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614B1EE8-090F-7455-1D45-D9AD32C15989}"/>
                    </a:ext>
                  </a:extLst>
                </p:cNvPr>
                <p:cNvSpPr txBox="1"/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614B1EE8-090F-7455-1D45-D9AD32C159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E0E42515-8711-47CB-DF26-0E2790A80C32}"/>
                    </a:ext>
                  </a:extLst>
                </p:cNvPr>
                <p:cNvSpPr txBox="1"/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E0E42515-8711-47CB-DF26-0E2790A80C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D8A8C454-2D91-0E6F-C7B0-32F1073CC5CE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05739A9C-E9B1-986B-C293-099CFDFE0F23}"/>
                    </a:ext>
                  </a:extLst>
                </p:cNvPr>
                <p:cNvSpPr txBox="1"/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05739A9C-E9B1-986B-C293-099CFDFE0F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B2C2252E-B497-6571-86EC-0A53AF0DB5C9}"/>
                    </a:ext>
                  </a:extLst>
                </p:cNvPr>
                <p:cNvSpPr txBox="1"/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B2C2252E-B497-6571-86EC-0A53AF0DB5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29B9F742-7709-77A0-31AF-5584C24CA73D}"/>
                    </a:ext>
                  </a:extLst>
                </p:cNvPr>
                <p:cNvSpPr txBox="1"/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29B9F742-7709-77A0-31AF-5584C24CA7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8653E556-230E-300B-0386-CCE4FC9ABA8D}"/>
                    </a:ext>
                  </a:extLst>
                </p:cNvPr>
                <p:cNvSpPr txBox="1"/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8653E556-230E-300B-0386-CCE4FC9ABA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21A21C6A-5FD4-383F-C09C-7AF9A8A61221}"/>
              </a:ext>
            </a:extLst>
          </p:cNvPr>
          <p:cNvGrpSpPr/>
          <p:nvPr/>
        </p:nvGrpSpPr>
        <p:grpSpPr>
          <a:xfrm>
            <a:off x="1543726" y="3820309"/>
            <a:ext cx="1059735" cy="896233"/>
            <a:chOff x="1980958" y="2952087"/>
            <a:chExt cx="1059735" cy="896233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8B394588-FB4A-8F20-E148-023EBDB876CF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39D31F68-F3C6-3D8D-8B89-F42FB7E35E24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0165F25B-5BCF-6C14-E386-C910C9EECD51}"/>
                  </a:ext>
                </a:extLst>
              </p:cNvPr>
              <p:cNvCxnSpPr>
                <a:stCxn id="143" idx="0"/>
                <a:endCxn id="143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883E21F3-10D4-1A39-E1FC-C7288ADC84EE}"/>
                  </a:ext>
                </a:extLst>
              </p:cNvPr>
              <p:cNvCxnSpPr>
                <a:cxnSpLocks/>
                <a:endCxn id="143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14A4F55C-BB0A-B156-F476-843D4073A6E0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14A4F55C-BB0A-B156-F476-843D4073A6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41201A1B-6B4A-2114-10D6-5DB95FA0773E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41201A1B-6B4A-2114-10D6-5DB95FA077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56"/>
                  <a:stretch>
                    <a:fillRect r="-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EF251039-76BA-C922-13BA-E66616325B09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EF251039-76BA-C922-13BA-E66616325B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57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EBD83410-1E7E-ABEC-B28D-819CBEA83992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EBD83410-1E7E-ABEC-B28D-819CBEA839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5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7EF4BA28-8645-DF8C-A1B3-B2844914C77C}"/>
              </a:ext>
            </a:extLst>
          </p:cNvPr>
          <p:cNvGrpSpPr/>
          <p:nvPr/>
        </p:nvGrpSpPr>
        <p:grpSpPr>
          <a:xfrm>
            <a:off x="9807212" y="2663447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501CD4F8-9AB3-3631-AE29-95A89144A8CB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4987AF81-D538-C63F-5876-7D7F22BE7977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529C401E-C376-7617-7530-CA30FD358CB0}"/>
                </a:ext>
              </a:extLst>
            </p:cNvPr>
            <p:cNvCxnSpPr>
              <a:cxnSpLocks/>
              <a:stCxn id="147" idx="1"/>
              <a:endCxn id="147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EF421A01-680A-A4EC-599A-CDE4F4832DA7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EF421A01-680A-A4EC-599A-CDE4F4832D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5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4343C795-5411-89F6-019B-FFDECE968D56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4343C795-5411-89F6-019B-FFDECE968D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6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C4297BDC-BB32-21D5-D539-401B645A135F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C4297BDC-BB32-21D5-D539-401B645A13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EF48D608-8244-E69F-BDA1-A5B151D85FCF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960FEC5A-3C0D-5D1E-F342-133C5F5ECD4A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960FEC5A-3C0D-5D1E-F342-133C5F5ECD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6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A72931A7-F996-2DE9-62AC-0E678C5016CD}"/>
              </a:ext>
            </a:extLst>
          </p:cNvPr>
          <p:cNvGrpSpPr/>
          <p:nvPr/>
        </p:nvGrpSpPr>
        <p:grpSpPr>
          <a:xfrm>
            <a:off x="10353733" y="2664149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FB9AFB10-DAED-789B-C6C6-B6F091DDF49B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CCEDFE4D-9AEC-B2BA-D4E6-CFC75E02779E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FFC06D37-B961-D1D0-182F-0BF0204F4814}"/>
                </a:ext>
              </a:extLst>
            </p:cNvPr>
            <p:cNvCxnSpPr>
              <a:cxnSpLocks/>
              <a:stCxn id="156" idx="1"/>
              <a:endCxn id="156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5C021306-CFD3-374E-9257-8ED4A592A1D7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5C021306-CFD3-374E-9257-8ED4A592A1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6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866C8C50-B908-C064-86B6-91119C65C690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866C8C50-B908-C064-86B6-91119C65C6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6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01A7C7DA-541D-25EE-0D3E-EC9D7CD4273C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01A7C7DA-541D-25EE-0D3E-EC9D7CD427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DB46A912-24C8-74F2-DBBF-CC201A108FA9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89CFAE0C-4FA8-7DB6-1EE0-47EE021B8B25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89CFAE0C-4FA8-7DB6-1EE0-47EE021B8B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6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B0B85CF3-0C84-26E5-53B5-A0D7CC40AB41}"/>
              </a:ext>
            </a:extLst>
          </p:cNvPr>
          <p:cNvGrpSpPr/>
          <p:nvPr/>
        </p:nvGrpSpPr>
        <p:grpSpPr>
          <a:xfrm>
            <a:off x="10906116" y="2667555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01B0EA17-5252-AA3D-B801-59A81C061F78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A1452AE9-E054-5D7B-CB1E-9479F6508DAD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568EBA2C-DDC7-02E9-E681-656741C0CBD1}"/>
                </a:ext>
              </a:extLst>
            </p:cNvPr>
            <p:cNvCxnSpPr>
              <a:cxnSpLocks/>
              <a:stCxn id="165" idx="1"/>
              <a:endCxn id="165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EA784DB8-F14B-7E7C-4FB4-B2BDC501ECB1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EA784DB8-F14B-7E7C-4FB4-B2BDC501EC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6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F3F4AACC-C409-DD38-94E9-666D9D9EC7CA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F3F4AACC-C409-DD38-94E9-666D9D9EC7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blipFill>
                  <a:blip r:embed="rId6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C6080DA9-67B0-A4B8-BDFB-066A4E5C6989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C6080DA9-67B0-A4B8-BDFB-066A4E5C69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7CCB3943-750A-3FFE-329C-B6D47E71D20A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382C0AC4-D46F-7BEA-17F1-03883366499D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382C0AC4-D46F-7BEA-17F1-0388336649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blipFill>
                  <a:blip r:embed="rId7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10BD3B4E-4BC1-C2C7-C84C-BA4860E94D00}"/>
              </a:ext>
            </a:extLst>
          </p:cNvPr>
          <p:cNvGrpSpPr/>
          <p:nvPr/>
        </p:nvGrpSpPr>
        <p:grpSpPr>
          <a:xfrm>
            <a:off x="7711466" y="5602779"/>
            <a:ext cx="1065058" cy="499397"/>
            <a:chOff x="1980958" y="2952087"/>
            <a:chExt cx="1065058" cy="499397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3377D387-9EA5-013B-2297-21816EA2BA3C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3A0F5BBE-6845-A07B-053B-E1E982A861A4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843C0338-9FFA-02CA-1068-26A4CEA9711C}"/>
                  </a:ext>
                </a:extLst>
              </p:cNvPr>
              <p:cNvCxnSpPr>
                <a:cxnSpLocks/>
                <a:stCxn id="178" idx="0"/>
                <a:endCxn id="178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9F71FFDC-9C99-77D6-8B12-83EB54329CC3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9F71FFDC-9C99-77D6-8B12-83EB54329C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7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DBA41246-AFCF-0866-DE74-A9FC2AB8E81C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DBA41246-AFCF-0866-DE74-A9FC2AB8E8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C9C280C8-58B8-C454-F2EF-53DDD1DC9F74}"/>
              </a:ext>
            </a:extLst>
          </p:cNvPr>
          <p:cNvGrpSpPr/>
          <p:nvPr/>
        </p:nvGrpSpPr>
        <p:grpSpPr>
          <a:xfrm>
            <a:off x="8768951" y="5607319"/>
            <a:ext cx="1065058" cy="499397"/>
            <a:chOff x="1980958" y="2952087"/>
            <a:chExt cx="1065058" cy="499397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6BE8D4C8-0268-250F-89BF-7668E5E59E04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2AC27A55-3E78-151B-E946-8E0D1408B3FA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F1D73A28-3255-FFEE-41AE-67ECC2D562E9}"/>
                  </a:ext>
                </a:extLst>
              </p:cNvPr>
              <p:cNvCxnSpPr>
                <a:cxnSpLocks/>
                <a:stCxn id="184" idx="0"/>
                <a:endCxn id="184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4C889EB5-3DB3-71EC-84DD-CA739AA46787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4C889EB5-3DB3-71EC-84DD-CA739AA467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7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4233EB1B-2B43-35F7-96CE-65EA78EFD2BE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4233EB1B-2B43-35F7-96CE-65EA78EFD2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E5C420E-B2C0-BA43-4BA0-524070BE6764}"/>
              </a:ext>
            </a:extLst>
          </p:cNvPr>
          <p:cNvGrpSpPr/>
          <p:nvPr/>
        </p:nvGrpSpPr>
        <p:grpSpPr>
          <a:xfrm>
            <a:off x="206416" y="4883762"/>
            <a:ext cx="1059735" cy="896233"/>
            <a:chOff x="1980958" y="2952087"/>
            <a:chExt cx="1059735" cy="896233"/>
          </a:xfrm>
          <a:pattFill prst="lgCheck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92F0B24-7A6D-424F-AE15-0BA44F354E69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7F83862-116C-ACAC-950F-9B6BA11B57CC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5A43660-72CB-44A7-D61D-9B833BC4A370}"/>
                  </a:ext>
                </a:extLst>
              </p:cNvPr>
              <p:cNvCxnSpPr>
                <a:stCxn id="19" idx="0"/>
                <a:endCxn id="19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303C5574-D790-216B-DF0B-567A79A17CFC}"/>
                  </a:ext>
                </a:extLst>
              </p:cNvPr>
              <p:cNvCxnSpPr>
                <a:cxnSpLocks/>
                <a:endCxn id="19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FAF9F04-064C-87BA-3C95-1D6F5FE8C941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FAF9F04-064C-87BA-3C95-1D6F5FE8C9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7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268B800-CE71-F056-7D69-0174F6CE43B2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268B800-CE71-F056-7D69-0174F6CE43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7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5A52674-F85D-6C8F-9AC0-74E763E80A1F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5A52674-F85D-6C8F-9AC0-74E763E80A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77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A0891A70-C797-EF85-1598-6B03A3080A7F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A0891A70-C797-EF85-1598-6B03A3080A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7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75D30D9-FBE7-2D3E-DA69-A4F84A108644}"/>
              </a:ext>
            </a:extLst>
          </p:cNvPr>
          <p:cNvGrpSpPr/>
          <p:nvPr/>
        </p:nvGrpSpPr>
        <p:grpSpPr>
          <a:xfrm>
            <a:off x="5562600" y="6109479"/>
            <a:ext cx="1065058" cy="499397"/>
            <a:chOff x="1980958" y="2952087"/>
            <a:chExt cx="1065058" cy="499397"/>
          </a:xfrm>
          <a:pattFill prst="sphere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1C37FEB-4FD2-E33A-81ED-9D530F9BACA7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80BEE4B-45DD-8BA1-B2E3-D08E030B4C09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0DA8C9DF-2758-ACEA-FF1C-94CC8FBF3F80}"/>
                  </a:ext>
                </a:extLst>
              </p:cNvPr>
              <p:cNvCxnSpPr>
                <a:cxnSpLocks/>
                <a:stCxn id="26" idx="0"/>
                <a:endCxn id="26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2AEC233-196E-D9AA-DB16-46F4A46E6908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2AEC233-196E-D9AA-DB16-46F4A46E69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7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41A50AD-91B1-109E-35D4-F86E13F86A29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41A50AD-91B1-109E-35D4-F86E13F86A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C5704D5-C386-1697-4375-6B52D8E7405D}"/>
              </a:ext>
            </a:extLst>
          </p:cNvPr>
          <p:cNvGrpSpPr/>
          <p:nvPr/>
        </p:nvGrpSpPr>
        <p:grpSpPr>
          <a:xfrm>
            <a:off x="6620085" y="6114019"/>
            <a:ext cx="1065058" cy="499397"/>
            <a:chOff x="1980958" y="2952087"/>
            <a:chExt cx="1065058" cy="499397"/>
          </a:xfrm>
          <a:pattFill prst="sphere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2612D76-143A-1E36-C3B2-3D88E1035F06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E27506B-7D05-3880-65E5-50F7B355B630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1C9D36C6-B565-30C8-78F1-6D6384B8CC67}"/>
                  </a:ext>
                </a:extLst>
              </p:cNvPr>
              <p:cNvCxnSpPr>
                <a:cxnSpLocks/>
                <a:stCxn id="32" idx="0"/>
                <a:endCxn id="32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A59D4B9-FEF9-9819-B6C5-499AD000A5FD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A59D4B9-FEF9-9819-B6C5-499AD000A5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8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89CEC616-2CBD-3A48-EAFC-E5428D91BD62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89CEC616-2CBD-3A48-EAFC-E5428D91BD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14FA6A5-C518-4ECD-57C5-D1E39DE3F2AB}"/>
              </a:ext>
            </a:extLst>
          </p:cNvPr>
          <p:cNvGrpSpPr/>
          <p:nvPr/>
        </p:nvGrpSpPr>
        <p:grpSpPr>
          <a:xfrm>
            <a:off x="1543726" y="4887572"/>
            <a:ext cx="1059735" cy="896233"/>
            <a:chOff x="1980958" y="2952087"/>
            <a:chExt cx="1059735" cy="896233"/>
          </a:xfrm>
          <a:pattFill prst="lgCheck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EBA4A6F-9603-95AB-C32C-00D8272FB54A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A16F1B94-359C-68CE-FB7E-7871A774D6FA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F3592D12-CA56-8121-CCBF-DDC4D5C53BED}"/>
                  </a:ext>
                </a:extLst>
              </p:cNvPr>
              <p:cNvCxnSpPr>
                <a:stCxn id="82" idx="0"/>
                <a:endCxn id="82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D16C2A9C-BB80-8A52-F13A-CD5878142D1D}"/>
                  </a:ext>
                </a:extLst>
              </p:cNvPr>
              <p:cNvCxnSpPr>
                <a:cxnSpLocks/>
                <a:endCxn id="82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2EE0FFE-64F4-4423-36B1-A71420B1643A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2EE0FFE-64F4-4423-36B1-A71420B164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8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E63A2F4A-DF67-909E-6D0D-44E9FC805F1B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E63A2F4A-DF67-909E-6D0D-44E9FC805F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84"/>
                  <a:stretch>
                    <a:fillRect r="-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F8513C98-6A89-9914-99BB-287AE626618A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F8513C98-6A89-9914-99BB-287AE62661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85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2C92F5DF-F880-D204-3DE0-B04D138F7B3B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2C92F5DF-F880-D204-3DE0-B04D138F7B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8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FEB8E506-4785-0C04-B529-3EA6798F98AB}"/>
              </a:ext>
            </a:extLst>
          </p:cNvPr>
          <p:cNvGrpSpPr/>
          <p:nvPr/>
        </p:nvGrpSpPr>
        <p:grpSpPr>
          <a:xfrm>
            <a:off x="7708900" y="6115829"/>
            <a:ext cx="1065058" cy="499397"/>
            <a:chOff x="1980958" y="2952087"/>
            <a:chExt cx="1065058" cy="499397"/>
          </a:xfrm>
          <a:pattFill prst="sphere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B4CB38B5-B091-558A-CD93-4AE58781153C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C753BB59-C32E-B70C-8755-6B3CA162050A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32D02417-0700-6AFB-E7D1-B89C2ECF1B5E}"/>
                  </a:ext>
                </a:extLst>
              </p:cNvPr>
              <p:cNvCxnSpPr>
                <a:cxnSpLocks/>
                <a:stCxn id="110" idx="0"/>
                <a:endCxn id="11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5AE03E43-9259-D35F-E0F2-41B7494F5D9F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5AE03E43-9259-D35F-E0F2-41B7494F5D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8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CE292690-1194-CFE8-0F2A-8C7901ED1CF3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CE292690-1194-CFE8-0F2A-8C7901ED1C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84FA74CD-BEDA-1683-0F67-10F95C060AB9}"/>
              </a:ext>
            </a:extLst>
          </p:cNvPr>
          <p:cNvGrpSpPr/>
          <p:nvPr/>
        </p:nvGrpSpPr>
        <p:grpSpPr>
          <a:xfrm>
            <a:off x="8766385" y="6120369"/>
            <a:ext cx="1065058" cy="499397"/>
            <a:chOff x="1980958" y="2952087"/>
            <a:chExt cx="1065058" cy="499397"/>
          </a:xfrm>
          <a:pattFill prst="sphere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8F966C78-A62A-ACFB-5805-526A3E8A3FDB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4491158C-95E6-F7F7-99FE-6734BFA24ECA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7360E9ED-1483-4ED1-8531-4BBB74BDF81D}"/>
                  </a:ext>
                </a:extLst>
              </p:cNvPr>
              <p:cNvCxnSpPr>
                <a:cxnSpLocks/>
                <a:stCxn id="190" idx="0"/>
                <a:endCxn id="19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68874B62-D36C-9E6B-3385-D56C4295097F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68874B62-D36C-9E6B-3385-D56C429509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8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41FCCCDC-365F-B2AD-0306-DCE5570A28D3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41FCCCDC-365F-B2AD-0306-DCE5570A28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9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3" name="TextBox 192">
            <a:extLst>
              <a:ext uri="{FF2B5EF4-FFF2-40B4-BE49-F238E27FC236}">
                <a16:creationId xmlns:a16="http://schemas.microsoft.com/office/drawing/2014/main" id="{4C538F45-18E8-3786-CE27-EA837118533C}"/>
              </a:ext>
            </a:extLst>
          </p:cNvPr>
          <p:cNvSpPr txBox="1"/>
          <p:nvPr/>
        </p:nvSpPr>
        <p:spPr>
          <a:xfrm>
            <a:off x="3260727" y="4528066"/>
            <a:ext cx="958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2FB657E1-6981-AD9C-D2E8-FE7E474ABA11}"/>
                  </a:ext>
                </a:extLst>
              </p:cNvPr>
              <p:cNvSpPr txBox="1"/>
              <p:nvPr/>
            </p:nvSpPr>
            <p:spPr>
              <a:xfrm>
                <a:off x="5721350" y="2505670"/>
                <a:ext cx="30607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Assume blocked matrix multiplication with block sizes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2×2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2FB657E1-6981-AD9C-D2E8-FE7E474AB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1350" y="2505670"/>
                <a:ext cx="3060700" cy="923330"/>
              </a:xfrm>
              <a:prstGeom prst="rect">
                <a:avLst/>
              </a:prstGeom>
              <a:blipFill>
                <a:blip r:embed="rId91"/>
                <a:stretch>
                  <a:fillRect l="-1793" t="-32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86060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AC6EC-7861-AA14-5ACB-C01A13B30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82D9-5A6A-ABDC-3FC5-AB7FE3B6F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Im2col Algorithm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5FB7E0B-556A-5DAC-C0FB-89BC5ED372EA}"/>
              </a:ext>
            </a:extLst>
          </p:cNvPr>
          <p:cNvGrpSpPr/>
          <p:nvPr/>
        </p:nvGrpSpPr>
        <p:grpSpPr>
          <a:xfrm>
            <a:off x="206416" y="3816499"/>
            <a:ext cx="1059735" cy="896233"/>
            <a:chOff x="1980958" y="2952087"/>
            <a:chExt cx="1059735" cy="896233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A03794D-ED38-79A0-0CA7-17736EF02F73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EE3038E-78AB-8698-97A0-821F4AC49EFE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DBA6B2B9-32DC-E453-9C31-81D8EBEDEE58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19D0A8F2-583C-FD05-C4E2-9150C1F89D45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226FF8E-CECF-C74D-8CFF-C9F99685E5FD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226FF8E-CECF-C74D-8CFF-C9F99685E5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D7ADF00-161C-D990-5A37-915754249885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D7ADF00-161C-D990-5A37-9157542498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6E1A964-582D-D1B3-F0D5-3D2B3A20A83C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6E1A964-582D-D1B3-F0D5-3D2B3A20A8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486AAB0-5CFD-9EAB-3BEC-2825098C9127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486AAB0-5CFD-9EAB-3BEC-2825098C91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9F95342-2913-A133-4F6D-7F956569A999}"/>
              </a:ext>
            </a:extLst>
          </p:cNvPr>
          <p:cNvGrpSpPr/>
          <p:nvPr/>
        </p:nvGrpSpPr>
        <p:grpSpPr>
          <a:xfrm>
            <a:off x="9800665" y="868860"/>
            <a:ext cx="552468" cy="1776719"/>
            <a:chOff x="585073" y="2591561"/>
            <a:chExt cx="552468" cy="1776719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ACE5E19-C21F-D3C2-8528-BB0DC4CD231B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A6AE04B-C5CA-D128-4EAB-FDE05E78912A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7872487-9501-A4E0-F57A-4605AABB5117}"/>
                </a:ext>
              </a:extLst>
            </p:cNvPr>
            <p:cNvCxnSpPr>
              <a:cxnSpLocks/>
              <a:stCxn id="39" idx="1"/>
              <a:endCxn id="3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031EEA6D-FF34-5760-4B43-C19C0B910A40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031EEA6D-FF34-5760-4B43-C19C0B910A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69CDE157-04A9-CA85-E2ED-0CD9D0C82278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69CDE157-04A9-CA85-E2ED-0CD9D0C822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1E8E78CB-C7B6-BB5D-A0DA-F56DA9ED3E3D}"/>
                    </a:ext>
                  </a:extLst>
                </p:cNvPr>
                <p:cNvSpPr txBox="1"/>
                <p:nvPr/>
              </p:nvSpPr>
              <p:spPr>
                <a:xfrm>
                  <a:off x="631489" y="353230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1E8E78CB-C7B6-BB5D-A0DA-F56DA9ED3E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32301"/>
                  <a:ext cx="41953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C376498-D990-179F-7310-D07AEFC4B4BD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63FDBDCC-9BFE-FB9F-D32C-AD5C7B2C95EC}"/>
                    </a:ext>
                  </a:extLst>
                </p:cNvPr>
                <p:cNvSpPr txBox="1"/>
                <p:nvPr/>
              </p:nvSpPr>
              <p:spPr>
                <a:xfrm>
                  <a:off x="625541" y="39989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63FDBDCC-9BFE-FB9F-D32C-AD5C7B2C95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98948"/>
                  <a:ext cx="419538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5A7D00D-1B2C-5F8C-7E9D-B50E38F40E21}"/>
              </a:ext>
            </a:extLst>
          </p:cNvPr>
          <p:cNvGrpSpPr/>
          <p:nvPr/>
        </p:nvGrpSpPr>
        <p:grpSpPr>
          <a:xfrm>
            <a:off x="10347186" y="869562"/>
            <a:ext cx="552468" cy="1774377"/>
            <a:chOff x="585073" y="2591561"/>
            <a:chExt cx="552468" cy="177437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FB0DEE0-1FEA-7508-6914-6960F919471F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9204684-57E4-FEBD-C3E5-BDB8441ED46E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F3219BD-7756-25A2-294D-BD094FEB4582}"/>
                </a:ext>
              </a:extLst>
            </p:cNvPr>
            <p:cNvCxnSpPr>
              <a:cxnSpLocks/>
              <a:stCxn id="40" idx="1"/>
              <a:endCxn id="40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4AE6DDB0-18A6-5DC8-C8FF-7E49E10CC4BD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4AE6DDB0-18A6-5DC8-C8FF-7E49E10CC4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C290654A-58A7-E712-DD6B-4EDC4C982886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C290654A-58A7-E712-DD6B-4EDC4C9828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0402229F-794D-9FC8-3D2D-02923D57F076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0402229F-794D-9FC8-3D2D-02923D57F0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ECD4CAC-827D-F39B-3943-4DCA73E19474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BC664215-B891-049E-3F39-7EC43509BD61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BC664215-B891-049E-3F39-7EC43509BD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0908443-E99D-7BB0-9BD5-C8E108C0C3A3}"/>
              </a:ext>
            </a:extLst>
          </p:cNvPr>
          <p:cNvGrpSpPr/>
          <p:nvPr/>
        </p:nvGrpSpPr>
        <p:grpSpPr>
          <a:xfrm>
            <a:off x="10899569" y="872968"/>
            <a:ext cx="552468" cy="1774377"/>
            <a:chOff x="585073" y="2591561"/>
            <a:chExt cx="552468" cy="177437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5966C4F-15B0-57EE-1EEB-BE78777ADCAF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696E73C-E6C7-6CDD-D153-B6B88245D931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2D7D0F40-19BB-3DCB-1B5B-E53513173125}"/>
                </a:ext>
              </a:extLst>
            </p:cNvPr>
            <p:cNvCxnSpPr>
              <a:cxnSpLocks/>
              <a:stCxn id="54" idx="1"/>
              <a:endCxn id="54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3E24CA3C-80EE-FCBB-A261-7375884FFF2F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3E24CA3C-80EE-FCBB-A261-7375884FFF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74BCF0F0-450E-1968-F35A-2AA8C3F827A4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74BCF0F0-450E-1968-F35A-2AA8C3F827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592A6183-A65D-B813-9883-283CE55112F1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592A6183-A65D-B813-9883-283CE55112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8310C069-DBF3-B5B4-E43B-AA0A00327784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2F497294-E154-0F63-2D9E-76A3E642C7ED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2F497294-E154-0F63-2D9E-76A3E642C7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9DE3E86-69E5-6F5E-550D-6A546DC37AA7}"/>
              </a:ext>
            </a:extLst>
          </p:cNvPr>
          <p:cNvGrpSpPr/>
          <p:nvPr/>
        </p:nvGrpSpPr>
        <p:grpSpPr>
          <a:xfrm>
            <a:off x="5565166" y="5596429"/>
            <a:ext cx="1065058" cy="499397"/>
            <a:chOff x="1980958" y="2952087"/>
            <a:chExt cx="1065058" cy="499397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25FD7350-B0E2-F34E-4776-A0F68482A836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6284AE09-02FA-F4CC-03C2-D7AB4D18A57B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0794F82A-B667-46DF-4F9E-1C8447CC7950}"/>
                  </a:ext>
                </a:extLst>
              </p:cNvPr>
              <p:cNvCxnSpPr>
                <a:cxnSpLocks/>
                <a:stCxn id="72" idx="0"/>
                <a:endCxn id="72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B487AB8F-9DC2-7A74-D9A7-A27FE25CF1E1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B487AB8F-9DC2-7A74-D9A7-A27FE25CF1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AF28F139-F26D-0DA9-A1CA-04679D710D80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AF28F139-F26D-0DA9-A1CA-04679D710D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B7AC459-6DE2-5483-F5E2-2B6404493B4B}"/>
              </a:ext>
            </a:extLst>
          </p:cNvPr>
          <p:cNvGrpSpPr/>
          <p:nvPr/>
        </p:nvGrpSpPr>
        <p:grpSpPr>
          <a:xfrm>
            <a:off x="6622651" y="5600969"/>
            <a:ext cx="1065058" cy="499397"/>
            <a:chOff x="1980958" y="2952087"/>
            <a:chExt cx="1065058" cy="499397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FCBD10AF-EA4D-C67E-374D-BA07A086BFE3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F6E7EE3C-AEA1-E2DB-D7E8-7AB058D6B4B6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CA0470C7-7866-25D1-7CB0-8BE24E942DA3}"/>
                  </a:ext>
                </a:extLst>
              </p:cNvPr>
              <p:cNvCxnSpPr>
                <a:cxnSpLocks/>
                <a:stCxn id="80" idx="0"/>
                <a:endCxn id="8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FA15C928-F789-94F7-D97E-55F47E343D7C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FA15C928-F789-94F7-D97E-55F47E343D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2ED4062F-5628-4D26-19D1-720733C0AA1D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2ED4062F-5628-4D26-19D1-720733C0AA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4E98D2E-0F15-6FFE-8B1C-9AB616D42FD6}"/>
              </a:ext>
            </a:extLst>
          </p:cNvPr>
          <p:cNvGrpSpPr/>
          <p:nvPr/>
        </p:nvGrpSpPr>
        <p:grpSpPr>
          <a:xfrm>
            <a:off x="228876" y="1805080"/>
            <a:ext cx="1946179" cy="1784524"/>
            <a:chOff x="585073" y="2581414"/>
            <a:chExt cx="1946179" cy="178452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2BB7BA95-6130-4CC7-2E02-DEDC73D1DC4A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785D3213-07B9-7842-221D-A083408BC744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6273D7F1-A8E9-4E82-A584-64CFDFB9D691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7A9E2DDD-D9DD-5CC9-8DE6-F8C92BC821B3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F2780757-C3C0-5FBC-DBBD-74BF25C3F6C7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9A9DB1E0-7809-72D4-AB6C-56D86ED6B527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9A9DB1E0-7809-72D4-AB6C-56D86ED6B5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747E957D-B27D-BBC9-7EDC-BC7565DB66DA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747E957D-B27D-BBC9-7EDC-BC7565DB66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A21E7278-77A4-1C77-7E71-21A792C92081}"/>
                    </a:ext>
                  </a:extLst>
                </p:cNvPr>
                <p:cNvSpPr txBox="1"/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A21E7278-77A4-1C77-7E71-21A792C920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8157BB98-F475-3E71-D632-560B963F4C26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8157BB98-F475-3E71-D632-560B963F4C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E606D0C5-6271-9CB6-97A1-A11B46FAE00A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E606D0C5-6271-9CB6-97A1-A11B46FAE0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728DF45E-A8C7-5012-2800-58046F43376D}"/>
                    </a:ext>
                  </a:extLst>
                </p:cNvPr>
                <p:cNvSpPr txBox="1"/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728DF45E-A8C7-5012-2800-58046F4337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FCEC9AFE-E926-2544-1E49-5838DD3A51D1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FCEC9AFE-E926-2544-1E49-5838DD3A51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CAD2294A-84E2-B4AA-4EBD-53476F6C71E1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CAD2294A-84E2-B4AA-4EBD-53476F6C71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3FABFFAB-CC46-0660-1532-558A85FE60F2}"/>
                    </a:ext>
                  </a:extLst>
                </p:cNvPr>
                <p:cNvSpPr txBox="1"/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3FABFFAB-CC46-0660-1532-558A85FE60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blipFill>
                  <a:blip r:embed="rId31"/>
                  <a:stretch>
                    <a:fillRect r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5ABEE45-BEDB-4F90-5B90-F2E5DE78175D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3AC2D789-9D66-DAD8-C36A-88F0B735F51B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3AC2D789-9D66-DAD8-C36A-88F0B735F5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DF2DD0EC-1100-0F93-668A-6AAD5D409DF5}"/>
                    </a:ext>
                  </a:extLst>
                </p:cNvPr>
                <p:cNvSpPr txBox="1"/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DF2DD0EC-1100-0F93-668A-6AAD5D409D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5FA0A840-57FE-27C3-AE03-DAA25221F2BC}"/>
                    </a:ext>
                  </a:extLst>
                </p:cNvPr>
                <p:cNvSpPr txBox="1"/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5FA0A840-57FE-27C3-AE03-DAA25221F2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05A6F05-2FA5-ABC0-816E-2D88584B8EC9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12D80669-F2E8-770D-BB05-09F36D267E44}"/>
                    </a:ext>
                  </a:extLst>
                </p:cNvPr>
                <p:cNvSpPr txBox="1"/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12D80669-F2E8-770D-BB05-09F36D267E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A4E6D9AE-A2E9-1027-1439-4AC359313937}"/>
                    </a:ext>
                  </a:extLst>
                </p:cNvPr>
                <p:cNvSpPr txBox="1"/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A4E6D9AE-A2E9-1027-1439-4AC3593139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C7BEC252-DF04-AAB1-A334-BDC2F5225B86}"/>
                    </a:ext>
                  </a:extLst>
                </p:cNvPr>
                <p:cNvSpPr txBox="1"/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C7BEC252-DF04-AAB1-A334-BDC2F5225B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43FDA02E-6CC5-B7EF-8D83-C9679E6C23AB}"/>
                    </a:ext>
                  </a:extLst>
                </p:cNvPr>
                <p:cNvSpPr txBox="1"/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43FDA02E-6CC5-B7EF-8D83-C9679E6C23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8D8FEE92-EED4-1F0D-EB4C-39157A8B4547}"/>
              </a:ext>
            </a:extLst>
          </p:cNvPr>
          <p:cNvGrpSpPr/>
          <p:nvPr/>
        </p:nvGrpSpPr>
        <p:grpSpPr>
          <a:xfrm>
            <a:off x="2395904" y="1805080"/>
            <a:ext cx="1946179" cy="1784524"/>
            <a:chOff x="585073" y="2581414"/>
            <a:chExt cx="1946179" cy="1784524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B6D63796-4CF9-33BD-B34F-9B044752C35E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090ECE2B-F0C1-9F3D-E73B-C28FAF175F2C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373296C1-80FB-3389-530D-D70FF9C3FE8A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A5108A57-B3CE-30C1-EE23-5A9CC7968B8D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DBE4020E-E2EB-C1A1-B680-C4634A71D474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5DFA165D-1134-0C31-7314-B8A43EE26FDD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5DFA165D-1134-0C31-7314-B8A43EE26F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5CA4CD1D-5CE0-D721-DFB7-0021CE8E4808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5CA4CD1D-5CE0-D721-DFB7-0021CE8E48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82ECD62E-1106-544B-DA8E-212DF9B4DBC7}"/>
                    </a:ext>
                  </a:extLst>
                </p:cNvPr>
                <p:cNvSpPr txBox="1"/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82ECD62E-1106-544B-DA8E-212DF9B4DB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9C9906F4-4C99-AEAA-D64C-4EE002CF1BF7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9C9906F4-4C99-AEAA-D64C-4EE002CF1B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2E0DE27C-8DF3-5D17-237E-14CA6F77B20C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2E0DE27C-8DF3-5D17-237E-14CA6F77B2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2A100D77-D68F-354A-9B6D-494D3184D223}"/>
                    </a:ext>
                  </a:extLst>
                </p:cNvPr>
                <p:cNvSpPr txBox="1"/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2A100D77-D68F-354A-9B6D-494D3184D2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4B1859ED-1DB5-E498-5F40-D4C4F4A04ABC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4B1859ED-1DB5-E498-5F40-D4C4F4A04A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7BC4AD06-9000-0862-EFE5-54CCE221C90C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7BC4AD06-9000-0862-EFE5-54CCE221C9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42384121-C66B-7B70-B290-C5FAE79D3565}"/>
                    </a:ext>
                  </a:extLst>
                </p:cNvPr>
                <p:cNvSpPr txBox="1"/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42384121-C66B-7B70-B290-C5FAE79D3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blipFill>
                  <a:blip r:embed="rId47"/>
                  <a:stretch>
                    <a:fillRect r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852DBA6D-6A4E-3F49-6A69-EE5572A772C6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2290044D-AA08-BE7D-1435-47AF91C01B0D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2290044D-AA08-BE7D-1435-47AF91C01B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C8F725BE-6AEC-FEEB-8392-1B2AB05F0CFA}"/>
                    </a:ext>
                  </a:extLst>
                </p:cNvPr>
                <p:cNvSpPr txBox="1"/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C8F725BE-6AEC-FEEB-8392-1B2AB05F0C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3D1C55DC-8D55-91AB-3F90-1ED753D46A71}"/>
                    </a:ext>
                  </a:extLst>
                </p:cNvPr>
                <p:cNvSpPr txBox="1"/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3D1C55DC-8D55-91AB-3F90-1ED753D46A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E94025E8-1AED-B88C-A57E-5140E9E9CB67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F5F64F55-A978-819C-66C3-3A3B9DCE6174}"/>
                    </a:ext>
                  </a:extLst>
                </p:cNvPr>
                <p:cNvSpPr txBox="1"/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F5F64F55-A978-819C-66C3-3A3B9DCE61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F28A3CBD-9CEF-6BCE-EB06-E2463A3F91C2}"/>
                    </a:ext>
                  </a:extLst>
                </p:cNvPr>
                <p:cNvSpPr txBox="1"/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F28A3CBD-9CEF-6BCE-EB06-E2463A3F91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36E20B57-22AD-1CF8-322A-E2F29567E58F}"/>
                    </a:ext>
                  </a:extLst>
                </p:cNvPr>
                <p:cNvSpPr txBox="1"/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36E20B57-22AD-1CF8-322A-E2F29567E5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B6BDF14B-322C-20FB-82C3-8DD7EFC485B3}"/>
                    </a:ext>
                  </a:extLst>
                </p:cNvPr>
                <p:cNvSpPr txBox="1"/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B6BDF14B-322C-20FB-82C3-8DD7EFC485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C17F3E6B-85CF-D75E-10AD-C47E11E0F09F}"/>
              </a:ext>
            </a:extLst>
          </p:cNvPr>
          <p:cNvGrpSpPr/>
          <p:nvPr/>
        </p:nvGrpSpPr>
        <p:grpSpPr>
          <a:xfrm>
            <a:off x="1543726" y="3820309"/>
            <a:ext cx="1059735" cy="896233"/>
            <a:chOff x="1980958" y="2952087"/>
            <a:chExt cx="1059735" cy="896233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E68283BB-2328-4F97-A92F-4BC975EC4AD0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C954D4C7-C1F6-11A3-195F-832406A61A50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E5BF2EED-127F-4415-004D-070FEC53CEF1}"/>
                  </a:ext>
                </a:extLst>
              </p:cNvPr>
              <p:cNvCxnSpPr>
                <a:stCxn id="143" idx="0"/>
                <a:endCxn id="143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98C694B9-04FB-10DB-F0C4-A0300A45AE8E}"/>
                  </a:ext>
                </a:extLst>
              </p:cNvPr>
              <p:cNvCxnSpPr>
                <a:cxnSpLocks/>
                <a:endCxn id="143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18D3578A-F2F1-3695-3185-9C5C9D6F326A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18D3578A-F2F1-3695-3185-9C5C9D6F32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B9789654-718B-84B3-D759-8041C2E155EE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B9789654-718B-84B3-D759-8041C2E155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56"/>
                  <a:stretch>
                    <a:fillRect r="-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A56D87CF-E7C8-4CCB-DD52-70C726CB714A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A56D87CF-E7C8-4CCB-DD52-70C726CB71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57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E32AED10-A852-D784-75A9-7F9813DB0E47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E32AED10-A852-D784-75A9-7F9813DB0E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5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F1390D1C-9308-6220-4B8C-0CE3271C7F2A}"/>
              </a:ext>
            </a:extLst>
          </p:cNvPr>
          <p:cNvGrpSpPr/>
          <p:nvPr/>
        </p:nvGrpSpPr>
        <p:grpSpPr>
          <a:xfrm>
            <a:off x="9807212" y="2663447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E856B51E-6D3F-C775-CD37-798B06C281DD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BF3396CF-79F0-33C5-FBF2-B3E400CE1537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8B2A2A4F-DC41-FC02-ED92-755D0E57D4FF}"/>
                </a:ext>
              </a:extLst>
            </p:cNvPr>
            <p:cNvCxnSpPr>
              <a:cxnSpLocks/>
              <a:stCxn id="147" idx="1"/>
              <a:endCxn id="147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FAA5DCE1-37C9-CB6D-4E68-FA10DE57C397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FAA5DCE1-37C9-CB6D-4E68-FA10DE57C3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5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13DF3AA8-D491-CCC2-B93B-A93787366503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13DF3AA8-D491-CCC2-B93B-A937873665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6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D2CD66B8-01AC-A16F-8842-DE0CA7701E92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D2CD66B8-01AC-A16F-8842-DE0CA7701E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E8F98025-EC5B-DC2A-03D4-185F7FF1449F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BA498AB2-A114-3E3B-5527-7DA2BD30C0BA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BA498AB2-A114-3E3B-5527-7DA2BD30C0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6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B3765CF1-9030-5965-0331-21F6CB44BEBD}"/>
              </a:ext>
            </a:extLst>
          </p:cNvPr>
          <p:cNvGrpSpPr/>
          <p:nvPr/>
        </p:nvGrpSpPr>
        <p:grpSpPr>
          <a:xfrm>
            <a:off x="10353733" y="2664149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BF662453-E39E-6EE1-AD28-1F961AB77FF3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A1F62CCB-AFBC-D369-0029-7590012C81CB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404C72C4-58EB-E2AF-4ACE-37FA0BB6992D}"/>
                </a:ext>
              </a:extLst>
            </p:cNvPr>
            <p:cNvCxnSpPr>
              <a:cxnSpLocks/>
              <a:stCxn id="156" idx="1"/>
              <a:endCxn id="156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082C6A2B-6324-9EE6-3D49-7114CF4061D9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082C6A2B-6324-9EE6-3D49-7114CF4061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6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011233A8-1993-DC57-D62E-61B11689F181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011233A8-1993-DC57-D62E-61B11689F1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6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D976FE79-0675-BC03-8D8C-E909D2B2A429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D976FE79-0675-BC03-8D8C-E909D2B2A4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3808F1B0-0088-597A-C42A-7943D9E3B10B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2977B8C3-C8C2-3B74-15B5-81D9E30AA12A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2977B8C3-C8C2-3B74-15B5-81D9E30AA1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6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B53DD7FB-5340-ACA4-F80E-50F1EA4269D8}"/>
              </a:ext>
            </a:extLst>
          </p:cNvPr>
          <p:cNvGrpSpPr/>
          <p:nvPr/>
        </p:nvGrpSpPr>
        <p:grpSpPr>
          <a:xfrm>
            <a:off x="10906116" y="2667555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9D4FB005-76CB-4104-B3A6-B4AD400E7936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32CE628E-2E32-72C1-8EBC-E72A69E1F162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AB31E7F7-8FCE-6D3C-49E4-BAAF7FA5E151}"/>
                </a:ext>
              </a:extLst>
            </p:cNvPr>
            <p:cNvCxnSpPr>
              <a:cxnSpLocks/>
              <a:stCxn id="165" idx="1"/>
              <a:endCxn id="165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4891A51E-F956-F36C-E273-56E7D81F0A95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4891A51E-F956-F36C-E273-56E7D81F0A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6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60AAEAE2-026F-061C-04B0-0FBFE5A3F08A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60AAEAE2-026F-061C-04B0-0FBFE5A3F0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blipFill>
                  <a:blip r:embed="rId6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34ACA288-7EA0-E6F7-9694-5430C9CA4D42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34ACA288-7EA0-E6F7-9694-5430C9CA4D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FCEB5977-843D-1A74-D3AD-7777D396492E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ADBACA7D-F96F-3DDC-071A-A181AA49FBED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ADBACA7D-F96F-3DDC-071A-A181AA49FB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blipFill>
                  <a:blip r:embed="rId7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72D40EF0-2914-E19C-5836-89DF207D170B}"/>
              </a:ext>
            </a:extLst>
          </p:cNvPr>
          <p:cNvGrpSpPr/>
          <p:nvPr/>
        </p:nvGrpSpPr>
        <p:grpSpPr>
          <a:xfrm>
            <a:off x="7711466" y="5602779"/>
            <a:ext cx="1065058" cy="499397"/>
            <a:chOff x="1980958" y="2952087"/>
            <a:chExt cx="1065058" cy="499397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3AAAE713-F378-B6A3-4206-731B7A4C9CDD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612E681F-F360-EC59-8C54-2D45CCB7F218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950FEC37-BC1A-0F90-6433-1272AA703108}"/>
                  </a:ext>
                </a:extLst>
              </p:cNvPr>
              <p:cNvCxnSpPr>
                <a:cxnSpLocks/>
                <a:stCxn id="178" idx="0"/>
                <a:endCxn id="178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2EBAD529-68E1-CEF4-F0C6-155DCFFD206A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2EBAD529-68E1-CEF4-F0C6-155DCFFD20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7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D0C468FA-3A1C-94EA-D9CF-5FAC418D584E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D0C468FA-3A1C-94EA-D9CF-5FAC418D58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1FF7D40F-37A1-FA88-CEF3-BF1CCD4E7CD1}"/>
              </a:ext>
            </a:extLst>
          </p:cNvPr>
          <p:cNvGrpSpPr/>
          <p:nvPr/>
        </p:nvGrpSpPr>
        <p:grpSpPr>
          <a:xfrm>
            <a:off x="8768951" y="5607319"/>
            <a:ext cx="1065058" cy="499397"/>
            <a:chOff x="1980958" y="2952087"/>
            <a:chExt cx="1065058" cy="499397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DC1A9FF2-19F5-FF43-2AB9-BC036392E2AC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2C119FF6-49AF-AF8B-5772-EA7B9983B797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C9A02289-D507-6CC0-748C-FE0CDA910A2A}"/>
                  </a:ext>
                </a:extLst>
              </p:cNvPr>
              <p:cNvCxnSpPr>
                <a:cxnSpLocks/>
                <a:stCxn id="184" idx="0"/>
                <a:endCxn id="184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C260D8CD-8BFC-9A62-8E48-120FA2B9F4C6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C260D8CD-8BFC-9A62-8E48-120FA2B9F4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7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9C38F60A-375E-36D8-FC75-C0606752789E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9C38F60A-375E-36D8-FC75-C060675278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C616BFC-0001-15A3-DA1E-27A46D5394B9}"/>
              </a:ext>
            </a:extLst>
          </p:cNvPr>
          <p:cNvGrpSpPr/>
          <p:nvPr/>
        </p:nvGrpSpPr>
        <p:grpSpPr>
          <a:xfrm>
            <a:off x="206416" y="4883762"/>
            <a:ext cx="1059735" cy="896233"/>
            <a:chOff x="1980958" y="2952087"/>
            <a:chExt cx="1059735" cy="896233"/>
          </a:xfrm>
          <a:pattFill prst="lgCheck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BAB0C54-7AD2-000A-C643-813D29961238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2886FF8-42DF-94C5-EB63-0348F09AEBB7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A6F9D8F-EB02-44AD-BD4F-FE9C4039B282}"/>
                  </a:ext>
                </a:extLst>
              </p:cNvPr>
              <p:cNvCxnSpPr>
                <a:stCxn id="19" idx="0"/>
                <a:endCxn id="19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A84D73F0-C3C2-6F19-1699-1EFB6F368109}"/>
                  </a:ext>
                </a:extLst>
              </p:cNvPr>
              <p:cNvCxnSpPr>
                <a:cxnSpLocks/>
                <a:endCxn id="19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B429A62-3E5C-EB8B-F8BD-E4BF8EDBC001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B429A62-3E5C-EB8B-F8BD-E4BF8EDBC0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7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64B57F5-520D-B7CB-52A1-AC1BA43266C7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64B57F5-520D-B7CB-52A1-AC1BA43266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7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8F2F8D2-5288-C43A-D189-30A0259D1445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8F2F8D2-5288-C43A-D189-30A0259D14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77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780FAB4-32A3-8193-839C-91F7515A41B2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780FAB4-32A3-8193-839C-91F7515A41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7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EABA0F5-26E4-3124-2571-EE329A089603}"/>
              </a:ext>
            </a:extLst>
          </p:cNvPr>
          <p:cNvGrpSpPr/>
          <p:nvPr/>
        </p:nvGrpSpPr>
        <p:grpSpPr>
          <a:xfrm>
            <a:off x="5562600" y="6109479"/>
            <a:ext cx="1065058" cy="499397"/>
            <a:chOff x="1980958" y="2952087"/>
            <a:chExt cx="1065058" cy="499397"/>
          </a:xfrm>
          <a:pattFill prst="sphere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54A0A53-620B-E9BD-B829-B6AD7B1B76A3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1DEDC57-D8EE-6B2F-976B-A617308FC4DB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6DFFD7CD-3A52-A09A-4BF1-A5C1E64D49BD}"/>
                  </a:ext>
                </a:extLst>
              </p:cNvPr>
              <p:cNvCxnSpPr>
                <a:cxnSpLocks/>
                <a:stCxn id="26" idx="0"/>
                <a:endCxn id="26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9CDC9C5-EB0A-845A-44E1-EDB6DBF0FB37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9CDC9C5-EB0A-845A-44E1-EDB6DBF0FB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7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1E9156A-E830-76EE-7A6F-06CE1C0C562D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1E9156A-E830-76EE-7A6F-06CE1C0C56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51B208D-F2A9-5F11-C088-6CC2F404C6DC}"/>
              </a:ext>
            </a:extLst>
          </p:cNvPr>
          <p:cNvGrpSpPr/>
          <p:nvPr/>
        </p:nvGrpSpPr>
        <p:grpSpPr>
          <a:xfrm>
            <a:off x="6620085" y="6114019"/>
            <a:ext cx="1065058" cy="499397"/>
            <a:chOff x="1980958" y="2952087"/>
            <a:chExt cx="1065058" cy="499397"/>
          </a:xfrm>
          <a:pattFill prst="sphere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0284C68-AF72-7C98-1B9C-ED22587D7F76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F8EA557-80D0-397B-32EE-B320789938EA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3AA7C442-BA3F-499A-C3E7-9167DBF233C1}"/>
                  </a:ext>
                </a:extLst>
              </p:cNvPr>
              <p:cNvCxnSpPr>
                <a:cxnSpLocks/>
                <a:stCxn id="32" idx="0"/>
                <a:endCxn id="32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70DCB385-0EE9-D557-4E37-42F6A385F433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70DCB385-0EE9-D557-4E37-42F6A385F4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8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6EE6B2BB-0873-A02A-0F87-9453F118F5D3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6EE6B2BB-0873-A02A-0F87-9453F118F5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CEF44ED-8613-D48A-2B7E-8ED466D46EDF}"/>
              </a:ext>
            </a:extLst>
          </p:cNvPr>
          <p:cNvGrpSpPr/>
          <p:nvPr/>
        </p:nvGrpSpPr>
        <p:grpSpPr>
          <a:xfrm>
            <a:off x="1543726" y="4887572"/>
            <a:ext cx="1059735" cy="896233"/>
            <a:chOff x="1980958" y="2952087"/>
            <a:chExt cx="1059735" cy="896233"/>
          </a:xfrm>
          <a:pattFill prst="lgCheck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F64C13E-C6FE-8BB4-F206-CEFBA0C24D0E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49A9CB1E-0D7E-5BC5-97B4-9E4EC0BB8FEA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73525F9D-4FCE-CE1C-BAF5-724C3149B13A}"/>
                  </a:ext>
                </a:extLst>
              </p:cNvPr>
              <p:cNvCxnSpPr>
                <a:stCxn id="82" idx="0"/>
                <a:endCxn id="82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9FB3DC58-4BAB-E445-1581-EB84B0E70EE1}"/>
                  </a:ext>
                </a:extLst>
              </p:cNvPr>
              <p:cNvCxnSpPr>
                <a:cxnSpLocks/>
                <a:endCxn id="82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BB528B3-912C-5D39-4007-400C4E1652A1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BB528B3-912C-5D39-4007-400C4E1652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8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DB8FCAA4-D356-FCE0-BD3D-7A016AB6A3EA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DB8FCAA4-D356-FCE0-BD3D-7A016AB6A3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84"/>
                  <a:stretch>
                    <a:fillRect r="-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9C99CCE6-3442-C322-7A89-43A007C034C3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9C99CCE6-3442-C322-7A89-43A007C034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85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F5DB3DE-AA86-698B-D9C3-FC2C027B5876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F5DB3DE-AA86-698B-D9C3-FC2C027B58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8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53A52C0-8248-55BE-149D-19E9A4F38B24}"/>
              </a:ext>
            </a:extLst>
          </p:cNvPr>
          <p:cNvGrpSpPr/>
          <p:nvPr/>
        </p:nvGrpSpPr>
        <p:grpSpPr>
          <a:xfrm>
            <a:off x="7708900" y="6115829"/>
            <a:ext cx="1065058" cy="499397"/>
            <a:chOff x="1980958" y="2952087"/>
            <a:chExt cx="1065058" cy="499397"/>
          </a:xfrm>
          <a:pattFill prst="sphere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394AE014-E480-54BB-B644-29763AAE3888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A46D066D-0C66-61B5-39E2-5EE28582FF18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6E352EBB-0714-78E6-580C-AC1315A0464F}"/>
                  </a:ext>
                </a:extLst>
              </p:cNvPr>
              <p:cNvCxnSpPr>
                <a:cxnSpLocks/>
                <a:stCxn id="110" idx="0"/>
                <a:endCxn id="11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FBD35A11-6B56-E6F1-6B44-D512D05E52B6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FBD35A11-6B56-E6F1-6B44-D512D05E52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8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D9E375AF-3EBE-B83C-FD06-1FF3CD5FA675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D9E375AF-3EBE-B83C-FD06-1FF3CD5FA6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A89D590D-B48E-CD40-78CB-174A7522EE02}"/>
              </a:ext>
            </a:extLst>
          </p:cNvPr>
          <p:cNvGrpSpPr/>
          <p:nvPr/>
        </p:nvGrpSpPr>
        <p:grpSpPr>
          <a:xfrm>
            <a:off x="8766385" y="6120369"/>
            <a:ext cx="1065058" cy="499397"/>
            <a:chOff x="1980958" y="2952087"/>
            <a:chExt cx="1065058" cy="499397"/>
          </a:xfrm>
          <a:pattFill prst="sphere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2699B3FA-C75C-0166-B6D6-ECE73617D92C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1F194AB3-B9D3-9904-3DE5-B1B15E70DB99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541B9AF2-2503-5455-7B63-119972DF26AD}"/>
                  </a:ext>
                </a:extLst>
              </p:cNvPr>
              <p:cNvCxnSpPr>
                <a:cxnSpLocks/>
                <a:stCxn id="190" idx="0"/>
                <a:endCxn id="19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7B622E69-BC2D-AEDB-07FD-B1BE94852AFC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7B622E69-BC2D-AEDB-07FD-B1BE94852A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8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6D4ECED3-2E71-600E-4FA2-3F574566F151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6D4ECED3-2E71-600E-4FA2-3F574566F1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9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3" name="TextBox 192">
            <a:extLst>
              <a:ext uri="{FF2B5EF4-FFF2-40B4-BE49-F238E27FC236}">
                <a16:creationId xmlns:a16="http://schemas.microsoft.com/office/drawing/2014/main" id="{1F64D90C-5472-4CC9-6BF6-667A4B95D997}"/>
              </a:ext>
            </a:extLst>
          </p:cNvPr>
          <p:cNvSpPr txBox="1"/>
          <p:nvPr/>
        </p:nvSpPr>
        <p:spPr>
          <a:xfrm>
            <a:off x="3260727" y="4528066"/>
            <a:ext cx="958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DRAM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7BD9177-E913-D061-E3A8-17759FB0B432}"/>
              </a:ext>
            </a:extLst>
          </p:cNvPr>
          <p:cNvSpPr/>
          <p:nvPr/>
        </p:nvSpPr>
        <p:spPr>
          <a:xfrm>
            <a:off x="5378450" y="5461000"/>
            <a:ext cx="1244600" cy="127635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562E9C46-91D2-6512-545B-43DAC5B160D2}"/>
              </a:ext>
            </a:extLst>
          </p:cNvPr>
          <p:cNvSpPr/>
          <p:nvPr/>
        </p:nvSpPr>
        <p:spPr>
          <a:xfrm>
            <a:off x="9734550" y="800100"/>
            <a:ext cx="1244600" cy="98425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5C8FF8A2-3BB4-D45C-FBE4-9339673A6953}"/>
              </a:ext>
            </a:extLst>
          </p:cNvPr>
          <p:cNvSpPr/>
          <p:nvPr/>
        </p:nvSpPr>
        <p:spPr>
          <a:xfrm>
            <a:off x="146050" y="3790950"/>
            <a:ext cx="1244600" cy="48895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9286D85E-1E6D-7A62-599F-214F2CA25109}"/>
              </a:ext>
            </a:extLst>
          </p:cNvPr>
          <p:cNvSpPr/>
          <p:nvPr/>
        </p:nvSpPr>
        <p:spPr>
          <a:xfrm>
            <a:off x="146050" y="4845050"/>
            <a:ext cx="1244600" cy="48895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387F664B-F918-BB62-EB4D-B39A3C70BADD}"/>
              </a:ext>
            </a:extLst>
          </p:cNvPr>
          <p:cNvSpPr/>
          <p:nvPr/>
        </p:nvSpPr>
        <p:spPr>
          <a:xfrm>
            <a:off x="69850" y="1768475"/>
            <a:ext cx="1746250" cy="48895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4378C2CB-EA3F-2448-EDFD-D53C53985E1D}"/>
              </a:ext>
            </a:extLst>
          </p:cNvPr>
          <p:cNvSpPr txBox="1"/>
          <p:nvPr/>
        </p:nvSpPr>
        <p:spPr>
          <a:xfrm>
            <a:off x="5057775" y="4629666"/>
            <a:ext cx="1885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Shared Memory/Cache</a:t>
            </a:r>
          </a:p>
        </p:txBody>
      </p:sp>
      <p:sp>
        <p:nvSpPr>
          <p:cNvPr id="196" name="Arrow: Right 195">
            <a:extLst>
              <a:ext uri="{FF2B5EF4-FFF2-40B4-BE49-F238E27FC236}">
                <a16:creationId xmlns:a16="http://schemas.microsoft.com/office/drawing/2014/main" id="{E8C65680-E818-3D61-9F1D-9AB91CAF4076}"/>
              </a:ext>
            </a:extLst>
          </p:cNvPr>
          <p:cNvSpPr/>
          <p:nvPr/>
        </p:nvSpPr>
        <p:spPr>
          <a:xfrm>
            <a:off x="5308600" y="3296191"/>
            <a:ext cx="2032000" cy="85670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FF5544E3-84E0-D9B3-FF08-C7006B6C9388}"/>
              </a:ext>
            </a:extLst>
          </p:cNvPr>
          <p:cNvSpPr txBox="1"/>
          <p:nvPr/>
        </p:nvSpPr>
        <p:spPr>
          <a:xfrm>
            <a:off x="7902575" y="969059"/>
            <a:ext cx="1885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Shared Memory/Cache</a:t>
            </a:r>
          </a:p>
        </p:txBody>
      </p:sp>
    </p:spTree>
    <p:extLst>
      <p:ext uri="{BB962C8B-B14F-4D97-AF65-F5344CB8AC3E}">
        <p14:creationId xmlns:p14="http://schemas.microsoft.com/office/powerpoint/2010/main" val="11993621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8800E-4A46-BD2C-64B6-12FF0E8E5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E2CF5-6F42-7BFD-F3F5-DF7632CA1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Im2col Algorithm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709C268-4AE8-3426-1CB1-C44AFBAAB40B}"/>
              </a:ext>
            </a:extLst>
          </p:cNvPr>
          <p:cNvGrpSpPr/>
          <p:nvPr/>
        </p:nvGrpSpPr>
        <p:grpSpPr>
          <a:xfrm>
            <a:off x="206416" y="3816499"/>
            <a:ext cx="1059735" cy="896233"/>
            <a:chOff x="1980958" y="2952087"/>
            <a:chExt cx="1059735" cy="896233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A10834B-4727-6CBA-82CF-1CBA11B2BC45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74B441E-E5A0-4BEB-901E-E49793E15603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9DAA27A-9EF5-5D20-8C64-377C12A8783D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C945C5EE-C7B5-0A99-5156-53A009BC1956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8BFCCB9C-3400-E747-A45F-2F55E770FF0F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8BFCCB9C-3400-E747-A45F-2F55E770FF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4792823-198C-F767-FD2C-C338377D7C80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4792823-198C-F767-FD2C-C338377D7C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FA1A6FD-3131-F682-4FAF-FB396E123AE2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FA1A6FD-3131-F682-4FAF-FB396E123A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78E1296-DD9D-B6AE-11CE-863D74A420DE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78E1296-DD9D-B6AE-11CE-863D74A42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2925AEC-326C-AEB2-C1D7-33EA4C0AC097}"/>
              </a:ext>
            </a:extLst>
          </p:cNvPr>
          <p:cNvGrpSpPr/>
          <p:nvPr/>
        </p:nvGrpSpPr>
        <p:grpSpPr>
          <a:xfrm>
            <a:off x="9800665" y="868860"/>
            <a:ext cx="552468" cy="1776719"/>
            <a:chOff x="585073" y="2591561"/>
            <a:chExt cx="552468" cy="1776719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071AEB6-2FEA-121B-224A-74DEE3642FBF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23700E8-4850-8587-0026-99D27ECF04EA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0066A67-DEE6-9BBD-D1A1-873FD3A220AB}"/>
                </a:ext>
              </a:extLst>
            </p:cNvPr>
            <p:cNvCxnSpPr>
              <a:cxnSpLocks/>
              <a:stCxn id="39" idx="1"/>
              <a:endCxn id="3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A3E903B2-3A4F-FA8B-1C29-E5A94C0B2E28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A3E903B2-3A4F-FA8B-1C29-E5A94C0B2E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F2A83FC-DB58-C403-16E6-C649936CB33C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F2A83FC-DB58-C403-16E6-C649936CB3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43705FA2-1F09-FF3A-C30D-46D1EFA84B0B}"/>
                    </a:ext>
                  </a:extLst>
                </p:cNvPr>
                <p:cNvSpPr txBox="1"/>
                <p:nvPr/>
              </p:nvSpPr>
              <p:spPr>
                <a:xfrm>
                  <a:off x="631489" y="353230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43705FA2-1F09-FF3A-C30D-46D1EFA84B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32301"/>
                  <a:ext cx="41953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B42B2BB-CEA7-D3B2-C5BA-7C719B3261ED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F7E19765-1C4E-2DC9-6B3D-918FA1C20234}"/>
                    </a:ext>
                  </a:extLst>
                </p:cNvPr>
                <p:cNvSpPr txBox="1"/>
                <p:nvPr/>
              </p:nvSpPr>
              <p:spPr>
                <a:xfrm>
                  <a:off x="625541" y="39989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F7E19765-1C4E-2DC9-6B3D-918FA1C202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98948"/>
                  <a:ext cx="419538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BA588A5-7F75-469B-2490-2CF12A2AA95F}"/>
              </a:ext>
            </a:extLst>
          </p:cNvPr>
          <p:cNvGrpSpPr/>
          <p:nvPr/>
        </p:nvGrpSpPr>
        <p:grpSpPr>
          <a:xfrm>
            <a:off x="10347186" y="869562"/>
            <a:ext cx="552468" cy="1774377"/>
            <a:chOff x="585073" y="2591561"/>
            <a:chExt cx="552468" cy="177437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5A318B8-F075-1D47-0353-0761EA7479A2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D6AB28B-9436-F97B-4000-514FD829D1C6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24784F4-E6AD-3F5F-DE26-96F21388BEA4}"/>
                </a:ext>
              </a:extLst>
            </p:cNvPr>
            <p:cNvCxnSpPr>
              <a:cxnSpLocks/>
              <a:stCxn id="40" idx="1"/>
              <a:endCxn id="40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ED2835D-20D6-500D-38E6-13DF894019A5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ED2835D-20D6-500D-38E6-13DF894019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ADEE4C23-F704-B49A-A4F5-1D47C28AF723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ADEE4C23-F704-B49A-A4F5-1D47C28AF7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4C426AA-90D8-EB8D-F13B-FF43C92B2451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4C426AA-90D8-EB8D-F13B-FF43C92B24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49D8E16-B246-F281-2C99-6A7F51D2BD78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BC6B1A1D-422A-5A42-BE90-07CD615AE1AE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BC6B1A1D-422A-5A42-BE90-07CD615AE1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0E32EDE-1C80-FFA4-8138-87370CA29BA4}"/>
              </a:ext>
            </a:extLst>
          </p:cNvPr>
          <p:cNvGrpSpPr/>
          <p:nvPr/>
        </p:nvGrpSpPr>
        <p:grpSpPr>
          <a:xfrm>
            <a:off x="10899569" y="872968"/>
            <a:ext cx="552468" cy="1774377"/>
            <a:chOff x="585073" y="2591561"/>
            <a:chExt cx="552468" cy="177437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F98772C-FFA1-7AEE-F1B2-84ABB4982260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08528A3E-22E1-59A8-25E3-97095791FA46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7DA44582-8199-DEDE-D2AA-8AC0C61350B8}"/>
                </a:ext>
              </a:extLst>
            </p:cNvPr>
            <p:cNvCxnSpPr>
              <a:cxnSpLocks/>
              <a:stCxn id="54" idx="1"/>
              <a:endCxn id="54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603ED924-2E9C-85D5-FFA6-E581AC1FB236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603ED924-2E9C-85D5-FFA6-E581AC1FB2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7F3C4F41-620E-6BC5-54CE-59DA5F3E2FCC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7F3C4F41-620E-6BC5-54CE-59DA5F3E2F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EC3BA6AD-5448-407B-7834-40AFF3DD3058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EC3BA6AD-5448-407B-7834-40AFF3DD30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D4A21FF8-AFB9-92B7-DC52-E858B9BE461D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35AF8787-4382-9620-E05C-E2C1D923CE52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35AF8787-4382-9620-E05C-E2C1D923CE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3D8B42B-641D-4F4F-0AF7-B36C289861DE}"/>
              </a:ext>
            </a:extLst>
          </p:cNvPr>
          <p:cNvGrpSpPr/>
          <p:nvPr/>
        </p:nvGrpSpPr>
        <p:grpSpPr>
          <a:xfrm>
            <a:off x="5565166" y="5596429"/>
            <a:ext cx="1065058" cy="499397"/>
            <a:chOff x="1980958" y="2952087"/>
            <a:chExt cx="1065058" cy="499397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D6AF59C9-3738-5569-DA7A-F6734E878213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8C8F293E-D8BD-D422-0D29-787320A39F15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5EFFE774-B23D-01BB-9ADE-63AE72C6A283}"/>
                  </a:ext>
                </a:extLst>
              </p:cNvPr>
              <p:cNvCxnSpPr>
                <a:cxnSpLocks/>
                <a:stCxn id="72" idx="0"/>
                <a:endCxn id="72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9B6B5A9D-80CA-375E-CD0B-948A4EDD1C19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9B6B5A9D-80CA-375E-CD0B-948A4EDD1C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BDFBF28D-9E6A-C4EC-AAA6-10853FA0E431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BDFBF28D-9E6A-C4EC-AAA6-10853FA0E4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47B3512-C672-CD60-D656-0EC0B4D4D334}"/>
              </a:ext>
            </a:extLst>
          </p:cNvPr>
          <p:cNvGrpSpPr/>
          <p:nvPr/>
        </p:nvGrpSpPr>
        <p:grpSpPr>
          <a:xfrm>
            <a:off x="6622651" y="5600969"/>
            <a:ext cx="1065058" cy="499397"/>
            <a:chOff x="1980958" y="2952087"/>
            <a:chExt cx="1065058" cy="499397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477C83AD-F2DF-B213-4725-7DDCD0E62830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5FB560A7-4B1E-D065-2840-B7C4486A9F31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3ECB3C5F-9DF4-FF38-BFB9-C4D710617A25}"/>
                  </a:ext>
                </a:extLst>
              </p:cNvPr>
              <p:cNvCxnSpPr>
                <a:cxnSpLocks/>
                <a:stCxn id="80" idx="0"/>
                <a:endCxn id="8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53385312-6476-BABD-1EA0-67806C70E02B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53385312-6476-BABD-1EA0-67806C70E0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4F9F758A-6EAC-29CC-6079-2394E0E6D2E4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4F9F758A-6EAC-29CC-6079-2394E0E6D2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DF165C9-2465-4BA4-6BFA-26B9FD11043B}"/>
              </a:ext>
            </a:extLst>
          </p:cNvPr>
          <p:cNvGrpSpPr/>
          <p:nvPr/>
        </p:nvGrpSpPr>
        <p:grpSpPr>
          <a:xfrm>
            <a:off x="228876" y="1805080"/>
            <a:ext cx="1946179" cy="1784524"/>
            <a:chOff x="585073" y="2581414"/>
            <a:chExt cx="1946179" cy="178452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8245ABD1-31DE-B147-7256-0383DB01D48B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B338CE4-1CF1-9F0E-6128-47303FEE6703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68B3A49-5762-CE75-0CD8-C7E87362B5D3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13058F18-D105-B7DF-9B73-45D2BE959392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F20C7EA9-C69E-4684-62CC-8588B3613DCD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B22AFD51-AD40-97FA-6B90-C8A7CAA8B16A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B22AFD51-AD40-97FA-6B90-C8A7CAA8B1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905E4263-6FA5-4C33-901F-AD826D26DAE4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905E4263-6FA5-4C33-901F-AD826D26DA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F9854279-707F-685B-D257-35B502CD2D21}"/>
                    </a:ext>
                  </a:extLst>
                </p:cNvPr>
                <p:cNvSpPr txBox="1"/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F9854279-707F-685B-D257-35B502CD2D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356025BC-9F9D-CB5F-B8DB-AE44E02FB084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356025BC-9F9D-CB5F-B8DB-AE44E02FB0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B830A376-3D97-DE2D-B3E8-CEA1F21088D3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B830A376-3D97-DE2D-B3E8-CEA1F21088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A7E9C929-1AE8-55A8-14B1-38BAC26F395A}"/>
                    </a:ext>
                  </a:extLst>
                </p:cNvPr>
                <p:cNvSpPr txBox="1"/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A7E9C929-1AE8-55A8-14B1-38BAC26F39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C2C1701D-D1C9-9D3A-95B5-31CCC5347BD4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C2C1701D-D1C9-9D3A-95B5-31CCC5347B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167C07E4-AA1A-3476-92BF-3D72CD486D5F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167C07E4-AA1A-3476-92BF-3D72CD486D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F9863DB7-2A35-6EDB-44ED-38558F410EFA}"/>
                    </a:ext>
                  </a:extLst>
                </p:cNvPr>
                <p:cNvSpPr txBox="1"/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F9863DB7-2A35-6EDB-44ED-38558F410E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blipFill>
                  <a:blip r:embed="rId31"/>
                  <a:stretch>
                    <a:fillRect r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DB636A00-6162-C6E1-CC22-6052E7306AE2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16ED61BD-438E-8317-8589-80EF7D02C92E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16ED61BD-438E-8317-8589-80EF7D02C9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9C0F9488-88BF-AD9E-C042-46145A995DD8}"/>
                    </a:ext>
                  </a:extLst>
                </p:cNvPr>
                <p:cNvSpPr txBox="1"/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9C0F9488-88BF-AD9E-C042-46145A995D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C647D80D-261C-BF6D-C9ED-2AA2B9FE5F5C}"/>
                    </a:ext>
                  </a:extLst>
                </p:cNvPr>
                <p:cNvSpPr txBox="1"/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C647D80D-261C-BF6D-C9ED-2AA2B9FE5F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B9006E6C-F441-267F-4307-AC53C39FD967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D161DE93-CE5B-42C6-6108-53FA9E1EF7A6}"/>
                    </a:ext>
                  </a:extLst>
                </p:cNvPr>
                <p:cNvSpPr txBox="1"/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D161DE93-CE5B-42C6-6108-53FA9E1EF7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AFA4DE06-1D69-E142-5CA2-08238EF96091}"/>
                    </a:ext>
                  </a:extLst>
                </p:cNvPr>
                <p:cNvSpPr txBox="1"/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AFA4DE06-1D69-E142-5CA2-08238EF960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3F6DF809-2C5D-FDD6-8777-B62E1F9ADDF4}"/>
                    </a:ext>
                  </a:extLst>
                </p:cNvPr>
                <p:cNvSpPr txBox="1"/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3F6DF809-2C5D-FDD6-8777-B62E1F9ADD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8BAC32B8-4324-35E5-F7D9-C31A06EFFF12}"/>
                    </a:ext>
                  </a:extLst>
                </p:cNvPr>
                <p:cNvSpPr txBox="1"/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8BAC32B8-4324-35E5-F7D9-C31A06EFFF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BA056209-E27A-E789-4CB0-06C56ECA56BB}"/>
              </a:ext>
            </a:extLst>
          </p:cNvPr>
          <p:cNvGrpSpPr/>
          <p:nvPr/>
        </p:nvGrpSpPr>
        <p:grpSpPr>
          <a:xfrm>
            <a:off x="2395904" y="1805080"/>
            <a:ext cx="1946179" cy="1784524"/>
            <a:chOff x="585073" y="2581414"/>
            <a:chExt cx="1946179" cy="1784524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970346BE-48C3-C025-70A8-55C4514BF07B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5B51C23D-EAF1-72A6-E77D-71F791E98B06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860EFBF4-09F0-9C60-D7D2-87CCCE301E3A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89876BAB-6BD1-F5D4-6C14-F68495E0A2D4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B7369D2A-C294-EAAD-D3AC-D48B851A9786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DB168FA5-63A9-FC47-AD52-A70CAE23A7DF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DB168FA5-63A9-FC47-AD52-A70CAE23A7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5A51FB6B-C99C-9FC0-F86B-CF6546156F63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5A51FB6B-C99C-9FC0-F86B-CF6546156F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703E4E79-0A38-7C8C-40BB-BA83F0C63D3C}"/>
                    </a:ext>
                  </a:extLst>
                </p:cNvPr>
                <p:cNvSpPr txBox="1"/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703E4E79-0A38-7C8C-40BB-BA83F0C63D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65B2B027-ADC2-BB0E-F88B-770E0D2615FE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65B2B027-ADC2-BB0E-F88B-770E0D2615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0068092C-30BC-AB72-DFE3-F81A16DC551E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0068092C-30BC-AB72-DFE3-F81A16DC55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0737DE66-2C30-8292-B701-71588E992222}"/>
                    </a:ext>
                  </a:extLst>
                </p:cNvPr>
                <p:cNvSpPr txBox="1"/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0737DE66-2C30-8292-B701-71588E9922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5777C7A5-18A6-E99F-72DD-99F08BEC72BF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5777C7A5-18A6-E99F-72DD-99F08BEC72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21B2F9E1-6FD1-6D7F-0AD1-42A42B05A8F8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21B2F9E1-6FD1-6D7F-0AD1-42A42B05A8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5D0E5FF5-64A2-D5A7-5D39-E426488D87BF}"/>
                    </a:ext>
                  </a:extLst>
                </p:cNvPr>
                <p:cNvSpPr txBox="1"/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5D0E5FF5-64A2-D5A7-5D39-E426488D87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blipFill>
                  <a:blip r:embed="rId47"/>
                  <a:stretch>
                    <a:fillRect r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144DE41E-D618-8BAA-05CD-74C6E601A71C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53CC7066-EE85-B565-C145-7B377FF1E590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53CC7066-EE85-B565-C145-7B377FF1E5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30A39EEB-0E9E-0A85-6DBF-98590E90220C}"/>
                    </a:ext>
                  </a:extLst>
                </p:cNvPr>
                <p:cNvSpPr txBox="1"/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30A39EEB-0E9E-0A85-6DBF-98590E9022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FFF9C611-A877-466C-2941-C2C1AC661027}"/>
                    </a:ext>
                  </a:extLst>
                </p:cNvPr>
                <p:cNvSpPr txBox="1"/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FFF9C611-A877-466C-2941-C2C1AC6610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9623EC07-E9FE-44D5-82D7-00CEE4595722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E383D0B0-AC23-64E5-F69B-5D281949D2C0}"/>
                    </a:ext>
                  </a:extLst>
                </p:cNvPr>
                <p:cNvSpPr txBox="1"/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E383D0B0-AC23-64E5-F69B-5D281949D2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1B92581E-30EB-2958-306D-A10F111FB5CE}"/>
                    </a:ext>
                  </a:extLst>
                </p:cNvPr>
                <p:cNvSpPr txBox="1"/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1B92581E-30EB-2958-306D-A10F111FB5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62B36432-5869-261C-E09A-151F7D3DB08A}"/>
                    </a:ext>
                  </a:extLst>
                </p:cNvPr>
                <p:cNvSpPr txBox="1"/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62B36432-5869-261C-E09A-151F7D3DB0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15EAA6C5-36FE-50CD-2E75-116796C7E0C0}"/>
                    </a:ext>
                  </a:extLst>
                </p:cNvPr>
                <p:cNvSpPr txBox="1"/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15EAA6C5-36FE-50CD-2E75-116796C7E0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E114EF6A-A62C-920D-5023-F738141B8FD0}"/>
              </a:ext>
            </a:extLst>
          </p:cNvPr>
          <p:cNvGrpSpPr/>
          <p:nvPr/>
        </p:nvGrpSpPr>
        <p:grpSpPr>
          <a:xfrm>
            <a:off x="1543726" y="3820309"/>
            <a:ext cx="1059735" cy="896233"/>
            <a:chOff x="1980958" y="2952087"/>
            <a:chExt cx="1059735" cy="896233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D130E0DA-3446-1534-D7ED-B52E53BC79A4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956DC1AD-AFD1-AE91-9F19-49B697D0DB94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77037913-C483-BA24-4C81-3F67D8A5070B}"/>
                  </a:ext>
                </a:extLst>
              </p:cNvPr>
              <p:cNvCxnSpPr>
                <a:stCxn id="143" idx="0"/>
                <a:endCxn id="143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2E0C6C01-5580-B602-5056-7CFD31518E07}"/>
                  </a:ext>
                </a:extLst>
              </p:cNvPr>
              <p:cNvCxnSpPr>
                <a:cxnSpLocks/>
                <a:endCxn id="143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585F8489-942A-08E9-E9F1-100D8ED86039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585F8489-942A-08E9-E9F1-100D8ED860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B7B9D7DC-FBAE-6948-A120-8429BF0DA873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B7B9D7DC-FBAE-6948-A120-8429BF0DA8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56"/>
                  <a:stretch>
                    <a:fillRect r="-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CBCC8F76-BD32-897E-9097-31E243F847AD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CBCC8F76-BD32-897E-9097-31E243F847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57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BDB4B355-6A42-8EEE-1E22-BFD1C626D74E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BDB4B355-6A42-8EEE-1E22-BFD1C626D7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5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82B995ED-FAA8-8F09-3FB4-6D92ED56063F}"/>
              </a:ext>
            </a:extLst>
          </p:cNvPr>
          <p:cNvGrpSpPr/>
          <p:nvPr/>
        </p:nvGrpSpPr>
        <p:grpSpPr>
          <a:xfrm>
            <a:off x="9807212" y="2663447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12A4576B-E210-E590-B533-1E1C9AC90969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1F657E75-DF13-1D83-BFA0-46910B3F84B5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0A09B813-9806-5662-73D9-8082358EAD66}"/>
                </a:ext>
              </a:extLst>
            </p:cNvPr>
            <p:cNvCxnSpPr>
              <a:cxnSpLocks/>
              <a:stCxn id="147" idx="1"/>
              <a:endCxn id="147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D27F8F3B-604B-B324-BC40-15431FB33F5D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D27F8F3B-604B-B324-BC40-15431FB33F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5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110F536A-3C09-5419-9106-74B2BFEB53F5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110F536A-3C09-5419-9106-74B2BFEB5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6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9211D1D5-675F-4E25-8950-F2E9C222C27A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9211D1D5-675F-4E25-8950-F2E9C222C2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2C372ED5-E951-1B2A-B3B4-316AA76CD8F9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2F768F78-F2A2-FFAB-E151-EF66D3029088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2F768F78-F2A2-FFAB-E151-EF66D30290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6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737E08AC-AC1B-D7AB-2DBE-C95BC0DFAB0E}"/>
              </a:ext>
            </a:extLst>
          </p:cNvPr>
          <p:cNvGrpSpPr/>
          <p:nvPr/>
        </p:nvGrpSpPr>
        <p:grpSpPr>
          <a:xfrm>
            <a:off x="10353733" y="2664149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4D62E590-5095-8A95-05EF-51F085D914E6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E9139119-8554-653A-76E6-549A6EF34AA9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F81DA121-E653-F9D6-534E-FD3E35857C4E}"/>
                </a:ext>
              </a:extLst>
            </p:cNvPr>
            <p:cNvCxnSpPr>
              <a:cxnSpLocks/>
              <a:stCxn id="156" idx="1"/>
              <a:endCxn id="156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7A210931-FF77-4344-25B4-2E693B3FCA3E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7A210931-FF77-4344-25B4-2E693B3FCA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6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4DDCCB51-5F70-E8B6-D687-5742193E7395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4DDCCB51-5F70-E8B6-D687-5742193E73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6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444AF7B8-CC53-0072-477D-B8C1AFAAFC13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444AF7B8-CC53-0072-477D-B8C1AFAAFC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AD65F6F3-4F7B-7352-F713-E69CCB93ED32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B10C8C76-B39F-E7DD-3123-84B1B7DED6F3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B10C8C76-B39F-E7DD-3123-84B1B7DED6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6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E900758D-DBC1-016A-592E-F3E0623B50E0}"/>
              </a:ext>
            </a:extLst>
          </p:cNvPr>
          <p:cNvGrpSpPr/>
          <p:nvPr/>
        </p:nvGrpSpPr>
        <p:grpSpPr>
          <a:xfrm>
            <a:off x="10906116" y="2667555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ED14C725-2ADF-FB75-336B-7D14B82ED195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377DE691-0402-B17A-949D-ED2622540ECF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36327381-82F3-D83B-9DFE-0906755624BF}"/>
                </a:ext>
              </a:extLst>
            </p:cNvPr>
            <p:cNvCxnSpPr>
              <a:cxnSpLocks/>
              <a:stCxn id="165" idx="1"/>
              <a:endCxn id="165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634023D2-A2DF-9C11-832F-D22CA13F4496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634023D2-A2DF-9C11-832F-D22CA13F44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6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E46AF57C-AE0C-72A9-E3B3-4BA44500812E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E46AF57C-AE0C-72A9-E3B3-4BA4450081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blipFill>
                  <a:blip r:embed="rId6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3AF05E24-5EC0-AE00-037F-EC30AE0D4907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3AF05E24-5EC0-AE00-037F-EC30AE0D49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012D8CC7-155A-B615-B118-52000BB761AE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79B2959E-BE6A-4EBA-56B6-AEF3445ED8A4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79B2959E-BE6A-4EBA-56B6-AEF3445ED8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blipFill>
                  <a:blip r:embed="rId7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C35E5900-2C81-01C8-E9A0-D34ED0ACA414}"/>
              </a:ext>
            </a:extLst>
          </p:cNvPr>
          <p:cNvGrpSpPr/>
          <p:nvPr/>
        </p:nvGrpSpPr>
        <p:grpSpPr>
          <a:xfrm>
            <a:off x="7711466" y="5602779"/>
            <a:ext cx="1065058" cy="499397"/>
            <a:chOff x="1980958" y="2952087"/>
            <a:chExt cx="1065058" cy="499397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7D3BC171-4321-8676-0D2C-0E2D1051C150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6CA87CAC-0A16-6ABB-3FE1-2F1F1D6CAA32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7543D75A-22C3-BB8C-2BF1-1158EEF482AF}"/>
                  </a:ext>
                </a:extLst>
              </p:cNvPr>
              <p:cNvCxnSpPr>
                <a:cxnSpLocks/>
                <a:stCxn id="178" idx="0"/>
                <a:endCxn id="178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D44C06E0-964D-7FFD-A215-F4917C68740E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D44C06E0-964D-7FFD-A215-F4917C6874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7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2BDA38F7-DECA-3C71-6364-15A1B7C07FBC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2BDA38F7-DECA-3C71-6364-15A1B7C07F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ACD6D891-B6F4-4804-51CC-6A60A4C63800}"/>
              </a:ext>
            </a:extLst>
          </p:cNvPr>
          <p:cNvGrpSpPr/>
          <p:nvPr/>
        </p:nvGrpSpPr>
        <p:grpSpPr>
          <a:xfrm>
            <a:off x="8768951" y="5607319"/>
            <a:ext cx="1065058" cy="499397"/>
            <a:chOff x="1980958" y="2952087"/>
            <a:chExt cx="1065058" cy="499397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6F283F1F-D359-E324-AC64-744DF91E4BB3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BA4A3987-6CF4-1CA2-6E3A-775FA97A12A2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C0CE4CB3-D751-636D-555D-4A8DDC48C62E}"/>
                  </a:ext>
                </a:extLst>
              </p:cNvPr>
              <p:cNvCxnSpPr>
                <a:cxnSpLocks/>
                <a:stCxn id="184" idx="0"/>
                <a:endCxn id="184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83BF8247-E189-73D1-77E8-81F7AEC77B85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83BF8247-E189-73D1-77E8-81F7AEC77B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7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3F8DFE8A-D930-D063-E25B-F9BC3A9F99A7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3F8DFE8A-D930-D063-E25B-F9BC3A9F99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BDC36DD-39F0-8032-ACF7-E3C37BA8D5A5}"/>
              </a:ext>
            </a:extLst>
          </p:cNvPr>
          <p:cNvGrpSpPr/>
          <p:nvPr/>
        </p:nvGrpSpPr>
        <p:grpSpPr>
          <a:xfrm>
            <a:off x="206416" y="4883762"/>
            <a:ext cx="1059735" cy="896233"/>
            <a:chOff x="1980958" y="2952087"/>
            <a:chExt cx="1059735" cy="896233"/>
          </a:xfrm>
          <a:pattFill prst="lgCheck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F097C99-08DD-56C5-BC08-098B732BEA63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AED1CAB-91B2-2ED3-1EFB-92B8D2E3BE21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C40B1B16-6461-A242-3A0B-ECE95A1D66B3}"/>
                  </a:ext>
                </a:extLst>
              </p:cNvPr>
              <p:cNvCxnSpPr>
                <a:stCxn id="19" idx="0"/>
                <a:endCxn id="19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84D4A45A-9CF1-9742-603A-FAF8F78CC706}"/>
                  </a:ext>
                </a:extLst>
              </p:cNvPr>
              <p:cNvCxnSpPr>
                <a:cxnSpLocks/>
                <a:endCxn id="19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F4B5E61-735E-24C3-A10C-3B8EA40E45EA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F4B5E61-735E-24C3-A10C-3B8EA40E45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7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F6D78ACC-26A1-1EB0-D332-23CA581C7743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F6D78ACC-26A1-1EB0-D332-23CA581C77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7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2843A7B-1266-6EBE-495D-C2C420437F80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2843A7B-1266-6EBE-495D-C2C420437F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77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50DDC76-5860-63CC-8856-89FD8EEDC609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50DDC76-5860-63CC-8856-89FD8EEDC6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7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B671C81-1F6A-6411-4137-7DA2C3508910}"/>
              </a:ext>
            </a:extLst>
          </p:cNvPr>
          <p:cNvGrpSpPr/>
          <p:nvPr/>
        </p:nvGrpSpPr>
        <p:grpSpPr>
          <a:xfrm>
            <a:off x="5562600" y="6109479"/>
            <a:ext cx="1065058" cy="499397"/>
            <a:chOff x="1980958" y="2952087"/>
            <a:chExt cx="1065058" cy="499397"/>
          </a:xfrm>
          <a:pattFill prst="sphere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286B23AA-A95B-EEA7-D050-9E149CDB4C1A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ACC1210-040F-461C-9101-8405C49D1EC7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0EC1CF88-5FAA-C153-92AB-B0409BDA25D4}"/>
                  </a:ext>
                </a:extLst>
              </p:cNvPr>
              <p:cNvCxnSpPr>
                <a:cxnSpLocks/>
                <a:stCxn id="26" idx="0"/>
                <a:endCxn id="26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ECB3274-1E23-D703-289E-D458C04CE07B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ECB3274-1E23-D703-289E-D458C04CE0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7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06347C5-71F6-C9C7-A79A-46D3893B200C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06347C5-71F6-C9C7-A79A-46D3893B20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C6CD5B6-084A-569E-78E4-F4BDA8B347E7}"/>
              </a:ext>
            </a:extLst>
          </p:cNvPr>
          <p:cNvGrpSpPr/>
          <p:nvPr/>
        </p:nvGrpSpPr>
        <p:grpSpPr>
          <a:xfrm>
            <a:off x="6620085" y="6114019"/>
            <a:ext cx="1065058" cy="499397"/>
            <a:chOff x="1980958" y="2952087"/>
            <a:chExt cx="1065058" cy="499397"/>
          </a:xfrm>
          <a:pattFill prst="sphere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CF25498-DA10-AA26-1E5D-AC96C822A530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55ECF78-8F46-3E4C-86E4-BEE307716B52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EA90CA01-9236-C057-D4DC-E48E97CC69F7}"/>
                  </a:ext>
                </a:extLst>
              </p:cNvPr>
              <p:cNvCxnSpPr>
                <a:cxnSpLocks/>
                <a:stCxn id="32" idx="0"/>
                <a:endCxn id="32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23E5A9F-4CDE-AD3E-FFDA-0C42626E8D22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23E5A9F-4CDE-AD3E-FFDA-0C42626E8D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8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505B23FB-DB27-C0CC-9275-4EC2B55ECA32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505B23FB-DB27-C0CC-9275-4EC2B55ECA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E910504-E783-FF28-A874-609A84ED19AE}"/>
              </a:ext>
            </a:extLst>
          </p:cNvPr>
          <p:cNvGrpSpPr/>
          <p:nvPr/>
        </p:nvGrpSpPr>
        <p:grpSpPr>
          <a:xfrm>
            <a:off x="1543726" y="4887572"/>
            <a:ext cx="1059735" cy="896233"/>
            <a:chOff x="1980958" y="2952087"/>
            <a:chExt cx="1059735" cy="896233"/>
          </a:xfrm>
          <a:pattFill prst="lgCheck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ABC3378-2FAA-9133-1757-D63AC65752DB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6C62AB4F-B035-EB59-0ECA-8EA010641F67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3BE51F63-CFBE-B572-9776-6267A342A114}"/>
                  </a:ext>
                </a:extLst>
              </p:cNvPr>
              <p:cNvCxnSpPr>
                <a:stCxn id="82" idx="0"/>
                <a:endCxn id="82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D932B398-70A9-2FD3-2EEE-6E4448B00466}"/>
                  </a:ext>
                </a:extLst>
              </p:cNvPr>
              <p:cNvCxnSpPr>
                <a:cxnSpLocks/>
                <a:endCxn id="82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C46D673F-C351-741F-3EDC-A2573E3F5D41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C46D673F-C351-741F-3EDC-A2573E3F5D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8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B73F8DFE-8B25-B510-7EE5-D3715F4400EC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B73F8DFE-8B25-B510-7EE5-D3715F440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84"/>
                  <a:stretch>
                    <a:fillRect r="-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3A904C98-3B21-61E0-E8ED-5EE3FC7E70E6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3A904C98-3B21-61E0-E8ED-5EE3FC7E70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85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FF84C796-1FBE-6C9D-2A01-383954DB08B6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FF84C796-1FBE-6C9D-2A01-383954DB08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8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5B6D5325-8B1A-83DB-D2DD-436E18CAA320}"/>
              </a:ext>
            </a:extLst>
          </p:cNvPr>
          <p:cNvGrpSpPr/>
          <p:nvPr/>
        </p:nvGrpSpPr>
        <p:grpSpPr>
          <a:xfrm>
            <a:off x="7708900" y="6115829"/>
            <a:ext cx="1065058" cy="499397"/>
            <a:chOff x="1980958" y="2952087"/>
            <a:chExt cx="1065058" cy="499397"/>
          </a:xfrm>
          <a:pattFill prst="sphere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D24C936B-54EB-224A-8C45-ACAF944773AC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292E1E1B-451C-4E20-D4F8-3220B50141A0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D6B06865-BAA7-A902-39EF-B8A4B8282F41}"/>
                  </a:ext>
                </a:extLst>
              </p:cNvPr>
              <p:cNvCxnSpPr>
                <a:cxnSpLocks/>
                <a:stCxn id="110" idx="0"/>
                <a:endCxn id="11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EE2AD5FC-6D58-083B-AA32-91EEFD971709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EE2AD5FC-6D58-083B-AA32-91EEFD9717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8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D74AE320-F78F-2996-303F-617DD84B3533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D74AE320-F78F-2996-303F-617DD84B35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F3895D49-5880-5DEB-805F-B59CFD8E5D58}"/>
              </a:ext>
            </a:extLst>
          </p:cNvPr>
          <p:cNvGrpSpPr/>
          <p:nvPr/>
        </p:nvGrpSpPr>
        <p:grpSpPr>
          <a:xfrm>
            <a:off x="8766385" y="6120369"/>
            <a:ext cx="1065058" cy="499397"/>
            <a:chOff x="1980958" y="2952087"/>
            <a:chExt cx="1065058" cy="499397"/>
          </a:xfrm>
          <a:pattFill prst="sphere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4F65FE4C-F748-CF25-6600-30A50EBA9D17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03D3532C-4BB6-0479-2FA9-96875FA16C7C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22DB97B2-E3A2-CFDF-524D-A5B3137A667D}"/>
                  </a:ext>
                </a:extLst>
              </p:cNvPr>
              <p:cNvCxnSpPr>
                <a:cxnSpLocks/>
                <a:stCxn id="190" idx="0"/>
                <a:endCxn id="19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E30AB63B-81A1-8880-E3FB-D7EA447F4171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E30AB63B-81A1-8880-E3FB-D7EA447F41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8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96844E25-F0F0-4896-451B-167978191BFB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96844E25-F0F0-4896-451B-167978191B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9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3" name="TextBox 192">
            <a:extLst>
              <a:ext uri="{FF2B5EF4-FFF2-40B4-BE49-F238E27FC236}">
                <a16:creationId xmlns:a16="http://schemas.microsoft.com/office/drawing/2014/main" id="{29CA1DD5-5F0B-60BC-5A26-C8017470C66D}"/>
              </a:ext>
            </a:extLst>
          </p:cNvPr>
          <p:cNvSpPr txBox="1"/>
          <p:nvPr/>
        </p:nvSpPr>
        <p:spPr>
          <a:xfrm>
            <a:off x="3260727" y="4528066"/>
            <a:ext cx="958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DRAM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C1B29A7-55EE-1ECF-08A9-58ADF54723D9}"/>
              </a:ext>
            </a:extLst>
          </p:cNvPr>
          <p:cNvSpPr/>
          <p:nvPr/>
        </p:nvSpPr>
        <p:spPr>
          <a:xfrm>
            <a:off x="6546850" y="5492750"/>
            <a:ext cx="1244600" cy="127635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A1728C70-0D52-7DBF-8753-BF417071A4FD}"/>
              </a:ext>
            </a:extLst>
          </p:cNvPr>
          <p:cNvSpPr/>
          <p:nvPr/>
        </p:nvSpPr>
        <p:spPr>
          <a:xfrm>
            <a:off x="9709150" y="1690688"/>
            <a:ext cx="1244600" cy="98425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444E5170-E2A8-B2E9-3138-99E0FA2E29BE}"/>
              </a:ext>
            </a:extLst>
          </p:cNvPr>
          <p:cNvSpPr/>
          <p:nvPr/>
        </p:nvSpPr>
        <p:spPr>
          <a:xfrm>
            <a:off x="114300" y="4221897"/>
            <a:ext cx="1244600" cy="48895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1B53F449-49C7-012C-F74D-BA90EFF37F76}"/>
              </a:ext>
            </a:extLst>
          </p:cNvPr>
          <p:cNvSpPr/>
          <p:nvPr/>
        </p:nvSpPr>
        <p:spPr>
          <a:xfrm>
            <a:off x="114300" y="5275997"/>
            <a:ext cx="1244600" cy="48895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FFE176E0-23B8-1488-5B03-3B18271F81D1}"/>
              </a:ext>
            </a:extLst>
          </p:cNvPr>
          <p:cNvSpPr/>
          <p:nvPr/>
        </p:nvSpPr>
        <p:spPr>
          <a:xfrm>
            <a:off x="76200" y="2244725"/>
            <a:ext cx="1746250" cy="48895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FFEBDCED-FC14-C864-2D27-D8BFC4D84199}"/>
              </a:ext>
            </a:extLst>
          </p:cNvPr>
          <p:cNvSpPr txBox="1"/>
          <p:nvPr/>
        </p:nvSpPr>
        <p:spPr>
          <a:xfrm>
            <a:off x="5057775" y="4629666"/>
            <a:ext cx="1885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Shared Memory/Cache</a:t>
            </a:r>
          </a:p>
        </p:txBody>
      </p:sp>
      <p:sp>
        <p:nvSpPr>
          <p:cNvPr id="196" name="Arrow: Right 195">
            <a:extLst>
              <a:ext uri="{FF2B5EF4-FFF2-40B4-BE49-F238E27FC236}">
                <a16:creationId xmlns:a16="http://schemas.microsoft.com/office/drawing/2014/main" id="{3FC40353-2CB2-5843-5F7D-ECFFB8A3D5EB}"/>
              </a:ext>
            </a:extLst>
          </p:cNvPr>
          <p:cNvSpPr/>
          <p:nvPr/>
        </p:nvSpPr>
        <p:spPr>
          <a:xfrm>
            <a:off x="5308600" y="3296191"/>
            <a:ext cx="2032000" cy="85670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9EE577CB-DE89-B138-5408-523D5B1B5654}"/>
              </a:ext>
            </a:extLst>
          </p:cNvPr>
          <p:cNvSpPr txBox="1"/>
          <p:nvPr/>
        </p:nvSpPr>
        <p:spPr>
          <a:xfrm>
            <a:off x="7902575" y="969059"/>
            <a:ext cx="1885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Shared Memory/Cache</a:t>
            </a:r>
          </a:p>
        </p:txBody>
      </p:sp>
    </p:spTree>
    <p:extLst>
      <p:ext uri="{BB962C8B-B14F-4D97-AF65-F5344CB8AC3E}">
        <p14:creationId xmlns:p14="http://schemas.microsoft.com/office/powerpoint/2010/main" val="19208559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9EF29-CE24-192A-7DAB-6181ACB6B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E76FA-D906-96B4-92F6-C9ABD95E9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Im2col Algorithm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106EED5-E23C-F183-36CD-CD97F86D2CFF}"/>
              </a:ext>
            </a:extLst>
          </p:cNvPr>
          <p:cNvGrpSpPr/>
          <p:nvPr/>
        </p:nvGrpSpPr>
        <p:grpSpPr>
          <a:xfrm>
            <a:off x="206416" y="3816499"/>
            <a:ext cx="1059735" cy="896233"/>
            <a:chOff x="1980958" y="2952087"/>
            <a:chExt cx="1059735" cy="896233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B3B2BD7-F6CE-3C15-D1FB-828933F29351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120EDF3-EFD0-7FC3-276D-1EE2433A4BFD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97EE3018-AED6-77AE-9BEF-8C6F8F0DD0FF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B7FEF30-71C3-F1E4-FEF3-402396B59816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D026A9C-7264-28FB-D805-49F1275BFF22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D026A9C-7264-28FB-D805-49F1275BFF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5514CAF-F2E9-22E4-4FE6-58ECEB4879C9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5514CAF-F2E9-22E4-4FE6-58ECEB4879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2F6B45B-40AE-AB2D-1108-10565151E491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2F6B45B-40AE-AB2D-1108-10565151E4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E0D4FE2-F983-6CED-4B59-5B4FE2756860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E0D4FE2-F983-6CED-4B59-5B4FE27568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61972DC-A435-44BD-9D61-05A38E99E2E5}"/>
              </a:ext>
            </a:extLst>
          </p:cNvPr>
          <p:cNvGrpSpPr/>
          <p:nvPr/>
        </p:nvGrpSpPr>
        <p:grpSpPr>
          <a:xfrm>
            <a:off x="9800665" y="868860"/>
            <a:ext cx="552468" cy="1776719"/>
            <a:chOff x="585073" y="2591561"/>
            <a:chExt cx="552468" cy="1776719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7280FB9-BE3D-87B5-AD3F-D3954196F11F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4DBD9C5-470E-BE63-2699-F4418DAFCFDD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D47CABC-609B-7F96-9C67-20F6E997946B}"/>
                </a:ext>
              </a:extLst>
            </p:cNvPr>
            <p:cNvCxnSpPr>
              <a:cxnSpLocks/>
              <a:stCxn id="39" idx="1"/>
              <a:endCxn id="3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C538C19-D5EC-44AB-D47E-6D60D70726AA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C538C19-D5EC-44AB-D47E-6D60D70726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7CACA154-42BA-E901-AB43-9D0C417F6E7F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7CACA154-42BA-E901-AB43-9D0C417F6E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4A1E14B-CBEC-7D4F-FDC6-52A8C128D3FE}"/>
                    </a:ext>
                  </a:extLst>
                </p:cNvPr>
                <p:cNvSpPr txBox="1"/>
                <p:nvPr/>
              </p:nvSpPr>
              <p:spPr>
                <a:xfrm>
                  <a:off x="631489" y="353230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4A1E14B-CBEC-7D4F-FDC6-52A8C128D3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32301"/>
                  <a:ext cx="41953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950ED69-46BD-11EA-28AF-4ECF95C83013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999FBD89-BCE1-BE27-90C4-726209ED5F08}"/>
                    </a:ext>
                  </a:extLst>
                </p:cNvPr>
                <p:cNvSpPr txBox="1"/>
                <p:nvPr/>
              </p:nvSpPr>
              <p:spPr>
                <a:xfrm>
                  <a:off x="625541" y="39989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999FBD89-BCE1-BE27-90C4-726209ED5F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98948"/>
                  <a:ext cx="419538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DD92339-8719-DB88-190D-798F1F26D2B4}"/>
              </a:ext>
            </a:extLst>
          </p:cNvPr>
          <p:cNvGrpSpPr/>
          <p:nvPr/>
        </p:nvGrpSpPr>
        <p:grpSpPr>
          <a:xfrm>
            <a:off x="10347186" y="869562"/>
            <a:ext cx="552468" cy="1774377"/>
            <a:chOff x="585073" y="2591561"/>
            <a:chExt cx="552468" cy="177437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B5B081A-0E8E-0746-B299-F8A92599EE9B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0083B71-7975-0249-3F20-4561A31010BC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C2D185A-A488-4AB1-39F6-170B67F81459}"/>
                </a:ext>
              </a:extLst>
            </p:cNvPr>
            <p:cNvCxnSpPr>
              <a:cxnSpLocks/>
              <a:stCxn id="40" idx="1"/>
              <a:endCxn id="40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9CC03CB9-923D-429B-E910-130D6402C40C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9CC03CB9-923D-429B-E910-130D6402C4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73BA6EBE-B7CA-7702-457E-3740A78E57C9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73BA6EBE-B7CA-7702-457E-3740A78E57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9E7DC3A-1611-07FF-1069-38F9BD94BC36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9E7DC3A-1611-07FF-1069-38F9BD94BC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6B26499-C1BA-E0AE-4659-E466EA0855B7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E4D7FC20-2989-EE51-40E7-B6C26218B860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E4D7FC20-2989-EE51-40E7-B6C26218B8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45EAD4F-2503-62F6-E755-6CE51612EC7A}"/>
              </a:ext>
            </a:extLst>
          </p:cNvPr>
          <p:cNvGrpSpPr/>
          <p:nvPr/>
        </p:nvGrpSpPr>
        <p:grpSpPr>
          <a:xfrm>
            <a:off x="10899569" y="872968"/>
            <a:ext cx="552468" cy="1774377"/>
            <a:chOff x="585073" y="2591561"/>
            <a:chExt cx="552468" cy="177437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2E76594-810C-DDD0-D0F2-215E0AE3E7A5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804F44C-07D1-91C6-D390-57CAF776C473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A6D454C-57E2-7920-8E55-6186AEC65A5B}"/>
                </a:ext>
              </a:extLst>
            </p:cNvPr>
            <p:cNvCxnSpPr>
              <a:cxnSpLocks/>
              <a:stCxn id="54" idx="1"/>
              <a:endCxn id="54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D03A9196-4AAB-89D1-EB2B-847580B4B344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D03A9196-4AAB-89D1-EB2B-847580B4B3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486D585D-85A2-1378-6934-473117A5D18C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486D585D-85A2-1378-6934-473117A5D1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679C1C6C-1DFE-4D88-0E41-6D0B014F88F1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679C1C6C-1DFE-4D88-0E41-6D0B014F88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85716DD8-3704-CAED-60EB-10FE2371F1D5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0E5ED67A-C619-336C-BA8A-4A61B64D604D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0E5ED67A-C619-336C-BA8A-4A61B64D60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ACF5AD5-490F-B490-C789-51621BDBC499}"/>
              </a:ext>
            </a:extLst>
          </p:cNvPr>
          <p:cNvGrpSpPr/>
          <p:nvPr/>
        </p:nvGrpSpPr>
        <p:grpSpPr>
          <a:xfrm>
            <a:off x="5565166" y="5596429"/>
            <a:ext cx="1065058" cy="499397"/>
            <a:chOff x="1980958" y="2952087"/>
            <a:chExt cx="1065058" cy="499397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374D089B-1009-A4CE-288A-20F0A366CF84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4D8ABEF5-ECAD-A499-8431-49F3FD0CD422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A969BD4D-4D53-DC9C-C0A9-5386116E4E66}"/>
                  </a:ext>
                </a:extLst>
              </p:cNvPr>
              <p:cNvCxnSpPr>
                <a:cxnSpLocks/>
                <a:stCxn id="72" idx="0"/>
                <a:endCxn id="72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B297095F-4549-C561-3CFA-A45912761EDB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B297095F-4549-C561-3CFA-A45912761E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4C33B2B1-B59C-701E-A1BA-2A843CDA0893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4C33B2B1-B59C-701E-A1BA-2A843CDA08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892D0BD-7B4F-EFAC-E479-05310CA916C8}"/>
              </a:ext>
            </a:extLst>
          </p:cNvPr>
          <p:cNvGrpSpPr/>
          <p:nvPr/>
        </p:nvGrpSpPr>
        <p:grpSpPr>
          <a:xfrm>
            <a:off x="6622651" y="5600969"/>
            <a:ext cx="1065058" cy="499397"/>
            <a:chOff x="1980958" y="2952087"/>
            <a:chExt cx="1065058" cy="499397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5E342A98-CB96-F365-6D53-8B6905585A2F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BA1FCAC1-91E5-CB57-D835-E2BC748D698C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C111EDC2-F022-8E02-0888-C1E465971683}"/>
                  </a:ext>
                </a:extLst>
              </p:cNvPr>
              <p:cNvCxnSpPr>
                <a:cxnSpLocks/>
                <a:stCxn id="80" idx="0"/>
                <a:endCxn id="8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1741BFF1-5A20-5980-55F0-2D219C81B9D3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1741BFF1-5A20-5980-55F0-2D219C81B9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93C44469-153B-3521-5F3D-936CE71E836E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93C44469-153B-3521-5F3D-936CE71E83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24389B8-A2F6-6A85-AFC4-0C5AB6F6CB0D}"/>
              </a:ext>
            </a:extLst>
          </p:cNvPr>
          <p:cNvGrpSpPr/>
          <p:nvPr/>
        </p:nvGrpSpPr>
        <p:grpSpPr>
          <a:xfrm>
            <a:off x="228876" y="1805080"/>
            <a:ext cx="1946179" cy="1784524"/>
            <a:chOff x="585073" y="2581414"/>
            <a:chExt cx="1946179" cy="178452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7A6BE755-BF26-0BC8-5DE9-82B068C12610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7E821A2-F50D-E707-048E-8A35C90F830B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E574C1D-3EAF-3606-1DCD-5411518D99B1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BA4B719B-9FBC-4845-64E3-747914C3D98F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BAB8B48F-8EE4-CD23-794F-17E05C445ED7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2447FA1B-A521-3E20-6F63-AE4F99696C40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2447FA1B-A521-3E20-6F63-AE4F99696C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EC068ED1-FFB0-B431-F00C-C3F3930DB851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EC068ED1-FFB0-B431-F00C-C3F3930DB8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430602C5-2907-5737-BAD2-DD9D333F8B40}"/>
                    </a:ext>
                  </a:extLst>
                </p:cNvPr>
                <p:cNvSpPr txBox="1"/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430602C5-2907-5737-BAD2-DD9D333F8B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785877EF-43E3-45BE-72AC-F053558FF0A7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785877EF-43E3-45BE-72AC-F053558FF0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8B5E5A56-0088-5466-ACE2-B6936CC2BBCE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8B5E5A56-0088-5466-ACE2-B6936CC2BB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C9D28C54-1601-115B-9AD3-ACC30A3AF803}"/>
                    </a:ext>
                  </a:extLst>
                </p:cNvPr>
                <p:cNvSpPr txBox="1"/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C9D28C54-1601-115B-9AD3-ACC30A3AF8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44F98504-DD1E-B2E8-D8D4-3943A595FD42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44F98504-DD1E-B2E8-D8D4-3943A595FD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3D62992E-350E-D4DB-A242-D6E809BF5C1F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3D62992E-350E-D4DB-A242-D6E809BF5C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D1B086F8-9C95-6FFA-6F4E-302964F9A0E2}"/>
                    </a:ext>
                  </a:extLst>
                </p:cNvPr>
                <p:cNvSpPr txBox="1"/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D1B086F8-9C95-6FFA-6F4E-302964F9A0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blipFill>
                  <a:blip r:embed="rId31"/>
                  <a:stretch>
                    <a:fillRect r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3CF9FBA-B09A-BF33-36BC-D51190BB669F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D87E65B6-1B7E-276D-1030-1770DFA85D96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D87E65B6-1B7E-276D-1030-1770DFA85D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FDB7EAC0-2CD4-571D-107F-CA5DD06C59F5}"/>
                    </a:ext>
                  </a:extLst>
                </p:cNvPr>
                <p:cNvSpPr txBox="1"/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FDB7EAC0-2CD4-571D-107F-CA5DD06C59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68961535-A1C3-0402-1CE2-E614515C7392}"/>
                    </a:ext>
                  </a:extLst>
                </p:cNvPr>
                <p:cNvSpPr txBox="1"/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68961535-A1C3-0402-1CE2-E614515C73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78C103A8-DB47-778A-5CE7-00D3D03C693D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ADEB0FAF-E7FE-FEFB-F276-31F55A8C3985}"/>
                    </a:ext>
                  </a:extLst>
                </p:cNvPr>
                <p:cNvSpPr txBox="1"/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ADEB0FAF-E7FE-FEFB-F276-31F55A8C39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CD210DE7-B585-7FCC-90F4-1249FF7F1339}"/>
                    </a:ext>
                  </a:extLst>
                </p:cNvPr>
                <p:cNvSpPr txBox="1"/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CD210DE7-B585-7FCC-90F4-1249FF7F13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C6AEC870-C176-D12E-BC41-1D70728AF0B2}"/>
                    </a:ext>
                  </a:extLst>
                </p:cNvPr>
                <p:cNvSpPr txBox="1"/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C6AEC870-C176-D12E-BC41-1D70728AF0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1D53D0AA-E647-1D55-F6BA-D5A7CE3322B0}"/>
                    </a:ext>
                  </a:extLst>
                </p:cNvPr>
                <p:cNvSpPr txBox="1"/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1D53D0AA-E647-1D55-F6BA-D5A7CE3322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2D9118BE-0C09-2500-56A0-C0AF60FE6EF1}"/>
              </a:ext>
            </a:extLst>
          </p:cNvPr>
          <p:cNvGrpSpPr/>
          <p:nvPr/>
        </p:nvGrpSpPr>
        <p:grpSpPr>
          <a:xfrm>
            <a:off x="2395904" y="1805080"/>
            <a:ext cx="1946179" cy="1784524"/>
            <a:chOff x="585073" y="2581414"/>
            <a:chExt cx="1946179" cy="1784524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3D4512BF-AB2E-7432-289C-B27BE4F31076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20797DE0-DD24-2598-0AAF-ECBABE3C4CA3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D7587B8D-FAE8-2B6A-4DEC-012EF5805F37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1EB22A31-A8FC-2F53-AE75-F0C4C503749D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C8DDADE4-7482-8F3E-5B52-BEB760525D6D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DCFF33D2-E6C4-6966-B5C2-7FFDE62A0A6B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DCFF33D2-E6C4-6966-B5C2-7FFDE62A0A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D8FCA081-E545-265A-5CC3-C2344DC46C8B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D8FCA081-E545-265A-5CC3-C2344DC46C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E7D4706D-74D0-C389-FEAD-CE23B5EED716}"/>
                    </a:ext>
                  </a:extLst>
                </p:cNvPr>
                <p:cNvSpPr txBox="1"/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E7D4706D-74D0-C389-FEAD-CE23B5EED7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F09B0A0A-286D-27D3-C32B-92889E5251FF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F09B0A0A-286D-27D3-C32B-92889E5251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F4C667EE-0F01-34B7-BDA8-53E6119F4795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F4C667EE-0F01-34B7-BDA8-53E6119F47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AE50AF75-0573-D96A-394B-9375B462CDCD}"/>
                    </a:ext>
                  </a:extLst>
                </p:cNvPr>
                <p:cNvSpPr txBox="1"/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AE50AF75-0573-D96A-394B-9375B462CD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33EEDBD1-EC68-82D1-8158-290097A78D69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33EEDBD1-EC68-82D1-8158-290097A78D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76EA3FDA-68B9-9A84-D05E-966ACC61EAAA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76EA3FDA-68B9-9A84-D05E-966ACC61EA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DDA4296E-22BB-6E76-35B2-C3F41D948A6A}"/>
                    </a:ext>
                  </a:extLst>
                </p:cNvPr>
                <p:cNvSpPr txBox="1"/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DDA4296E-22BB-6E76-35B2-C3F41D948A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blipFill>
                  <a:blip r:embed="rId47"/>
                  <a:stretch>
                    <a:fillRect r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C2A017C8-8DF9-B416-8332-0312AF046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AAB3640B-86C6-1F08-673D-753FB2A8DD2D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AAB3640B-86C6-1F08-673D-753FB2A8DD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48F7B0CD-6A3B-9DB1-A86D-2448171EFA1D}"/>
                    </a:ext>
                  </a:extLst>
                </p:cNvPr>
                <p:cNvSpPr txBox="1"/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48F7B0CD-6A3B-9DB1-A86D-2448171EFA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41EE7E0C-9793-AB3C-17DC-5E2D5BA612A5}"/>
                    </a:ext>
                  </a:extLst>
                </p:cNvPr>
                <p:cNvSpPr txBox="1"/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41EE7E0C-9793-AB3C-17DC-5E2D5BA612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E86BF69E-CA43-75A5-2A47-B14031232F0B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ADC27840-C2DF-191C-C527-8A141FB6922F}"/>
                    </a:ext>
                  </a:extLst>
                </p:cNvPr>
                <p:cNvSpPr txBox="1"/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ADC27840-C2DF-191C-C527-8A141FB692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2FFBBD30-90E7-DC8E-02FB-BBCC55C81030}"/>
                    </a:ext>
                  </a:extLst>
                </p:cNvPr>
                <p:cNvSpPr txBox="1"/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2FFBBD30-90E7-DC8E-02FB-BBCC55C810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AC30D440-23BC-BD0C-D97F-7081ABD5B4AC}"/>
                    </a:ext>
                  </a:extLst>
                </p:cNvPr>
                <p:cNvSpPr txBox="1"/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AC30D440-23BC-BD0C-D97F-7081ABD5B4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BF7EEBC1-EC0B-41D3-9B0E-04475BCEC839}"/>
                    </a:ext>
                  </a:extLst>
                </p:cNvPr>
                <p:cNvSpPr txBox="1"/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BF7EEBC1-EC0B-41D3-9B0E-04475BCEC8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45F5E25E-42DA-8491-F2E2-B4182A26235C}"/>
              </a:ext>
            </a:extLst>
          </p:cNvPr>
          <p:cNvGrpSpPr/>
          <p:nvPr/>
        </p:nvGrpSpPr>
        <p:grpSpPr>
          <a:xfrm>
            <a:off x="1543726" y="3820309"/>
            <a:ext cx="1059735" cy="896233"/>
            <a:chOff x="1980958" y="2952087"/>
            <a:chExt cx="1059735" cy="896233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79CF4F3F-5046-4B07-4E51-73E52FC20872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874CD0B1-2A48-BA54-AABA-6E6F362978BA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15B55C46-A14C-BF32-7604-4225A940EDE3}"/>
                  </a:ext>
                </a:extLst>
              </p:cNvPr>
              <p:cNvCxnSpPr>
                <a:stCxn id="143" idx="0"/>
                <a:endCxn id="143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187B7DE8-9CA4-F4AF-A1D5-F949A9CA4C75}"/>
                  </a:ext>
                </a:extLst>
              </p:cNvPr>
              <p:cNvCxnSpPr>
                <a:cxnSpLocks/>
                <a:endCxn id="143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CBF26385-EBB1-C912-C3F8-D4673B8F471E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CBF26385-EBB1-C912-C3F8-D4673B8F47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B41308F9-D600-4522-6F0D-F2889FD72AEC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B41308F9-D600-4522-6F0D-F2889FD72A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56"/>
                  <a:stretch>
                    <a:fillRect r="-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BD7C3025-ABC1-7B43-6390-F91AA389C81D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BD7C3025-ABC1-7B43-6390-F91AA389C8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57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4584AC47-18DF-B3B3-F587-8C8CA87F0D18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4584AC47-18DF-B3B3-F587-8C8CA87F0D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5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97466FA-8608-4A85-A4CC-112F95B0B49B}"/>
              </a:ext>
            </a:extLst>
          </p:cNvPr>
          <p:cNvGrpSpPr/>
          <p:nvPr/>
        </p:nvGrpSpPr>
        <p:grpSpPr>
          <a:xfrm>
            <a:off x="9807212" y="2663447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77DCEFE7-5439-602A-FD57-FD1442C6B8A9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33D8C8B4-4F0C-8D26-6C5A-48AA34987BC7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E6461D79-1F42-1F27-0A42-C6D3BD0D5084}"/>
                </a:ext>
              </a:extLst>
            </p:cNvPr>
            <p:cNvCxnSpPr>
              <a:cxnSpLocks/>
              <a:stCxn id="147" idx="1"/>
              <a:endCxn id="147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1FE21A77-11A0-30E9-5F6C-86487C0E89B9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1FE21A77-11A0-30E9-5F6C-86487C0E89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5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2A9B157A-ABE3-8D2D-6F7A-83A258EE68B4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2A9B157A-ABE3-8D2D-6F7A-83A258EE68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6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AF3C03BA-FC0A-0C3F-11D8-83D689776EE6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AF3C03BA-FC0A-0C3F-11D8-83D689776E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4BAA269A-7977-DFD3-70AE-07DC22F29C4F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E518E015-E0F9-482B-739E-D98FEAFD80E9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E518E015-E0F9-482B-739E-D98FEAFD80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6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2FC1FD30-CE59-65F5-225F-2EEE2900CD10}"/>
              </a:ext>
            </a:extLst>
          </p:cNvPr>
          <p:cNvGrpSpPr/>
          <p:nvPr/>
        </p:nvGrpSpPr>
        <p:grpSpPr>
          <a:xfrm>
            <a:off x="10353733" y="2664149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4A6B8CEF-6F1D-3446-4D77-4989C6CC7398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F5F5F2EF-85C2-8B62-F252-F4A2A1E959A8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FF416CC0-2196-A155-8984-F11553C0879A}"/>
                </a:ext>
              </a:extLst>
            </p:cNvPr>
            <p:cNvCxnSpPr>
              <a:cxnSpLocks/>
              <a:stCxn id="156" idx="1"/>
              <a:endCxn id="156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5A496EE6-1B41-E468-6C96-920BFB19CECE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5A496EE6-1B41-E468-6C96-920BFB19CE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6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26B17AF2-D04C-069A-6CCF-50DDE8F47819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26B17AF2-D04C-069A-6CCF-50DDE8F478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6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35687F99-7CEF-9026-5912-ED10CD30FB7E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35687F99-7CEF-9026-5912-ED10CD30FB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05B062B0-7B81-1170-4806-DFF2AA3F31E6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10AFE4A9-B697-A4F7-D390-34B8A2CD22B6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10AFE4A9-B697-A4F7-D390-34B8A2CD22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6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1CB761E3-FF43-B4DD-3C7D-AA3F75B23367}"/>
              </a:ext>
            </a:extLst>
          </p:cNvPr>
          <p:cNvGrpSpPr/>
          <p:nvPr/>
        </p:nvGrpSpPr>
        <p:grpSpPr>
          <a:xfrm>
            <a:off x="10906116" y="2667555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2771D93B-AC62-AC5B-AB62-355E2345664B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F95068C1-8640-E507-F5DC-7DDA81351197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F0FF63EC-02AC-14EB-258E-E8A0A6454B0A}"/>
                </a:ext>
              </a:extLst>
            </p:cNvPr>
            <p:cNvCxnSpPr>
              <a:cxnSpLocks/>
              <a:stCxn id="165" idx="1"/>
              <a:endCxn id="165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F528E406-7B8E-A77D-A2DC-C149381697F3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F528E406-7B8E-A77D-A2DC-C149381697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6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FFFD6633-472E-E4AD-AD84-64A92DD4A607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FFFD6633-472E-E4AD-AD84-64A92DD4A6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blipFill>
                  <a:blip r:embed="rId6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A7979F76-9DC4-73F3-B6AD-C3733B9F6B2D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A7979F76-9DC4-73F3-B6AD-C3733B9F6B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97C899F3-510E-7698-361F-2C4938D1CBA5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9B516D09-5CB3-DF2B-5F93-7D252FF2D6EC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9B516D09-5CB3-DF2B-5F93-7D252FF2D6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blipFill>
                  <a:blip r:embed="rId7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8B0A1B4A-107F-5551-A20C-77CDBB867D25}"/>
              </a:ext>
            </a:extLst>
          </p:cNvPr>
          <p:cNvGrpSpPr/>
          <p:nvPr/>
        </p:nvGrpSpPr>
        <p:grpSpPr>
          <a:xfrm>
            <a:off x="7711466" y="5602779"/>
            <a:ext cx="1065058" cy="499397"/>
            <a:chOff x="1980958" y="2952087"/>
            <a:chExt cx="1065058" cy="499397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D690A7D7-3783-C6A0-F010-F607043406CF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13CD4191-9E20-F95F-1DE0-890397AEAE28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E0333C83-121F-AB6E-CA93-7549E4AE0F49}"/>
                  </a:ext>
                </a:extLst>
              </p:cNvPr>
              <p:cNvCxnSpPr>
                <a:cxnSpLocks/>
                <a:stCxn id="178" idx="0"/>
                <a:endCxn id="178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AAAD112A-4633-F1F6-DBDB-C7D013E9C93F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AAAD112A-4633-F1F6-DBDB-C7D013E9C9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7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B26035BF-FF1F-1E1A-48B8-4FC01E1D5CD7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B26035BF-FF1F-1E1A-48B8-4FC01E1D5C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9D431061-6E86-00CA-E748-7513100ED672}"/>
              </a:ext>
            </a:extLst>
          </p:cNvPr>
          <p:cNvGrpSpPr/>
          <p:nvPr/>
        </p:nvGrpSpPr>
        <p:grpSpPr>
          <a:xfrm>
            <a:off x="8768951" y="5607319"/>
            <a:ext cx="1065058" cy="499397"/>
            <a:chOff x="1980958" y="2952087"/>
            <a:chExt cx="1065058" cy="499397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9C17A21F-1B87-E8FB-4926-2E413AC67AA4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3A1F9316-45A5-9015-7B47-F9F91A55CDE3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35D1660A-04B0-F918-5E96-D778ADA700B4}"/>
                  </a:ext>
                </a:extLst>
              </p:cNvPr>
              <p:cNvCxnSpPr>
                <a:cxnSpLocks/>
                <a:stCxn id="184" idx="0"/>
                <a:endCxn id="184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9B76B030-D97E-9E44-2660-75648167EED8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9B76B030-D97E-9E44-2660-75648167EE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7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21F5785F-DA3E-4A39-3D2F-086328032EF3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21F5785F-DA3E-4A39-3D2F-086328032E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86FEC61-14C4-56D5-E9C1-481738C26421}"/>
              </a:ext>
            </a:extLst>
          </p:cNvPr>
          <p:cNvGrpSpPr/>
          <p:nvPr/>
        </p:nvGrpSpPr>
        <p:grpSpPr>
          <a:xfrm>
            <a:off x="206416" y="4883762"/>
            <a:ext cx="1059735" cy="896233"/>
            <a:chOff x="1980958" y="2952087"/>
            <a:chExt cx="1059735" cy="896233"/>
          </a:xfrm>
          <a:pattFill prst="lgCheck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97F11E8-B1AF-A382-E136-6F1DC88DA787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1F717EC-CA41-3ABD-7B0E-95696ECD58BA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A7D7EF23-3A69-D83D-A48E-8F747B5F8C18}"/>
                  </a:ext>
                </a:extLst>
              </p:cNvPr>
              <p:cNvCxnSpPr>
                <a:stCxn id="19" idx="0"/>
                <a:endCxn id="19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1F974BFD-7D4F-C72D-1E5F-BDC8FCFE2A6C}"/>
                  </a:ext>
                </a:extLst>
              </p:cNvPr>
              <p:cNvCxnSpPr>
                <a:cxnSpLocks/>
                <a:endCxn id="19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65D8FE1-6A7F-E4B8-4C39-01145F15BBF9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65D8FE1-6A7F-E4B8-4C39-01145F15BB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7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212E872-BE86-1995-F895-D0773AD943E0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212E872-BE86-1995-F895-D0773AD943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7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ED5459D-B118-3478-7BC0-321B33D2753D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ED5459D-B118-3478-7BC0-321B33D275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77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78AFE18-CC4D-7AD6-D1E1-4EBEAC729773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78AFE18-CC4D-7AD6-D1E1-4EBEAC7297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7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D826771-DEE8-7F55-5C65-781929923935}"/>
              </a:ext>
            </a:extLst>
          </p:cNvPr>
          <p:cNvGrpSpPr/>
          <p:nvPr/>
        </p:nvGrpSpPr>
        <p:grpSpPr>
          <a:xfrm>
            <a:off x="5562600" y="6109479"/>
            <a:ext cx="1065058" cy="499397"/>
            <a:chOff x="1980958" y="2952087"/>
            <a:chExt cx="1065058" cy="499397"/>
          </a:xfrm>
          <a:pattFill prst="sphere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03B28A4-0541-7732-1379-6B6ED8B2E583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812EB31-C727-B75B-B794-A7F2BEAE9CDF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CC8CE738-E3D2-A72F-A4DE-4D788DD9E9A8}"/>
                  </a:ext>
                </a:extLst>
              </p:cNvPr>
              <p:cNvCxnSpPr>
                <a:cxnSpLocks/>
                <a:stCxn id="26" idx="0"/>
                <a:endCxn id="26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BB8D473-C26C-E05C-F068-9324D9271ED0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BB8D473-C26C-E05C-F068-9324D9271E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7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81FE749-FC7B-C2D0-977D-1E559127A0D6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81FE749-FC7B-C2D0-977D-1E559127A0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97736CC-20DB-05E4-DDAB-183FED251344}"/>
              </a:ext>
            </a:extLst>
          </p:cNvPr>
          <p:cNvGrpSpPr/>
          <p:nvPr/>
        </p:nvGrpSpPr>
        <p:grpSpPr>
          <a:xfrm>
            <a:off x="6620085" y="6114019"/>
            <a:ext cx="1065058" cy="499397"/>
            <a:chOff x="1980958" y="2952087"/>
            <a:chExt cx="1065058" cy="499397"/>
          </a:xfrm>
          <a:pattFill prst="sphere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52BEF3D-8BC4-D1EA-4C6A-9AB48BAFA710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11BB625-7C5E-C8FE-26A3-203829FE033A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99F1BD37-127A-7F72-93A8-92C3EB8A8467}"/>
                  </a:ext>
                </a:extLst>
              </p:cNvPr>
              <p:cNvCxnSpPr>
                <a:cxnSpLocks/>
                <a:stCxn id="32" idx="0"/>
                <a:endCxn id="32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F9A700C-2CEF-ABAC-6297-D1FAB0015A30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F9A700C-2CEF-ABAC-6297-D1FAB0015A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8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AAA55070-3252-35F7-D69F-557B090B4149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AAA55070-3252-35F7-D69F-557B090B41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B105663-0C2B-29E3-B91A-372C4A2D9FDD}"/>
              </a:ext>
            </a:extLst>
          </p:cNvPr>
          <p:cNvGrpSpPr/>
          <p:nvPr/>
        </p:nvGrpSpPr>
        <p:grpSpPr>
          <a:xfrm>
            <a:off x="1543726" y="4887572"/>
            <a:ext cx="1059735" cy="896233"/>
            <a:chOff x="1980958" y="2952087"/>
            <a:chExt cx="1059735" cy="896233"/>
          </a:xfrm>
          <a:pattFill prst="lgCheck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CE6A626-6521-23AA-DE4F-5D890D669D99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821D793C-EF00-B026-9D56-04CCE2FDD712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054303E4-A7DD-593A-0481-BEAAF1681FEF}"/>
                  </a:ext>
                </a:extLst>
              </p:cNvPr>
              <p:cNvCxnSpPr>
                <a:stCxn id="82" idx="0"/>
                <a:endCxn id="82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5B9C3803-0221-8A6B-E19B-FF756205F78E}"/>
                  </a:ext>
                </a:extLst>
              </p:cNvPr>
              <p:cNvCxnSpPr>
                <a:cxnSpLocks/>
                <a:endCxn id="82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EEF179EC-EB94-BC3A-D424-50D8B1534AD6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EEF179EC-EB94-BC3A-D424-50D8B1534A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8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F739EB00-798E-8057-6091-E0700A79B0E7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F739EB00-798E-8057-6091-E0700A79B0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84"/>
                  <a:stretch>
                    <a:fillRect r="-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EC1DA6AF-1789-418A-56EA-F17C764E1F95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EC1DA6AF-1789-418A-56EA-F17C764E1F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85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F926AE54-A0ED-9DCB-72E6-6E726258F160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F926AE54-A0ED-9DCB-72E6-6E726258F1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8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90E39C26-2A52-3AC8-6358-DCBF028AB9C1}"/>
              </a:ext>
            </a:extLst>
          </p:cNvPr>
          <p:cNvGrpSpPr/>
          <p:nvPr/>
        </p:nvGrpSpPr>
        <p:grpSpPr>
          <a:xfrm>
            <a:off x="7708900" y="6115829"/>
            <a:ext cx="1065058" cy="499397"/>
            <a:chOff x="1980958" y="2952087"/>
            <a:chExt cx="1065058" cy="499397"/>
          </a:xfrm>
          <a:pattFill prst="sphere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3B8988A0-CB4D-6C3D-3978-E5455537E967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D975A4F4-D251-D30D-8268-81E62CA07458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551C2BE9-D2C7-71B9-C83F-E1F939EC8245}"/>
                  </a:ext>
                </a:extLst>
              </p:cNvPr>
              <p:cNvCxnSpPr>
                <a:cxnSpLocks/>
                <a:stCxn id="110" idx="0"/>
                <a:endCxn id="11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A7DFC85E-2947-CDBC-DF51-C6BFEAC212E8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A7DFC85E-2947-CDBC-DF51-C6BFEAC212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8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EAC63B74-1A53-DAD8-37AE-92274A854DDC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EAC63B74-1A53-DAD8-37AE-92274A854D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F2C68D73-7AA1-97F1-9036-8B4B628CD2EE}"/>
              </a:ext>
            </a:extLst>
          </p:cNvPr>
          <p:cNvGrpSpPr/>
          <p:nvPr/>
        </p:nvGrpSpPr>
        <p:grpSpPr>
          <a:xfrm>
            <a:off x="8766385" y="6120369"/>
            <a:ext cx="1065058" cy="499397"/>
            <a:chOff x="1980958" y="2952087"/>
            <a:chExt cx="1065058" cy="499397"/>
          </a:xfrm>
          <a:pattFill prst="sphere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7DC7D553-C5F5-495E-B53A-6F2901B8B4CB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EAEC1B0E-8452-787E-967A-EB9AF663A4C7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A1982E78-29FE-9C0E-B4E0-C9DEDF8D1C9F}"/>
                  </a:ext>
                </a:extLst>
              </p:cNvPr>
              <p:cNvCxnSpPr>
                <a:cxnSpLocks/>
                <a:stCxn id="190" idx="0"/>
                <a:endCxn id="19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EE6BE29E-8A6B-B5C0-FFA0-34ACE7647EB8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EE6BE29E-8A6B-B5C0-FFA0-34ACE7647E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8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B974D681-90B5-676F-96B0-460756D8E4CE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B974D681-90B5-676F-96B0-460756D8E4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9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3" name="TextBox 192">
            <a:extLst>
              <a:ext uri="{FF2B5EF4-FFF2-40B4-BE49-F238E27FC236}">
                <a16:creationId xmlns:a16="http://schemas.microsoft.com/office/drawing/2014/main" id="{BD60F36A-E1DB-D14B-0DAA-E614A54A5C3C}"/>
              </a:ext>
            </a:extLst>
          </p:cNvPr>
          <p:cNvSpPr txBox="1"/>
          <p:nvPr/>
        </p:nvSpPr>
        <p:spPr>
          <a:xfrm>
            <a:off x="3260727" y="4528066"/>
            <a:ext cx="958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DRAM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AB1DAD5-5296-7DA5-589F-A02ECB0AAA0C}"/>
              </a:ext>
            </a:extLst>
          </p:cNvPr>
          <p:cNvSpPr/>
          <p:nvPr/>
        </p:nvSpPr>
        <p:spPr>
          <a:xfrm>
            <a:off x="7600950" y="5467350"/>
            <a:ext cx="1244600" cy="127635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A9ACDA35-577B-EC9F-C28F-9D8444CC7F34}"/>
              </a:ext>
            </a:extLst>
          </p:cNvPr>
          <p:cNvSpPr/>
          <p:nvPr/>
        </p:nvSpPr>
        <p:spPr>
          <a:xfrm>
            <a:off x="9709150" y="2617252"/>
            <a:ext cx="1244600" cy="98425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83440C55-CA1E-A8C7-334D-4367F34CD00C}"/>
              </a:ext>
            </a:extLst>
          </p:cNvPr>
          <p:cNvSpPr/>
          <p:nvPr/>
        </p:nvSpPr>
        <p:spPr>
          <a:xfrm>
            <a:off x="1466850" y="3795594"/>
            <a:ext cx="1244600" cy="48895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435C6EC8-D9F2-9069-E246-0CC66DCF82D9}"/>
              </a:ext>
            </a:extLst>
          </p:cNvPr>
          <p:cNvSpPr/>
          <p:nvPr/>
        </p:nvSpPr>
        <p:spPr>
          <a:xfrm>
            <a:off x="1466850" y="4849694"/>
            <a:ext cx="1244600" cy="48895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9954EFA6-977D-7EFD-5A13-B14F2C86DB38}"/>
              </a:ext>
            </a:extLst>
          </p:cNvPr>
          <p:cNvSpPr/>
          <p:nvPr/>
        </p:nvSpPr>
        <p:spPr>
          <a:xfrm>
            <a:off x="2292350" y="1840984"/>
            <a:ext cx="1746250" cy="48895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A9C1756F-0FED-F0D6-EAF7-DDFBD802E85A}"/>
              </a:ext>
            </a:extLst>
          </p:cNvPr>
          <p:cNvSpPr txBox="1"/>
          <p:nvPr/>
        </p:nvSpPr>
        <p:spPr>
          <a:xfrm>
            <a:off x="5057775" y="4629666"/>
            <a:ext cx="1885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Shared Memory/Cache</a:t>
            </a:r>
          </a:p>
        </p:txBody>
      </p:sp>
      <p:sp>
        <p:nvSpPr>
          <p:cNvPr id="196" name="Arrow: Right 195">
            <a:extLst>
              <a:ext uri="{FF2B5EF4-FFF2-40B4-BE49-F238E27FC236}">
                <a16:creationId xmlns:a16="http://schemas.microsoft.com/office/drawing/2014/main" id="{F8234EFF-7E44-AC20-A14B-5E7A4E1A9F2E}"/>
              </a:ext>
            </a:extLst>
          </p:cNvPr>
          <p:cNvSpPr/>
          <p:nvPr/>
        </p:nvSpPr>
        <p:spPr>
          <a:xfrm>
            <a:off x="5308600" y="3296191"/>
            <a:ext cx="2032000" cy="85670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60063556-EE30-0C50-D379-6213D69ECBA4}"/>
              </a:ext>
            </a:extLst>
          </p:cNvPr>
          <p:cNvSpPr txBox="1"/>
          <p:nvPr/>
        </p:nvSpPr>
        <p:spPr>
          <a:xfrm>
            <a:off x="7902575" y="969059"/>
            <a:ext cx="1885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Shared Memory/Cache</a:t>
            </a:r>
          </a:p>
        </p:txBody>
      </p:sp>
    </p:spTree>
    <p:extLst>
      <p:ext uri="{BB962C8B-B14F-4D97-AF65-F5344CB8AC3E}">
        <p14:creationId xmlns:p14="http://schemas.microsoft.com/office/powerpoint/2010/main" val="35987495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EDF12-7B4B-CBF4-6A8D-7B63CE543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3D7CB-4057-558D-14AD-9270C8F0C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Im2col Algorithm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A2C8BD6-B8B8-8234-0BC8-AE3A69CFB542}"/>
              </a:ext>
            </a:extLst>
          </p:cNvPr>
          <p:cNvGrpSpPr/>
          <p:nvPr/>
        </p:nvGrpSpPr>
        <p:grpSpPr>
          <a:xfrm>
            <a:off x="206416" y="3816499"/>
            <a:ext cx="1059735" cy="896233"/>
            <a:chOff x="1980958" y="2952087"/>
            <a:chExt cx="1059735" cy="896233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FFDBDD6-58A4-CA40-1DD4-20FA15D34A2B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A60640A-F1F7-6976-1438-DDC95A5C29C4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070257C-AFE5-46E3-08F7-FB915A4E63BD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6002C9A-E9F7-AC3B-8AD4-FA3642920280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0698EF21-7E30-7019-9F86-86C91740CB07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0698EF21-7E30-7019-9F86-86C91740CB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E44D1F2-0C4C-1806-624C-67E9E3682ABD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E44D1F2-0C4C-1806-624C-67E9E3682A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A16CB6D-BC5D-46DB-CCAD-02DD73612BCD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A16CB6D-BC5D-46DB-CCAD-02DD73612B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B422B9B-B7A8-AAEB-8E86-4013AB11F306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B422B9B-B7A8-AAEB-8E86-4013AB11F3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39A3AFA-E271-F5E8-2878-4FB11BFDCFB7}"/>
              </a:ext>
            </a:extLst>
          </p:cNvPr>
          <p:cNvGrpSpPr/>
          <p:nvPr/>
        </p:nvGrpSpPr>
        <p:grpSpPr>
          <a:xfrm>
            <a:off x="9800665" y="868860"/>
            <a:ext cx="552468" cy="1776719"/>
            <a:chOff x="585073" y="2591561"/>
            <a:chExt cx="552468" cy="1776719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4B04A19-AB96-584B-959C-70570B809554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4EA342F-94C0-282D-815A-1642DADDAC7C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28FC659-6369-E662-BB71-5F5CBA3E6ECB}"/>
                </a:ext>
              </a:extLst>
            </p:cNvPr>
            <p:cNvCxnSpPr>
              <a:cxnSpLocks/>
              <a:stCxn id="39" idx="1"/>
              <a:endCxn id="3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AF14F1A9-B792-2D8B-1837-940FAAB95E68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AF14F1A9-B792-2D8B-1837-940FAAB95E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EA69D08A-4385-A648-CD64-FD0EFF6265E1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EA69D08A-4385-A648-CD64-FD0EFF6265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3461403-AC1A-413C-2A24-432ADCB23BCA}"/>
                    </a:ext>
                  </a:extLst>
                </p:cNvPr>
                <p:cNvSpPr txBox="1"/>
                <p:nvPr/>
              </p:nvSpPr>
              <p:spPr>
                <a:xfrm>
                  <a:off x="631489" y="353230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3461403-AC1A-413C-2A24-432ADCB23B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32301"/>
                  <a:ext cx="41953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13AD6B9-0DC9-79C0-180D-B3C7CF68DF62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8CB37675-6E87-8666-1DB5-D4118E24D334}"/>
                    </a:ext>
                  </a:extLst>
                </p:cNvPr>
                <p:cNvSpPr txBox="1"/>
                <p:nvPr/>
              </p:nvSpPr>
              <p:spPr>
                <a:xfrm>
                  <a:off x="625541" y="39989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8CB37675-6E87-8666-1DB5-D4118E24D3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98948"/>
                  <a:ext cx="419538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84663FA-9D80-3D03-C03F-87288A1C9C02}"/>
              </a:ext>
            </a:extLst>
          </p:cNvPr>
          <p:cNvGrpSpPr/>
          <p:nvPr/>
        </p:nvGrpSpPr>
        <p:grpSpPr>
          <a:xfrm>
            <a:off x="10347186" y="869562"/>
            <a:ext cx="552468" cy="1774377"/>
            <a:chOff x="585073" y="2591561"/>
            <a:chExt cx="552468" cy="177437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9BA36F2-4047-83A6-EB87-AA72D1E8602C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9D69DD8-42BC-03E8-CD96-954217D9A383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0D97139-6D07-09C9-D4F2-F97986953587}"/>
                </a:ext>
              </a:extLst>
            </p:cNvPr>
            <p:cNvCxnSpPr>
              <a:cxnSpLocks/>
              <a:stCxn id="40" idx="1"/>
              <a:endCxn id="40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95B9B893-01F1-22AF-9B4F-A12315AA92CA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95B9B893-01F1-22AF-9B4F-A12315AA92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831D0338-9449-6F37-FB6D-5D6E6BE110AB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831D0338-9449-6F37-FB6D-5D6E6BE110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95ED4DD-131E-5152-3544-6371CDA239D0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95ED4DD-131E-5152-3544-6371CDA239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096C28EE-24F7-2736-5D44-7B40989F939E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B3961491-9DC7-03F9-5844-E4DF8D3E753E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B3961491-9DC7-03F9-5844-E4DF8D3E75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8056B2F-B201-9354-A644-844798AD9487}"/>
              </a:ext>
            </a:extLst>
          </p:cNvPr>
          <p:cNvGrpSpPr/>
          <p:nvPr/>
        </p:nvGrpSpPr>
        <p:grpSpPr>
          <a:xfrm>
            <a:off x="10899569" y="872968"/>
            <a:ext cx="552468" cy="1774377"/>
            <a:chOff x="585073" y="2591561"/>
            <a:chExt cx="552468" cy="177437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F4AEE88-C2E4-B224-0B92-43504FF8920B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63EF091-D4DB-E3BD-C2DC-CFDACD83EC71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73484D2A-8664-8B0E-9741-5DC881695853}"/>
                </a:ext>
              </a:extLst>
            </p:cNvPr>
            <p:cNvCxnSpPr>
              <a:cxnSpLocks/>
              <a:stCxn id="54" idx="1"/>
              <a:endCxn id="54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F501C55-D187-9B99-50FF-3A832CDD4D98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F501C55-D187-9B99-50FF-3A832CDD4D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06671786-D14F-C117-7EF8-E151D65ECEF0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06671786-D14F-C117-7EF8-E151D65ECE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8F4E6ED2-E34B-7C1A-4331-3E5239FD7B5A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8F4E6ED2-E34B-7C1A-4331-3E5239FD7B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1B7D4759-2A2E-9380-559C-9972CEA63BFB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CA9F6439-DDFA-9942-4ED6-423222723EF9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CA9F6439-DDFA-9942-4ED6-423222723E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A90C264-2170-04B3-E106-1ABF64D06461}"/>
              </a:ext>
            </a:extLst>
          </p:cNvPr>
          <p:cNvGrpSpPr/>
          <p:nvPr/>
        </p:nvGrpSpPr>
        <p:grpSpPr>
          <a:xfrm>
            <a:off x="5565166" y="5596429"/>
            <a:ext cx="1065058" cy="499397"/>
            <a:chOff x="1980958" y="2952087"/>
            <a:chExt cx="1065058" cy="499397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43994E7A-CFD1-56B5-C681-E46CA489F7E9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721A2FFB-8BE2-4A9C-4ACA-BE6F91963CB2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463906F4-DA77-57A7-0396-F473026C5504}"/>
                  </a:ext>
                </a:extLst>
              </p:cNvPr>
              <p:cNvCxnSpPr>
                <a:cxnSpLocks/>
                <a:stCxn id="72" idx="0"/>
                <a:endCxn id="72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CF949A31-5B3F-3F38-ADA7-143E1430142F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CF949A31-5B3F-3F38-ADA7-143E143014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D19C5B39-1D98-DA1C-8F49-51D2C9406BA2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D19C5B39-1D98-DA1C-8F49-51D2C9406B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B87D540-23E0-6F8B-E3CB-B8B1DFA7078D}"/>
              </a:ext>
            </a:extLst>
          </p:cNvPr>
          <p:cNvGrpSpPr/>
          <p:nvPr/>
        </p:nvGrpSpPr>
        <p:grpSpPr>
          <a:xfrm>
            <a:off x="6622651" y="5600969"/>
            <a:ext cx="1065058" cy="499397"/>
            <a:chOff x="1980958" y="2952087"/>
            <a:chExt cx="1065058" cy="499397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6D2C35CC-817C-21EC-468A-DF77B206C8C4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B47F5B66-0217-9FA2-757C-EBF20B6F6AF5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A9AB96AD-C0AA-F313-9602-8371AE3DE4A1}"/>
                  </a:ext>
                </a:extLst>
              </p:cNvPr>
              <p:cNvCxnSpPr>
                <a:cxnSpLocks/>
                <a:stCxn id="80" idx="0"/>
                <a:endCxn id="8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6597B053-F5BD-F094-813A-C43F5CE30633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6597B053-F5BD-F094-813A-C43F5CE306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223D538C-E288-0D22-3490-3AAB4B7F50B7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223D538C-E288-0D22-3490-3AAB4B7F50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3DE1156-CA7E-5113-91B6-7DC0A35CF565}"/>
              </a:ext>
            </a:extLst>
          </p:cNvPr>
          <p:cNvGrpSpPr/>
          <p:nvPr/>
        </p:nvGrpSpPr>
        <p:grpSpPr>
          <a:xfrm>
            <a:off x="228876" y="1805080"/>
            <a:ext cx="1946179" cy="1784524"/>
            <a:chOff x="585073" y="2581414"/>
            <a:chExt cx="1946179" cy="178452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7674455E-EA1D-E0D7-7324-F08D8C974C54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4790E2D-E764-7CFB-E910-1DBBBCDDDEE3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C0B925F-F568-4F50-ECC9-5448EAA28628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357E5169-4BD3-AC4A-09BD-79173B6577BD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23C164D9-D265-4E0F-8B16-33A91C27F20B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9882081F-CF7B-05D7-0A02-C20AB96CA7BC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9882081F-CF7B-05D7-0A02-C20AB96CA7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AA75BFE2-BB23-CEF6-4857-E9BE1B15B0F8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AA75BFE2-BB23-CEF6-4857-E9BE1B15B0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9756E3BC-6549-6744-3CB2-1A330473BADE}"/>
                    </a:ext>
                  </a:extLst>
                </p:cNvPr>
                <p:cNvSpPr txBox="1"/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9756E3BC-6549-6744-3CB2-1A330473BA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AB85A076-07E5-66B7-6C14-EEE839D21DD8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AB85A076-07E5-66B7-6C14-EEE839D21D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BBB46816-1DD6-9E74-A3BC-485AC85BB096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BBB46816-1DD6-9E74-A3BC-485AC85BB0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C9342B74-526D-5724-F256-214617967B80}"/>
                    </a:ext>
                  </a:extLst>
                </p:cNvPr>
                <p:cNvSpPr txBox="1"/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C9342B74-526D-5724-F256-214617967B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66B7F62A-63D4-70A0-0CFF-EEC326E98F5E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66B7F62A-63D4-70A0-0CFF-EEC326E98F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6CCD9B81-1C02-B14B-DDBF-08718C352DA8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6CCD9B81-1C02-B14B-DDBF-08718C352D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5629007B-3A26-B72C-60D6-86B5ADD9B15D}"/>
                    </a:ext>
                  </a:extLst>
                </p:cNvPr>
                <p:cNvSpPr txBox="1"/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5629007B-3A26-B72C-60D6-86B5ADD9B1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blipFill>
                  <a:blip r:embed="rId31"/>
                  <a:stretch>
                    <a:fillRect r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3E0E6CF-C94F-DD9C-241B-B1DC6D17CBFB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2240BB1E-DB4B-F0E6-9179-C6A7805929D4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2240BB1E-DB4B-F0E6-9179-C6A7805929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ACE82556-AB80-3551-3281-A407B76B6750}"/>
                    </a:ext>
                  </a:extLst>
                </p:cNvPr>
                <p:cNvSpPr txBox="1"/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ACE82556-AB80-3551-3281-A407B76B67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5089F136-492C-E6A8-BC8D-D7E4AA2D52A6}"/>
                    </a:ext>
                  </a:extLst>
                </p:cNvPr>
                <p:cNvSpPr txBox="1"/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5089F136-492C-E6A8-BC8D-D7E4AA2D52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B8C71510-E2DD-8C16-7189-45E3674AE43A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3E02EF51-72EC-DD40-8A3A-56AD85E1C6F1}"/>
                    </a:ext>
                  </a:extLst>
                </p:cNvPr>
                <p:cNvSpPr txBox="1"/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3E02EF51-72EC-DD40-8A3A-56AD85E1C6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3759DD8D-A4C5-34EA-7C70-515EC69444BB}"/>
                    </a:ext>
                  </a:extLst>
                </p:cNvPr>
                <p:cNvSpPr txBox="1"/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3759DD8D-A4C5-34EA-7C70-515EC69444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329D6DDD-6501-B531-758B-37B535C81485}"/>
                    </a:ext>
                  </a:extLst>
                </p:cNvPr>
                <p:cNvSpPr txBox="1"/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329D6DDD-6501-B531-758B-37B535C814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13C4CEB2-AE05-01A4-9231-C80FE474AA67}"/>
                    </a:ext>
                  </a:extLst>
                </p:cNvPr>
                <p:cNvSpPr txBox="1"/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13C4CEB2-AE05-01A4-9231-C80FE474AA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27601A87-4A78-665E-0E0C-172E58BC2C8E}"/>
              </a:ext>
            </a:extLst>
          </p:cNvPr>
          <p:cNvGrpSpPr/>
          <p:nvPr/>
        </p:nvGrpSpPr>
        <p:grpSpPr>
          <a:xfrm>
            <a:off x="2395904" y="1805080"/>
            <a:ext cx="1946179" cy="1784524"/>
            <a:chOff x="585073" y="2581414"/>
            <a:chExt cx="1946179" cy="1784524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816793D1-520B-57A7-0070-DBBE41C4987E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77E6B95C-A4F0-C4C8-CF08-367A33528234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D21BCDC2-2D7E-AABA-4371-53D0896A741C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509B10C6-AADC-1A64-58FA-47961E3FDBC7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E1EFF9BC-16F4-39E1-4E78-6EECE8594E50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207D0231-6F45-3108-69EC-F6527C817D28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207D0231-6F45-3108-69EC-F6527C817D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96189D58-8CF9-CCBC-D715-4FB167D8DBB3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96189D58-8CF9-CCBC-D715-4FB167D8DB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2B430946-5864-387E-B408-A01790734BC1}"/>
                    </a:ext>
                  </a:extLst>
                </p:cNvPr>
                <p:cNvSpPr txBox="1"/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2B430946-5864-387E-B408-A01790734B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A0BB3C47-17FB-3610-4242-2F3BFC659251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A0BB3C47-17FB-3610-4242-2F3BFC6592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AC08B8FB-52BC-6413-8CC1-7D8D94E4B271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AC08B8FB-52BC-6413-8CC1-7D8D94E4B2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0DE994E6-9299-AC91-26E5-DFA28E6DFDBE}"/>
                    </a:ext>
                  </a:extLst>
                </p:cNvPr>
                <p:cNvSpPr txBox="1"/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0DE994E6-9299-AC91-26E5-DFA28E6DFD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83EA9B2A-87B2-5651-9E17-95FC46975B46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83EA9B2A-87B2-5651-9E17-95FC46975B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24BEB375-7939-052A-F2D4-52F776130434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24BEB375-7939-052A-F2D4-52F7761304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FDACAE51-4034-8776-32F1-C2BE884D443D}"/>
                    </a:ext>
                  </a:extLst>
                </p:cNvPr>
                <p:cNvSpPr txBox="1"/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FDACAE51-4034-8776-32F1-C2BE884D44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blipFill>
                  <a:blip r:embed="rId47"/>
                  <a:stretch>
                    <a:fillRect r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4363D2F9-A3C2-A411-0955-A6987E5C0E34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1A6A211E-22B9-FFA6-BDBF-3D6934C6BF20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1A6A211E-22B9-FFA6-BDBF-3D6934C6BF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F9A0B001-91C6-D86E-BFD9-371EBBF7DD01}"/>
                    </a:ext>
                  </a:extLst>
                </p:cNvPr>
                <p:cNvSpPr txBox="1"/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F9A0B001-91C6-D86E-BFD9-371EBBF7DD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F20AD905-EC56-3885-A1CB-366A0DD4BC97}"/>
                    </a:ext>
                  </a:extLst>
                </p:cNvPr>
                <p:cNvSpPr txBox="1"/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F20AD905-EC56-3885-A1CB-366A0DD4BC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8C46D6F9-0024-8A22-57EB-AE24DFF997E6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99209306-EDF3-47B6-8E87-C91C68AA642B}"/>
                    </a:ext>
                  </a:extLst>
                </p:cNvPr>
                <p:cNvSpPr txBox="1"/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99209306-EDF3-47B6-8E87-C91C68AA64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E9B93EFE-D4D6-3F70-DF5E-653F9CEFD905}"/>
                    </a:ext>
                  </a:extLst>
                </p:cNvPr>
                <p:cNvSpPr txBox="1"/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E9B93EFE-D4D6-3F70-DF5E-653F9CEFD9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82B57A94-65FB-D423-638A-CA077381D976}"/>
                    </a:ext>
                  </a:extLst>
                </p:cNvPr>
                <p:cNvSpPr txBox="1"/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82B57A94-65FB-D423-638A-CA077381D9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1076E4F8-8FE1-5E88-0601-4106C9FC829C}"/>
                    </a:ext>
                  </a:extLst>
                </p:cNvPr>
                <p:cNvSpPr txBox="1"/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1076E4F8-8FE1-5E88-0601-4106C9FC82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20177642-DB32-0984-5B90-DE01C562939E}"/>
              </a:ext>
            </a:extLst>
          </p:cNvPr>
          <p:cNvGrpSpPr/>
          <p:nvPr/>
        </p:nvGrpSpPr>
        <p:grpSpPr>
          <a:xfrm>
            <a:off x="1543726" y="3820309"/>
            <a:ext cx="1059735" cy="896233"/>
            <a:chOff x="1980958" y="2952087"/>
            <a:chExt cx="1059735" cy="896233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D5463DA2-10F3-3778-51E0-9F8EAE61607B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E7BEA04E-1F83-CCA0-2A59-EAD2CB1F46C8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90716B8F-88F2-AF2C-7B83-1E03CEA4AA7D}"/>
                  </a:ext>
                </a:extLst>
              </p:cNvPr>
              <p:cNvCxnSpPr>
                <a:stCxn id="143" idx="0"/>
                <a:endCxn id="143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B767518F-62A4-BE13-730D-E0755C79182A}"/>
                  </a:ext>
                </a:extLst>
              </p:cNvPr>
              <p:cNvCxnSpPr>
                <a:cxnSpLocks/>
                <a:endCxn id="143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382F4CD5-DC63-55E1-EBFE-BC8A5FC2F2A6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382F4CD5-DC63-55E1-EBFE-BC8A5FC2F2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C969EEEA-A6BD-253E-05BE-9CCF9A959B37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C969EEEA-A6BD-253E-05BE-9CCF9A959B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56"/>
                  <a:stretch>
                    <a:fillRect r="-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B35809E2-4B61-49A1-FF94-30D7E53194F5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B35809E2-4B61-49A1-FF94-30D7E53194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57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80B62548-DA1A-67DC-15A3-66B367173B34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80B62548-DA1A-67DC-15A3-66B367173B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5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990CFE59-6DB3-79FC-B907-ED0AC638C90E}"/>
              </a:ext>
            </a:extLst>
          </p:cNvPr>
          <p:cNvGrpSpPr/>
          <p:nvPr/>
        </p:nvGrpSpPr>
        <p:grpSpPr>
          <a:xfrm>
            <a:off x="9807212" y="2663447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B787FF9C-91ED-8BCA-1A44-A335BD7B2166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7DEEE469-3A13-B677-A79B-A95C39F1E1CC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238748AB-3881-7713-7544-026A506B8591}"/>
                </a:ext>
              </a:extLst>
            </p:cNvPr>
            <p:cNvCxnSpPr>
              <a:cxnSpLocks/>
              <a:stCxn id="147" idx="1"/>
              <a:endCxn id="147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0F2B2171-D6ED-5610-DC14-DAD9A19005C0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0F2B2171-D6ED-5610-DC14-DAD9A19005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5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8357A8B3-493D-5A89-99A3-39D086CDCF72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8357A8B3-493D-5A89-99A3-39D086CDCF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6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EB4464B2-DEAA-E793-7DF7-197839E07AA9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EB4464B2-DEAA-E793-7DF7-197839E07A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A097675A-CED2-3A40-336D-EE6015854A2E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7E56461E-165A-5C00-3DD7-69DAE3D9D03C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7E56461E-165A-5C00-3DD7-69DAE3D9D0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6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D121D9B1-E260-396F-DA4C-641658AF4279}"/>
              </a:ext>
            </a:extLst>
          </p:cNvPr>
          <p:cNvGrpSpPr/>
          <p:nvPr/>
        </p:nvGrpSpPr>
        <p:grpSpPr>
          <a:xfrm>
            <a:off x="10353733" y="2664149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0E261ACA-61B1-30E4-9DDA-B722645891CF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8510FA4F-637F-D67D-88D4-8B376B32B3CB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1ECDCDAA-5340-8AE9-A487-18785337A902}"/>
                </a:ext>
              </a:extLst>
            </p:cNvPr>
            <p:cNvCxnSpPr>
              <a:cxnSpLocks/>
              <a:stCxn id="156" idx="1"/>
              <a:endCxn id="156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8DB4C84C-B20E-86CC-1F7E-8097B3403DC4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8DB4C84C-B20E-86CC-1F7E-8097B3403D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6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9C7B94E6-A4C6-94C4-ECEE-08C23EBA7853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9C7B94E6-A4C6-94C4-ECEE-08C23EBA78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6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84482672-2DB3-0328-CD86-AA9F620023C1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84482672-2DB3-0328-CD86-AA9F620023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5C24136F-006D-13F0-BBC6-23284A460D59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49EEEB79-6CDE-72F7-C6A3-C6B1E3D57DFC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49EEEB79-6CDE-72F7-C6A3-C6B1E3D57D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6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035D2083-9D90-E772-E6E3-041DC97F3BF6}"/>
              </a:ext>
            </a:extLst>
          </p:cNvPr>
          <p:cNvGrpSpPr/>
          <p:nvPr/>
        </p:nvGrpSpPr>
        <p:grpSpPr>
          <a:xfrm>
            <a:off x="10906116" y="2667555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79622CFE-0429-1278-1958-3F09F4C61987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C53CA100-E98A-C7A4-8E02-37E2DE198D7D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F31317AB-3EC7-FBAE-8A6D-9846E28717C4}"/>
                </a:ext>
              </a:extLst>
            </p:cNvPr>
            <p:cNvCxnSpPr>
              <a:cxnSpLocks/>
              <a:stCxn id="165" idx="1"/>
              <a:endCxn id="165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D6ECC8BE-C3BC-C85B-0DB3-42123BEEEB50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D6ECC8BE-C3BC-C85B-0DB3-42123BEEEB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6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44004235-854A-DB94-ED5A-CC3B9940F001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44004235-854A-DB94-ED5A-CC3B9940F0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blipFill>
                  <a:blip r:embed="rId6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2A57F9A7-762A-1CF3-6B30-F3BBAC31C7D1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2A57F9A7-762A-1CF3-6B30-F3BBAC31C7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EF1C336D-916B-5D23-8051-4BA957C4CFD9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8EF4C476-28DB-1FD1-57C2-CAA6963AA4F6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8EF4C476-28DB-1FD1-57C2-CAA6963AA4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blipFill>
                  <a:blip r:embed="rId7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0A35FFF7-AB22-044E-E613-ECBBCE764D50}"/>
              </a:ext>
            </a:extLst>
          </p:cNvPr>
          <p:cNvGrpSpPr/>
          <p:nvPr/>
        </p:nvGrpSpPr>
        <p:grpSpPr>
          <a:xfrm>
            <a:off x="7711466" y="5602779"/>
            <a:ext cx="1065058" cy="499397"/>
            <a:chOff x="1980958" y="2952087"/>
            <a:chExt cx="1065058" cy="499397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C919CA85-CD4B-5CF5-A915-12306513B6C6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6C96958D-FAA6-A01B-61AE-1698B8DCD022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3FEC4D37-11B5-8BD7-97EC-783C1FE2FCCE}"/>
                  </a:ext>
                </a:extLst>
              </p:cNvPr>
              <p:cNvCxnSpPr>
                <a:cxnSpLocks/>
                <a:stCxn id="178" idx="0"/>
                <a:endCxn id="178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25C7C5A6-E176-7B6C-6885-A433164E111D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25C7C5A6-E176-7B6C-6885-A433164E11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7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8AC5C420-44D6-FC24-3DBC-4330B0639884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8AC5C420-44D6-FC24-3DBC-4330B06398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A720DD60-F7D7-F145-7A2E-947DC7BD0682}"/>
              </a:ext>
            </a:extLst>
          </p:cNvPr>
          <p:cNvGrpSpPr/>
          <p:nvPr/>
        </p:nvGrpSpPr>
        <p:grpSpPr>
          <a:xfrm>
            <a:off x="8768951" y="5607319"/>
            <a:ext cx="1065058" cy="499397"/>
            <a:chOff x="1980958" y="2952087"/>
            <a:chExt cx="1065058" cy="499397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C85F32E2-329A-2512-F1FF-9D8A578DB242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FEA785EF-7BE8-504F-9F1B-E81DAFBD4D12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0D01A017-CE47-868F-47AE-514BB700C70A}"/>
                  </a:ext>
                </a:extLst>
              </p:cNvPr>
              <p:cNvCxnSpPr>
                <a:cxnSpLocks/>
                <a:stCxn id="184" idx="0"/>
                <a:endCxn id="184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4E987AA4-8B7C-C422-D015-CEAFA2A2803F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4E987AA4-8B7C-C422-D015-CEAFA2A280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7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29823430-22BA-0BD8-1502-18FE2C3C7972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29823430-22BA-0BD8-1502-18FE2C3C79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99123CB-58F6-3078-9D7F-FFD2C0159D7B}"/>
              </a:ext>
            </a:extLst>
          </p:cNvPr>
          <p:cNvGrpSpPr/>
          <p:nvPr/>
        </p:nvGrpSpPr>
        <p:grpSpPr>
          <a:xfrm>
            <a:off x="206416" y="4883762"/>
            <a:ext cx="1059735" cy="896233"/>
            <a:chOff x="1980958" y="2952087"/>
            <a:chExt cx="1059735" cy="896233"/>
          </a:xfrm>
          <a:pattFill prst="lgCheck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51939CB-F557-2712-023D-41AF7C5DE0B0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0A67C26-0547-E757-9263-F699A00C9EB6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4A8123B4-9C53-0A20-B6A3-E9B0BB42F904}"/>
                  </a:ext>
                </a:extLst>
              </p:cNvPr>
              <p:cNvCxnSpPr>
                <a:stCxn id="19" idx="0"/>
                <a:endCxn id="19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88A872E0-172E-D7A3-CC24-0A0A19C5B092}"/>
                  </a:ext>
                </a:extLst>
              </p:cNvPr>
              <p:cNvCxnSpPr>
                <a:cxnSpLocks/>
                <a:endCxn id="19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7E8BFBB-2C5D-F0C9-BB00-3212EDEE3425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7E8BFBB-2C5D-F0C9-BB00-3212EDEE34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7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4403EB1-9F45-68EB-BA46-6F682E8A5789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4403EB1-9F45-68EB-BA46-6F682E8A57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7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0BFD0E6-4ADF-72DC-153A-C4FBD4B89729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0BFD0E6-4ADF-72DC-153A-C4FBD4B897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77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7F3976C-0EB4-AA37-0F64-D6AEB854DF8C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7F3976C-0EB4-AA37-0F64-D6AEB854DF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7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51803E2-484A-5985-28E4-8067C9AAD654}"/>
              </a:ext>
            </a:extLst>
          </p:cNvPr>
          <p:cNvGrpSpPr/>
          <p:nvPr/>
        </p:nvGrpSpPr>
        <p:grpSpPr>
          <a:xfrm>
            <a:off x="5562600" y="6109479"/>
            <a:ext cx="1065058" cy="499397"/>
            <a:chOff x="1980958" y="2952087"/>
            <a:chExt cx="1065058" cy="499397"/>
          </a:xfrm>
          <a:pattFill prst="sphere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86ADA32-6BAA-E97D-B92B-565233583B67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A14CFA8-77F3-C311-712A-77E7B5F1517A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1BA84AC-F966-6F0C-8DF7-3E926C45B9EF}"/>
                  </a:ext>
                </a:extLst>
              </p:cNvPr>
              <p:cNvCxnSpPr>
                <a:cxnSpLocks/>
                <a:stCxn id="26" idx="0"/>
                <a:endCxn id="26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2210DA8-3C7D-C6AD-BC07-5C69B5310B07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2210DA8-3C7D-C6AD-BC07-5C69B5310B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7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C4D750A-538F-5E8D-D583-27F2F13FB1FC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C4D750A-538F-5E8D-D583-27F2F13FB1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2102F8D-B8DD-1255-05C3-168CEF4A55C5}"/>
              </a:ext>
            </a:extLst>
          </p:cNvPr>
          <p:cNvGrpSpPr/>
          <p:nvPr/>
        </p:nvGrpSpPr>
        <p:grpSpPr>
          <a:xfrm>
            <a:off x="6620085" y="6114019"/>
            <a:ext cx="1065058" cy="499397"/>
            <a:chOff x="1980958" y="2952087"/>
            <a:chExt cx="1065058" cy="499397"/>
          </a:xfrm>
          <a:pattFill prst="sphere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056C0F4E-1EC1-D970-5BBD-157061606E63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298F9FE-B80E-338C-C26D-F07B044915D7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39574B0C-194C-0B46-E723-750725FD6DFC}"/>
                  </a:ext>
                </a:extLst>
              </p:cNvPr>
              <p:cNvCxnSpPr>
                <a:cxnSpLocks/>
                <a:stCxn id="32" idx="0"/>
                <a:endCxn id="32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D4DF1AB-9B1B-AB5B-2D58-76FE741A3141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D4DF1AB-9B1B-AB5B-2D58-76FE741A31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8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850E3476-5AB8-4DEE-527D-2DAE201FDA2D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850E3476-5AB8-4DEE-527D-2DAE201FDA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B95445D-D3CA-79F6-01A2-B07F1F9C8135}"/>
              </a:ext>
            </a:extLst>
          </p:cNvPr>
          <p:cNvGrpSpPr/>
          <p:nvPr/>
        </p:nvGrpSpPr>
        <p:grpSpPr>
          <a:xfrm>
            <a:off x="1543726" y="4887572"/>
            <a:ext cx="1059735" cy="896233"/>
            <a:chOff x="1980958" y="2952087"/>
            <a:chExt cx="1059735" cy="896233"/>
          </a:xfrm>
          <a:pattFill prst="lgCheck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7A8E63A-907B-5559-5E19-D074924946B9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CED1442E-E94F-6C56-8EE4-9152B0258586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B9144187-0F51-C117-5709-B1E014A5DD17}"/>
                  </a:ext>
                </a:extLst>
              </p:cNvPr>
              <p:cNvCxnSpPr>
                <a:stCxn id="82" idx="0"/>
                <a:endCxn id="82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DCA27739-7808-1312-4433-826EBC8AFB6E}"/>
                  </a:ext>
                </a:extLst>
              </p:cNvPr>
              <p:cNvCxnSpPr>
                <a:cxnSpLocks/>
                <a:endCxn id="82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F3021DBD-6470-BA5B-4794-50A1DA02BC18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F3021DBD-6470-BA5B-4794-50A1DA02BC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8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D2FC3300-62C8-ED47-E508-747C122B897C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D2FC3300-62C8-ED47-E508-747C122B89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84"/>
                  <a:stretch>
                    <a:fillRect r="-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7C6F4632-F352-BBDA-140B-ECFA94FE8E9F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7C6F4632-F352-BBDA-140B-ECFA94FE8E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85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65166EC7-8ECF-C5A3-503D-E35762DFC825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65166EC7-8ECF-C5A3-503D-E35762DFC8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8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39D6C0F8-2643-9B75-BA30-DCC970B279D2}"/>
              </a:ext>
            </a:extLst>
          </p:cNvPr>
          <p:cNvGrpSpPr/>
          <p:nvPr/>
        </p:nvGrpSpPr>
        <p:grpSpPr>
          <a:xfrm>
            <a:off x="7708900" y="6115829"/>
            <a:ext cx="1065058" cy="499397"/>
            <a:chOff x="1980958" y="2952087"/>
            <a:chExt cx="1065058" cy="499397"/>
          </a:xfrm>
          <a:pattFill prst="sphere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58F76963-185B-02B5-B0B0-34E970504B3A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F548B365-4547-F57B-CE22-B425B7AB68DB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EE9F4643-46CF-5941-11BC-695D16280CDE}"/>
                  </a:ext>
                </a:extLst>
              </p:cNvPr>
              <p:cNvCxnSpPr>
                <a:cxnSpLocks/>
                <a:stCxn id="110" idx="0"/>
                <a:endCxn id="11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E20E68FB-61C3-46D4-3B7D-DE85DCF41A25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E20E68FB-61C3-46D4-3B7D-DE85DCF41A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8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8190433A-94CF-2D4F-A195-1ABF51A49D88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8190433A-94CF-2D4F-A195-1ABF51A49D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16E3DAF-3C75-E868-0738-5EB2CD36C263}"/>
              </a:ext>
            </a:extLst>
          </p:cNvPr>
          <p:cNvGrpSpPr/>
          <p:nvPr/>
        </p:nvGrpSpPr>
        <p:grpSpPr>
          <a:xfrm>
            <a:off x="8766385" y="6120369"/>
            <a:ext cx="1065058" cy="499397"/>
            <a:chOff x="1980958" y="2952087"/>
            <a:chExt cx="1065058" cy="499397"/>
          </a:xfrm>
          <a:pattFill prst="sphere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D40660B3-5660-4A52-32E2-52C4EAD9A031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2A28B4F0-C512-C0B0-C506-322102705387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D5E20BCF-79FD-CE16-4B05-C4ED25E032EE}"/>
                  </a:ext>
                </a:extLst>
              </p:cNvPr>
              <p:cNvCxnSpPr>
                <a:cxnSpLocks/>
                <a:stCxn id="190" idx="0"/>
                <a:endCxn id="19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E8C16CE3-BBA4-4149-1F6A-2624705E018C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E8C16CE3-BBA4-4149-1F6A-2624705E01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8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A3A76C0E-E1BC-3306-E688-CF281A34B881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A3A76C0E-E1BC-3306-E688-CF281A34B8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9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3" name="TextBox 192">
            <a:extLst>
              <a:ext uri="{FF2B5EF4-FFF2-40B4-BE49-F238E27FC236}">
                <a16:creationId xmlns:a16="http://schemas.microsoft.com/office/drawing/2014/main" id="{2D089117-BBE6-2D1A-F161-71BA5B2A4263}"/>
              </a:ext>
            </a:extLst>
          </p:cNvPr>
          <p:cNvSpPr txBox="1"/>
          <p:nvPr/>
        </p:nvSpPr>
        <p:spPr>
          <a:xfrm>
            <a:off x="3260727" y="4528066"/>
            <a:ext cx="958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DRAM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5181282-6FF3-3034-9852-51D5DD3E501D}"/>
              </a:ext>
            </a:extLst>
          </p:cNvPr>
          <p:cNvSpPr/>
          <p:nvPr/>
        </p:nvSpPr>
        <p:spPr>
          <a:xfrm>
            <a:off x="8693150" y="5473700"/>
            <a:ext cx="1244600" cy="127635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CCF73DA2-4A2A-B94B-1377-6F595B8E8215}"/>
              </a:ext>
            </a:extLst>
          </p:cNvPr>
          <p:cNvSpPr/>
          <p:nvPr/>
        </p:nvSpPr>
        <p:spPr>
          <a:xfrm>
            <a:off x="9721850" y="3543816"/>
            <a:ext cx="1244600" cy="98425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DA78B097-0DF7-EA13-B566-56E924491076}"/>
              </a:ext>
            </a:extLst>
          </p:cNvPr>
          <p:cNvSpPr/>
          <p:nvPr/>
        </p:nvSpPr>
        <p:spPr>
          <a:xfrm>
            <a:off x="1447802" y="4278194"/>
            <a:ext cx="1244600" cy="48895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6742DA6D-690B-A379-CE56-5E2D537947A1}"/>
              </a:ext>
            </a:extLst>
          </p:cNvPr>
          <p:cNvSpPr/>
          <p:nvPr/>
        </p:nvSpPr>
        <p:spPr>
          <a:xfrm>
            <a:off x="1447802" y="5332294"/>
            <a:ext cx="1244600" cy="48895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886DF676-D912-4417-C65B-A2E7A692132C}"/>
              </a:ext>
            </a:extLst>
          </p:cNvPr>
          <p:cNvSpPr/>
          <p:nvPr/>
        </p:nvSpPr>
        <p:spPr>
          <a:xfrm>
            <a:off x="2305050" y="2255838"/>
            <a:ext cx="1746250" cy="48895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C0FE8564-6BA2-D7CA-4EE8-10A8D8F0D839}"/>
              </a:ext>
            </a:extLst>
          </p:cNvPr>
          <p:cNvSpPr txBox="1"/>
          <p:nvPr/>
        </p:nvSpPr>
        <p:spPr>
          <a:xfrm>
            <a:off x="5057775" y="4629666"/>
            <a:ext cx="1885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Shared Memory/Cache</a:t>
            </a:r>
          </a:p>
        </p:txBody>
      </p:sp>
      <p:sp>
        <p:nvSpPr>
          <p:cNvPr id="196" name="Arrow: Right 195">
            <a:extLst>
              <a:ext uri="{FF2B5EF4-FFF2-40B4-BE49-F238E27FC236}">
                <a16:creationId xmlns:a16="http://schemas.microsoft.com/office/drawing/2014/main" id="{251C9910-5997-A6B0-8671-0E35A654CC79}"/>
              </a:ext>
            </a:extLst>
          </p:cNvPr>
          <p:cNvSpPr/>
          <p:nvPr/>
        </p:nvSpPr>
        <p:spPr>
          <a:xfrm>
            <a:off x="5308600" y="3296191"/>
            <a:ext cx="2032000" cy="85670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9B9F3CCF-F222-A99A-3C25-B695035FB145}"/>
              </a:ext>
            </a:extLst>
          </p:cNvPr>
          <p:cNvSpPr txBox="1"/>
          <p:nvPr/>
        </p:nvSpPr>
        <p:spPr>
          <a:xfrm>
            <a:off x="7902575" y="969059"/>
            <a:ext cx="1885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Shared Memory/Cache</a:t>
            </a:r>
          </a:p>
        </p:txBody>
      </p:sp>
    </p:spTree>
    <p:extLst>
      <p:ext uri="{BB962C8B-B14F-4D97-AF65-F5344CB8AC3E}">
        <p14:creationId xmlns:p14="http://schemas.microsoft.com/office/powerpoint/2010/main" val="3849782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D8D97-A6C4-5FA2-B27C-9FA6A1241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Kn2Row Algorithm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0A0033-A800-8CF2-CAA5-F87692A5173C}"/>
              </a:ext>
            </a:extLst>
          </p:cNvPr>
          <p:cNvSpPr/>
          <p:nvPr/>
        </p:nvSpPr>
        <p:spPr>
          <a:xfrm>
            <a:off x="531295" y="2872740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125C3E-3091-15CC-D060-87A3ADDAD036}"/>
              </a:ext>
            </a:extLst>
          </p:cNvPr>
          <p:cNvSpPr/>
          <p:nvPr/>
        </p:nvSpPr>
        <p:spPr>
          <a:xfrm>
            <a:off x="1106605" y="2621280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CAC8D4-0428-24A8-9D72-2EE3DB3B7048}"/>
              </a:ext>
            </a:extLst>
          </p:cNvPr>
          <p:cNvSpPr/>
          <p:nvPr/>
        </p:nvSpPr>
        <p:spPr>
          <a:xfrm>
            <a:off x="1689535" y="2415540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599DAB0-40D9-12CA-B006-40708BEFD02D}"/>
              </a:ext>
            </a:extLst>
          </p:cNvPr>
          <p:cNvCxnSpPr>
            <a:cxnSpLocks/>
          </p:cNvCxnSpPr>
          <p:nvPr/>
        </p:nvCxnSpPr>
        <p:spPr>
          <a:xfrm>
            <a:off x="477955" y="2819400"/>
            <a:ext cx="0" cy="609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B19F69-1CD6-A554-F54F-E4DFBC3507D9}"/>
              </a:ext>
            </a:extLst>
          </p:cNvPr>
          <p:cNvCxnSpPr>
            <a:cxnSpLocks/>
          </p:cNvCxnSpPr>
          <p:nvPr/>
        </p:nvCxnSpPr>
        <p:spPr>
          <a:xfrm>
            <a:off x="570484" y="3616234"/>
            <a:ext cx="536121" cy="305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F7D9FEA-D1A1-9F13-CF14-08F2EB1FA1B4}"/>
              </a:ext>
            </a:extLst>
          </p:cNvPr>
          <p:cNvCxnSpPr>
            <a:cxnSpLocks/>
          </p:cNvCxnSpPr>
          <p:nvPr/>
        </p:nvCxnSpPr>
        <p:spPr>
          <a:xfrm flipV="1">
            <a:off x="1377115" y="3369673"/>
            <a:ext cx="1091837" cy="6286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872301-5D29-3A36-965E-BA7D0DF96582}"/>
                  </a:ext>
                </a:extLst>
              </p:cNvPr>
              <p:cNvSpPr txBox="1"/>
              <p:nvPr/>
            </p:nvSpPr>
            <p:spPr>
              <a:xfrm>
                <a:off x="81649" y="2939534"/>
                <a:ext cx="412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872301-5D29-3A36-965E-BA7D0DF96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49" y="2939534"/>
                <a:ext cx="41261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81CEA6C-2831-ED42-17A5-642287599368}"/>
                  </a:ext>
                </a:extLst>
              </p:cNvPr>
              <p:cNvSpPr txBox="1"/>
              <p:nvPr/>
            </p:nvSpPr>
            <p:spPr>
              <a:xfrm>
                <a:off x="456433" y="3813656"/>
                <a:ext cx="4662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81CEA6C-2831-ED42-17A5-642287599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33" y="3813656"/>
                <a:ext cx="46621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37AA6C4-82A7-AE9E-F285-5C07FC2A6796}"/>
                  </a:ext>
                </a:extLst>
              </p:cNvPr>
              <p:cNvSpPr txBox="1"/>
              <p:nvPr/>
            </p:nvSpPr>
            <p:spPr>
              <a:xfrm>
                <a:off x="2000327" y="3720193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37AA6C4-82A7-AE9E-F285-5C07FC2A6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327" y="3720193"/>
                <a:ext cx="5426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57F895B8-B395-34A5-BA58-1C63D50757AA}"/>
              </a:ext>
            </a:extLst>
          </p:cNvPr>
          <p:cNvSpPr/>
          <p:nvPr/>
        </p:nvSpPr>
        <p:spPr>
          <a:xfrm>
            <a:off x="2483422" y="4401942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83ADB7-8EAA-8033-994F-2DE547657775}"/>
              </a:ext>
            </a:extLst>
          </p:cNvPr>
          <p:cNvSpPr/>
          <p:nvPr/>
        </p:nvSpPr>
        <p:spPr>
          <a:xfrm>
            <a:off x="2774887" y="421936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F66353-2896-712B-9962-B3DA1C1F0B28}"/>
              </a:ext>
            </a:extLst>
          </p:cNvPr>
          <p:cNvSpPr/>
          <p:nvPr/>
        </p:nvSpPr>
        <p:spPr>
          <a:xfrm>
            <a:off x="3066352" y="403679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3691B906-1C22-6C04-B4A7-DA969A8C6565}"/>
              </a:ext>
            </a:extLst>
          </p:cNvPr>
          <p:cNvSpPr/>
          <p:nvPr/>
        </p:nvSpPr>
        <p:spPr>
          <a:xfrm rot="3386166">
            <a:off x="3158666" y="4435626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3E15596-A83C-2D52-E8B8-81BBAB0CE155}"/>
                  </a:ext>
                </a:extLst>
              </p:cNvPr>
              <p:cNvSpPr txBox="1"/>
              <p:nvPr/>
            </p:nvSpPr>
            <p:spPr>
              <a:xfrm>
                <a:off x="3220611" y="4965962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3E15596-A83C-2D52-E8B8-81BBAB0CE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0611" y="4965962"/>
                <a:ext cx="542648" cy="369332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655D85E-DDC5-39F5-B966-C6FA94867CD5}"/>
              </a:ext>
            </a:extLst>
          </p:cNvPr>
          <p:cNvCxnSpPr>
            <a:cxnSpLocks/>
          </p:cNvCxnSpPr>
          <p:nvPr/>
        </p:nvCxnSpPr>
        <p:spPr>
          <a:xfrm>
            <a:off x="2409377" y="4310099"/>
            <a:ext cx="0" cy="4142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247A62D-CB7D-0E9F-A6B5-2E58C13D145E}"/>
              </a:ext>
            </a:extLst>
          </p:cNvPr>
          <p:cNvCxnSpPr>
            <a:cxnSpLocks/>
          </p:cNvCxnSpPr>
          <p:nvPr/>
        </p:nvCxnSpPr>
        <p:spPr>
          <a:xfrm>
            <a:off x="2445550" y="4856156"/>
            <a:ext cx="363216" cy="1624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F7283B5-3A6A-C35A-6352-882280ED60C6}"/>
                  </a:ext>
                </a:extLst>
              </p:cNvPr>
              <p:cNvSpPr txBox="1"/>
              <p:nvPr/>
            </p:nvSpPr>
            <p:spPr>
              <a:xfrm>
                <a:off x="2000327" y="4332565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F7283B5-3A6A-C35A-6352-882280ED6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327" y="4332565"/>
                <a:ext cx="37093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36DBCF5-74B4-5CC4-8360-201A18FD36FB}"/>
                  </a:ext>
                </a:extLst>
              </p:cNvPr>
              <p:cNvSpPr txBox="1"/>
              <p:nvPr/>
            </p:nvSpPr>
            <p:spPr>
              <a:xfrm>
                <a:off x="2340795" y="4930730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36DBCF5-74B4-5CC4-8360-201A18FD3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0795" y="4930730"/>
                <a:ext cx="37093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7FA1D13F-F90B-72D9-1F37-4E4AA9D4319C}"/>
              </a:ext>
            </a:extLst>
          </p:cNvPr>
          <p:cNvSpPr/>
          <p:nvPr/>
        </p:nvSpPr>
        <p:spPr>
          <a:xfrm rot="19810780">
            <a:off x="-21462" y="2688010"/>
            <a:ext cx="2086792" cy="807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BFF231-C16F-1911-6D25-EEFB63975E2B}"/>
              </a:ext>
            </a:extLst>
          </p:cNvPr>
          <p:cNvSpPr/>
          <p:nvPr/>
        </p:nvSpPr>
        <p:spPr>
          <a:xfrm rot="19558949">
            <a:off x="2203518" y="4179978"/>
            <a:ext cx="1332590" cy="14586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56097B2-E2BA-D085-01BB-1DF51A641EFF}"/>
              </a:ext>
            </a:extLst>
          </p:cNvPr>
          <p:cNvSpPr/>
          <p:nvPr/>
        </p:nvSpPr>
        <p:spPr>
          <a:xfrm rot="19810780">
            <a:off x="5917700" y="5286440"/>
            <a:ext cx="2086792" cy="807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00022ED-5504-30F5-3EC5-909A2AC72C15}"/>
              </a:ext>
            </a:extLst>
          </p:cNvPr>
          <p:cNvSpPr/>
          <p:nvPr/>
        </p:nvSpPr>
        <p:spPr>
          <a:xfrm rot="19810780">
            <a:off x="6218072" y="5699731"/>
            <a:ext cx="2086792" cy="807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2E20D3-273F-6309-A7D7-3A2BEEEDBCC7}"/>
              </a:ext>
            </a:extLst>
          </p:cNvPr>
          <p:cNvSpPr/>
          <p:nvPr/>
        </p:nvSpPr>
        <p:spPr>
          <a:xfrm rot="19810780">
            <a:off x="6518445" y="6140808"/>
            <a:ext cx="2086792" cy="807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8B0E38-654F-26FD-F53A-01C00115E68F}"/>
              </a:ext>
            </a:extLst>
          </p:cNvPr>
          <p:cNvSpPr txBox="1"/>
          <p:nvPr/>
        </p:nvSpPr>
        <p:spPr>
          <a:xfrm>
            <a:off x="6961386" y="539504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+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0D0E8F-9DE5-815C-E832-C1B37A0CFBF0}"/>
              </a:ext>
            </a:extLst>
          </p:cNvPr>
          <p:cNvSpPr txBox="1"/>
          <p:nvPr/>
        </p:nvSpPr>
        <p:spPr>
          <a:xfrm>
            <a:off x="7261468" y="584898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+</a:t>
            </a:r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0572AD96-020A-0513-469E-AAC855ECE0B0}"/>
              </a:ext>
            </a:extLst>
          </p:cNvPr>
          <p:cNvSpPr/>
          <p:nvPr/>
        </p:nvSpPr>
        <p:spPr>
          <a:xfrm rot="19581905">
            <a:off x="8537602" y="4412255"/>
            <a:ext cx="323952" cy="162032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3A13144-D768-147D-2AB9-7E057F3E8939}"/>
                  </a:ext>
                </a:extLst>
              </p:cNvPr>
              <p:cNvSpPr txBox="1"/>
              <p:nvPr/>
            </p:nvSpPr>
            <p:spPr>
              <a:xfrm>
                <a:off x="8932129" y="4779399"/>
                <a:ext cx="4827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3A13144-D768-147D-2AB9-7E057F3E8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2129" y="4779399"/>
                <a:ext cx="48276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tangle 51">
            <a:extLst>
              <a:ext uri="{FF2B5EF4-FFF2-40B4-BE49-F238E27FC236}">
                <a16:creationId xmlns:a16="http://schemas.microsoft.com/office/drawing/2014/main" id="{2F769DDC-0CBA-7002-BCFC-FBB5A057BD70}"/>
              </a:ext>
            </a:extLst>
          </p:cNvPr>
          <p:cNvSpPr/>
          <p:nvPr/>
        </p:nvSpPr>
        <p:spPr>
          <a:xfrm>
            <a:off x="3319569" y="2001721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E372161-B17E-4A21-5797-DA0390B82DA4}"/>
              </a:ext>
            </a:extLst>
          </p:cNvPr>
          <p:cNvSpPr/>
          <p:nvPr/>
        </p:nvSpPr>
        <p:spPr>
          <a:xfrm>
            <a:off x="3894879" y="1750261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AEC65F6-9263-AFD2-3E3C-7C1299258FCA}"/>
              </a:ext>
            </a:extLst>
          </p:cNvPr>
          <p:cNvSpPr/>
          <p:nvPr/>
        </p:nvSpPr>
        <p:spPr>
          <a:xfrm>
            <a:off x="4477809" y="1544521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D84735A-EBD8-88AF-0208-879F53255FA2}"/>
              </a:ext>
            </a:extLst>
          </p:cNvPr>
          <p:cNvCxnSpPr>
            <a:cxnSpLocks/>
          </p:cNvCxnSpPr>
          <p:nvPr/>
        </p:nvCxnSpPr>
        <p:spPr>
          <a:xfrm>
            <a:off x="3266229" y="1948381"/>
            <a:ext cx="0" cy="609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35139FD-5C29-4DB4-8531-911C9E99670C}"/>
              </a:ext>
            </a:extLst>
          </p:cNvPr>
          <p:cNvCxnSpPr>
            <a:cxnSpLocks/>
          </p:cNvCxnSpPr>
          <p:nvPr/>
        </p:nvCxnSpPr>
        <p:spPr>
          <a:xfrm>
            <a:off x="3358758" y="2745215"/>
            <a:ext cx="536121" cy="305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91768C2-8F30-35D5-DE3B-38DD2D31610B}"/>
              </a:ext>
            </a:extLst>
          </p:cNvPr>
          <p:cNvCxnSpPr>
            <a:cxnSpLocks/>
          </p:cNvCxnSpPr>
          <p:nvPr/>
        </p:nvCxnSpPr>
        <p:spPr>
          <a:xfrm flipV="1">
            <a:off x="4165389" y="2498654"/>
            <a:ext cx="1091837" cy="6286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C9EF7C1-B25B-A369-9C8D-ADF9C5930509}"/>
                  </a:ext>
                </a:extLst>
              </p:cNvPr>
              <p:cNvSpPr txBox="1"/>
              <p:nvPr/>
            </p:nvSpPr>
            <p:spPr>
              <a:xfrm>
                <a:off x="2869923" y="2068515"/>
                <a:ext cx="412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C9EF7C1-B25B-A369-9C8D-ADF9C59305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923" y="2068515"/>
                <a:ext cx="41261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9BCFBE8-C7E0-41AD-9489-C5371E9D1649}"/>
                  </a:ext>
                </a:extLst>
              </p:cNvPr>
              <p:cNvSpPr txBox="1"/>
              <p:nvPr/>
            </p:nvSpPr>
            <p:spPr>
              <a:xfrm>
                <a:off x="3244707" y="2942637"/>
                <a:ext cx="4662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9BCFBE8-C7E0-41AD-9489-C5371E9D1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4707" y="2942637"/>
                <a:ext cx="46621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709B5EF-9421-655E-A884-73258D4FCED3}"/>
                  </a:ext>
                </a:extLst>
              </p:cNvPr>
              <p:cNvSpPr txBox="1"/>
              <p:nvPr/>
            </p:nvSpPr>
            <p:spPr>
              <a:xfrm>
                <a:off x="4788601" y="2849174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709B5EF-9421-655E-A884-73258D4FC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601" y="2849174"/>
                <a:ext cx="542648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Rectangle 60">
            <a:extLst>
              <a:ext uri="{FF2B5EF4-FFF2-40B4-BE49-F238E27FC236}">
                <a16:creationId xmlns:a16="http://schemas.microsoft.com/office/drawing/2014/main" id="{B758EC8C-3E80-2814-CE37-BB51396BF10F}"/>
              </a:ext>
            </a:extLst>
          </p:cNvPr>
          <p:cNvSpPr/>
          <p:nvPr/>
        </p:nvSpPr>
        <p:spPr>
          <a:xfrm>
            <a:off x="5271696" y="3530923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404F824-522F-8C14-159C-C762788584B8}"/>
              </a:ext>
            </a:extLst>
          </p:cNvPr>
          <p:cNvSpPr/>
          <p:nvPr/>
        </p:nvSpPr>
        <p:spPr>
          <a:xfrm>
            <a:off x="5563161" y="3348350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E37CB4B-6377-D896-8316-A6DF50A16F32}"/>
              </a:ext>
            </a:extLst>
          </p:cNvPr>
          <p:cNvSpPr/>
          <p:nvPr/>
        </p:nvSpPr>
        <p:spPr>
          <a:xfrm>
            <a:off x="5854626" y="3165777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ight Brace 63">
            <a:extLst>
              <a:ext uri="{FF2B5EF4-FFF2-40B4-BE49-F238E27FC236}">
                <a16:creationId xmlns:a16="http://schemas.microsoft.com/office/drawing/2014/main" id="{6A251D8C-F067-66C2-18C5-2551E6086974}"/>
              </a:ext>
            </a:extLst>
          </p:cNvPr>
          <p:cNvSpPr/>
          <p:nvPr/>
        </p:nvSpPr>
        <p:spPr>
          <a:xfrm rot="3386166">
            <a:off x="5946940" y="3564607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7BFFA7B-8350-78C6-1F5F-FE71B6E888D9}"/>
                  </a:ext>
                </a:extLst>
              </p:cNvPr>
              <p:cNvSpPr txBox="1"/>
              <p:nvPr/>
            </p:nvSpPr>
            <p:spPr>
              <a:xfrm>
                <a:off x="6008885" y="4094943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7BFFA7B-8350-78C6-1F5F-FE71B6E88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8885" y="4094943"/>
                <a:ext cx="542648" cy="369332"/>
              </a:xfrm>
              <a:prstGeom prst="rect">
                <a:avLst/>
              </a:prstGeom>
              <a:blipFill>
                <a:blip r:embed="rId12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FB902E2-A722-45AF-5A58-5D9C3B4BC4EE}"/>
              </a:ext>
            </a:extLst>
          </p:cNvPr>
          <p:cNvCxnSpPr>
            <a:cxnSpLocks/>
          </p:cNvCxnSpPr>
          <p:nvPr/>
        </p:nvCxnSpPr>
        <p:spPr>
          <a:xfrm>
            <a:off x="5197651" y="3439080"/>
            <a:ext cx="0" cy="4142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9303B75-20A2-5CD7-4D9F-92D61785D424}"/>
              </a:ext>
            </a:extLst>
          </p:cNvPr>
          <p:cNvCxnSpPr>
            <a:cxnSpLocks/>
          </p:cNvCxnSpPr>
          <p:nvPr/>
        </p:nvCxnSpPr>
        <p:spPr>
          <a:xfrm>
            <a:off x="5233824" y="3985137"/>
            <a:ext cx="363216" cy="1624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A4E32A6-78EC-78F3-E64B-955892208A76}"/>
                  </a:ext>
                </a:extLst>
              </p:cNvPr>
              <p:cNvSpPr txBox="1"/>
              <p:nvPr/>
            </p:nvSpPr>
            <p:spPr>
              <a:xfrm>
                <a:off x="4788601" y="3461546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A4E32A6-78EC-78F3-E64B-955892208A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601" y="3461546"/>
                <a:ext cx="37093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B93F0201-1F85-60FC-4D76-6056627C4AE4}"/>
                  </a:ext>
                </a:extLst>
              </p:cNvPr>
              <p:cNvSpPr txBox="1"/>
              <p:nvPr/>
            </p:nvSpPr>
            <p:spPr>
              <a:xfrm>
                <a:off x="5129069" y="4059711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B93F0201-1F85-60FC-4D76-6056627C4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9069" y="4059711"/>
                <a:ext cx="37093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Rectangle 69">
            <a:extLst>
              <a:ext uri="{FF2B5EF4-FFF2-40B4-BE49-F238E27FC236}">
                <a16:creationId xmlns:a16="http://schemas.microsoft.com/office/drawing/2014/main" id="{D2C0578B-6348-0760-00B9-8BCD21B099BB}"/>
              </a:ext>
            </a:extLst>
          </p:cNvPr>
          <p:cNvSpPr/>
          <p:nvPr/>
        </p:nvSpPr>
        <p:spPr>
          <a:xfrm rot="19810780">
            <a:off x="2766812" y="1816991"/>
            <a:ext cx="2086792" cy="807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80758CC-3D8A-3A00-E83E-4135FC68FAD1}"/>
              </a:ext>
            </a:extLst>
          </p:cNvPr>
          <p:cNvSpPr/>
          <p:nvPr/>
        </p:nvSpPr>
        <p:spPr>
          <a:xfrm rot="19558949">
            <a:off x="4991792" y="3308959"/>
            <a:ext cx="1332590" cy="14586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55DF9D4-A114-D441-F9F1-39B374F1F8BB}"/>
              </a:ext>
            </a:extLst>
          </p:cNvPr>
          <p:cNvCxnSpPr>
            <a:cxnSpLocks/>
          </p:cNvCxnSpPr>
          <p:nvPr/>
        </p:nvCxnSpPr>
        <p:spPr>
          <a:xfrm>
            <a:off x="4117796" y="5273661"/>
            <a:ext cx="2068731" cy="4907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AB457ED-FCC4-77CF-A8C0-E5803CCC0D57}"/>
              </a:ext>
            </a:extLst>
          </p:cNvPr>
          <p:cNvCxnSpPr>
            <a:cxnSpLocks/>
          </p:cNvCxnSpPr>
          <p:nvPr/>
        </p:nvCxnSpPr>
        <p:spPr>
          <a:xfrm>
            <a:off x="6275266" y="4352279"/>
            <a:ext cx="649645" cy="809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Right Brace 75">
            <a:extLst>
              <a:ext uri="{FF2B5EF4-FFF2-40B4-BE49-F238E27FC236}">
                <a16:creationId xmlns:a16="http://schemas.microsoft.com/office/drawing/2014/main" id="{A48D6DF9-297C-89D0-8EC9-30F97CD038D9}"/>
              </a:ext>
            </a:extLst>
          </p:cNvPr>
          <p:cNvSpPr/>
          <p:nvPr/>
        </p:nvSpPr>
        <p:spPr>
          <a:xfrm rot="3600061">
            <a:off x="7790287" y="5597146"/>
            <a:ext cx="323952" cy="162032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E1C5093-8F88-4820-49C8-4C3740B7DBD2}"/>
                  </a:ext>
                </a:extLst>
              </p:cNvPr>
              <p:cNvSpPr txBox="1"/>
              <p:nvPr/>
            </p:nvSpPr>
            <p:spPr>
              <a:xfrm>
                <a:off x="8350967" y="6492875"/>
                <a:ext cx="6580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E1C5093-8F88-4820-49C8-4C3740B7D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0967" y="6492875"/>
                <a:ext cx="65806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70968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3DE76-E870-FD66-9B7F-13D6D29B4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Kn2Row Algorithm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F3E36F-620A-2DD1-201B-D83F1CAABE2A}"/>
              </a:ext>
            </a:extLst>
          </p:cNvPr>
          <p:cNvSpPr/>
          <p:nvPr/>
        </p:nvSpPr>
        <p:spPr>
          <a:xfrm>
            <a:off x="5365806" y="1752932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B96694-E946-E532-D1A8-89AFF52AF37E}"/>
              </a:ext>
            </a:extLst>
          </p:cNvPr>
          <p:cNvSpPr/>
          <p:nvPr/>
        </p:nvSpPr>
        <p:spPr>
          <a:xfrm>
            <a:off x="5941116" y="1501472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E06E75-B3AA-CFDC-307E-39016316AB92}"/>
              </a:ext>
            </a:extLst>
          </p:cNvPr>
          <p:cNvSpPr/>
          <p:nvPr/>
        </p:nvSpPr>
        <p:spPr>
          <a:xfrm>
            <a:off x="6524046" y="1295732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F042FD9-70FF-344B-77C2-3CE8A0BD841C}"/>
              </a:ext>
            </a:extLst>
          </p:cNvPr>
          <p:cNvCxnSpPr>
            <a:cxnSpLocks/>
          </p:cNvCxnSpPr>
          <p:nvPr/>
        </p:nvCxnSpPr>
        <p:spPr>
          <a:xfrm>
            <a:off x="5312466" y="1699592"/>
            <a:ext cx="0" cy="609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1A1D443-3EF1-D440-F94C-C91149E3B553}"/>
              </a:ext>
            </a:extLst>
          </p:cNvPr>
          <p:cNvCxnSpPr>
            <a:cxnSpLocks/>
          </p:cNvCxnSpPr>
          <p:nvPr/>
        </p:nvCxnSpPr>
        <p:spPr>
          <a:xfrm>
            <a:off x="5404995" y="2496426"/>
            <a:ext cx="536121" cy="305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2993017-5792-B67A-B0FB-EBA3A4BEFC8C}"/>
              </a:ext>
            </a:extLst>
          </p:cNvPr>
          <p:cNvCxnSpPr>
            <a:cxnSpLocks/>
          </p:cNvCxnSpPr>
          <p:nvPr/>
        </p:nvCxnSpPr>
        <p:spPr>
          <a:xfrm flipV="1">
            <a:off x="6211626" y="2249865"/>
            <a:ext cx="1091837" cy="6286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BBE752-F2C3-15AD-5A79-262A50BF153D}"/>
                  </a:ext>
                </a:extLst>
              </p:cNvPr>
              <p:cNvSpPr txBox="1"/>
              <p:nvPr/>
            </p:nvSpPr>
            <p:spPr>
              <a:xfrm>
                <a:off x="4916160" y="1819726"/>
                <a:ext cx="412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BBE752-F2C3-15AD-5A79-262A50BF1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6160" y="1819726"/>
                <a:ext cx="41261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1B55C2-63DE-FD79-8414-65D82170C9DC}"/>
                  </a:ext>
                </a:extLst>
              </p:cNvPr>
              <p:cNvSpPr txBox="1"/>
              <p:nvPr/>
            </p:nvSpPr>
            <p:spPr>
              <a:xfrm>
                <a:off x="5290944" y="2693848"/>
                <a:ext cx="4662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1B55C2-63DE-FD79-8414-65D82170C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944" y="2693848"/>
                <a:ext cx="46621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DDC75CF7-06A0-04B5-5EBE-2F8F337EDA16}"/>
              </a:ext>
            </a:extLst>
          </p:cNvPr>
          <p:cNvSpPr/>
          <p:nvPr/>
        </p:nvSpPr>
        <p:spPr>
          <a:xfrm>
            <a:off x="6906674" y="3243660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3EB9B3-E0B7-9046-3B3E-C1E5DE7497C5}"/>
              </a:ext>
            </a:extLst>
          </p:cNvPr>
          <p:cNvSpPr/>
          <p:nvPr/>
        </p:nvSpPr>
        <p:spPr>
          <a:xfrm>
            <a:off x="7198139" y="3061087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581A03-493E-8523-C33C-60DE7A59BBF2}"/>
              </a:ext>
            </a:extLst>
          </p:cNvPr>
          <p:cNvSpPr/>
          <p:nvPr/>
        </p:nvSpPr>
        <p:spPr>
          <a:xfrm>
            <a:off x="7489604" y="2878514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C22436-FE2C-9589-2905-D14B67F0A60E}"/>
              </a:ext>
            </a:extLst>
          </p:cNvPr>
          <p:cNvSpPr/>
          <p:nvPr/>
        </p:nvSpPr>
        <p:spPr>
          <a:xfrm>
            <a:off x="5559477" y="4179872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6EF011-2080-267A-78BA-3B884B463AF8}"/>
              </a:ext>
            </a:extLst>
          </p:cNvPr>
          <p:cNvSpPr/>
          <p:nvPr/>
        </p:nvSpPr>
        <p:spPr>
          <a:xfrm>
            <a:off x="5850942" y="399729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421989-EC40-ACB8-25A2-0E6D8633A0D2}"/>
              </a:ext>
            </a:extLst>
          </p:cNvPr>
          <p:cNvSpPr/>
          <p:nvPr/>
        </p:nvSpPr>
        <p:spPr>
          <a:xfrm>
            <a:off x="6142407" y="381472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719F58-FD5E-F8CC-90C2-6E620A5ABBCF}"/>
              </a:ext>
            </a:extLst>
          </p:cNvPr>
          <p:cNvSpPr/>
          <p:nvPr/>
        </p:nvSpPr>
        <p:spPr>
          <a:xfrm>
            <a:off x="8121783" y="241242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9F3825-0162-24C3-6A73-45048DB5655A}"/>
              </a:ext>
            </a:extLst>
          </p:cNvPr>
          <p:cNvSpPr/>
          <p:nvPr/>
        </p:nvSpPr>
        <p:spPr>
          <a:xfrm>
            <a:off x="8413248" y="222985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F63559-F3DF-2B7F-FAB4-F3DFBE91CF7A}"/>
              </a:ext>
            </a:extLst>
          </p:cNvPr>
          <p:cNvSpPr/>
          <p:nvPr/>
        </p:nvSpPr>
        <p:spPr>
          <a:xfrm>
            <a:off x="8704713" y="2047283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E0BA72C9-0A36-24DF-20E6-2F4B7B4BCF5D}"/>
              </a:ext>
            </a:extLst>
          </p:cNvPr>
          <p:cNvSpPr/>
          <p:nvPr/>
        </p:nvSpPr>
        <p:spPr>
          <a:xfrm rot="3386166">
            <a:off x="6234721" y="4213556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AECAB8B3-6E7E-660F-3971-C96D956E0C20}"/>
              </a:ext>
            </a:extLst>
          </p:cNvPr>
          <p:cNvSpPr/>
          <p:nvPr/>
        </p:nvSpPr>
        <p:spPr>
          <a:xfrm rot="3386166">
            <a:off x="7614896" y="3340033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4A4EA0AC-C44D-3FBC-53BC-E9CA1D50726E}"/>
              </a:ext>
            </a:extLst>
          </p:cNvPr>
          <p:cNvSpPr/>
          <p:nvPr/>
        </p:nvSpPr>
        <p:spPr>
          <a:xfrm rot="3386166">
            <a:off x="8819367" y="2440192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0D14688-0198-9C43-FDB7-F8C09BCC6EA9}"/>
                  </a:ext>
                </a:extLst>
              </p:cNvPr>
              <p:cNvSpPr txBox="1"/>
              <p:nvPr/>
            </p:nvSpPr>
            <p:spPr>
              <a:xfrm>
                <a:off x="6296666" y="4743892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0D14688-0198-9C43-FDB7-F8C09BCC6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666" y="4743892"/>
                <a:ext cx="5426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84351E7-8736-B906-D4C0-57E9D3CC3D5D}"/>
                  </a:ext>
                </a:extLst>
              </p:cNvPr>
              <p:cNvSpPr txBox="1"/>
              <p:nvPr/>
            </p:nvSpPr>
            <p:spPr>
              <a:xfrm>
                <a:off x="7689816" y="3847153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84351E7-8736-B906-D4C0-57E9D3CC3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9816" y="3847153"/>
                <a:ext cx="5426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D3E10E1F-03A3-6268-1B24-3F0B994FAD1C}"/>
              </a:ext>
            </a:extLst>
          </p:cNvPr>
          <p:cNvSpPr/>
          <p:nvPr/>
        </p:nvSpPr>
        <p:spPr>
          <a:xfrm>
            <a:off x="9652224" y="3248397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F48081-2185-1805-BE41-83F9A7AFB4A4}"/>
              </a:ext>
            </a:extLst>
          </p:cNvPr>
          <p:cNvSpPr/>
          <p:nvPr/>
        </p:nvSpPr>
        <p:spPr>
          <a:xfrm>
            <a:off x="8412112" y="4226528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2E316C3-02DB-FDD4-8FF5-63C154DFBC97}"/>
              </a:ext>
            </a:extLst>
          </p:cNvPr>
          <p:cNvSpPr/>
          <p:nvPr/>
        </p:nvSpPr>
        <p:spPr>
          <a:xfrm>
            <a:off x="6918773" y="5024206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6EC2228-E704-F34C-9A0F-F6D455F1D0B7}"/>
              </a:ext>
            </a:extLst>
          </p:cNvPr>
          <p:cNvCxnSpPr/>
          <p:nvPr/>
        </p:nvCxnSpPr>
        <p:spPr>
          <a:xfrm flipV="1">
            <a:off x="8044337" y="4159536"/>
            <a:ext cx="2967295" cy="2174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EEC4F0E-1C16-53E4-CB59-839751E0FA55}"/>
                  </a:ext>
                </a:extLst>
              </p:cNvPr>
              <p:cNvSpPr txBox="1"/>
              <p:nvPr/>
            </p:nvSpPr>
            <p:spPr>
              <a:xfrm>
                <a:off x="9513640" y="5252920"/>
                <a:ext cx="6580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EEC4F0E-1C16-53E4-CB59-839751E0F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3640" y="5252920"/>
                <a:ext cx="65806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B3633ED-19F5-8F4B-53A4-2C0B3A1CD14C}"/>
              </a:ext>
            </a:extLst>
          </p:cNvPr>
          <p:cNvCxnSpPr/>
          <p:nvPr/>
        </p:nvCxnSpPr>
        <p:spPr>
          <a:xfrm flipH="1">
            <a:off x="5791550" y="3219793"/>
            <a:ext cx="190837" cy="60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1B1B563-D7C5-3E11-52D7-569C9F60560C}"/>
              </a:ext>
            </a:extLst>
          </p:cNvPr>
          <p:cNvCxnSpPr>
            <a:cxnSpLocks/>
          </p:cNvCxnSpPr>
          <p:nvPr/>
        </p:nvCxnSpPr>
        <p:spPr>
          <a:xfrm>
            <a:off x="6371817" y="4828530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7A2D39C-176C-5A61-C4A0-22D0D94F49C6}"/>
              </a:ext>
            </a:extLst>
          </p:cNvPr>
          <p:cNvCxnSpPr>
            <a:cxnSpLocks/>
          </p:cNvCxnSpPr>
          <p:nvPr/>
        </p:nvCxnSpPr>
        <p:spPr>
          <a:xfrm>
            <a:off x="7834213" y="3925578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272606B-BB9F-E5F6-F20F-857686767862}"/>
              </a:ext>
            </a:extLst>
          </p:cNvPr>
          <p:cNvCxnSpPr>
            <a:cxnSpLocks/>
          </p:cNvCxnSpPr>
          <p:nvPr/>
        </p:nvCxnSpPr>
        <p:spPr>
          <a:xfrm>
            <a:off x="9022500" y="3037928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637F65E-9AAB-5C4E-56B8-D249F4878EB1}"/>
                  </a:ext>
                </a:extLst>
              </p:cNvPr>
              <p:cNvSpPr txBox="1"/>
              <p:nvPr/>
            </p:nvSpPr>
            <p:spPr>
              <a:xfrm>
                <a:off x="8842658" y="2895288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637F65E-9AAB-5C4E-56B8-D249F4878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2658" y="2895288"/>
                <a:ext cx="54264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6E4FDD8-2F6A-1DD1-7960-E9BDCC3F18DB}"/>
              </a:ext>
            </a:extLst>
          </p:cNvPr>
          <p:cNvCxnSpPr>
            <a:cxnSpLocks/>
          </p:cNvCxnSpPr>
          <p:nvPr/>
        </p:nvCxnSpPr>
        <p:spPr>
          <a:xfrm>
            <a:off x="6676448" y="2448529"/>
            <a:ext cx="495570" cy="562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0B6C0B6-0E89-BB60-1EB4-C145008DE266}"/>
              </a:ext>
            </a:extLst>
          </p:cNvPr>
          <p:cNvCxnSpPr>
            <a:cxnSpLocks/>
          </p:cNvCxnSpPr>
          <p:nvPr/>
        </p:nvCxnSpPr>
        <p:spPr>
          <a:xfrm>
            <a:off x="7289642" y="1910401"/>
            <a:ext cx="882246" cy="351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284D8C1-9B03-B65F-6FC3-7CD01B0EB6B7}"/>
                  </a:ext>
                </a:extLst>
              </p:cNvPr>
              <p:cNvSpPr txBox="1"/>
              <p:nvPr/>
            </p:nvSpPr>
            <p:spPr>
              <a:xfrm>
                <a:off x="6786936" y="2641659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284D8C1-9B03-B65F-6FC3-7CD01B0EB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936" y="2641659"/>
                <a:ext cx="54264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2CCF130-DE12-C710-AF69-F7FF9122773D}"/>
              </a:ext>
            </a:extLst>
          </p:cNvPr>
          <p:cNvCxnSpPr>
            <a:cxnSpLocks/>
          </p:cNvCxnSpPr>
          <p:nvPr/>
        </p:nvCxnSpPr>
        <p:spPr>
          <a:xfrm>
            <a:off x="6937476" y="5672881"/>
            <a:ext cx="536121" cy="305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46D2886-D4A4-9B33-490E-6352857880CE}"/>
                  </a:ext>
                </a:extLst>
              </p:cNvPr>
              <p:cNvSpPr txBox="1"/>
              <p:nvPr/>
            </p:nvSpPr>
            <p:spPr>
              <a:xfrm>
                <a:off x="6823425" y="5870303"/>
                <a:ext cx="4662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46D2886-D4A4-9B33-490E-635285788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425" y="5870303"/>
                <a:ext cx="46621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6BE3002-4C8C-AA70-CEFD-C31FDB7824CA}"/>
              </a:ext>
            </a:extLst>
          </p:cNvPr>
          <p:cNvCxnSpPr>
            <a:cxnSpLocks/>
          </p:cNvCxnSpPr>
          <p:nvPr/>
        </p:nvCxnSpPr>
        <p:spPr>
          <a:xfrm>
            <a:off x="7777647" y="5306364"/>
            <a:ext cx="0" cy="609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CCC202-354D-410A-958D-A7B8C71D58F3}"/>
                  </a:ext>
                </a:extLst>
              </p:cNvPr>
              <p:cNvSpPr txBox="1"/>
              <p:nvPr/>
            </p:nvSpPr>
            <p:spPr>
              <a:xfrm>
                <a:off x="7763128" y="5456493"/>
                <a:ext cx="412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CCC202-354D-410A-958D-A7B8C71D5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3128" y="5456493"/>
                <a:ext cx="41261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ED21990-F0E8-1EC1-616A-10B1D380E419}"/>
              </a:ext>
            </a:extLst>
          </p:cNvPr>
          <p:cNvCxnSpPr>
            <a:cxnSpLocks/>
          </p:cNvCxnSpPr>
          <p:nvPr/>
        </p:nvCxnSpPr>
        <p:spPr>
          <a:xfrm>
            <a:off x="5485432" y="4088029"/>
            <a:ext cx="0" cy="4142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B65F7B2-BEB3-BD0A-2791-A33562100913}"/>
              </a:ext>
            </a:extLst>
          </p:cNvPr>
          <p:cNvCxnSpPr>
            <a:cxnSpLocks/>
          </p:cNvCxnSpPr>
          <p:nvPr/>
        </p:nvCxnSpPr>
        <p:spPr>
          <a:xfrm>
            <a:off x="5521605" y="4634086"/>
            <a:ext cx="363216" cy="1624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33234F4-9BA0-F971-2DB4-AA0CD8C81318}"/>
                  </a:ext>
                </a:extLst>
              </p:cNvPr>
              <p:cNvSpPr txBox="1"/>
              <p:nvPr/>
            </p:nvSpPr>
            <p:spPr>
              <a:xfrm>
                <a:off x="5076382" y="4110495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33234F4-9BA0-F971-2DB4-AA0CD8C81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382" y="4110495"/>
                <a:ext cx="37093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87C8ED9-E4F3-F002-B29F-85A70F022AC1}"/>
                  </a:ext>
                </a:extLst>
              </p:cNvPr>
              <p:cNvSpPr txBox="1"/>
              <p:nvPr/>
            </p:nvSpPr>
            <p:spPr>
              <a:xfrm>
                <a:off x="5416850" y="4708660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87C8ED9-E4F3-F002-B29F-85A70F022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850" y="4708660"/>
                <a:ext cx="37093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E2DEB18-9947-68AE-B854-1746E6A125A8}"/>
                  </a:ext>
                </a:extLst>
              </p:cNvPr>
              <p:cNvSpPr txBox="1"/>
              <p:nvPr/>
            </p:nvSpPr>
            <p:spPr>
              <a:xfrm>
                <a:off x="932226" y="1716588"/>
                <a:ext cx="3045414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Kernel Matrix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Take a strip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/>
                  <a:t> pixels of kernels of same output channel to form a row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Create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rows for each output channel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Repeat the above for all output channels</a:t>
                </a: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E2DEB18-9947-68AE-B854-1746E6A12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226" y="1716588"/>
                <a:ext cx="3045414" cy="2308324"/>
              </a:xfrm>
              <a:prstGeom prst="rect">
                <a:avLst/>
              </a:prstGeom>
              <a:blipFill>
                <a:blip r:embed="rId13"/>
                <a:stretch>
                  <a:fillRect l="-1800" t="-1587" b="-3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22438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3DE76-E870-FD66-9B7F-13D6D29B4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Kn2Row Algorithm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F3E36F-620A-2DD1-201B-D83F1CAABE2A}"/>
              </a:ext>
            </a:extLst>
          </p:cNvPr>
          <p:cNvSpPr/>
          <p:nvPr/>
        </p:nvSpPr>
        <p:spPr>
          <a:xfrm>
            <a:off x="5365806" y="1752932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B96694-E946-E532-D1A8-89AFF52AF37E}"/>
              </a:ext>
            </a:extLst>
          </p:cNvPr>
          <p:cNvSpPr/>
          <p:nvPr/>
        </p:nvSpPr>
        <p:spPr>
          <a:xfrm>
            <a:off x="5941116" y="1501472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E06E75-B3AA-CFDC-307E-39016316AB92}"/>
              </a:ext>
            </a:extLst>
          </p:cNvPr>
          <p:cNvSpPr/>
          <p:nvPr/>
        </p:nvSpPr>
        <p:spPr>
          <a:xfrm>
            <a:off x="6524046" y="1295732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F042FD9-70FF-344B-77C2-3CE8A0BD841C}"/>
              </a:ext>
            </a:extLst>
          </p:cNvPr>
          <p:cNvCxnSpPr>
            <a:cxnSpLocks/>
          </p:cNvCxnSpPr>
          <p:nvPr/>
        </p:nvCxnSpPr>
        <p:spPr>
          <a:xfrm>
            <a:off x="5312466" y="1699592"/>
            <a:ext cx="0" cy="609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1A1D443-3EF1-D440-F94C-C91149E3B553}"/>
              </a:ext>
            </a:extLst>
          </p:cNvPr>
          <p:cNvCxnSpPr>
            <a:cxnSpLocks/>
          </p:cNvCxnSpPr>
          <p:nvPr/>
        </p:nvCxnSpPr>
        <p:spPr>
          <a:xfrm>
            <a:off x="5404995" y="2496426"/>
            <a:ext cx="536121" cy="305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2993017-5792-B67A-B0FB-EBA3A4BEFC8C}"/>
              </a:ext>
            </a:extLst>
          </p:cNvPr>
          <p:cNvCxnSpPr>
            <a:cxnSpLocks/>
          </p:cNvCxnSpPr>
          <p:nvPr/>
        </p:nvCxnSpPr>
        <p:spPr>
          <a:xfrm flipV="1">
            <a:off x="6211626" y="2249865"/>
            <a:ext cx="1091837" cy="6286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BBE752-F2C3-15AD-5A79-262A50BF153D}"/>
                  </a:ext>
                </a:extLst>
              </p:cNvPr>
              <p:cNvSpPr txBox="1"/>
              <p:nvPr/>
            </p:nvSpPr>
            <p:spPr>
              <a:xfrm>
                <a:off x="4916160" y="1819726"/>
                <a:ext cx="412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BBE752-F2C3-15AD-5A79-262A50BF1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6160" y="1819726"/>
                <a:ext cx="41261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1B55C2-63DE-FD79-8414-65D82170C9DC}"/>
                  </a:ext>
                </a:extLst>
              </p:cNvPr>
              <p:cNvSpPr txBox="1"/>
              <p:nvPr/>
            </p:nvSpPr>
            <p:spPr>
              <a:xfrm>
                <a:off x="5290944" y="2693848"/>
                <a:ext cx="4662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1B55C2-63DE-FD79-8414-65D82170C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944" y="2693848"/>
                <a:ext cx="46621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DDC75CF7-06A0-04B5-5EBE-2F8F337EDA16}"/>
              </a:ext>
            </a:extLst>
          </p:cNvPr>
          <p:cNvSpPr/>
          <p:nvPr/>
        </p:nvSpPr>
        <p:spPr>
          <a:xfrm>
            <a:off x="6906674" y="3243660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3EB9B3-E0B7-9046-3B3E-C1E5DE7497C5}"/>
              </a:ext>
            </a:extLst>
          </p:cNvPr>
          <p:cNvSpPr/>
          <p:nvPr/>
        </p:nvSpPr>
        <p:spPr>
          <a:xfrm>
            <a:off x="7198139" y="3061087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581A03-493E-8523-C33C-60DE7A59BBF2}"/>
              </a:ext>
            </a:extLst>
          </p:cNvPr>
          <p:cNvSpPr/>
          <p:nvPr/>
        </p:nvSpPr>
        <p:spPr>
          <a:xfrm>
            <a:off x="7489604" y="2878514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C22436-FE2C-9589-2905-D14B67F0A60E}"/>
              </a:ext>
            </a:extLst>
          </p:cNvPr>
          <p:cNvSpPr/>
          <p:nvPr/>
        </p:nvSpPr>
        <p:spPr>
          <a:xfrm>
            <a:off x="5559477" y="4179872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6EF011-2080-267A-78BA-3B884B463AF8}"/>
              </a:ext>
            </a:extLst>
          </p:cNvPr>
          <p:cNvSpPr/>
          <p:nvPr/>
        </p:nvSpPr>
        <p:spPr>
          <a:xfrm>
            <a:off x="5850942" y="399729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421989-EC40-ACB8-25A2-0E6D8633A0D2}"/>
              </a:ext>
            </a:extLst>
          </p:cNvPr>
          <p:cNvSpPr/>
          <p:nvPr/>
        </p:nvSpPr>
        <p:spPr>
          <a:xfrm>
            <a:off x="6142407" y="381472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719F58-FD5E-F8CC-90C2-6E620A5ABBCF}"/>
              </a:ext>
            </a:extLst>
          </p:cNvPr>
          <p:cNvSpPr/>
          <p:nvPr/>
        </p:nvSpPr>
        <p:spPr>
          <a:xfrm>
            <a:off x="8121783" y="241242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9F3825-0162-24C3-6A73-45048DB5655A}"/>
              </a:ext>
            </a:extLst>
          </p:cNvPr>
          <p:cNvSpPr/>
          <p:nvPr/>
        </p:nvSpPr>
        <p:spPr>
          <a:xfrm>
            <a:off x="8413248" y="222985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F63559-F3DF-2B7F-FAB4-F3DFBE91CF7A}"/>
              </a:ext>
            </a:extLst>
          </p:cNvPr>
          <p:cNvSpPr/>
          <p:nvPr/>
        </p:nvSpPr>
        <p:spPr>
          <a:xfrm>
            <a:off x="8704713" y="2047283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E0BA72C9-0A36-24DF-20E6-2F4B7B4BCF5D}"/>
              </a:ext>
            </a:extLst>
          </p:cNvPr>
          <p:cNvSpPr/>
          <p:nvPr/>
        </p:nvSpPr>
        <p:spPr>
          <a:xfrm rot="3386166">
            <a:off x="6234721" y="4213556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AECAB8B3-6E7E-660F-3971-C96D956E0C20}"/>
              </a:ext>
            </a:extLst>
          </p:cNvPr>
          <p:cNvSpPr/>
          <p:nvPr/>
        </p:nvSpPr>
        <p:spPr>
          <a:xfrm rot="3386166">
            <a:off x="7614896" y="3340033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4A4EA0AC-C44D-3FBC-53BC-E9CA1D50726E}"/>
              </a:ext>
            </a:extLst>
          </p:cNvPr>
          <p:cNvSpPr/>
          <p:nvPr/>
        </p:nvSpPr>
        <p:spPr>
          <a:xfrm rot="3386166">
            <a:off x="8819367" y="2440192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0D14688-0198-9C43-FDB7-F8C09BCC6EA9}"/>
                  </a:ext>
                </a:extLst>
              </p:cNvPr>
              <p:cNvSpPr txBox="1"/>
              <p:nvPr/>
            </p:nvSpPr>
            <p:spPr>
              <a:xfrm>
                <a:off x="6296666" y="4743892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0D14688-0198-9C43-FDB7-F8C09BCC6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666" y="4743892"/>
                <a:ext cx="5426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84351E7-8736-B906-D4C0-57E9D3CC3D5D}"/>
                  </a:ext>
                </a:extLst>
              </p:cNvPr>
              <p:cNvSpPr txBox="1"/>
              <p:nvPr/>
            </p:nvSpPr>
            <p:spPr>
              <a:xfrm>
                <a:off x="7689816" y="3847153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84351E7-8736-B906-D4C0-57E9D3CC3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9816" y="3847153"/>
                <a:ext cx="5426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D3E10E1F-03A3-6268-1B24-3F0B994FAD1C}"/>
              </a:ext>
            </a:extLst>
          </p:cNvPr>
          <p:cNvSpPr/>
          <p:nvPr/>
        </p:nvSpPr>
        <p:spPr>
          <a:xfrm>
            <a:off x="9652224" y="3248397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F48081-2185-1805-BE41-83F9A7AFB4A4}"/>
              </a:ext>
            </a:extLst>
          </p:cNvPr>
          <p:cNvSpPr/>
          <p:nvPr/>
        </p:nvSpPr>
        <p:spPr>
          <a:xfrm>
            <a:off x="8412112" y="4226528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2E316C3-02DB-FDD4-8FF5-63C154DFBC97}"/>
              </a:ext>
            </a:extLst>
          </p:cNvPr>
          <p:cNvSpPr/>
          <p:nvPr/>
        </p:nvSpPr>
        <p:spPr>
          <a:xfrm>
            <a:off x="6918773" y="5024206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6EC2228-E704-F34C-9A0F-F6D455F1D0B7}"/>
              </a:ext>
            </a:extLst>
          </p:cNvPr>
          <p:cNvCxnSpPr/>
          <p:nvPr/>
        </p:nvCxnSpPr>
        <p:spPr>
          <a:xfrm flipV="1">
            <a:off x="8044337" y="4159536"/>
            <a:ext cx="2967295" cy="2174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EEC4F0E-1C16-53E4-CB59-839751E0FA55}"/>
                  </a:ext>
                </a:extLst>
              </p:cNvPr>
              <p:cNvSpPr txBox="1"/>
              <p:nvPr/>
            </p:nvSpPr>
            <p:spPr>
              <a:xfrm>
                <a:off x="9513640" y="5252920"/>
                <a:ext cx="6580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EEC4F0E-1C16-53E4-CB59-839751E0F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3640" y="5252920"/>
                <a:ext cx="65806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B3633ED-19F5-8F4B-53A4-2C0B3A1CD14C}"/>
              </a:ext>
            </a:extLst>
          </p:cNvPr>
          <p:cNvCxnSpPr/>
          <p:nvPr/>
        </p:nvCxnSpPr>
        <p:spPr>
          <a:xfrm flipH="1">
            <a:off x="5791550" y="3219793"/>
            <a:ext cx="190837" cy="60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1B1B563-D7C5-3E11-52D7-569C9F60560C}"/>
              </a:ext>
            </a:extLst>
          </p:cNvPr>
          <p:cNvCxnSpPr>
            <a:cxnSpLocks/>
          </p:cNvCxnSpPr>
          <p:nvPr/>
        </p:nvCxnSpPr>
        <p:spPr>
          <a:xfrm>
            <a:off x="6371817" y="4828530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7A2D39C-176C-5A61-C4A0-22D0D94F49C6}"/>
              </a:ext>
            </a:extLst>
          </p:cNvPr>
          <p:cNvCxnSpPr>
            <a:cxnSpLocks/>
          </p:cNvCxnSpPr>
          <p:nvPr/>
        </p:nvCxnSpPr>
        <p:spPr>
          <a:xfrm>
            <a:off x="7834213" y="3925578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272606B-BB9F-E5F6-F20F-857686767862}"/>
              </a:ext>
            </a:extLst>
          </p:cNvPr>
          <p:cNvCxnSpPr>
            <a:cxnSpLocks/>
          </p:cNvCxnSpPr>
          <p:nvPr/>
        </p:nvCxnSpPr>
        <p:spPr>
          <a:xfrm>
            <a:off x="9022500" y="3037928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637F65E-9AAB-5C4E-56B8-D249F4878EB1}"/>
                  </a:ext>
                </a:extLst>
              </p:cNvPr>
              <p:cNvSpPr txBox="1"/>
              <p:nvPr/>
            </p:nvSpPr>
            <p:spPr>
              <a:xfrm>
                <a:off x="8842658" y="2895288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637F65E-9AAB-5C4E-56B8-D249F4878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2658" y="2895288"/>
                <a:ext cx="54264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6E4FDD8-2F6A-1DD1-7960-E9BDCC3F18DB}"/>
              </a:ext>
            </a:extLst>
          </p:cNvPr>
          <p:cNvCxnSpPr>
            <a:cxnSpLocks/>
          </p:cNvCxnSpPr>
          <p:nvPr/>
        </p:nvCxnSpPr>
        <p:spPr>
          <a:xfrm>
            <a:off x="6676448" y="2448529"/>
            <a:ext cx="495570" cy="562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0B6C0B6-0E89-BB60-1EB4-C145008DE266}"/>
              </a:ext>
            </a:extLst>
          </p:cNvPr>
          <p:cNvCxnSpPr>
            <a:cxnSpLocks/>
          </p:cNvCxnSpPr>
          <p:nvPr/>
        </p:nvCxnSpPr>
        <p:spPr>
          <a:xfrm>
            <a:off x="7289642" y="1910401"/>
            <a:ext cx="882246" cy="351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284D8C1-9B03-B65F-6FC3-7CD01B0EB6B7}"/>
                  </a:ext>
                </a:extLst>
              </p:cNvPr>
              <p:cNvSpPr txBox="1"/>
              <p:nvPr/>
            </p:nvSpPr>
            <p:spPr>
              <a:xfrm>
                <a:off x="6786936" y="2641659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284D8C1-9B03-B65F-6FC3-7CD01B0EB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936" y="2641659"/>
                <a:ext cx="54264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2CCF130-DE12-C710-AF69-F7FF9122773D}"/>
              </a:ext>
            </a:extLst>
          </p:cNvPr>
          <p:cNvCxnSpPr>
            <a:cxnSpLocks/>
          </p:cNvCxnSpPr>
          <p:nvPr/>
        </p:nvCxnSpPr>
        <p:spPr>
          <a:xfrm>
            <a:off x="6937476" y="5672881"/>
            <a:ext cx="536121" cy="305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46D2886-D4A4-9B33-490E-6352857880CE}"/>
                  </a:ext>
                </a:extLst>
              </p:cNvPr>
              <p:cNvSpPr txBox="1"/>
              <p:nvPr/>
            </p:nvSpPr>
            <p:spPr>
              <a:xfrm>
                <a:off x="6823425" y="5870303"/>
                <a:ext cx="4662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46D2886-D4A4-9B33-490E-635285788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425" y="5870303"/>
                <a:ext cx="46621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6BE3002-4C8C-AA70-CEFD-C31FDB7824CA}"/>
              </a:ext>
            </a:extLst>
          </p:cNvPr>
          <p:cNvCxnSpPr>
            <a:cxnSpLocks/>
          </p:cNvCxnSpPr>
          <p:nvPr/>
        </p:nvCxnSpPr>
        <p:spPr>
          <a:xfrm>
            <a:off x="7777647" y="5306364"/>
            <a:ext cx="0" cy="609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CCC202-354D-410A-958D-A7B8C71D58F3}"/>
                  </a:ext>
                </a:extLst>
              </p:cNvPr>
              <p:cNvSpPr txBox="1"/>
              <p:nvPr/>
            </p:nvSpPr>
            <p:spPr>
              <a:xfrm>
                <a:off x="7763128" y="5456493"/>
                <a:ext cx="412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CCC202-354D-410A-958D-A7B8C71D5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3128" y="5456493"/>
                <a:ext cx="41261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ED21990-F0E8-1EC1-616A-10B1D380E419}"/>
              </a:ext>
            </a:extLst>
          </p:cNvPr>
          <p:cNvCxnSpPr>
            <a:cxnSpLocks/>
          </p:cNvCxnSpPr>
          <p:nvPr/>
        </p:nvCxnSpPr>
        <p:spPr>
          <a:xfrm>
            <a:off x="5485432" y="4088029"/>
            <a:ext cx="0" cy="4142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B65F7B2-BEB3-BD0A-2791-A33562100913}"/>
              </a:ext>
            </a:extLst>
          </p:cNvPr>
          <p:cNvCxnSpPr>
            <a:cxnSpLocks/>
          </p:cNvCxnSpPr>
          <p:nvPr/>
        </p:nvCxnSpPr>
        <p:spPr>
          <a:xfrm>
            <a:off x="5521605" y="4634086"/>
            <a:ext cx="363216" cy="1624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33234F4-9BA0-F971-2DB4-AA0CD8C81318}"/>
                  </a:ext>
                </a:extLst>
              </p:cNvPr>
              <p:cNvSpPr txBox="1"/>
              <p:nvPr/>
            </p:nvSpPr>
            <p:spPr>
              <a:xfrm>
                <a:off x="5076382" y="4110495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33234F4-9BA0-F971-2DB4-AA0CD8C81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382" y="4110495"/>
                <a:ext cx="37093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87C8ED9-E4F3-F002-B29F-85A70F022AC1}"/>
                  </a:ext>
                </a:extLst>
              </p:cNvPr>
              <p:cNvSpPr txBox="1"/>
              <p:nvPr/>
            </p:nvSpPr>
            <p:spPr>
              <a:xfrm>
                <a:off x="5416850" y="4708660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87C8ED9-E4F3-F002-B29F-85A70F022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850" y="4708660"/>
                <a:ext cx="37093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E2DEB18-9947-68AE-B854-1746E6A125A8}"/>
                  </a:ext>
                </a:extLst>
              </p:cNvPr>
              <p:cNvSpPr txBox="1"/>
              <p:nvPr/>
            </p:nvSpPr>
            <p:spPr>
              <a:xfrm>
                <a:off x="932226" y="1716588"/>
                <a:ext cx="3045414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Kernel Matrix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Take a strip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/>
                  <a:t> pixels of kernels of same output channel to form a row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2">
                        <a:lumMod val="90000"/>
                      </a:schemeClr>
                    </a:solidFill>
                  </a:rPr>
                  <a:t>Create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bg2">
                                <a:lumMod val="9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bg2">
                                <a:lumMod val="9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bg2">
                                <a:lumMod val="9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bg2">
                        <a:lumMod val="90000"/>
                      </a:schemeClr>
                    </a:solidFill>
                  </a:rPr>
                  <a:t> rows for each output channel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2">
                        <a:lumMod val="90000"/>
                      </a:schemeClr>
                    </a:solidFill>
                  </a:rPr>
                  <a:t>Repeat the above for all output channels</a:t>
                </a: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E2DEB18-9947-68AE-B854-1746E6A12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226" y="1716588"/>
                <a:ext cx="3045414" cy="2308324"/>
              </a:xfrm>
              <a:prstGeom prst="rect">
                <a:avLst/>
              </a:prstGeom>
              <a:blipFill>
                <a:blip r:embed="rId13"/>
                <a:stretch>
                  <a:fillRect l="-1800" t="-1587" b="-3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311B8ECA-3642-6545-E010-C7546EC8E79D}"/>
              </a:ext>
            </a:extLst>
          </p:cNvPr>
          <p:cNvSpPr/>
          <p:nvPr/>
        </p:nvSpPr>
        <p:spPr>
          <a:xfrm rot="19558949">
            <a:off x="5303755" y="3891204"/>
            <a:ext cx="1332590" cy="14586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148A1CC-CB4E-0CC9-12B6-7BBB337E6D1D}"/>
              </a:ext>
            </a:extLst>
          </p:cNvPr>
          <p:cNvSpPr/>
          <p:nvPr/>
        </p:nvSpPr>
        <p:spPr>
          <a:xfrm>
            <a:off x="1624835" y="4540012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71C44C4-F842-6E8F-1E51-8AE491FFC089}"/>
              </a:ext>
            </a:extLst>
          </p:cNvPr>
          <p:cNvCxnSpPr>
            <a:cxnSpLocks/>
          </p:cNvCxnSpPr>
          <p:nvPr/>
        </p:nvCxnSpPr>
        <p:spPr>
          <a:xfrm>
            <a:off x="1622070" y="4402353"/>
            <a:ext cx="1311998" cy="674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57B3353-3FB6-2CD6-827E-7BE6958AC064}"/>
                  </a:ext>
                </a:extLst>
              </p:cNvPr>
              <p:cNvSpPr txBox="1"/>
              <p:nvPr/>
            </p:nvSpPr>
            <p:spPr>
              <a:xfrm>
                <a:off x="2006745" y="4020679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57B3353-3FB6-2CD6-827E-7BE6958AC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6745" y="4020679"/>
                <a:ext cx="542648" cy="369332"/>
              </a:xfrm>
              <a:prstGeom prst="rect">
                <a:avLst/>
              </a:prstGeom>
              <a:blipFill>
                <a:blip r:embed="rId1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94987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3DE76-E870-FD66-9B7F-13D6D29B4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Kn2Row Algorithm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F3E36F-620A-2DD1-201B-D83F1CAABE2A}"/>
              </a:ext>
            </a:extLst>
          </p:cNvPr>
          <p:cNvSpPr/>
          <p:nvPr/>
        </p:nvSpPr>
        <p:spPr>
          <a:xfrm>
            <a:off x="5365806" y="1752932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B96694-E946-E532-D1A8-89AFF52AF37E}"/>
              </a:ext>
            </a:extLst>
          </p:cNvPr>
          <p:cNvSpPr/>
          <p:nvPr/>
        </p:nvSpPr>
        <p:spPr>
          <a:xfrm>
            <a:off x="5941116" y="1501472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E06E75-B3AA-CFDC-307E-39016316AB92}"/>
              </a:ext>
            </a:extLst>
          </p:cNvPr>
          <p:cNvSpPr/>
          <p:nvPr/>
        </p:nvSpPr>
        <p:spPr>
          <a:xfrm>
            <a:off x="6524046" y="1295732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F042FD9-70FF-344B-77C2-3CE8A0BD841C}"/>
              </a:ext>
            </a:extLst>
          </p:cNvPr>
          <p:cNvCxnSpPr>
            <a:cxnSpLocks/>
          </p:cNvCxnSpPr>
          <p:nvPr/>
        </p:nvCxnSpPr>
        <p:spPr>
          <a:xfrm>
            <a:off x="5312466" y="1699592"/>
            <a:ext cx="0" cy="609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1A1D443-3EF1-D440-F94C-C91149E3B553}"/>
              </a:ext>
            </a:extLst>
          </p:cNvPr>
          <p:cNvCxnSpPr>
            <a:cxnSpLocks/>
          </p:cNvCxnSpPr>
          <p:nvPr/>
        </p:nvCxnSpPr>
        <p:spPr>
          <a:xfrm>
            <a:off x="5404995" y="2496426"/>
            <a:ext cx="536121" cy="305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2993017-5792-B67A-B0FB-EBA3A4BEFC8C}"/>
              </a:ext>
            </a:extLst>
          </p:cNvPr>
          <p:cNvCxnSpPr>
            <a:cxnSpLocks/>
          </p:cNvCxnSpPr>
          <p:nvPr/>
        </p:nvCxnSpPr>
        <p:spPr>
          <a:xfrm flipV="1">
            <a:off x="6211626" y="2249865"/>
            <a:ext cx="1091837" cy="6286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BBE752-F2C3-15AD-5A79-262A50BF153D}"/>
                  </a:ext>
                </a:extLst>
              </p:cNvPr>
              <p:cNvSpPr txBox="1"/>
              <p:nvPr/>
            </p:nvSpPr>
            <p:spPr>
              <a:xfrm>
                <a:off x="4916160" y="1819726"/>
                <a:ext cx="412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BBE752-F2C3-15AD-5A79-262A50BF1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6160" y="1819726"/>
                <a:ext cx="41261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1B55C2-63DE-FD79-8414-65D82170C9DC}"/>
                  </a:ext>
                </a:extLst>
              </p:cNvPr>
              <p:cNvSpPr txBox="1"/>
              <p:nvPr/>
            </p:nvSpPr>
            <p:spPr>
              <a:xfrm>
                <a:off x="5290944" y="2693848"/>
                <a:ext cx="4662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1B55C2-63DE-FD79-8414-65D82170C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944" y="2693848"/>
                <a:ext cx="46621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DDC75CF7-06A0-04B5-5EBE-2F8F337EDA16}"/>
              </a:ext>
            </a:extLst>
          </p:cNvPr>
          <p:cNvSpPr/>
          <p:nvPr/>
        </p:nvSpPr>
        <p:spPr>
          <a:xfrm>
            <a:off x="6906674" y="3243660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3EB9B3-E0B7-9046-3B3E-C1E5DE7497C5}"/>
              </a:ext>
            </a:extLst>
          </p:cNvPr>
          <p:cNvSpPr/>
          <p:nvPr/>
        </p:nvSpPr>
        <p:spPr>
          <a:xfrm>
            <a:off x="7198139" y="3061087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581A03-493E-8523-C33C-60DE7A59BBF2}"/>
              </a:ext>
            </a:extLst>
          </p:cNvPr>
          <p:cNvSpPr/>
          <p:nvPr/>
        </p:nvSpPr>
        <p:spPr>
          <a:xfrm>
            <a:off x="7489604" y="2878514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C22436-FE2C-9589-2905-D14B67F0A60E}"/>
              </a:ext>
            </a:extLst>
          </p:cNvPr>
          <p:cNvSpPr/>
          <p:nvPr/>
        </p:nvSpPr>
        <p:spPr>
          <a:xfrm>
            <a:off x="5559477" y="4179872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6EF011-2080-267A-78BA-3B884B463AF8}"/>
              </a:ext>
            </a:extLst>
          </p:cNvPr>
          <p:cNvSpPr/>
          <p:nvPr/>
        </p:nvSpPr>
        <p:spPr>
          <a:xfrm>
            <a:off x="5850942" y="399729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421989-EC40-ACB8-25A2-0E6D8633A0D2}"/>
              </a:ext>
            </a:extLst>
          </p:cNvPr>
          <p:cNvSpPr/>
          <p:nvPr/>
        </p:nvSpPr>
        <p:spPr>
          <a:xfrm>
            <a:off x="6142407" y="381472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719F58-FD5E-F8CC-90C2-6E620A5ABBCF}"/>
              </a:ext>
            </a:extLst>
          </p:cNvPr>
          <p:cNvSpPr/>
          <p:nvPr/>
        </p:nvSpPr>
        <p:spPr>
          <a:xfrm>
            <a:off x="8121783" y="241242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9F3825-0162-24C3-6A73-45048DB5655A}"/>
              </a:ext>
            </a:extLst>
          </p:cNvPr>
          <p:cNvSpPr/>
          <p:nvPr/>
        </p:nvSpPr>
        <p:spPr>
          <a:xfrm>
            <a:off x="8413248" y="222985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F63559-F3DF-2B7F-FAB4-F3DFBE91CF7A}"/>
              </a:ext>
            </a:extLst>
          </p:cNvPr>
          <p:cNvSpPr/>
          <p:nvPr/>
        </p:nvSpPr>
        <p:spPr>
          <a:xfrm>
            <a:off x="8704713" y="2047283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E0BA72C9-0A36-24DF-20E6-2F4B7B4BCF5D}"/>
              </a:ext>
            </a:extLst>
          </p:cNvPr>
          <p:cNvSpPr/>
          <p:nvPr/>
        </p:nvSpPr>
        <p:spPr>
          <a:xfrm rot="3386166">
            <a:off x="6234721" y="4213556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AECAB8B3-6E7E-660F-3971-C96D956E0C20}"/>
              </a:ext>
            </a:extLst>
          </p:cNvPr>
          <p:cNvSpPr/>
          <p:nvPr/>
        </p:nvSpPr>
        <p:spPr>
          <a:xfrm rot="3386166">
            <a:off x="7614896" y="3340033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4A4EA0AC-C44D-3FBC-53BC-E9CA1D50726E}"/>
              </a:ext>
            </a:extLst>
          </p:cNvPr>
          <p:cNvSpPr/>
          <p:nvPr/>
        </p:nvSpPr>
        <p:spPr>
          <a:xfrm rot="3386166">
            <a:off x="8819367" y="2440192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0D14688-0198-9C43-FDB7-F8C09BCC6EA9}"/>
                  </a:ext>
                </a:extLst>
              </p:cNvPr>
              <p:cNvSpPr txBox="1"/>
              <p:nvPr/>
            </p:nvSpPr>
            <p:spPr>
              <a:xfrm>
                <a:off x="6296666" y="4743892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0D14688-0198-9C43-FDB7-F8C09BCC6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666" y="4743892"/>
                <a:ext cx="5426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84351E7-8736-B906-D4C0-57E9D3CC3D5D}"/>
                  </a:ext>
                </a:extLst>
              </p:cNvPr>
              <p:cNvSpPr txBox="1"/>
              <p:nvPr/>
            </p:nvSpPr>
            <p:spPr>
              <a:xfrm>
                <a:off x="7689816" y="3847153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84351E7-8736-B906-D4C0-57E9D3CC3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9816" y="3847153"/>
                <a:ext cx="5426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D3E10E1F-03A3-6268-1B24-3F0B994FAD1C}"/>
              </a:ext>
            </a:extLst>
          </p:cNvPr>
          <p:cNvSpPr/>
          <p:nvPr/>
        </p:nvSpPr>
        <p:spPr>
          <a:xfrm>
            <a:off x="9652224" y="3248397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F48081-2185-1805-BE41-83F9A7AFB4A4}"/>
              </a:ext>
            </a:extLst>
          </p:cNvPr>
          <p:cNvSpPr/>
          <p:nvPr/>
        </p:nvSpPr>
        <p:spPr>
          <a:xfrm>
            <a:off x="8412112" y="4226528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2E316C3-02DB-FDD4-8FF5-63C154DFBC97}"/>
              </a:ext>
            </a:extLst>
          </p:cNvPr>
          <p:cNvSpPr/>
          <p:nvPr/>
        </p:nvSpPr>
        <p:spPr>
          <a:xfrm>
            <a:off x="6918773" y="5024206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6EC2228-E704-F34C-9A0F-F6D455F1D0B7}"/>
              </a:ext>
            </a:extLst>
          </p:cNvPr>
          <p:cNvCxnSpPr/>
          <p:nvPr/>
        </p:nvCxnSpPr>
        <p:spPr>
          <a:xfrm flipV="1">
            <a:off x="8044337" y="4159536"/>
            <a:ext cx="2967295" cy="2174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EEC4F0E-1C16-53E4-CB59-839751E0FA55}"/>
                  </a:ext>
                </a:extLst>
              </p:cNvPr>
              <p:cNvSpPr txBox="1"/>
              <p:nvPr/>
            </p:nvSpPr>
            <p:spPr>
              <a:xfrm>
                <a:off x="9513640" y="5252920"/>
                <a:ext cx="6580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EEC4F0E-1C16-53E4-CB59-839751E0F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3640" y="5252920"/>
                <a:ext cx="65806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B3633ED-19F5-8F4B-53A4-2C0B3A1CD14C}"/>
              </a:ext>
            </a:extLst>
          </p:cNvPr>
          <p:cNvCxnSpPr/>
          <p:nvPr/>
        </p:nvCxnSpPr>
        <p:spPr>
          <a:xfrm flipH="1">
            <a:off x="5791550" y="3219793"/>
            <a:ext cx="190837" cy="60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1B1B563-D7C5-3E11-52D7-569C9F60560C}"/>
              </a:ext>
            </a:extLst>
          </p:cNvPr>
          <p:cNvCxnSpPr>
            <a:cxnSpLocks/>
          </p:cNvCxnSpPr>
          <p:nvPr/>
        </p:nvCxnSpPr>
        <p:spPr>
          <a:xfrm>
            <a:off x="6371817" y="4828530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7A2D39C-176C-5A61-C4A0-22D0D94F49C6}"/>
              </a:ext>
            </a:extLst>
          </p:cNvPr>
          <p:cNvCxnSpPr>
            <a:cxnSpLocks/>
          </p:cNvCxnSpPr>
          <p:nvPr/>
        </p:nvCxnSpPr>
        <p:spPr>
          <a:xfrm>
            <a:off x="7834213" y="3925578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272606B-BB9F-E5F6-F20F-857686767862}"/>
              </a:ext>
            </a:extLst>
          </p:cNvPr>
          <p:cNvCxnSpPr>
            <a:cxnSpLocks/>
          </p:cNvCxnSpPr>
          <p:nvPr/>
        </p:nvCxnSpPr>
        <p:spPr>
          <a:xfrm>
            <a:off x="9022500" y="3037928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637F65E-9AAB-5C4E-56B8-D249F4878EB1}"/>
                  </a:ext>
                </a:extLst>
              </p:cNvPr>
              <p:cNvSpPr txBox="1"/>
              <p:nvPr/>
            </p:nvSpPr>
            <p:spPr>
              <a:xfrm>
                <a:off x="8842658" y="2895288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637F65E-9AAB-5C4E-56B8-D249F4878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2658" y="2895288"/>
                <a:ext cx="54264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6E4FDD8-2F6A-1DD1-7960-E9BDCC3F18DB}"/>
              </a:ext>
            </a:extLst>
          </p:cNvPr>
          <p:cNvCxnSpPr>
            <a:cxnSpLocks/>
          </p:cNvCxnSpPr>
          <p:nvPr/>
        </p:nvCxnSpPr>
        <p:spPr>
          <a:xfrm>
            <a:off x="6676448" y="2448529"/>
            <a:ext cx="495570" cy="562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0B6C0B6-0E89-BB60-1EB4-C145008DE266}"/>
              </a:ext>
            </a:extLst>
          </p:cNvPr>
          <p:cNvCxnSpPr>
            <a:cxnSpLocks/>
          </p:cNvCxnSpPr>
          <p:nvPr/>
        </p:nvCxnSpPr>
        <p:spPr>
          <a:xfrm>
            <a:off x="7289642" y="1910401"/>
            <a:ext cx="882246" cy="351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284D8C1-9B03-B65F-6FC3-7CD01B0EB6B7}"/>
                  </a:ext>
                </a:extLst>
              </p:cNvPr>
              <p:cNvSpPr txBox="1"/>
              <p:nvPr/>
            </p:nvSpPr>
            <p:spPr>
              <a:xfrm>
                <a:off x="6786936" y="2641659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284D8C1-9B03-B65F-6FC3-7CD01B0EB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936" y="2641659"/>
                <a:ext cx="54264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2CCF130-DE12-C710-AF69-F7FF9122773D}"/>
              </a:ext>
            </a:extLst>
          </p:cNvPr>
          <p:cNvCxnSpPr>
            <a:cxnSpLocks/>
          </p:cNvCxnSpPr>
          <p:nvPr/>
        </p:nvCxnSpPr>
        <p:spPr>
          <a:xfrm>
            <a:off x="6937476" y="5672881"/>
            <a:ext cx="536121" cy="305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46D2886-D4A4-9B33-490E-6352857880CE}"/>
                  </a:ext>
                </a:extLst>
              </p:cNvPr>
              <p:cNvSpPr txBox="1"/>
              <p:nvPr/>
            </p:nvSpPr>
            <p:spPr>
              <a:xfrm>
                <a:off x="6823425" y="5870303"/>
                <a:ext cx="4662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46D2886-D4A4-9B33-490E-635285788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425" y="5870303"/>
                <a:ext cx="46621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6BE3002-4C8C-AA70-CEFD-C31FDB7824CA}"/>
              </a:ext>
            </a:extLst>
          </p:cNvPr>
          <p:cNvCxnSpPr>
            <a:cxnSpLocks/>
          </p:cNvCxnSpPr>
          <p:nvPr/>
        </p:nvCxnSpPr>
        <p:spPr>
          <a:xfrm>
            <a:off x="7777647" y="5306364"/>
            <a:ext cx="0" cy="609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CCC202-354D-410A-958D-A7B8C71D58F3}"/>
                  </a:ext>
                </a:extLst>
              </p:cNvPr>
              <p:cNvSpPr txBox="1"/>
              <p:nvPr/>
            </p:nvSpPr>
            <p:spPr>
              <a:xfrm>
                <a:off x="7763128" y="5456493"/>
                <a:ext cx="412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CCC202-354D-410A-958D-A7B8C71D5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3128" y="5456493"/>
                <a:ext cx="41261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ED21990-F0E8-1EC1-616A-10B1D380E419}"/>
              </a:ext>
            </a:extLst>
          </p:cNvPr>
          <p:cNvCxnSpPr>
            <a:cxnSpLocks/>
          </p:cNvCxnSpPr>
          <p:nvPr/>
        </p:nvCxnSpPr>
        <p:spPr>
          <a:xfrm>
            <a:off x="5485432" y="4088029"/>
            <a:ext cx="0" cy="4142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B65F7B2-BEB3-BD0A-2791-A33562100913}"/>
              </a:ext>
            </a:extLst>
          </p:cNvPr>
          <p:cNvCxnSpPr>
            <a:cxnSpLocks/>
          </p:cNvCxnSpPr>
          <p:nvPr/>
        </p:nvCxnSpPr>
        <p:spPr>
          <a:xfrm>
            <a:off x="5521605" y="4634086"/>
            <a:ext cx="363216" cy="1624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33234F4-9BA0-F971-2DB4-AA0CD8C81318}"/>
                  </a:ext>
                </a:extLst>
              </p:cNvPr>
              <p:cNvSpPr txBox="1"/>
              <p:nvPr/>
            </p:nvSpPr>
            <p:spPr>
              <a:xfrm>
                <a:off x="5076382" y="4110495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33234F4-9BA0-F971-2DB4-AA0CD8C81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382" y="4110495"/>
                <a:ext cx="37093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87C8ED9-E4F3-F002-B29F-85A70F022AC1}"/>
                  </a:ext>
                </a:extLst>
              </p:cNvPr>
              <p:cNvSpPr txBox="1"/>
              <p:nvPr/>
            </p:nvSpPr>
            <p:spPr>
              <a:xfrm>
                <a:off x="5416850" y="4708660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87C8ED9-E4F3-F002-B29F-85A70F022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850" y="4708660"/>
                <a:ext cx="37093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E2DEB18-9947-68AE-B854-1746E6A125A8}"/>
                  </a:ext>
                </a:extLst>
              </p:cNvPr>
              <p:cNvSpPr txBox="1"/>
              <p:nvPr/>
            </p:nvSpPr>
            <p:spPr>
              <a:xfrm>
                <a:off x="932226" y="1716588"/>
                <a:ext cx="3045414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Kernel Matrix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2">
                        <a:lumMod val="90000"/>
                      </a:schemeClr>
                    </a:solidFill>
                  </a:rPr>
                  <a:t>Take a strip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2">
                                <a:lumMod val="9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>
                                <a:lumMod val="9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>
                                <a:lumMod val="9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2">
                        <a:lumMod val="90000"/>
                      </a:schemeClr>
                    </a:solidFill>
                  </a:rPr>
                  <a:t> pixels of kernels of same output channel to form a row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Create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rows for each output channel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2">
                        <a:lumMod val="90000"/>
                      </a:schemeClr>
                    </a:solidFill>
                  </a:rPr>
                  <a:t>Repeat the above for all output channels</a:t>
                </a: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E2DEB18-9947-68AE-B854-1746E6A12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226" y="1716588"/>
                <a:ext cx="3045414" cy="2308324"/>
              </a:xfrm>
              <a:prstGeom prst="rect">
                <a:avLst/>
              </a:prstGeom>
              <a:blipFill>
                <a:blip r:embed="rId13"/>
                <a:stretch>
                  <a:fillRect l="-1800" t="-1587" b="-3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0D1D80C5-4B49-49C8-C7C7-46570E6FAC59}"/>
              </a:ext>
            </a:extLst>
          </p:cNvPr>
          <p:cNvSpPr/>
          <p:nvPr/>
        </p:nvSpPr>
        <p:spPr>
          <a:xfrm>
            <a:off x="1624607" y="4755596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422ED23-376F-C69D-A9D6-D407F6D2DB82}"/>
              </a:ext>
            </a:extLst>
          </p:cNvPr>
          <p:cNvCxnSpPr>
            <a:cxnSpLocks/>
          </p:cNvCxnSpPr>
          <p:nvPr/>
        </p:nvCxnSpPr>
        <p:spPr>
          <a:xfrm>
            <a:off x="1621842" y="4617937"/>
            <a:ext cx="1311998" cy="674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28D0157-34A0-C470-A9A5-192103205218}"/>
                  </a:ext>
                </a:extLst>
              </p:cNvPr>
              <p:cNvSpPr txBox="1"/>
              <p:nvPr/>
            </p:nvSpPr>
            <p:spPr>
              <a:xfrm>
                <a:off x="2006517" y="4236263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28D0157-34A0-C470-A9A5-192103205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6517" y="4236263"/>
                <a:ext cx="542648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Rectangle 50">
            <a:extLst>
              <a:ext uri="{FF2B5EF4-FFF2-40B4-BE49-F238E27FC236}">
                <a16:creationId xmlns:a16="http://schemas.microsoft.com/office/drawing/2014/main" id="{C17F8AE5-ADEB-D013-36E0-1191D9E14864}"/>
              </a:ext>
            </a:extLst>
          </p:cNvPr>
          <p:cNvSpPr/>
          <p:nvPr/>
        </p:nvSpPr>
        <p:spPr>
          <a:xfrm>
            <a:off x="1624607" y="5042069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BCE1511-E508-FCF1-A595-AFB7C0CBC2D0}"/>
              </a:ext>
            </a:extLst>
          </p:cNvPr>
          <p:cNvSpPr/>
          <p:nvPr/>
        </p:nvSpPr>
        <p:spPr>
          <a:xfrm>
            <a:off x="1624607" y="5346408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5B3C1B1-465A-A8EA-A0AA-4AB27E26298E}"/>
              </a:ext>
            </a:extLst>
          </p:cNvPr>
          <p:cNvCxnSpPr>
            <a:cxnSpLocks/>
          </p:cNvCxnSpPr>
          <p:nvPr/>
        </p:nvCxnSpPr>
        <p:spPr>
          <a:xfrm flipV="1">
            <a:off x="1489104" y="4682286"/>
            <a:ext cx="5095" cy="9288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C983EAD-5399-144B-EE6B-46DFA9D555B8}"/>
                  </a:ext>
                </a:extLst>
              </p:cNvPr>
              <p:cNvSpPr txBox="1"/>
              <p:nvPr/>
            </p:nvSpPr>
            <p:spPr>
              <a:xfrm>
                <a:off x="934860" y="4977934"/>
                <a:ext cx="4827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C983EAD-5399-144B-EE6B-46DFA9D555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860" y="4977934"/>
                <a:ext cx="482761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Rectangle 57">
            <a:extLst>
              <a:ext uri="{FF2B5EF4-FFF2-40B4-BE49-F238E27FC236}">
                <a16:creationId xmlns:a16="http://schemas.microsoft.com/office/drawing/2014/main" id="{50F746B9-F865-C172-7C9D-2DDFDF1FF6DD}"/>
              </a:ext>
            </a:extLst>
          </p:cNvPr>
          <p:cNvSpPr/>
          <p:nvPr/>
        </p:nvSpPr>
        <p:spPr>
          <a:xfrm rot="19558949">
            <a:off x="5452965" y="3745944"/>
            <a:ext cx="1332590" cy="87852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4556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3DE76-E870-FD66-9B7F-13D6D29B4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Kn2Row Algorithm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F3E36F-620A-2DD1-201B-D83F1CAABE2A}"/>
              </a:ext>
            </a:extLst>
          </p:cNvPr>
          <p:cNvSpPr/>
          <p:nvPr/>
        </p:nvSpPr>
        <p:spPr>
          <a:xfrm>
            <a:off x="5365806" y="1752932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B96694-E946-E532-D1A8-89AFF52AF37E}"/>
              </a:ext>
            </a:extLst>
          </p:cNvPr>
          <p:cNvSpPr/>
          <p:nvPr/>
        </p:nvSpPr>
        <p:spPr>
          <a:xfrm>
            <a:off x="5941116" y="1501472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E06E75-B3AA-CFDC-307E-39016316AB92}"/>
              </a:ext>
            </a:extLst>
          </p:cNvPr>
          <p:cNvSpPr/>
          <p:nvPr/>
        </p:nvSpPr>
        <p:spPr>
          <a:xfrm>
            <a:off x="6524046" y="1295732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F042FD9-70FF-344B-77C2-3CE8A0BD841C}"/>
              </a:ext>
            </a:extLst>
          </p:cNvPr>
          <p:cNvCxnSpPr>
            <a:cxnSpLocks/>
          </p:cNvCxnSpPr>
          <p:nvPr/>
        </p:nvCxnSpPr>
        <p:spPr>
          <a:xfrm>
            <a:off x="5312466" y="1699592"/>
            <a:ext cx="0" cy="609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1A1D443-3EF1-D440-F94C-C91149E3B553}"/>
              </a:ext>
            </a:extLst>
          </p:cNvPr>
          <p:cNvCxnSpPr>
            <a:cxnSpLocks/>
          </p:cNvCxnSpPr>
          <p:nvPr/>
        </p:nvCxnSpPr>
        <p:spPr>
          <a:xfrm>
            <a:off x="5404995" y="2496426"/>
            <a:ext cx="536121" cy="305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2993017-5792-B67A-B0FB-EBA3A4BEFC8C}"/>
              </a:ext>
            </a:extLst>
          </p:cNvPr>
          <p:cNvCxnSpPr>
            <a:cxnSpLocks/>
          </p:cNvCxnSpPr>
          <p:nvPr/>
        </p:nvCxnSpPr>
        <p:spPr>
          <a:xfrm flipV="1">
            <a:off x="6211626" y="2249865"/>
            <a:ext cx="1091837" cy="6286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BBE752-F2C3-15AD-5A79-262A50BF153D}"/>
                  </a:ext>
                </a:extLst>
              </p:cNvPr>
              <p:cNvSpPr txBox="1"/>
              <p:nvPr/>
            </p:nvSpPr>
            <p:spPr>
              <a:xfrm>
                <a:off x="4916160" y="1819726"/>
                <a:ext cx="412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BBE752-F2C3-15AD-5A79-262A50BF1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6160" y="1819726"/>
                <a:ext cx="41261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1B55C2-63DE-FD79-8414-65D82170C9DC}"/>
                  </a:ext>
                </a:extLst>
              </p:cNvPr>
              <p:cNvSpPr txBox="1"/>
              <p:nvPr/>
            </p:nvSpPr>
            <p:spPr>
              <a:xfrm>
                <a:off x="5290944" y="2693848"/>
                <a:ext cx="4662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1B55C2-63DE-FD79-8414-65D82170C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944" y="2693848"/>
                <a:ext cx="46621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DDC75CF7-06A0-04B5-5EBE-2F8F337EDA16}"/>
              </a:ext>
            </a:extLst>
          </p:cNvPr>
          <p:cNvSpPr/>
          <p:nvPr/>
        </p:nvSpPr>
        <p:spPr>
          <a:xfrm>
            <a:off x="6906674" y="3243660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3EB9B3-E0B7-9046-3B3E-C1E5DE7497C5}"/>
              </a:ext>
            </a:extLst>
          </p:cNvPr>
          <p:cNvSpPr/>
          <p:nvPr/>
        </p:nvSpPr>
        <p:spPr>
          <a:xfrm>
            <a:off x="7198139" y="3061087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581A03-493E-8523-C33C-60DE7A59BBF2}"/>
              </a:ext>
            </a:extLst>
          </p:cNvPr>
          <p:cNvSpPr/>
          <p:nvPr/>
        </p:nvSpPr>
        <p:spPr>
          <a:xfrm>
            <a:off x="7489604" y="2878514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C22436-FE2C-9589-2905-D14B67F0A60E}"/>
              </a:ext>
            </a:extLst>
          </p:cNvPr>
          <p:cNvSpPr/>
          <p:nvPr/>
        </p:nvSpPr>
        <p:spPr>
          <a:xfrm>
            <a:off x="5559477" y="4179872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6EF011-2080-267A-78BA-3B884B463AF8}"/>
              </a:ext>
            </a:extLst>
          </p:cNvPr>
          <p:cNvSpPr/>
          <p:nvPr/>
        </p:nvSpPr>
        <p:spPr>
          <a:xfrm>
            <a:off x="5850942" y="399729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421989-EC40-ACB8-25A2-0E6D8633A0D2}"/>
              </a:ext>
            </a:extLst>
          </p:cNvPr>
          <p:cNvSpPr/>
          <p:nvPr/>
        </p:nvSpPr>
        <p:spPr>
          <a:xfrm>
            <a:off x="6142407" y="381472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719F58-FD5E-F8CC-90C2-6E620A5ABBCF}"/>
              </a:ext>
            </a:extLst>
          </p:cNvPr>
          <p:cNvSpPr/>
          <p:nvPr/>
        </p:nvSpPr>
        <p:spPr>
          <a:xfrm>
            <a:off x="8121783" y="241242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9F3825-0162-24C3-6A73-45048DB5655A}"/>
              </a:ext>
            </a:extLst>
          </p:cNvPr>
          <p:cNvSpPr/>
          <p:nvPr/>
        </p:nvSpPr>
        <p:spPr>
          <a:xfrm>
            <a:off x="8413248" y="222985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F63559-F3DF-2B7F-FAB4-F3DFBE91CF7A}"/>
              </a:ext>
            </a:extLst>
          </p:cNvPr>
          <p:cNvSpPr/>
          <p:nvPr/>
        </p:nvSpPr>
        <p:spPr>
          <a:xfrm>
            <a:off x="8704713" y="2047283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E0BA72C9-0A36-24DF-20E6-2F4B7B4BCF5D}"/>
              </a:ext>
            </a:extLst>
          </p:cNvPr>
          <p:cNvSpPr/>
          <p:nvPr/>
        </p:nvSpPr>
        <p:spPr>
          <a:xfrm rot="3386166">
            <a:off x="6234721" y="4213556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AECAB8B3-6E7E-660F-3971-C96D956E0C20}"/>
              </a:ext>
            </a:extLst>
          </p:cNvPr>
          <p:cNvSpPr/>
          <p:nvPr/>
        </p:nvSpPr>
        <p:spPr>
          <a:xfrm rot="3386166">
            <a:off x="7614896" y="3340033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4A4EA0AC-C44D-3FBC-53BC-E9CA1D50726E}"/>
              </a:ext>
            </a:extLst>
          </p:cNvPr>
          <p:cNvSpPr/>
          <p:nvPr/>
        </p:nvSpPr>
        <p:spPr>
          <a:xfrm rot="3386166">
            <a:off x="8819367" y="2440192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0D14688-0198-9C43-FDB7-F8C09BCC6EA9}"/>
                  </a:ext>
                </a:extLst>
              </p:cNvPr>
              <p:cNvSpPr txBox="1"/>
              <p:nvPr/>
            </p:nvSpPr>
            <p:spPr>
              <a:xfrm>
                <a:off x="6296666" y="4743892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0D14688-0198-9C43-FDB7-F8C09BCC6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666" y="4743892"/>
                <a:ext cx="5426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84351E7-8736-B906-D4C0-57E9D3CC3D5D}"/>
                  </a:ext>
                </a:extLst>
              </p:cNvPr>
              <p:cNvSpPr txBox="1"/>
              <p:nvPr/>
            </p:nvSpPr>
            <p:spPr>
              <a:xfrm>
                <a:off x="7689816" y="3847153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84351E7-8736-B906-D4C0-57E9D3CC3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9816" y="3847153"/>
                <a:ext cx="5426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D3E10E1F-03A3-6268-1B24-3F0B994FAD1C}"/>
              </a:ext>
            </a:extLst>
          </p:cNvPr>
          <p:cNvSpPr/>
          <p:nvPr/>
        </p:nvSpPr>
        <p:spPr>
          <a:xfrm>
            <a:off x="9652224" y="3248397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F48081-2185-1805-BE41-83F9A7AFB4A4}"/>
              </a:ext>
            </a:extLst>
          </p:cNvPr>
          <p:cNvSpPr/>
          <p:nvPr/>
        </p:nvSpPr>
        <p:spPr>
          <a:xfrm>
            <a:off x="8412112" y="4226528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2E316C3-02DB-FDD4-8FF5-63C154DFBC97}"/>
              </a:ext>
            </a:extLst>
          </p:cNvPr>
          <p:cNvSpPr/>
          <p:nvPr/>
        </p:nvSpPr>
        <p:spPr>
          <a:xfrm>
            <a:off x="6918773" y="5024206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6EC2228-E704-F34C-9A0F-F6D455F1D0B7}"/>
              </a:ext>
            </a:extLst>
          </p:cNvPr>
          <p:cNvCxnSpPr/>
          <p:nvPr/>
        </p:nvCxnSpPr>
        <p:spPr>
          <a:xfrm flipV="1">
            <a:off x="8044337" y="4159536"/>
            <a:ext cx="2967295" cy="2174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EEC4F0E-1C16-53E4-CB59-839751E0FA55}"/>
                  </a:ext>
                </a:extLst>
              </p:cNvPr>
              <p:cNvSpPr txBox="1"/>
              <p:nvPr/>
            </p:nvSpPr>
            <p:spPr>
              <a:xfrm>
                <a:off x="9513640" y="5252920"/>
                <a:ext cx="6580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EEC4F0E-1C16-53E4-CB59-839751E0F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3640" y="5252920"/>
                <a:ext cx="65806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B3633ED-19F5-8F4B-53A4-2C0B3A1CD14C}"/>
              </a:ext>
            </a:extLst>
          </p:cNvPr>
          <p:cNvCxnSpPr/>
          <p:nvPr/>
        </p:nvCxnSpPr>
        <p:spPr>
          <a:xfrm flipH="1">
            <a:off x="5791550" y="3219793"/>
            <a:ext cx="190837" cy="60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1B1B563-D7C5-3E11-52D7-569C9F60560C}"/>
              </a:ext>
            </a:extLst>
          </p:cNvPr>
          <p:cNvCxnSpPr>
            <a:cxnSpLocks/>
          </p:cNvCxnSpPr>
          <p:nvPr/>
        </p:nvCxnSpPr>
        <p:spPr>
          <a:xfrm>
            <a:off x="6371817" y="4828530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7A2D39C-176C-5A61-C4A0-22D0D94F49C6}"/>
              </a:ext>
            </a:extLst>
          </p:cNvPr>
          <p:cNvCxnSpPr>
            <a:cxnSpLocks/>
          </p:cNvCxnSpPr>
          <p:nvPr/>
        </p:nvCxnSpPr>
        <p:spPr>
          <a:xfrm>
            <a:off x="7834213" y="3925578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272606B-BB9F-E5F6-F20F-857686767862}"/>
              </a:ext>
            </a:extLst>
          </p:cNvPr>
          <p:cNvCxnSpPr>
            <a:cxnSpLocks/>
          </p:cNvCxnSpPr>
          <p:nvPr/>
        </p:nvCxnSpPr>
        <p:spPr>
          <a:xfrm>
            <a:off x="9022500" y="3037928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637F65E-9AAB-5C4E-56B8-D249F4878EB1}"/>
                  </a:ext>
                </a:extLst>
              </p:cNvPr>
              <p:cNvSpPr txBox="1"/>
              <p:nvPr/>
            </p:nvSpPr>
            <p:spPr>
              <a:xfrm>
                <a:off x="8842658" y="2895288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637F65E-9AAB-5C4E-56B8-D249F4878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2658" y="2895288"/>
                <a:ext cx="54264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6E4FDD8-2F6A-1DD1-7960-E9BDCC3F18DB}"/>
              </a:ext>
            </a:extLst>
          </p:cNvPr>
          <p:cNvCxnSpPr>
            <a:cxnSpLocks/>
          </p:cNvCxnSpPr>
          <p:nvPr/>
        </p:nvCxnSpPr>
        <p:spPr>
          <a:xfrm>
            <a:off x="6676448" y="2448529"/>
            <a:ext cx="495570" cy="562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0B6C0B6-0E89-BB60-1EB4-C145008DE266}"/>
              </a:ext>
            </a:extLst>
          </p:cNvPr>
          <p:cNvCxnSpPr>
            <a:cxnSpLocks/>
          </p:cNvCxnSpPr>
          <p:nvPr/>
        </p:nvCxnSpPr>
        <p:spPr>
          <a:xfrm>
            <a:off x="7289642" y="1910401"/>
            <a:ext cx="882246" cy="351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284D8C1-9B03-B65F-6FC3-7CD01B0EB6B7}"/>
                  </a:ext>
                </a:extLst>
              </p:cNvPr>
              <p:cNvSpPr txBox="1"/>
              <p:nvPr/>
            </p:nvSpPr>
            <p:spPr>
              <a:xfrm>
                <a:off x="6786936" y="2641659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284D8C1-9B03-B65F-6FC3-7CD01B0EB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936" y="2641659"/>
                <a:ext cx="54264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2CCF130-DE12-C710-AF69-F7FF9122773D}"/>
              </a:ext>
            </a:extLst>
          </p:cNvPr>
          <p:cNvCxnSpPr>
            <a:cxnSpLocks/>
          </p:cNvCxnSpPr>
          <p:nvPr/>
        </p:nvCxnSpPr>
        <p:spPr>
          <a:xfrm>
            <a:off x="6937476" y="5672881"/>
            <a:ext cx="536121" cy="305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46D2886-D4A4-9B33-490E-6352857880CE}"/>
                  </a:ext>
                </a:extLst>
              </p:cNvPr>
              <p:cNvSpPr txBox="1"/>
              <p:nvPr/>
            </p:nvSpPr>
            <p:spPr>
              <a:xfrm>
                <a:off x="6823425" y="5870303"/>
                <a:ext cx="4662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46D2886-D4A4-9B33-490E-635285788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425" y="5870303"/>
                <a:ext cx="46621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6BE3002-4C8C-AA70-CEFD-C31FDB7824CA}"/>
              </a:ext>
            </a:extLst>
          </p:cNvPr>
          <p:cNvCxnSpPr>
            <a:cxnSpLocks/>
          </p:cNvCxnSpPr>
          <p:nvPr/>
        </p:nvCxnSpPr>
        <p:spPr>
          <a:xfrm>
            <a:off x="7777647" y="5306364"/>
            <a:ext cx="0" cy="609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CCC202-354D-410A-958D-A7B8C71D58F3}"/>
                  </a:ext>
                </a:extLst>
              </p:cNvPr>
              <p:cNvSpPr txBox="1"/>
              <p:nvPr/>
            </p:nvSpPr>
            <p:spPr>
              <a:xfrm>
                <a:off x="7763128" y="5456493"/>
                <a:ext cx="412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CCC202-354D-410A-958D-A7B8C71D5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3128" y="5456493"/>
                <a:ext cx="41261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ED21990-F0E8-1EC1-616A-10B1D380E419}"/>
              </a:ext>
            </a:extLst>
          </p:cNvPr>
          <p:cNvCxnSpPr>
            <a:cxnSpLocks/>
          </p:cNvCxnSpPr>
          <p:nvPr/>
        </p:nvCxnSpPr>
        <p:spPr>
          <a:xfrm>
            <a:off x="5485432" y="4088029"/>
            <a:ext cx="0" cy="4142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B65F7B2-BEB3-BD0A-2791-A33562100913}"/>
              </a:ext>
            </a:extLst>
          </p:cNvPr>
          <p:cNvCxnSpPr>
            <a:cxnSpLocks/>
          </p:cNvCxnSpPr>
          <p:nvPr/>
        </p:nvCxnSpPr>
        <p:spPr>
          <a:xfrm>
            <a:off x="5521605" y="4634086"/>
            <a:ext cx="363216" cy="1624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33234F4-9BA0-F971-2DB4-AA0CD8C81318}"/>
                  </a:ext>
                </a:extLst>
              </p:cNvPr>
              <p:cNvSpPr txBox="1"/>
              <p:nvPr/>
            </p:nvSpPr>
            <p:spPr>
              <a:xfrm>
                <a:off x="5076382" y="4110495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33234F4-9BA0-F971-2DB4-AA0CD8C81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382" y="4110495"/>
                <a:ext cx="37093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87C8ED9-E4F3-F002-B29F-85A70F022AC1}"/>
                  </a:ext>
                </a:extLst>
              </p:cNvPr>
              <p:cNvSpPr txBox="1"/>
              <p:nvPr/>
            </p:nvSpPr>
            <p:spPr>
              <a:xfrm>
                <a:off x="5416850" y="4708660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87C8ED9-E4F3-F002-B29F-85A70F022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850" y="4708660"/>
                <a:ext cx="37093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E2DEB18-9947-68AE-B854-1746E6A125A8}"/>
                  </a:ext>
                </a:extLst>
              </p:cNvPr>
              <p:cNvSpPr txBox="1"/>
              <p:nvPr/>
            </p:nvSpPr>
            <p:spPr>
              <a:xfrm>
                <a:off x="932226" y="1716588"/>
                <a:ext cx="3045414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Kernel Matrix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2">
                        <a:lumMod val="90000"/>
                      </a:schemeClr>
                    </a:solidFill>
                  </a:rPr>
                  <a:t>Take a strip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2">
                                <a:lumMod val="9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>
                                <a:lumMod val="9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>
                                <a:lumMod val="9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2">
                        <a:lumMod val="90000"/>
                      </a:schemeClr>
                    </a:solidFill>
                  </a:rPr>
                  <a:t> pixels of kernels of same output channel to form a row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2">
                        <a:lumMod val="90000"/>
                      </a:schemeClr>
                    </a:solidFill>
                  </a:rPr>
                  <a:t>Create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bg2">
                                <a:lumMod val="9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bg2">
                                <a:lumMod val="9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bg2">
                                <a:lumMod val="9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bg2">
                        <a:lumMod val="90000"/>
                      </a:schemeClr>
                    </a:solidFill>
                  </a:rPr>
                  <a:t> rows for each output channel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Repeat the above for all output channels</a:t>
                </a: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E2DEB18-9947-68AE-B854-1746E6A12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226" y="1716588"/>
                <a:ext cx="3045414" cy="2308324"/>
              </a:xfrm>
              <a:prstGeom prst="rect">
                <a:avLst/>
              </a:prstGeom>
              <a:blipFill>
                <a:blip r:embed="rId13"/>
                <a:stretch>
                  <a:fillRect l="-1800" t="-1587" b="-3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53">
            <a:extLst>
              <a:ext uri="{FF2B5EF4-FFF2-40B4-BE49-F238E27FC236}">
                <a16:creationId xmlns:a16="http://schemas.microsoft.com/office/drawing/2014/main" id="{A023750F-17FE-FC97-A8C0-B8706D330D1D}"/>
              </a:ext>
            </a:extLst>
          </p:cNvPr>
          <p:cNvSpPr/>
          <p:nvPr/>
        </p:nvSpPr>
        <p:spPr>
          <a:xfrm>
            <a:off x="1601478" y="4589174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1392BBC-32B6-8AA0-8FD7-E5B7E9BAD735}"/>
              </a:ext>
            </a:extLst>
          </p:cNvPr>
          <p:cNvCxnSpPr>
            <a:cxnSpLocks/>
          </p:cNvCxnSpPr>
          <p:nvPr/>
        </p:nvCxnSpPr>
        <p:spPr>
          <a:xfrm>
            <a:off x="1598713" y="4451515"/>
            <a:ext cx="1311998" cy="674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2AE732B-7A62-272D-7D09-2EA809055C67}"/>
                  </a:ext>
                </a:extLst>
              </p:cNvPr>
              <p:cNvSpPr txBox="1"/>
              <p:nvPr/>
            </p:nvSpPr>
            <p:spPr>
              <a:xfrm>
                <a:off x="1983388" y="4069841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2AE732B-7A62-272D-7D09-2EA809055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388" y="4069841"/>
                <a:ext cx="542648" cy="369332"/>
              </a:xfrm>
              <a:prstGeom prst="rect">
                <a:avLst/>
              </a:prstGeom>
              <a:blipFill>
                <a:blip r:embed="rId1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ectangle 56">
            <a:extLst>
              <a:ext uri="{FF2B5EF4-FFF2-40B4-BE49-F238E27FC236}">
                <a16:creationId xmlns:a16="http://schemas.microsoft.com/office/drawing/2014/main" id="{D2679D00-8B74-10CE-E0B9-8D4ABF0BDF2D}"/>
              </a:ext>
            </a:extLst>
          </p:cNvPr>
          <p:cNvSpPr/>
          <p:nvPr/>
        </p:nvSpPr>
        <p:spPr>
          <a:xfrm>
            <a:off x="1601478" y="4875647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0424A8E-73DF-117B-2D98-2A83908C0F51}"/>
              </a:ext>
            </a:extLst>
          </p:cNvPr>
          <p:cNvSpPr/>
          <p:nvPr/>
        </p:nvSpPr>
        <p:spPr>
          <a:xfrm>
            <a:off x="1601478" y="5179986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32ECFA1-B68C-B576-5882-5F77313B8F12}"/>
              </a:ext>
            </a:extLst>
          </p:cNvPr>
          <p:cNvCxnSpPr>
            <a:cxnSpLocks/>
          </p:cNvCxnSpPr>
          <p:nvPr/>
        </p:nvCxnSpPr>
        <p:spPr>
          <a:xfrm flipV="1">
            <a:off x="1465975" y="4515864"/>
            <a:ext cx="5095" cy="9288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6B237BC-44D0-BEF5-DCF3-EDEDDD06F3A0}"/>
                  </a:ext>
                </a:extLst>
              </p:cNvPr>
              <p:cNvSpPr txBox="1"/>
              <p:nvPr/>
            </p:nvSpPr>
            <p:spPr>
              <a:xfrm>
                <a:off x="911731" y="4811512"/>
                <a:ext cx="4827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6B237BC-44D0-BEF5-DCF3-EDEDDD06F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731" y="4811512"/>
                <a:ext cx="482761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Rectangle 60">
            <a:extLst>
              <a:ext uri="{FF2B5EF4-FFF2-40B4-BE49-F238E27FC236}">
                <a16:creationId xmlns:a16="http://schemas.microsoft.com/office/drawing/2014/main" id="{E58609BB-6087-9346-4911-0BF490DC8784}"/>
              </a:ext>
            </a:extLst>
          </p:cNvPr>
          <p:cNvSpPr/>
          <p:nvPr/>
        </p:nvSpPr>
        <p:spPr>
          <a:xfrm>
            <a:off x="1578121" y="5915195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A6D75C6-BF7F-63E1-2A8B-0E2C524D80CD}"/>
              </a:ext>
            </a:extLst>
          </p:cNvPr>
          <p:cNvSpPr/>
          <p:nvPr/>
        </p:nvSpPr>
        <p:spPr>
          <a:xfrm>
            <a:off x="1578121" y="6201668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AFAC716-8575-983E-E3EF-66A7D25F2F36}"/>
              </a:ext>
            </a:extLst>
          </p:cNvPr>
          <p:cNvSpPr/>
          <p:nvPr/>
        </p:nvSpPr>
        <p:spPr>
          <a:xfrm>
            <a:off x="1578121" y="6506007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28380B1-0E1E-93B3-555E-97A4935813FC}"/>
              </a:ext>
            </a:extLst>
          </p:cNvPr>
          <p:cNvCxnSpPr>
            <a:cxnSpLocks/>
          </p:cNvCxnSpPr>
          <p:nvPr/>
        </p:nvCxnSpPr>
        <p:spPr>
          <a:xfrm flipV="1">
            <a:off x="1442618" y="5841885"/>
            <a:ext cx="5095" cy="9288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58B1C33-5317-C53E-EBD8-3E9A898F0319}"/>
                  </a:ext>
                </a:extLst>
              </p:cNvPr>
              <p:cNvSpPr txBox="1"/>
              <p:nvPr/>
            </p:nvSpPr>
            <p:spPr>
              <a:xfrm>
                <a:off x="888374" y="6137533"/>
                <a:ext cx="4827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58B1C33-5317-C53E-EBD8-3E9A898F0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374" y="6137533"/>
                <a:ext cx="482761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TextBox 65">
            <a:extLst>
              <a:ext uri="{FF2B5EF4-FFF2-40B4-BE49-F238E27FC236}">
                <a16:creationId xmlns:a16="http://schemas.microsoft.com/office/drawing/2014/main" id="{92168A89-3BEB-E7CC-D9E0-61BEC895DF35}"/>
              </a:ext>
            </a:extLst>
          </p:cNvPr>
          <p:cNvSpPr txBox="1"/>
          <p:nvPr/>
        </p:nvSpPr>
        <p:spPr>
          <a:xfrm>
            <a:off x="2041810" y="539442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33A494D-7C34-9307-39D5-D1586D6B00DA}"/>
                  </a:ext>
                </a:extLst>
              </p:cNvPr>
              <p:cNvSpPr txBox="1"/>
              <p:nvPr/>
            </p:nvSpPr>
            <p:spPr>
              <a:xfrm>
                <a:off x="3627904" y="5518984"/>
                <a:ext cx="6580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33A494D-7C34-9307-39D5-D1586D6B0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7904" y="5518984"/>
                <a:ext cx="658065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061D377-617E-5CA4-7FE4-2CA111D4311C}"/>
              </a:ext>
            </a:extLst>
          </p:cNvPr>
          <p:cNvCxnSpPr>
            <a:cxnSpLocks/>
          </p:cNvCxnSpPr>
          <p:nvPr/>
        </p:nvCxnSpPr>
        <p:spPr>
          <a:xfrm>
            <a:off x="3579055" y="4619496"/>
            <a:ext cx="3496" cy="2112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9742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3DE76-E870-FD66-9B7F-13D6D29B4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Kn2Row Algorithm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F3E36F-620A-2DD1-201B-D83F1CAABE2A}"/>
              </a:ext>
            </a:extLst>
          </p:cNvPr>
          <p:cNvSpPr/>
          <p:nvPr/>
        </p:nvSpPr>
        <p:spPr>
          <a:xfrm>
            <a:off x="5365806" y="1752932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B96694-E946-E532-D1A8-89AFF52AF37E}"/>
              </a:ext>
            </a:extLst>
          </p:cNvPr>
          <p:cNvSpPr/>
          <p:nvPr/>
        </p:nvSpPr>
        <p:spPr>
          <a:xfrm>
            <a:off x="5941116" y="1501472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E06E75-B3AA-CFDC-307E-39016316AB92}"/>
              </a:ext>
            </a:extLst>
          </p:cNvPr>
          <p:cNvSpPr/>
          <p:nvPr/>
        </p:nvSpPr>
        <p:spPr>
          <a:xfrm>
            <a:off x="6524046" y="1295732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F042FD9-70FF-344B-77C2-3CE8A0BD841C}"/>
              </a:ext>
            </a:extLst>
          </p:cNvPr>
          <p:cNvCxnSpPr>
            <a:cxnSpLocks/>
          </p:cNvCxnSpPr>
          <p:nvPr/>
        </p:nvCxnSpPr>
        <p:spPr>
          <a:xfrm>
            <a:off x="5312466" y="1699592"/>
            <a:ext cx="0" cy="609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1A1D443-3EF1-D440-F94C-C91149E3B553}"/>
              </a:ext>
            </a:extLst>
          </p:cNvPr>
          <p:cNvCxnSpPr>
            <a:cxnSpLocks/>
          </p:cNvCxnSpPr>
          <p:nvPr/>
        </p:nvCxnSpPr>
        <p:spPr>
          <a:xfrm>
            <a:off x="5404995" y="2496426"/>
            <a:ext cx="536121" cy="305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2993017-5792-B67A-B0FB-EBA3A4BEFC8C}"/>
              </a:ext>
            </a:extLst>
          </p:cNvPr>
          <p:cNvCxnSpPr>
            <a:cxnSpLocks/>
          </p:cNvCxnSpPr>
          <p:nvPr/>
        </p:nvCxnSpPr>
        <p:spPr>
          <a:xfrm flipV="1">
            <a:off x="6211626" y="2249865"/>
            <a:ext cx="1091837" cy="6286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BBE752-F2C3-15AD-5A79-262A50BF153D}"/>
                  </a:ext>
                </a:extLst>
              </p:cNvPr>
              <p:cNvSpPr txBox="1"/>
              <p:nvPr/>
            </p:nvSpPr>
            <p:spPr>
              <a:xfrm>
                <a:off x="4916160" y="1819726"/>
                <a:ext cx="412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BBE752-F2C3-15AD-5A79-262A50BF1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6160" y="1819726"/>
                <a:ext cx="41261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1B55C2-63DE-FD79-8414-65D82170C9DC}"/>
                  </a:ext>
                </a:extLst>
              </p:cNvPr>
              <p:cNvSpPr txBox="1"/>
              <p:nvPr/>
            </p:nvSpPr>
            <p:spPr>
              <a:xfrm>
                <a:off x="5290944" y="2693848"/>
                <a:ext cx="4662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1B55C2-63DE-FD79-8414-65D82170C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944" y="2693848"/>
                <a:ext cx="46621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DDC75CF7-06A0-04B5-5EBE-2F8F337EDA16}"/>
              </a:ext>
            </a:extLst>
          </p:cNvPr>
          <p:cNvSpPr/>
          <p:nvPr/>
        </p:nvSpPr>
        <p:spPr>
          <a:xfrm>
            <a:off x="6906674" y="3243660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3EB9B3-E0B7-9046-3B3E-C1E5DE7497C5}"/>
              </a:ext>
            </a:extLst>
          </p:cNvPr>
          <p:cNvSpPr/>
          <p:nvPr/>
        </p:nvSpPr>
        <p:spPr>
          <a:xfrm>
            <a:off x="7198139" y="3061087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581A03-493E-8523-C33C-60DE7A59BBF2}"/>
              </a:ext>
            </a:extLst>
          </p:cNvPr>
          <p:cNvSpPr/>
          <p:nvPr/>
        </p:nvSpPr>
        <p:spPr>
          <a:xfrm>
            <a:off x="7489604" y="2878514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C22436-FE2C-9589-2905-D14B67F0A60E}"/>
              </a:ext>
            </a:extLst>
          </p:cNvPr>
          <p:cNvSpPr/>
          <p:nvPr/>
        </p:nvSpPr>
        <p:spPr>
          <a:xfrm>
            <a:off x="5559477" y="4179872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6EF011-2080-267A-78BA-3B884B463AF8}"/>
              </a:ext>
            </a:extLst>
          </p:cNvPr>
          <p:cNvSpPr/>
          <p:nvPr/>
        </p:nvSpPr>
        <p:spPr>
          <a:xfrm>
            <a:off x="5850942" y="399729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421989-EC40-ACB8-25A2-0E6D8633A0D2}"/>
              </a:ext>
            </a:extLst>
          </p:cNvPr>
          <p:cNvSpPr/>
          <p:nvPr/>
        </p:nvSpPr>
        <p:spPr>
          <a:xfrm>
            <a:off x="6142407" y="381472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719F58-FD5E-F8CC-90C2-6E620A5ABBCF}"/>
              </a:ext>
            </a:extLst>
          </p:cNvPr>
          <p:cNvSpPr/>
          <p:nvPr/>
        </p:nvSpPr>
        <p:spPr>
          <a:xfrm>
            <a:off x="8121783" y="241242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9F3825-0162-24C3-6A73-45048DB5655A}"/>
              </a:ext>
            </a:extLst>
          </p:cNvPr>
          <p:cNvSpPr/>
          <p:nvPr/>
        </p:nvSpPr>
        <p:spPr>
          <a:xfrm>
            <a:off x="8413248" y="222985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F63559-F3DF-2B7F-FAB4-F3DFBE91CF7A}"/>
              </a:ext>
            </a:extLst>
          </p:cNvPr>
          <p:cNvSpPr/>
          <p:nvPr/>
        </p:nvSpPr>
        <p:spPr>
          <a:xfrm>
            <a:off x="8704713" y="2047283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E0BA72C9-0A36-24DF-20E6-2F4B7B4BCF5D}"/>
              </a:ext>
            </a:extLst>
          </p:cNvPr>
          <p:cNvSpPr/>
          <p:nvPr/>
        </p:nvSpPr>
        <p:spPr>
          <a:xfrm rot="3386166">
            <a:off x="6234721" y="4213556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AECAB8B3-6E7E-660F-3971-C96D956E0C20}"/>
              </a:ext>
            </a:extLst>
          </p:cNvPr>
          <p:cNvSpPr/>
          <p:nvPr/>
        </p:nvSpPr>
        <p:spPr>
          <a:xfrm rot="3386166">
            <a:off x="7614896" y="3340033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4A4EA0AC-C44D-3FBC-53BC-E9CA1D50726E}"/>
              </a:ext>
            </a:extLst>
          </p:cNvPr>
          <p:cNvSpPr/>
          <p:nvPr/>
        </p:nvSpPr>
        <p:spPr>
          <a:xfrm rot="3386166">
            <a:off x="8819367" y="2440192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0D14688-0198-9C43-FDB7-F8C09BCC6EA9}"/>
                  </a:ext>
                </a:extLst>
              </p:cNvPr>
              <p:cNvSpPr txBox="1"/>
              <p:nvPr/>
            </p:nvSpPr>
            <p:spPr>
              <a:xfrm>
                <a:off x="6296666" y="4743892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0D14688-0198-9C43-FDB7-F8C09BCC6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666" y="4743892"/>
                <a:ext cx="5426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84351E7-8736-B906-D4C0-57E9D3CC3D5D}"/>
                  </a:ext>
                </a:extLst>
              </p:cNvPr>
              <p:cNvSpPr txBox="1"/>
              <p:nvPr/>
            </p:nvSpPr>
            <p:spPr>
              <a:xfrm>
                <a:off x="7689816" y="3847153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84351E7-8736-B906-D4C0-57E9D3CC3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9816" y="3847153"/>
                <a:ext cx="5426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D3E10E1F-03A3-6268-1B24-3F0B994FAD1C}"/>
              </a:ext>
            </a:extLst>
          </p:cNvPr>
          <p:cNvSpPr/>
          <p:nvPr/>
        </p:nvSpPr>
        <p:spPr>
          <a:xfrm>
            <a:off x="9652224" y="3248397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F48081-2185-1805-BE41-83F9A7AFB4A4}"/>
              </a:ext>
            </a:extLst>
          </p:cNvPr>
          <p:cNvSpPr/>
          <p:nvPr/>
        </p:nvSpPr>
        <p:spPr>
          <a:xfrm>
            <a:off x="8412112" y="4226528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2E316C3-02DB-FDD4-8FF5-63C154DFBC97}"/>
              </a:ext>
            </a:extLst>
          </p:cNvPr>
          <p:cNvSpPr/>
          <p:nvPr/>
        </p:nvSpPr>
        <p:spPr>
          <a:xfrm>
            <a:off x="6918773" y="5024206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6EC2228-E704-F34C-9A0F-F6D455F1D0B7}"/>
              </a:ext>
            </a:extLst>
          </p:cNvPr>
          <p:cNvCxnSpPr/>
          <p:nvPr/>
        </p:nvCxnSpPr>
        <p:spPr>
          <a:xfrm flipV="1">
            <a:off x="8044337" y="4159536"/>
            <a:ext cx="2967295" cy="2174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EEC4F0E-1C16-53E4-CB59-839751E0FA55}"/>
                  </a:ext>
                </a:extLst>
              </p:cNvPr>
              <p:cNvSpPr txBox="1"/>
              <p:nvPr/>
            </p:nvSpPr>
            <p:spPr>
              <a:xfrm>
                <a:off x="9513640" y="5252920"/>
                <a:ext cx="6580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EEC4F0E-1C16-53E4-CB59-839751E0F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3640" y="5252920"/>
                <a:ext cx="65806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B3633ED-19F5-8F4B-53A4-2C0B3A1CD14C}"/>
              </a:ext>
            </a:extLst>
          </p:cNvPr>
          <p:cNvCxnSpPr/>
          <p:nvPr/>
        </p:nvCxnSpPr>
        <p:spPr>
          <a:xfrm flipH="1">
            <a:off x="5791550" y="3219793"/>
            <a:ext cx="190837" cy="60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1B1B563-D7C5-3E11-52D7-569C9F60560C}"/>
              </a:ext>
            </a:extLst>
          </p:cNvPr>
          <p:cNvCxnSpPr>
            <a:cxnSpLocks/>
          </p:cNvCxnSpPr>
          <p:nvPr/>
        </p:nvCxnSpPr>
        <p:spPr>
          <a:xfrm>
            <a:off x="6371817" y="4828530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7A2D39C-176C-5A61-C4A0-22D0D94F49C6}"/>
              </a:ext>
            </a:extLst>
          </p:cNvPr>
          <p:cNvCxnSpPr>
            <a:cxnSpLocks/>
          </p:cNvCxnSpPr>
          <p:nvPr/>
        </p:nvCxnSpPr>
        <p:spPr>
          <a:xfrm>
            <a:off x="7834213" y="3925578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272606B-BB9F-E5F6-F20F-857686767862}"/>
              </a:ext>
            </a:extLst>
          </p:cNvPr>
          <p:cNvCxnSpPr>
            <a:cxnSpLocks/>
          </p:cNvCxnSpPr>
          <p:nvPr/>
        </p:nvCxnSpPr>
        <p:spPr>
          <a:xfrm>
            <a:off x="9022500" y="3037928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637F65E-9AAB-5C4E-56B8-D249F4878EB1}"/>
                  </a:ext>
                </a:extLst>
              </p:cNvPr>
              <p:cNvSpPr txBox="1"/>
              <p:nvPr/>
            </p:nvSpPr>
            <p:spPr>
              <a:xfrm>
                <a:off x="8842658" y="2895288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637F65E-9AAB-5C4E-56B8-D249F4878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2658" y="2895288"/>
                <a:ext cx="54264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6E4FDD8-2F6A-1DD1-7960-E9BDCC3F18DB}"/>
              </a:ext>
            </a:extLst>
          </p:cNvPr>
          <p:cNvCxnSpPr>
            <a:cxnSpLocks/>
          </p:cNvCxnSpPr>
          <p:nvPr/>
        </p:nvCxnSpPr>
        <p:spPr>
          <a:xfrm>
            <a:off x="6676448" y="2448529"/>
            <a:ext cx="495570" cy="562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0B6C0B6-0E89-BB60-1EB4-C145008DE266}"/>
              </a:ext>
            </a:extLst>
          </p:cNvPr>
          <p:cNvCxnSpPr>
            <a:cxnSpLocks/>
          </p:cNvCxnSpPr>
          <p:nvPr/>
        </p:nvCxnSpPr>
        <p:spPr>
          <a:xfrm>
            <a:off x="7289642" y="1910401"/>
            <a:ext cx="882246" cy="351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284D8C1-9B03-B65F-6FC3-7CD01B0EB6B7}"/>
                  </a:ext>
                </a:extLst>
              </p:cNvPr>
              <p:cNvSpPr txBox="1"/>
              <p:nvPr/>
            </p:nvSpPr>
            <p:spPr>
              <a:xfrm>
                <a:off x="6786936" y="2641659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284D8C1-9B03-B65F-6FC3-7CD01B0EB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936" y="2641659"/>
                <a:ext cx="54264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2CCF130-DE12-C710-AF69-F7FF9122773D}"/>
              </a:ext>
            </a:extLst>
          </p:cNvPr>
          <p:cNvCxnSpPr>
            <a:cxnSpLocks/>
          </p:cNvCxnSpPr>
          <p:nvPr/>
        </p:nvCxnSpPr>
        <p:spPr>
          <a:xfrm>
            <a:off x="6937476" y="5672881"/>
            <a:ext cx="536121" cy="305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46D2886-D4A4-9B33-490E-6352857880CE}"/>
                  </a:ext>
                </a:extLst>
              </p:cNvPr>
              <p:cNvSpPr txBox="1"/>
              <p:nvPr/>
            </p:nvSpPr>
            <p:spPr>
              <a:xfrm>
                <a:off x="6823425" y="5870303"/>
                <a:ext cx="4662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46D2886-D4A4-9B33-490E-635285788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425" y="5870303"/>
                <a:ext cx="46621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6BE3002-4C8C-AA70-CEFD-C31FDB7824CA}"/>
              </a:ext>
            </a:extLst>
          </p:cNvPr>
          <p:cNvCxnSpPr>
            <a:cxnSpLocks/>
          </p:cNvCxnSpPr>
          <p:nvPr/>
        </p:nvCxnSpPr>
        <p:spPr>
          <a:xfrm>
            <a:off x="7777647" y="5306364"/>
            <a:ext cx="0" cy="609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CCC202-354D-410A-958D-A7B8C71D58F3}"/>
                  </a:ext>
                </a:extLst>
              </p:cNvPr>
              <p:cNvSpPr txBox="1"/>
              <p:nvPr/>
            </p:nvSpPr>
            <p:spPr>
              <a:xfrm>
                <a:off x="7763128" y="5456493"/>
                <a:ext cx="412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CCC202-354D-410A-958D-A7B8C71D5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3128" y="5456493"/>
                <a:ext cx="41261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ED21990-F0E8-1EC1-616A-10B1D380E419}"/>
              </a:ext>
            </a:extLst>
          </p:cNvPr>
          <p:cNvCxnSpPr>
            <a:cxnSpLocks/>
          </p:cNvCxnSpPr>
          <p:nvPr/>
        </p:nvCxnSpPr>
        <p:spPr>
          <a:xfrm>
            <a:off x="5485432" y="4088029"/>
            <a:ext cx="0" cy="4142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B65F7B2-BEB3-BD0A-2791-A33562100913}"/>
              </a:ext>
            </a:extLst>
          </p:cNvPr>
          <p:cNvCxnSpPr>
            <a:cxnSpLocks/>
          </p:cNvCxnSpPr>
          <p:nvPr/>
        </p:nvCxnSpPr>
        <p:spPr>
          <a:xfrm>
            <a:off x="5521605" y="4634086"/>
            <a:ext cx="363216" cy="1624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33234F4-9BA0-F971-2DB4-AA0CD8C81318}"/>
                  </a:ext>
                </a:extLst>
              </p:cNvPr>
              <p:cNvSpPr txBox="1"/>
              <p:nvPr/>
            </p:nvSpPr>
            <p:spPr>
              <a:xfrm>
                <a:off x="5076382" y="4110495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33234F4-9BA0-F971-2DB4-AA0CD8C81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382" y="4110495"/>
                <a:ext cx="37093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87C8ED9-E4F3-F002-B29F-85A70F022AC1}"/>
                  </a:ext>
                </a:extLst>
              </p:cNvPr>
              <p:cNvSpPr txBox="1"/>
              <p:nvPr/>
            </p:nvSpPr>
            <p:spPr>
              <a:xfrm>
                <a:off x="5416850" y="4708660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87C8ED9-E4F3-F002-B29F-85A70F022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850" y="4708660"/>
                <a:ext cx="37093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E2DEB18-9947-68AE-B854-1746E6A125A8}"/>
                  </a:ext>
                </a:extLst>
              </p:cNvPr>
              <p:cNvSpPr txBox="1"/>
              <p:nvPr/>
            </p:nvSpPr>
            <p:spPr>
              <a:xfrm>
                <a:off x="932226" y="1716588"/>
                <a:ext cx="304541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Kernel Matrix Size 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E2DEB18-9947-68AE-B854-1746E6A12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226" y="1716588"/>
                <a:ext cx="3045414" cy="923330"/>
              </a:xfrm>
              <a:prstGeom prst="rect">
                <a:avLst/>
              </a:prstGeom>
              <a:blipFill>
                <a:blip r:embed="rId13"/>
                <a:stretch>
                  <a:fillRect l="-1800" t="-3974" b="-4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53">
            <a:extLst>
              <a:ext uri="{FF2B5EF4-FFF2-40B4-BE49-F238E27FC236}">
                <a16:creationId xmlns:a16="http://schemas.microsoft.com/office/drawing/2014/main" id="{A023750F-17FE-FC97-A8C0-B8706D330D1D}"/>
              </a:ext>
            </a:extLst>
          </p:cNvPr>
          <p:cNvSpPr/>
          <p:nvPr/>
        </p:nvSpPr>
        <p:spPr>
          <a:xfrm>
            <a:off x="1601478" y="4589174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1392BBC-32B6-8AA0-8FD7-E5B7E9BAD735}"/>
              </a:ext>
            </a:extLst>
          </p:cNvPr>
          <p:cNvCxnSpPr>
            <a:cxnSpLocks/>
          </p:cNvCxnSpPr>
          <p:nvPr/>
        </p:nvCxnSpPr>
        <p:spPr>
          <a:xfrm>
            <a:off x="1598713" y="4451515"/>
            <a:ext cx="1311998" cy="674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2AE732B-7A62-272D-7D09-2EA809055C67}"/>
                  </a:ext>
                </a:extLst>
              </p:cNvPr>
              <p:cNvSpPr txBox="1"/>
              <p:nvPr/>
            </p:nvSpPr>
            <p:spPr>
              <a:xfrm>
                <a:off x="1983388" y="4069841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2AE732B-7A62-272D-7D09-2EA809055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388" y="4069841"/>
                <a:ext cx="542648" cy="369332"/>
              </a:xfrm>
              <a:prstGeom prst="rect">
                <a:avLst/>
              </a:prstGeom>
              <a:blipFill>
                <a:blip r:embed="rId1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ectangle 56">
            <a:extLst>
              <a:ext uri="{FF2B5EF4-FFF2-40B4-BE49-F238E27FC236}">
                <a16:creationId xmlns:a16="http://schemas.microsoft.com/office/drawing/2014/main" id="{D2679D00-8B74-10CE-E0B9-8D4ABF0BDF2D}"/>
              </a:ext>
            </a:extLst>
          </p:cNvPr>
          <p:cNvSpPr/>
          <p:nvPr/>
        </p:nvSpPr>
        <p:spPr>
          <a:xfrm>
            <a:off x="1601478" y="4875647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0424A8E-73DF-117B-2D98-2A83908C0F51}"/>
              </a:ext>
            </a:extLst>
          </p:cNvPr>
          <p:cNvSpPr/>
          <p:nvPr/>
        </p:nvSpPr>
        <p:spPr>
          <a:xfrm>
            <a:off x="1601478" y="5179986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32ECFA1-B68C-B576-5882-5F77313B8F12}"/>
              </a:ext>
            </a:extLst>
          </p:cNvPr>
          <p:cNvCxnSpPr>
            <a:cxnSpLocks/>
          </p:cNvCxnSpPr>
          <p:nvPr/>
        </p:nvCxnSpPr>
        <p:spPr>
          <a:xfrm flipV="1">
            <a:off x="1465975" y="4515864"/>
            <a:ext cx="5095" cy="9288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6B237BC-44D0-BEF5-DCF3-EDEDDD06F3A0}"/>
                  </a:ext>
                </a:extLst>
              </p:cNvPr>
              <p:cNvSpPr txBox="1"/>
              <p:nvPr/>
            </p:nvSpPr>
            <p:spPr>
              <a:xfrm>
                <a:off x="911731" y="4811512"/>
                <a:ext cx="4827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6B237BC-44D0-BEF5-DCF3-EDEDDD06F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731" y="4811512"/>
                <a:ext cx="482761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Rectangle 60">
            <a:extLst>
              <a:ext uri="{FF2B5EF4-FFF2-40B4-BE49-F238E27FC236}">
                <a16:creationId xmlns:a16="http://schemas.microsoft.com/office/drawing/2014/main" id="{E58609BB-6087-9346-4911-0BF490DC8784}"/>
              </a:ext>
            </a:extLst>
          </p:cNvPr>
          <p:cNvSpPr/>
          <p:nvPr/>
        </p:nvSpPr>
        <p:spPr>
          <a:xfrm>
            <a:off x="1578121" y="5915195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A6D75C6-BF7F-63E1-2A8B-0E2C524D80CD}"/>
              </a:ext>
            </a:extLst>
          </p:cNvPr>
          <p:cNvSpPr/>
          <p:nvPr/>
        </p:nvSpPr>
        <p:spPr>
          <a:xfrm>
            <a:off x="1578121" y="6201668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AFAC716-8575-983E-E3EF-66A7D25F2F36}"/>
              </a:ext>
            </a:extLst>
          </p:cNvPr>
          <p:cNvSpPr/>
          <p:nvPr/>
        </p:nvSpPr>
        <p:spPr>
          <a:xfrm>
            <a:off x="1578121" y="6506007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28380B1-0E1E-93B3-555E-97A4935813FC}"/>
              </a:ext>
            </a:extLst>
          </p:cNvPr>
          <p:cNvCxnSpPr>
            <a:cxnSpLocks/>
          </p:cNvCxnSpPr>
          <p:nvPr/>
        </p:nvCxnSpPr>
        <p:spPr>
          <a:xfrm flipV="1">
            <a:off x="1442618" y="5841885"/>
            <a:ext cx="5095" cy="9288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58B1C33-5317-C53E-EBD8-3E9A898F0319}"/>
                  </a:ext>
                </a:extLst>
              </p:cNvPr>
              <p:cNvSpPr txBox="1"/>
              <p:nvPr/>
            </p:nvSpPr>
            <p:spPr>
              <a:xfrm>
                <a:off x="888374" y="6137533"/>
                <a:ext cx="4827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58B1C33-5317-C53E-EBD8-3E9A898F0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374" y="6137533"/>
                <a:ext cx="482761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TextBox 65">
            <a:extLst>
              <a:ext uri="{FF2B5EF4-FFF2-40B4-BE49-F238E27FC236}">
                <a16:creationId xmlns:a16="http://schemas.microsoft.com/office/drawing/2014/main" id="{92168A89-3BEB-E7CC-D9E0-61BEC895DF35}"/>
              </a:ext>
            </a:extLst>
          </p:cNvPr>
          <p:cNvSpPr txBox="1"/>
          <p:nvPr/>
        </p:nvSpPr>
        <p:spPr>
          <a:xfrm>
            <a:off x="2041810" y="539442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33A494D-7C34-9307-39D5-D1586D6B00DA}"/>
                  </a:ext>
                </a:extLst>
              </p:cNvPr>
              <p:cNvSpPr txBox="1"/>
              <p:nvPr/>
            </p:nvSpPr>
            <p:spPr>
              <a:xfrm>
                <a:off x="3627904" y="5518984"/>
                <a:ext cx="6580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33A494D-7C34-9307-39D5-D1586D6B0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7904" y="5518984"/>
                <a:ext cx="658065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061D377-617E-5CA4-7FE4-2CA111D4311C}"/>
              </a:ext>
            </a:extLst>
          </p:cNvPr>
          <p:cNvCxnSpPr>
            <a:cxnSpLocks/>
          </p:cNvCxnSpPr>
          <p:nvPr/>
        </p:nvCxnSpPr>
        <p:spPr>
          <a:xfrm>
            <a:off x="3579055" y="4619496"/>
            <a:ext cx="3496" cy="2112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8433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3DE76-E870-FD66-9B7F-13D6D29B4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Kn2Row Algorithm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F3E36F-620A-2DD1-201B-D83F1CAABE2A}"/>
              </a:ext>
            </a:extLst>
          </p:cNvPr>
          <p:cNvSpPr/>
          <p:nvPr/>
        </p:nvSpPr>
        <p:spPr>
          <a:xfrm>
            <a:off x="5365806" y="1752932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B96694-E946-E532-D1A8-89AFF52AF37E}"/>
              </a:ext>
            </a:extLst>
          </p:cNvPr>
          <p:cNvSpPr/>
          <p:nvPr/>
        </p:nvSpPr>
        <p:spPr>
          <a:xfrm>
            <a:off x="5941116" y="1501472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E06E75-B3AA-CFDC-307E-39016316AB92}"/>
              </a:ext>
            </a:extLst>
          </p:cNvPr>
          <p:cNvSpPr/>
          <p:nvPr/>
        </p:nvSpPr>
        <p:spPr>
          <a:xfrm>
            <a:off x="6524046" y="1295732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F042FD9-70FF-344B-77C2-3CE8A0BD841C}"/>
              </a:ext>
            </a:extLst>
          </p:cNvPr>
          <p:cNvCxnSpPr>
            <a:cxnSpLocks/>
          </p:cNvCxnSpPr>
          <p:nvPr/>
        </p:nvCxnSpPr>
        <p:spPr>
          <a:xfrm>
            <a:off x="5312466" y="1699592"/>
            <a:ext cx="0" cy="609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1A1D443-3EF1-D440-F94C-C91149E3B553}"/>
              </a:ext>
            </a:extLst>
          </p:cNvPr>
          <p:cNvCxnSpPr>
            <a:cxnSpLocks/>
          </p:cNvCxnSpPr>
          <p:nvPr/>
        </p:nvCxnSpPr>
        <p:spPr>
          <a:xfrm>
            <a:off x="5404995" y="2496426"/>
            <a:ext cx="536121" cy="305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2993017-5792-B67A-B0FB-EBA3A4BEFC8C}"/>
              </a:ext>
            </a:extLst>
          </p:cNvPr>
          <p:cNvCxnSpPr>
            <a:cxnSpLocks/>
          </p:cNvCxnSpPr>
          <p:nvPr/>
        </p:nvCxnSpPr>
        <p:spPr>
          <a:xfrm flipV="1">
            <a:off x="6211626" y="2249865"/>
            <a:ext cx="1091837" cy="6286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BBE752-F2C3-15AD-5A79-262A50BF153D}"/>
                  </a:ext>
                </a:extLst>
              </p:cNvPr>
              <p:cNvSpPr txBox="1"/>
              <p:nvPr/>
            </p:nvSpPr>
            <p:spPr>
              <a:xfrm>
                <a:off x="4916160" y="1819726"/>
                <a:ext cx="412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BBE752-F2C3-15AD-5A79-262A50BF1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6160" y="1819726"/>
                <a:ext cx="41261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1B55C2-63DE-FD79-8414-65D82170C9DC}"/>
                  </a:ext>
                </a:extLst>
              </p:cNvPr>
              <p:cNvSpPr txBox="1"/>
              <p:nvPr/>
            </p:nvSpPr>
            <p:spPr>
              <a:xfrm>
                <a:off x="5290944" y="2693848"/>
                <a:ext cx="4662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1B55C2-63DE-FD79-8414-65D82170C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944" y="2693848"/>
                <a:ext cx="46621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DDC75CF7-06A0-04B5-5EBE-2F8F337EDA16}"/>
              </a:ext>
            </a:extLst>
          </p:cNvPr>
          <p:cNvSpPr/>
          <p:nvPr/>
        </p:nvSpPr>
        <p:spPr>
          <a:xfrm>
            <a:off x="6906674" y="3243660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3EB9B3-E0B7-9046-3B3E-C1E5DE7497C5}"/>
              </a:ext>
            </a:extLst>
          </p:cNvPr>
          <p:cNvSpPr/>
          <p:nvPr/>
        </p:nvSpPr>
        <p:spPr>
          <a:xfrm>
            <a:off x="7198139" y="3061087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581A03-493E-8523-C33C-60DE7A59BBF2}"/>
              </a:ext>
            </a:extLst>
          </p:cNvPr>
          <p:cNvSpPr/>
          <p:nvPr/>
        </p:nvSpPr>
        <p:spPr>
          <a:xfrm>
            <a:off x="7489604" y="2878514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C22436-FE2C-9589-2905-D14B67F0A60E}"/>
              </a:ext>
            </a:extLst>
          </p:cNvPr>
          <p:cNvSpPr/>
          <p:nvPr/>
        </p:nvSpPr>
        <p:spPr>
          <a:xfrm>
            <a:off x="5559477" y="4179872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6EF011-2080-267A-78BA-3B884B463AF8}"/>
              </a:ext>
            </a:extLst>
          </p:cNvPr>
          <p:cNvSpPr/>
          <p:nvPr/>
        </p:nvSpPr>
        <p:spPr>
          <a:xfrm>
            <a:off x="5850942" y="399729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421989-EC40-ACB8-25A2-0E6D8633A0D2}"/>
              </a:ext>
            </a:extLst>
          </p:cNvPr>
          <p:cNvSpPr/>
          <p:nvPr/>
        </p:nvSpPr>
        <p:spPr>
          <a:xfrm>
            <a:off x="6142407" y="381472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719F58-FD5E-F8CC-90C2-6E620A5ABBCF}"/>
              </a:ext>
            </a:extLst>
          </p:cNvPr>
          <p:cNvSpPr/>
          <p:nvPr/>
        </p:nvSpPr>
        <p:spPr>
          <a:xfrm>
            <a:off x="8121783" y="241242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9F3825-0162-24C3-6A73-45048DB5655A}"/>
              </a:ext>
            </a:extLst>
          </p:cNvPr>
          <p:cNvSpPr/>
          <p:nvPr/>
        </p:nvSpPr>
        <p:spPr>
          <a:xfrm>
            <a:off x="8413248" y="222985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F63559-F3DF-2B7F-FAB4-F3DFBE91CF7A}"/>
              </a:ext>
            </a:extLst>
          </p:cNvPr>
          <p:cNvSpPr/>
          <p:nvPr/>
        </p:nvSpPr>
        <p:spPr>
          <a:xfrm>
            <a:off x="8704713" y="2047283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E0BA72C9-0A36-24DF-20E6-2F4B7B4BCF5D}"/>
              </a:ext>
            </a:extLst>
          </p:cNvPr>
          <p:cNvSpPr/>
          <p:nvPr/>
        </p:nvSpPr>
        <p:spPr>
          <a:xfrm rot="3386166">
            <a:off x="6234721" y="4213556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AECAB8B3-6E7E-660F-3971-C96D956E0C20}"/>
              </a:ext>
            </a:extLst>
          </p:cNvPr>
          <p:cNvSpPr/>
          <p:nvPr/>
        </p:nvSpPr>
        <p:spPr>
          <a:xfrm rot="3386166">
            <a:off x="7614896" y="3340033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4A4EA0AC-C44D-3FBC-53BC-E9CA1D50726E}"/>
              </a:ext>
            </a:extLst>
          </p:cNvPr>
          <p:cNvSpPr/>
          <p:nvPr/>
        </p:nvSpPr>
        <p:spPr>
          <a:xfrm rot="3386166">
            <a:off x="8819367" y="2440192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0D14688-0198-9C43-FDB7-F8C09BCC6EA9}"/>
                  </a:ext>
                </a:extLst>
              </p:cNvPr>
              <p:cNvSpPr txBox="1"/>
              <p:nvPr/>
            </p:nvSpPr>
            <p:spPr>
              <a:xfrm>
                <a:off x="6296666" y="4743892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0D14688-0198-9C43-FDB7-F8C09BCC6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666" y="4743892"/>
                <a:ext cx="5426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84351E7-8736-B906-D4C0-57E9D3CC3D5D}"/>
                  </a:ext>
                </a:extLst>
              </p:cNvPr>
              <p:cNvSpPr txBox="1"/>
              <p:nvPr/>
            </p:nvSpPr>
            <p:spPr>
              <a:xfrm>
                <a:off x="7689816" y="3847153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84351E7-8736-B906-D4C0-57E9D3CC3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9816" y="3847153"/>
                <a:ext cx="5426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D3E10E1F-03A3-6268-1B24-3F0B994FAD1C}"/>
              </a:ext>
            </a:extLst>
          </p:cNvPr>
          <p:cNvSpPr/>
          <p:nvPr/>
        </p:nvSpPr>
        <p:spPr>
          <a:xfrm>
            <a:off x="9652224" y="3248397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F48081-2185-1805-BE41-83F9A7AFB4A4}"/>
              </a:ext>
            </a:extLst>
          </p:cNvPr>
          <p:cNvSpPr/>
          <p:nvPr/>
        </p:nvSpPr>
        <p:spPr>
          <a:xfrm>
            <a:off x="8412112" y="4226528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2E316C3-02DB-FDD4-8FF5-63C154DFBC97}"/>
              </a:ext>
            </a:extLst>
          </p:cNvPr>
          <p:cNvSpPr/>
          <p:nvPr/>
        </p:nvSpPr>
        <p:spPr>
          <a:xfrm>
            <a:off x="6918773" y="5024206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6EC2228-E704-F34C-9A0F-F6D455F1D0B7}"/>
              </a:ext>
            </a:extLst>
          </p:cNvPr>
          <p:cNvCxnSpPr/>
          <p:nvPr/>
        </p:nvCxnSpPr>
        <p:spPr>
          <a:xfrm flipV="1">
            <a:off x="8044337" y="4159536"/>
            <a:ext cx="2967295" cy="2174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EEC4F0E-1C16-53E4-CB59-839751E0FA55}"/>
                  </a:ext>
                </a:extLst>
              </p:cNvPr>
              <p:cNvSpPr txBox="1"/>
              <p:nvPr/>
            </p:nvSpPr>
            <p:spPr>
              <a:xfrm>
                <a:off x="9513640" y="5252920"/>
                <a:ext cx="6580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EEC4F0E-1C16-53E4-CB59-839751E0F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3640" y="5252920"/>
                <a:ext cx="65806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B3633ED-19F5-8F4B-53A4-2C0B3A1CD14C}"/>
              </a:ext>
            </a:extLst>
          </p:cNvPr>
          <p:cNvCxnSpPr/>
          <p:nvPr/>
        </p:nvCxnSpPr>
        <p:spPr>
          <a:xfrm flipH="1">
            <a:off x="5791550" y="3219793"/>
            <a:ext cx="190837" cy="60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1B1B563-D7C5-3E11-52D7-569C9F60560C}"/>
              </a:ext>
            </a:extLst>
          </p:cNvPr>
          <p:cNvCxnSpPr>
            <a:cxnSpLocks/>
          </p:cNvCxnSpPr>
          <p:nvPr/>
        </p:nvCxnSpPr>
        <p:spPr>
          <a:xfrm>
            <a:off x="6371817" y="4828530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7A2D39C-176C-5A61-C4A0-22D0D94F49C6}"/>
              </a:ext>
            </a:extLst>
          </p:cNvPr>
          <p:cNvCxnSpPr>
            <a:cxnSpLocks/>
          </p:cNvCxnSpPr>
          <p:nvPr/>
        </p:nvCxnSpPr>
        <p:spPr>
          <a:xfrm>
            <a:off x="7834213" y="3925578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272606B-BB9F-E5F6-F20F-857686767862}"/>
              </a:ext>
            </a:extLst>
          </p:cNvPr>
          <p:cNvCxnSpPr>
            <a:cxnSpLocks/>
          </p:cNvCxnSpPr>
          <p:nvPr/>
        </p:nvCxnSpPr>
        <p:spPr>
          <a:xfrm>
            <a:off x="9022500" y="3037928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637F65E-9AAB-5C4E-56B8-D249F4878EB1}"/>
                  </a:ext>
                </a:extLst>
              </p:cNvPr>
              <p:cNvSpPr txBox="1"/>
              <p:nvPr/>
            </p:nvSpPr>
            <p:spPr>
              <a:xfrm>
                <a:off x="8842658" y="2895288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637F65E-9AAB-5C4E-56B8-D249F4878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2658" y="2895288"/>
                <a:ext cx="54264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6E4FDD8-2F6A-1DD1-7960-E9BDCC3F18DB}"/>
              </a:ext>
            </a:extLst>
          </p:cNvPr>
          <p:cNvCxnSpPr>
            <a:cxnSpLocks/>
          </p:cNvCxnSpPr>
          <p:nvPr/>
        </p:nvCxnSpPr>
        <p:spPr>
          <a:xfrm>
            <a:off x="6676448" y="2448529"/>
            <a:ext cx="495570" cy="562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0B6C0B6-0E89-BB60-1EB4-C145008DE266}"/>
              </a:ext>
            </a:extLst>
          </p:cNvPr>
          <p:cNvCxnSpPr>
            <a:cxnSpLocks/>
          </p:cNvCxnSpPr>
          <p:nvPr/>
        </p:nvCxnSpPr>
        <p:spPr>
          <a:xfrm>
            <a:off x="7289642" y="1910401"/>
            <a:ext cx="882246" cy="351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284D8C1-9B03-B65F-6FC3-7CD01B0EB6B7}"/>
                  </a:ext>
                </a:extLst>
              </p:cNvPr>
              <p:cNvSpPr txBox="1"/>
              <p:nvPr/>
            </p:nvSpPr>
            <p:spPr>
              <a:xfrm>
                <a:off x="6786936" y="2641659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284D8C1-9B03-B65F-6FC3-7CD01B0EB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936" y="2641659"/>
                <a:ext cx="54264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2CCF130-DE12-C710-AF69-F7FF9122773D}"/>
              </a:ext>
            </a:extLst>
          </p:cNvPr>
          <p:cNvCxnSpPr>
            <a:cxnSpLocks/>
          </p:cNvCxnSpPr>
          <p:nvPr/>
        </p:nvCxnSpPr>
        <p:spPr>
          <a:xfrm>
            <a:off x="6937476" y="5672881"/>
            <a:ext cx="536121" cy="305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46D2886-D4A4-9B33-490E-6352857880CE}"/>
                  </a:ext>
                </a:extLst>
              </p:cNvPr>
              <p:cNvSpPr txBox="1"/>
              <p:nvPr/>
            </p:nvSpPr>
            <p:spPr>
              <a:xfrm>
                <a:off x="6823425" y="5870303"/>
                <a:ext cx="4662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46D2886-D4A4-9B33-490E-635285788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425" y="5870303"/>
                <a:ext cx="46621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6BE3002-4C8C-AA70-CEFD-C31FDB7824CA}"/>
              </a:ext>
            </a:extLst>
          </p:cNvPr>
          <p:cNvCxnSpPr>
            <a:cxnSpLocks/>
          </p:cNvCxnSpPr>
          <p:nvPr/>
        </p:nvCxnSpPr>
        <p:spPr>
          <a:xfrm>
            <a:off x="7777647" y="5306364"/>
            <a:ext cx="0" cy="609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CCC202-354D-410A-958D-A7B8C71D58F3}"/>
                  </a:ext>
                </a:extLst>
              </p:cNvPr>
              <p:cNvSpPr txBox="1"/>
              <p:nvPr/>
            </p:nvSpPr>
            <p:spPr>
              <a:xfrm>
                <a:off x="7763128" y="5456493"/>
                <a:ext cx="412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CCC202-354D-410A-958D-A7B8C71D5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3128" y="5456493"/>
                <a:ext cx="41261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ED21990-F0E8-1EC1-616A-10B1D380E419}"/>
              </a:ext>
            </a:extLst>
          </p:cNvPr>
          <p:cNvCxnSpPr>
            <a:cxnSpLocks/>
          </p:cNvCxnSpPr>
          <p:nvPr/>
        </p:nvCxnSpPr>
        <p:spPr>
          <a:xfrm>
            <a:off x="5485432" y="4088029"/>
            <a:ext cx="0" cy="4142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B65F7B2-BEB3-BD0A-2791-A33562100913}"/>
              </a:ext>
            </a:extLst>
          </p:cNvPr>
          <p:cNvCxnSpPr>
            <a:cxnSpLocks/>
          </p:cNvCxnSpPr>
          <p:nvPr/>
        </p:nvCxnSpPr>
        <p:spPr>
          <a:xfrm>
            <a:off x="5521605" y="4634086"/>
            <a:ext cx="363216" cy="1624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33234F4-9BA0-F971-2DB4-AA0CD8C81318}"/>
                  </a:ext>
                </a:extLst>
              </p:cNvPr>
              <p:cNvSpPr txBox="1"/>
              <p:nvPr/>
            </p:nvSpPr>
            <p:spPr>
              <a:xfrm>
                <a:off x="5076382" y="4110495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33234F4-9BA0-F971-2DB4-AA0CD8C81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382" y="4110495"/>
                <a:ext cx="37093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87C8ED9-E4F3-F002-B29F-85A70F022AC1}"/>
                  </a:ext>
                </a:extLst>
              </p:cNvPr>
              <p:cNvSpPr txBox="1"/>
              <p:nvPr/>
            </p:nvSpPr>
            <p:spPr>
              <a:xfrm>
                <a:off x="5416850" y="4708660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87C8ED9-E4F3-F002-B29F-85A70F022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850" y="4708660"/>
                <a:ext cx="37093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E2DEB18-9947-68AE-B854-1746E6A125A8}"/>
                  </a:ext>
                </a:extLst>
              </p:cNvPr>
              <p:cNvSpPr txBox="1"/>
              <p:nvPr/>
            </p:nvSpPr>
            <p:spPr>
              <a:xfrm>
                <a:off x="932226" y="1716588"/>
                <a:ext cx="304541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Input Matrix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Take a strip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/>
                  <a:t> pixels of images to form a column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Create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such column</a:t>
                </a: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E2DEB18-9947-68AE-B854-1746E6A12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226" y="1716588"/>
                <a:ext cx="3045414" cy="1200329"/>
              </a:xfrm>
              <a:prstGeom prst="rect">
                <a:avLst/>
              </a:prstGeom>
              <a:blipFill>
                <a:blip r:embed="rId13"/>
                <a:stretch>
                  <a:fillRect l="-1800" t="-3061" r="-1000" b="-7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97182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3DE76-E870-FD66-9B7F-13D6D29B4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Kn2Row Algorithm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F3E36F-620A-2DD1-201B-D83F1CAABE2A}"/>
              </a:ext>
            </a:extLst>
          </p:cNvPr>
          <p:cNvSpPr/>
          <p:nvPr/>
        </p:nvSpPr>
        <p:spPr>
          <a:xfrm>
            <a:off x="5365806" y="1752932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B96694-E946-E532-D1A8-89AFF52AF37E}"/>
              </a:ext>
            </a:extLst>
          </p:cNvPr>
          <p:cNvSpPr/>
          <p:nvPr/>
        </p:nvSpPr>
        <p:spPr>
          <a:xfrm>
            <a:off x="5941116" y="1501472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E06E75-B3AA-CFDC-307E-39016316AB92}"/>
              </a:ext>
            </a:extLst>
          </p:cNvPr>
          <p:cNvSpPr/>
          <p:nvPr/>
        </p:nvSpPr>
        <p:spPr>
          <a:xfrm>
            <a:off x="6524046" y="1295732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F042FD9-70FF-344B-77C2-3CE8A0BD841C}"/>
              </a:ext>
            </a:extLst>
          </p:cNvPr>
          <p:cNvCxnSpPr>
            <a:cxnSpLocks/>
          </p:cNvCxnSpPr>
          <p:nvPr/>
        </p:nvCxnSpPr>
        <p:spPr>
          <a:xfrm>
            <a:off x="5312466" y="1699592"/>
            <a:ext cx="0" cy="609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1A1D443-3EF1-D440-F94C-C91149E3B553}"/>
              </a:ext>
            </a:extLst>
          </p:cNvPr>
          <p:cNvCxnSpPr>
            <a:cxnSpLocks/>
          </p:cNvCxnSpPr>
          <p:nvPr/>
        </p:nvCxnSpPr>
        <p:spPr>
          <a:xfrm>
            <a:off x="5404995" y="2496426"/>
            <a:ext cx="536121" cy="305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2993017-5792-B67A-B0FB-EBA3A4BEFC8C}"/>
              </a:ext>
            </a:extLst>
          </p:cNvPr>
          <p:cNvCxnSpPr>
            <a:cxnSpLocks/>
          </p:cNvCxnSpPr>
          <p:nvPr/>
        </p:nvCxnSpPr>
        <p:spPr>
          <a:xfrm flipV="1">
            <a:off x="6211626" y="2249865"/>
            <a:ext cx="1091837" cy="6286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BBE752-F2C3-15AD-5A79-262A50BF153D}"/>
                  </a:ext>
                </a:extLst>
              </p:cNvPr>
              <p:cNvSpPr txBox="1"/>
              <p:nvPr/>
            </p:nvSpPr>
            <p:spPr>
              <a:xfrm>
                <a:off x="4916160" y="1819726"/>
                <a:ext cx="412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BBE752-F2C3-15AD-5A79-262A50BF1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6160" y="1819726"/>
                <a:ext cx="41261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1B55C2-63DE-FD79-8414-65D82170C9DC}"/>
                  </a:ext>
                </a:extLst>
              </p:cNvPr>
              <p:cNvSpPr txBox="1"/>
              <p:nvPr/>
            </p:nvSpPr>
            <p:spPr>
              <a:xfrm>
                <a:off x="5290944" y="2693848"/>
                <a:ext cx="4662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1B55C2-63DE-FD79-8414-65D82170C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944" y="2693848"/>
                <a:ext cx="46621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DDC75CF7-06A0-04B5-5EBE-2F8F337EDA16}"/>
              </a:ext>
            </a:extLst>
          </p:cNvPr>
          <p:cNvSpPr/>
          <p:nvPr/>
        </p:nvSpPr>
        <p:spPr>
          <a:xfrm>
            <a:off x="6906674" y="3243660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3EB9B3-E0B7-9046-3B3E-C1E5DE7497C5}"/>
              </a:ext>
            </a:extLst>
          </p:cNvPr>
          <p:cNvSpPr/>
          <p:nvPr/>
        </p:nvSpPr>
        <p:spPr>
          <a:xfrm>
            <a:off x="7198139" y="3061087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581A03-493E-8523-C33C-60DE7A59BBF2}"/>
              </a:ext>
            </a:extLst>
          </p:cNvPr>
          <p:cNvSpPr/>
          <p:nvPr/>
        </p:nvSpPr>
        <p:spPr>
          <a:xfrm>
            <a:off x="7489604" y="2878514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C22436-FE2C-9589-2905-D14B67F0A60E}"/>
              </a:ext>
            </a:extLst>
          </p:cNvPr>
          <p:cNvSpPr/>
          <p:nvPr/>
        </p:nvSpPr>
        <p:spPr>
          <a:xfrm>
            <a:off x="5559477" y="4179872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6EF011-2080-267A-78BA-3B884B463AF8}"/>
              </a:ext>
            </a:extLst>
          </p:cNvPr>
          <p:cNvSpPr/>
          <p:nvPr/>
        </p:nvSpPr>
        <p:spPr>
          <a:xfrm>
            <a:off x="5850942" y="399729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421989-EC40-ACB8-25A2-0E6D8633A0D2}"/>
              </a:ext>
            </a:extLst>
          </p:cNvPr>
          <p:cNvSpPr/>
          <p:nvPr/>
        </p:nvSpPr>
        <p:spPr>
          <a:xfrm>
            <a:off x="6142407" y="381472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719F58-FD5E-F8CC-90C2-6E620A5ABBCF}"/>
              </a:ext>
            </a:extLst>
          </p:cNvPr>
          <p:cNvSpPr/>
          <p:nvPr/>
        </p:nvSpPr>
        <p:spPr>
          <a:xfrm>
            <a:off x="8121783" y="241242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9F3825-0162-24C3-6A73-45048DB5655A}"/>
              </a:ext>
            </a:extLst>
          </p:cNvPr>
          <p:cNvSpPr/>
          <p:nvPr/>
        </p:nvSpPr>
        <p:spPr>
          <a:xfrm>
            <a:off x="8413248" y="222985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F63559-F3DF-2B7F-FAB4-F3DFBE91CF7A}"/>
              </a:ext>
            </a:extLst>
          </p:cNvPr>
          <p:cNvSpPr/>
          <p:nvPr/>
        </p:nvSpPr>
        <p:spPr>
          <a:xfrm>
            <a:off x="8704713" y="2047283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E0BA72C9-0A36-24DF-20E6-2F4B7B4BCF5D}"/>
              </a:ext>
            </a:extLst>
          </p:cNvPr>
          <p:cNvSpPr/>
          <p:nvPr/>
        </p:nvSpPr>
        <p:spPr>
          <a:xfrm rot="3386166">
            <a:off x="6234721" y="4213556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AECAB8B3-6E7E-660F-3971-C96D956E0C20}"/>
              </a:ext>
            </a:extLst>
          </p:cNvPr>
          <p:cNvSpPr/>
          <p:nvPr/>
        </p:nvSpPr>
        <p:spPr>
          <a:xfrm rot="3386166">
            <a:off x="7614896" y="3340033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4A4EA0AC-C44D-3FBC-53BC-E9CA1D50726E}"/>
              </a:ext>
            </a:extLst>
          </p:cNvPr>
          <p:cNvSpPr/>
          <p:nvPr/>
        </p:nvSpPr>
        <p:spPr>
          <a:xfrm rot="3386166">
            <a:off x="8819367" y="2440192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0D14688-0198-9C43-FDB7-F8C09BCC6EA9}"/>
                  </a:ext>
                </a:extLst>
              </p:cNvPr>
              <p:cNvSpPr txBox="1"/>
              <p:nvPr/>
            </p:nvSpPr>
            <p:spPr>
              <a:xfrm>
                <a:off x="6296666" y="4743892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0D14688-0198-9C43-FDB7-F8C09BCC6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666" y="4743892"/>
                <a:ext cx="5426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84351E7-8736-B906-D4C0-57E9D3CC3D5D}"/>
                  </a:ext>
                </a:extLst>
              </p:cNvPr>
              <p:cNvSpPr txBox="1"/>
              <p:nvPr/>
            </p:nvSpPr>
            <p:spPr>
              <a:xfrm>
                <a:off x="7689816" y="3847153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84351E7-8736-B906-D4C0-57E9D3CC3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9816" y="3847153"/>
                <a:ext cx="5426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D3E10E1F-03A3-6268-1B24-3F0B994FAD1C}"/>
              </a:ext>
            </a:extLst>
          </p:cNvPr>
          <p:cNvSpPr/>
          <p:nvPr/>
        </p:nvSpPr>
        <p:spPr>
          <a:xfrm>
            <a:off x="9652224" y="3248397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F48081-2185-1805-BE41-83F9A7AFB4A4}"/>
              </a:ext>
            </a:extLst>
          </p:cNvPr>
          <p:cNvSpPr/>
          <p:nvPr/>
        </p:nvSpPr>
        <p:spPr>
          <a:xfrm>
            <a:off x="8412112" y="4226528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2E316C3-02DB-FDD4-8FF5-63C154DFBC97}"/>
              </a:ext>
            </a:extLst>
          </p:cNvPr>
          <p:cNvSpPr/>
          <p:nvPr/>
        </p:nvSpPr>
        <p:spPr>
          <a:xfrm>
            <a:off x="6918773" y="5024206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6EC2228-E704-F34C-9A0F-F6D455F1D0B7}"/>
              </a:ext>
            </a:extLst>
          </p:cNvPr>
          <p:cNvCxnSpPr/>
          <p:nvPr/>
        </p:nvCxnSpPr>
        <p:spPr>
          <a:xfrm flipV="1">
            <a:off x="8044337" y="4159536"/>
            <a:ext cx="2967295" cy="2174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EEC4F0E-1C16-53E4-CB59-839751E0FA55}"/>
                  </a:ext>
                </a:extLst>
              </p:cNvPr>
              <p:cNvSpPr txBox="1"/>
              <p:nvPr/>
            </p:nvSpPr>
            <p:spPr>
              <a:xfrm>
                <a:off x="9513640" y="5252920"/>
                <a:ext cx="6580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EEC4F0E-1C16-53E4-CB59-839751E0F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3640" y="5252920"/>
                <a:ext cx="65806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B3633ED-19F5-8F4B-53A4-2C0B3A1CD14C}"/>
              </a:ext>
            </a:extLst>
          </p:cNvPr>
          <p:cNvCxnSpPr/>
          <p:nvPr/>
        </p:nvCxnSpPr>
        <p:spPr>
          <a:xfrm flipH="1">
            <a:off x="5791550" y="3219793"/>
            <a:ext cx="190837" cy="60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1B1B563-D7C5-3E11-52D7-569C9F60560C}"/>
              </a:ext>
            </a:extLst>
          </p:cNvPr>
          <p:cNvCxnSpPr>
            <a:cxnSpLocks/>
          </p:cNvCxnSpPr>
          <p:nvPr/>
        </p:nvCxnSpPr>
        <p:spPr>
          <a:xfrm>
            <a:off x="6371817" y="4828530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7A2D39C-176C-5A61-C4A0-22D0D94F49C6}"/>
              </a:ext>
            </a:extLst>
          </p:cNvPr>
          <p:cNvCxnSpPr>
            <a:cxnSpLocks/>
          </p:cNvCxnSpPr>
          <p:nvPr/>
        </p:nvCxnSpPr>
        <p:spPr>
          <a:xfrm>
            <a:off x="7834213" y="3925578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272606B-BB9F-E5F6-F20F-857686767862}"/>
              </a:ext>
            </a:extLst>
          </p:cNvPr>
          <p:cNvCxnSpPr>
            <a:cxnSpLocks/>
          </p:cNvCxnSpPr>
          <p:nvPr/>
        </p:nvCxnSpPr>
        <p:spPr>
          <a:xfrm>
            <a:off x="9022500" y="3037928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637F65E-9AAB-5C4E-56B8-D249F4878EB1}"/>
                  </a:ext>
                </a:extLst>
              </p:cNvPr>
              <p:cNvSpPr txBox="1"/>
              <p:nvPr/>
            </p:nvSpPr>
            <p:spPr>
              <a:xfrm>
                <a:off x="8842658" y="2895288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637F65E-9AAB-5C4E-56B8-D249F4878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2658" y="2895288"/>
                <a:ext cx="54264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6E4FDD8-2F6A-1DD1-7960-E9BDCC3F18DB}"/>
              </a:ext>
            </a:extLst>
          </p:cNvPr>
          <p:cNvCxnSpPr>
            <a:cxnSpLocks/>
          </p:cNvCxnSpPr>
          <p:nvPr/>
        </p:nvCxnSpPr>
        <p:spPr>
          <a:xfrm>
            <a:off x="6676448" y="2448529"/>
            <a:ext cx="495570" cy="562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0B6C0B6-0E89-BB60-1EB4-C145008DE266}"/>
              </a:ext>
            </a:extLst>
          </p:cNvPr>
          <p:cNvCxnSpPr>
            <a:cxnSpLocks/>
          </p:cNvCxnSpPr>
          <p:nvPr/>
        </p:nvCxnSpPr>
        <p:spPr>
          <a:xfrm>
            <a:off x="7289642" y="1910401"/>
            <a:ext cx="882246" cy="351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284D8C1-9B03-B65F-6FC3-7CD01B0EB6B7}"/>
                  </a:ext>
                </a:extLst>
              </p:cNvPr>
              <p:cNvSpPr txBox="1"/>
              <p:nvPr/>
            </p:nvSpPr>
            <p:spPr>
              <a:xfrm>
                <a:off x="6786936" y="2641659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284D8C1-9B03-B65F-6FC3-7CD01B0EB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936" y="2641659"/>
                <a:ext cx="54264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2CCF130-DE12-C710-AF69-F7FF9122773D}"/>
              </a:ext>
            </a:extLst>
          </p:cNvPr>
          <p:cNvCxnSpPr>
            <a:cxnSpLocks/>
          </p:cNvCxnSpPr>
          <p:nvPr/>
        </p:nvCxnSpPr>
        <p:spPr>
          <a:xfrm>
            <a:off x="6937476" y="5672881"/>
            <a:ext cx="536121" cy="305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46D2886-D4A4-9B33-490E-6352857880CE}"/>
                  </a:ext>
                </a:extLst>
              </p:cNvPr>
              <p:cNvSpPr txBox="1"/>
              <p:nvPr/>
            </p:nvSpPr>
            <p:spPr>
              <a:xfrm>
                <a:off x="6823425" y="5870303"/>
                <a:ext cx="4662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46D2886-D4A4-9B33-490E-635285788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425" y="5870303"/>
                <a:ext cx="46621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6BE3002-4C8C-AA70-CEFD-C31FDB7824CA}"/>
              </a:ext>
            </a:extLst>
          </p:cNvPr>
          <p:cNvCxnSpPr>
            <a:cxnSpLocks/>
          </p:cNvCxnSpPr>
          <p:nvPr/>
        </p:nvCxnSpPr>
        <p:spPr>
          <a:xfrm>
            <a:off x="7777647" y="5306364"/>
            <a:ext cx="0" cy="609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CCC202-354D-410A-958D-A7B8C71D58F3}"/>
                  </a:ext>
                </a:extLst>
              </p:cNvPr>
              <p:cNvSpPr txBox="1"/>
              <p:nvPr/>
            </p:nvSpPr>
            <p:spPr>
              <a:xfrm>
                <a:off x="7763128" y="5456493"/>
                <a:ext cx="412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CCC202-354D-410A-958D-A7B8C71D5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3128" y="5456493"/>
                <a:ext cx="41261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ED21990-F0E8-1EC1-616A-10B1D380E419}"/>
              </a:ext>
            </a:extLst>
          </p:cNvPr>
          <p:cNvCxnSpPr>
            <a:cxnSpLocks/>
          </p:cNvCxnSpPr>
          <p:nvPr/>
        </p:nvCxnSpPr>
        <p:spPr>
          <a:xfrm>
            <a:off x="5485432" y="4088029"/>
            <a:ext cx="0" cy="4142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B65F7B2-BEB3-BD0A-2791-A33562100913}"/>
              </a:ext>
            </a:extLst>
          </p:cNvPr>
          <p:cNvCxnSpPr>
            <a:cxnSpLocks/>
          </p:cNvCxnSpPr>
          <p:nvPr/>
        </p:nvCxnSpPr>
        <p:spPr>
          <a:xfrm>
            <a:off x="5521605" y="4634086"/>
            <a:ext cx="363216" cy="1624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33234F4-9BA0-F971-2DB4-AA0CD8C81318}"/>
                  </a:ext>
                </a:extLst>
              </p:cNvPr>
              <p:cNvSpPr txBox="1"/>
              <p:nvPr/>
            </p:nvSpPr>
            <p:spPr>
              <a:xfrm>
                <a:off x="5076382" y="4110495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33234F4-9BA0-F971-2DB4-AA0CD8C81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382" y="4110495"/>
                <a:ext cx="37093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87C8ED9-E4F3-F002-B29F-85A70F022AC1}"/>
                  </a:ext>
                </a:extLst>
              </p:cNvPr>
              <p:cNvSpPr txBox="1"/>
              <p:nvPr/>
            </p:nvSpPr>
            <p:spPr>
              <a:xfrm>
                <a:off x="5416850" y="4708660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87C8ED9-E4F3-F002-B29F-85A70F022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850" y="4708660"/>
                <a:ext cx="37093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E2DEB18-9947-68AE-B854-1746E6A125A8}"/>
                  </a:ext>
                </a:extLst>
              </p:cNvPr>
              <p:cNvSpPr txBox="1"/>
              <p:nvPr/>
            </p:nvSpPr>
            <p:spPr>
              <a:xfrm>
                <a:off x="932226" y="1716588"/>
                <a:ext cx="304541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Input Matrix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Take a strip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/>
                  <a:t> pixels of images to form a column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2">
                        <a:lumMod val="90000"/>
                      </a:schemeClr>
                    </a:solidFill>
                  </a:rPr>
                  <a:t>Create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>
                            <a:lumMod val="90000"/>
                          </a:schemeClr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solidFill>
                          <a:schemeClr val="bg2">
                            <a:lumMod val="90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solidFill>
                          <a:schemeClr val="bg2">
                            <a:lumMod val="90000"/>
                          </a:schemeClr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>
                    <a:solidFill>
                      <a:schemeClr val="bg2">
                        <a:lumMod val="90000"/>
                      </a:schemeClr>
                    </a:solidFill>
                  </a:rPr>
                  <a:t> such column</a:t>
                </a: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E2DEB18-9947-68AE-B854-1746E6A12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226" y="1716588"/>
                <a:ext cx="3045414" cy="1200329"/>
              </a:xfrm>
              <a:prstGeom prst="rect">
                <a:avLst/>
              </a:prstGeom>
              <a:blipFill>
                <a:blip r:embed="rId13"/>
                <a:stretch>
                  <a:fillRect l="-1800" t="-3061" r="-1000" b="-7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9654745-8EE1-73A3-CB1E-56126601BD6E}"/>
              </a:ext>
            </a:extLst>
          </p:cNvPr>
          <p:cNvSpPr/>
          <p:nvPr/>
        </p:nvSpPr>
        <p:spPr>
          <a:xfrm rot="20076091">
            <a:off x="5277346" y="1523872"/>
            <a:ext cx="1569044" cy="11377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A3469C1-76EA-E2E3-895C-E5B2B6BB5DA3}"/>
              </a:ext>
            </a:extLst>
          </p:cNvPr>
          <p:cNvSpPr/>
          <p:nvPr/>
        </p:nvSpPr>
        <p:spPr>
          <a:xfrm rot="5400000">
            <a:off x="587007" y="4717264"/>
            <a:ext cx="1332590" cy="14586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A207EF2-902D-5444-A3CA-02F51D8D6AB8}"/>
              </a:ext>
            </a:extLst>
          </p:cNvPr>
          <p:cNvCxnSpPr>
            <a:cxnSpLocks/>
          </p:cNvCxnSpPr>
          <p:nvPr/>
        </p:nvCxnSpPr>
        <p:spPr>
          <a:xfrm flipH="1" flipV="1">
            <a:off x="969456" y="4142787"/>
            <a:ext cx="8026" cy="12972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C880D0B-1BE3-F8A4-BBAF-19FBAEE92679}"/>
                  </a:ext>
                </a:extLst>
              </p:cNvPr>
              <p:cNvSpPr txBox="1"/>
              <p:nvPr/>
            </p:nvSpPr>
            <p:spPr>
              <a:xfrm>
                <a:off x="477700" y="4608602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C880D0B-1BE3-F8A4-BBAF-19FBAEE92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00" y="4608602"/>
                <a:ext cx="542648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49836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3DE76-E870-FD66-9B7F-13D6D29B4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Kn2Row Algorithm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F3E36F-620A-2DD1-201B-D83F1CAABE2A}"/>
              </a:ext>
            </a:extLst>
          </p:cNvPr>
          <p:cNvSpPr/>
          <p:nvPr/>
        </p:nvSpPr>
        <p:spPr>
          <a:xfrm>
            <a:off x="5365806" y="1752932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B96694-E946-E532-D1A8-89AFF52AF37E}"/>
              </a:ext>
            </a:extLst>
          </p:cNvPr>
          <p:cNvSpPr/>
          <p:nvPr/>
        </p:nvSpPr>
        <p:spPr>
          <a:xfrm>
            <a:off x="5941116" y="1501472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E06E75-B3AA-CFDC-307E-39016316AB92}"/>
              </a:ext>
            </a:extLst>
          </p:cNvPr>
          <p:cNvSpPr/>
          <p:nvPr/>
        </p:nvSpPr>
        <p:spPr>
          <a:xfrm>
            <a:off x="6524046" y="1295732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F042FD9-70FF-344B-77C2-3CE8A0BD841C}"/>
              </a:ext>
            </a:extLst>
          </p:cNvPr>
          <p:cNvCxnSpPr>
            <a:cxnSpLocks/>
          </p:cNvCxnSpPr>
          <p:nvPr/>
        </p:nvCxnSpPr>
        <p:spPr>
          <a:xfrm>
            <a:off x="5312466" y="1699592"/>
            <a:ext cx="0" cy="609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1A1D443-3EF1-D440-F94C-C91149E3B553}"/>
              </a:ext>
            </a:extLst>
          </p:cNvPr>
          <p:cNvCxnSpPr>
            <a:cxnSpLocks/>
          </p:cNvCxnSpPr>
          <p:nvPr/>
        </p:nvCxnSpPr>
        <p:spPr>
          <a:xfrm>
            <a:off x="5404995" y="2496426"/>
            <a:ext cx="536121" cy="305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2993017-5792-B67A-B0FB-EBA3A4BEFC8C}"/>
              </a:ext>
            </a:extLst>
          </p:cNvPr>
          <p:cNvCxnSpPr>
            <a:cxnSpLocks/>
          </p:cNvCxnSpPr>
          <p:nvPr/>
        </p:nvCxnSpPr>
        <p:spPr>
          <a:xfrm flipV="1">
            <a:off x="6211626" y="2249865"/>
            <a:ext cx="1091837" cy="6286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BBE752-F2C3-15AD-5A79-262A50BF153D}"/>
                  </a:ext>
                </a:extLst>
              </p:cNvPr>
              <p:cNvSpPr txBox="1"/>
              <p:nvPr/>
            </p:nvSpPr>
            <p:spPr>
              <a:xfrm>
                <a:off x="4916160" y="1819726"/>
                <a:ext cx="412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BBE752-F2C3-15AD-5A79-262A50BF1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6160" y="1819726"/>
                <a:ext cx="41261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1B55C2-63DE-FD79-8414-65D82170C9DC}"/>
                  </a:ext>
                </a:extLst>
              </p:cNvPr>
              <p:cNvSpPr txBox="1"/>
              <p:nvPr/>
            </p:nvSpPr>
            <p:spPr>
              <a:xfrm>
                <a:off x="5290944" y="2693848"/>
                <a:ext cx="4662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1B55C2-63DE-FD79-8414-65D82170C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944" y="2693848"/>
                <a:ext cx="46621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DDC75CF7-06A0-04B5-5EBE-2F8F337EDA16}"/>
              </a:ext>
            </a:extLst>
          </p:cNvPr>
          <p:cNvSpPr/>
          <p:nvPr/>
        </p:nvSpPr>
        <p:spPr>
          <a:xfrm>
            <a:off x="6906674" y="3243660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3EB9B3-E0B7-9046-3B3E-C1E5DE7497C5}"/>
              </a:ext>
            </a:extLst>
          </p:cNvPr>
          <p:cNvSpPr/>
          <p:nvPr/>
        </p:nvSpPr>
        <p:spPr>
          <a:xfrm>
            <a:off x="7198139" y="3061087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581A03-493E-8523-C33C-60DE7A59BBF2}"/>
              </a:ext>
            </a:extLst>
          </p:cNvPr>
          <p:cNvSpPr/>
          <p:nvPr/>
        </p:nvSpPr>
        <p:spPr>
          <a:xfrm>
            <a:off x="7489604" y="2878514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C22436-FE2C-9589-2905-D14B67F0A60E}"/>
              </a:ext>
            </a:extLst>
          </p:cNvPr>
          <p:cNvSpPr/>
          <p:nvPr/>
        </p:nvSpPr>
        <p:spPr>
          <a:xfrm>
            <a:off x="5559477" y="4179872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6EF011-2080-267A-78BA-3B884B463AF8}"/>
              </a:ext>
            </a:extLst>
          </p:cNvPr>
          <p:cNvSpPr/>
          <p:nvPr/>
        </p:nvSpPr>
        <p:spPr>
          <a:xfrm>
            <a:off x="5850942" y="399729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421989-EC40-ACB8-25A2-0E6D8633A0D2}"/>
              </a:ext>
            </a:extLst>
          </p:cNvPr>
          <p:cNvSpPr/>
          <p:nvPr/>
        </p:nvSpPr>
        <p:spPr>
          <a:xfrm>
            <a:off x="6142407" y="381472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719F58-FD5E-F8CC-90C2-6E620A5ABBCF}"/>
              </a:ext>
            </a:extLst>
          </p:cNvPr>
          <p:cNvSpPr/>
          <p:nvPr/>
        </p:nvSpPr>
        <p:spPr>
          <a:xfrm>
            <a:off x="8121783" y="241242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9F3825-0162-24C3-6A73-45048DB5655A}"/>
              </a:ext>
            </a:extLst>
          </p:cNvPr>
          <p:cNvSpPr/>
          <p:nvPr/>
        </p:nvSpPr>
        <p:spPr>
          <a:xfrm>
            <a:off x="8413248" y="222985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F63559-F3DF-2B7F-FAB4-F3DFBE91CF7A}"/>
              </a:ext>
            </a:extLst>
          </p:cNvPr>
          <p:cNvSpPr/>
          <p:nvPr/>
        </p:nvSpPr>
        <p:spPr>
          <a:xfrm>
            <a:off x="8704713" y="2047283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E0BA72C9-0A36-24DF-20E6-2F4B7B4BCF5D}"/>
              </a:ext>
            </a:extLst>
          </p:cNvPr>
          <p:cNvSpPr/>
          <p:nvPr/>
        </p:nvSpPr>
        <p:spPr>
          <a:xfrm rot="3386166">
            <a:off x="6234721" y="4213556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AECAB8B3-6E7E-660F-3971-C96D956E0C20}"/>
              </a:ext>
            </a:extLst>
          </p:cNvPr>
          <p:cNvSpPr/>
          <p:nvPr/>
        </p:nvSpPr>
        <p:spPr>
          <a:xfrm rot="3386166">
            <a:off x="7614896" y="3340033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4A4EA0AC-C44D-3FBC-53BC-E9CA1D50726E}"/>
              </a:ext>
            </a:extLst>
          </p:cNvPr>
          <p:cNvSpPr/>
          <p:nvPr/>
        </p:nvSpPr>
        <p:spPr>
          <a:xfrm rot="3386166">
            <a:off x="8819367" y="2440192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0D14688-0198-9C43-FDB7-F8C09BCC6EA9}"/>
                  </a:ext>
                </a:extLst>
              </p:cNvPr>
              <p:cNvSpPr txBox="1"/>
              <p:nvPr/>
            </p:nvSpPr>
            <p:spPr>
              <a:xfrm>
                <a:off x="6296666" y="4743892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0D14688-0198-9C43-FDB7-F8C09BCC6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666" y="4743892"/>
                <a:ext cx="5426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84351E7-8736-B906-D4C0-57E9D3CC3D5D}"/>
                  </a:ext>
                </a:extLst>
              </p:cNvPr>
              <p:cNvSpPr txBox="1"/>
              <p:nvPr/>
            </p:nvSpPr>
            <p:spPr>
              <a:xfrm>
                <a:off x="7689816" y="3847153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84351E7-8736-B906-D4C0-57E9D3CC3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9816" y="3847153"/>
                <a:ext cx="5426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D3E10E1F-03A3-6268-1B24-3F0B994FAD1C}"/>
              </a:ext>
            </a:extLst>
          </p:cNvPr>
          <p:cNvSpPr/>
          <p:nvPr/>
        </p:nvSpPr>
        <p:spPr>
          <a:xfrm>
            <a:off x="9652224" y="3248397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F48081-2185-1805-BE41-83F9A7AFB4A4}"/>
              </a:ext>
            </a:extLst>
          </p:cNvPr>
          <p:cNvSpPr/>
          <p:nvPr/>
        </p:nvSpPr>
        <p:spPr>
          <a:xfrm>
            <a:off x="8412112" y="4226528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2E316C3-02DB-FDD4-8FF5-63C154DFBC97}"/>
              </a:ext>
            </a:extLst>
          </p:cNvPr>
          <p:cNvSpPr/>
          <p:nvPr/>
        </p:nvSpPr>
        <p:spPr>
          <a:xfrm>
            <a:off x="6918773" y="5024206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6EC2228-E704-F34C-9A0F-F6D455F1D0B7}"/>
              </a:ext>
            </a:extLst>
          </p:cNvPr>
          <p:cNvCxnSpPr/>
          <p:nvPr/>
        </p:nvCxnSpPr>
        <p:spPr>
          <a:xfrm flipV="1">
            <a:off x="8044337" y="4159536"/>
            <a:ext cx="2967295" cy="2174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EEC4F0E-1C16-53E4-CB59-839751E0FA55}"/>
                  </a:ext>
                </a:extLst>
              </p:cNvPr>
              <p:cNvSpPr txBox="1"/>
              <p:nvPr/>
            </p:nvSpPr>
            <p:spPr>
              <a:xfrm>
                <a:off x="9513640" y="5252920"/>
                <a:ext cx="6580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EEC4F0E-1C16-53E4-CB59-839751E0F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3640" y="5252920"/>
                <a:ext cx="65806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B3633ED-19F5-8F4B-53A4-2C0B3A1CD14C}"/>
              </a:ext>
            </a:extLst>
          </p:cNvPr>
          <p:cNvCxnSpPr/>
          <p:nvPr/>
        </p:nvCxnSpPr>
        <p:spPr>
          <a:xfrm flipH="1">
            <a:off x="5791550" y="3219793"/>
            <a:ext cx="190837" cy="60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1B1B563-D7C5-3E11-52D7-569C9F60560C}"/>
              </a:ext>
            </a:extLst>
          </p:cNvPr>
          <p:cNvCxnSpPr>
            <a:cxnSpLocks/>
          </p:cNvCxnSpPr>
          <p:nvPr/>
        </p:nvCxnSpPr>
        <p:spPr>
          <a:xfrm>
            <a:off x="6371817" y="4828530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7A2D39C-176C-5A61-C4A0-22D0D94F49C6}"/>
              </a:ext>
            </a:extLst>
          </p:cNvPr>
          <p:cNvCxnSpPr>
            <a:cxnSpLocks/>
          </p:cNvCxnSpPr>
          <p:nvPr/>
        </p:nvCxnSpPr>
        <p:spPr>
          <a:xfrm>
            <a:off x="7834213" y="3925578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272606B-BB9F-E5F6-F20F-857686767862}"/>
              </a:ext>
            </a:extLst>
          </p:cNvPr>
          <p:cNvCxnSpPr>
            <a:cxnSpLocks/>
          </p:cNvCxnSpPr>
          <p:nvPr/>
        </p:nvCxnSpPr>
        <p:spPr>
          <a:xfrm>
            <a:off x="9022500" y="3037928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637F65E-9AAB-5C4E-56B8-D249F4878EB1}"/>
                  </a:ext>
                </a:extLst>
              </p:cNvPr>
              <p:cNvSpPr txBox="1"/>
              <p:nvPr/>
            </p:nvSpPr>
            <p:spPr>
              <a:xfrm>
                <a:off x="8842658" y="2895288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637F65E-9AAB-5C4E-56B8-D249F4878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2658" y="2895288"/>
                <a:ext cx="54264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6E4FDD8-2F6A-1DD1-7960-E9BDCC3F18DB}"/>
              </a:ext>
            </a:extLst>
          </p:cNvPr>
          <p:cNvCxnSpPr>
            <a:cxnSpLocks/>
          </p:cNvCxnSpPr>
          <p:nvPr/>
        </p:nvCxnSpPr>
        <p:spPr>
          <a:xfrm>
            <a:off x="6676448" y="2448529"/>
            <a:ext cx="495570" cy="562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0B6C0B6-0E89-BB60-1EB4-C145008DE266}"/>
              </a:ext>
            </a:extLst>
          </p:cNvPr>
          <p:cNvCxnSpPr>
            <a:cxnSpLocks/>
          </p:cNvCxnSpPr>
          <p:nvPr/>
        </p:nvCxnSpPr>
        <p:spPr>
          <a:xfrm>
            <a:off x="7289642" y="1910401"/>
            <a:ext cx="882246" cy="351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284D8C1-9B03-B65F-6FC3-7CD01B0EB6B7}"/>
                  </a:ext>
                </a:extLst>
              </p:cNvPr>
              <p:cNvSpPr txBox="1"/>
              <p:nvPr/>
            </p:nvSpPr>
            <p:spPr>
              <a:xfrm>
                <a:off x="6786936" y="2641659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284D8C1-9B03-B65F-6FC3-7CD01B0EB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936" y="2641659"/>
                <a:ext cx="54264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2CCF130-DE12-C710-AF69-F7FF9122773D}"/>
              </a:ext>
            </a:extLst>
          </p:cNvPr>
          <p:cNvCxnSpPr>
            <a:cxnSpLocks/>
          </p:cNvCxnSpPr>
          <p:nvPr/>
        </p:nvCxnSpPr>
        <p:spPr>
          <a:xfrm>
            <a:off x="6937476" y="5672881"/>
            <a:ext cx="536121" cy="305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46D2886-D4A4-9B33-490E-6352857880CE}"/>
                  </a:ext>
                </a:extLst>
              </p:cNvPr>
              <p:cNvSpPr txBox="1"/>
              <p:nvPr/>
            </p:nvSpPr>
            <p:spPr>
              <a:xfrm>
                <a:off x="6823425" y="5870303"/>
                <a:ext cx="4662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46D2886-D4A4-9B33-490E-635285788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425" y="5870303"/>
                <a:ext cx="46621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6BE3002-4C8C-AA70-CEFD-C31FDB7824CA}"/>
              </a:ext>
            </a:extLst>
          </p:cNvPr>
          <p:cNvCxnSpPr>
            <a:cxnSpLocks/>
          </p:cNvCxnSpPr>
          <p:nvPr/>
        </p:nvCxnSpPr>
        <p:spPr>
          <a:xfrm>
            <a:off x="7777647" y="5306364"/>
            <a:ext cx="0" cy="609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CCC202-354D-410A-958D-A7B8C71D58F3}"/>
                  </a:ext>
                </a:extLst>
              </p:cNvPr>
              <p:cNvSpPr txBox="1"/>
              <p:nvPr/>
            </p:nvSpPr>
            <p:spPr>
              <a:xfrm>
                <a:off x="7763128" y="5456493"/>
                <a:ext cx="412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CCC202-354D-410A-958D-A7B8C71D5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3128" y="5456493"/>
                <a:ext cx="41261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ED21990-F0E8-1EC1-616A-10B1D380E419}"/>
              </a:ext>
            </a:extLst>
          </p:cNvPr>
          <p:cNvCxnSpPr>
            <a:cxnSpLocks/>
          </p:cNvCxnSpPr>
          <p:nvPr/>
        </p:nvCxnSpPr>
        <p:spPr>
          <a:xfrm>
            <a:off x="5485432" y="4088029"/>
            <a:ext cx="0" cy="4142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B65F7B2-BEB3-BD0A-2791-A33562100913}"/>
              </a:ext>
            </a:extLst>
          </p:cNvPr>
          <p:cNvCxnSpPr>
            <a:cxnSpLocks/>
          </p:cNvCxnSpPr>
          <p:nvPr/>
        </p:nvCxnSpPr>
        <p:spPr>
          <a:xfrm>
            <a:off x="5521605" y="4634086"/>
            <a:ext cx="363216" cy="1624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33234F4-9BA0-F971-2DB4-AA0CD8C81318}"/>
                  </a:ext>
                </a:extLst>
              </p:cNvPr>
              <p:cNvSpPr txBox="1"/>
              <p:nvPr/>
            </p:nvSpPr>
            <p:spPr>
              <a:xfrm>
                <a:off x="5076382" y="4110495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33234F4-9BA0-F971-2DB4-AA0CD8C81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382" y="4110495"/>
                <a:ext cx="37093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87C8ED9-E4F3-F002-B29F-85A70F022AC1}"/>
                  </a:ext>
                </a:extLst>
              </p:cNvPr>
              <p:cNvSpPr txBox="1"/>
              <p:nvPr/>
            </p:nvSpPr>
            <p:spPr>
              <a:xfrm>
                <a:off x="5416850" y="4708660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87C8ED9-E4F3-F002-B29F-85A70F022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850" y="4708660"/>
                <a:ext cx="37093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E2DEB18-9947-68AE-B854-1746E6A125A8}"/>
                  </a:ext>
                </a:extLst>
              </p:cNvPr>
              <p:cNvSpPr txBox="1"/>
              <p:nvPr/>
            </p:nvSpPr>
            <p:spPr>
              <a:xfrm>
                <a:off x="932226" y="1716588"/>
                <a:ext cx="304541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Input Matrix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Take a strip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/>
                  <a:t> pixels of images to form a column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Create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such column</a:t>
                </a: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E2DEB18-9947-68AE-B854-1746E6A12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226" y="1716588"/>
                <a:ext cx="3045414" cy="1200329"/>
              </a:xfrm>
              <a:prstGeom prst="rect">
                <a:avLst/>
              </a:prstGeom>
              <a:blipFill>
                <a:blip r:embed="rId13"/>
                <a:stretch>
                  <a:fillRect l="-1800" t="-3061" r="-1000" b="-7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0B9153E5-22CE-CD4B-9E34-9802BA51B903}"/>
              </a:ext>
            </a:extLst>
          </p:cNvPr>
          <p:cNvSpPr/>
          <p:nvPr/>
        </p:nvSpPr>
        <p:spPr>
          <a:xfrm rot="5400000">
            <a:off x="587007" y="4717264"/>
            <a:ext cx="1332590" cy="14586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1DC3D98-F1A4-5E13-BD0F-44283441A26F}"/>
              </a:ext>
            </a:extLst>
          </p:cNvPr>
          <p:cNvCxnSpPr>
            <a:cxnSpLocks/>
          </p:cNvCxnSpPr>
          <p:nvPr/>
        </p:nvCxnSpPr>
        <p:spPr>
          <a:xfrm flipH="1" flipV="1">
            <a:off x="969456" y="4142787"/>
            <a:ext cx="8026" cy="12972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BA72140-4698-FB60-B8CC-4D7F643F7261}"/>
                  </a:ext>
                </a:extLst>
              </p:cNvPr>
              <p:cNvSpPr txBox="1"/>
              <p:nvPr/>
            </p:nvSpPr>
            <p:spPr>
              <a:xfrm>
                <a:off x="477700" y="4608602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BA72140-4698-FB60-B8CC-4D7F643F7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00" y="4608602"/>
                <a:ext cx="542648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>
            <a:extLst>
              <a:ext uri="{FF2B5EF4-FFF2-40B4-BE49-F238E27FC236}">
                <a16:creationId xmlns:a16="http://schemas.microsoft.com/office/drawing/2014/main" id="{2AE8F9DC-6AC3-6A05-F50E-5F077251EB22}"/>
              </a:ext>
            </a:extLst>
          </p:cNvPr>
          <p:cNvSpPr/>
          <p:nvPr/>
        </p:nvSpPr>
        <p:spPr>
          <a:xfrm rot="5400000">
            <a:off x="963991" y="4717264"/>
            <a:ext cx="1332590" cy="14586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15C6B76-5672-0C45-F510-46147C2009E0}"/>
              </a:ext>
            </a:extLst>
          </p:cNvPr>
          <p:cNvSpPr/>
          <p:nvPr/>
        </p:nvSpPr>
        <p:spPr>
          <a:xfrm rot="5400000">
            <a:off x="1320341" y="4716046"/>
            <a:ext cx="1332590" cy="14586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2248414-14A1-AAA2-4D89-FEC9B6D04162}"/>
              </a:ext>
            </a:extLst>
          </p:cNvPr>
          <p:cNvCxnSpPr>
            <a:cxnSpLocks/>
          </p:cNvCxnSpPr>
          <p:nvPr/>
        </p:nvCxnSpPr>
        <p:spPr>
          <a:xfrm>
            <a:off x="1123762" y="5672881"/>
            <a:ext cx="186327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E58F3F75-A46C-8F42-2FA3-30D0ECA1E218}"/>
              </a:ext>
            </a:extLst>
          </p:cNvPr>
          <p:cNvSpPr/>
          <p:nvPr/>
        </p:nvSpPr>
        <p:spPr>
          <a:xfrm rot="5400000">
            <a:off x="2104170" y="4716046"/>
            <a:ext cx="1332590" cy="14586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957FA6E-72BE-7FE4-4800-E430D0E86DB6}"/>
              </a:ext>
            </a:extLst>
          </p:cNvPr>
          <p:cNvSpPr txBox="1"/>
          <p:nvPr/>
        </p:nvSpPr>
        <p:spPr>
          <a:xfrm>
            <a:off x="2225087" y="460431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3837D31-69C8-4DCE-E7E1-B3EA3B187C6F}"/>
                  </a:ext>
                </a:extLst>
              </p:cNvPr>
              <p:cNvSpPr txBox="1"/>
              <p:nvPr/>
            </p:nvSpPr>
            <p:spPr>
              <a:xfrm>
                <a:off x="1557352" y="5731298"/>
                <a:ext cx="1140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3837D31-69C8-4DCE-E7E1-B3EA3B187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7352" y="5731298"/>
                <a:ext cx="1140179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20109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C187F-6B77-B791-78F2-78C5C769A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Kn2Row Algorithm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439595-AF9B-5438-5A6F-0985B4FA835E}"/>
              </a:ext>
            </a:extLst>
          </p:cNvPr>
          <p:cNvSpPr/>
          <p:nvPr/>
        </p:nvSpPr>
        <p:spPr>
          <a:xfrm>
            <a:off x="2020578" y="2265074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C2B77CF-BAA9-0719-B420-E6E0BB531E0E}"/>
              </a:ext>
            </a:extLst>
          </p:cNvPr>
          <p:cNvCxnSpPr>
            <a:cxnSpLocks/>
          </p:cNvCxnSpPr>
          <p:nvPr/>
        </p:nvCxnSpPr>
        <p:spPr>
          <a:xfrm>
            <a:off x="2017813" y="2127415"/>
            <a:ext cx="1311998" cy="674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7B2244-F864-C06A-BAEC-7EA1CD79F509}"/>
                  </a:ext>
                </a:extLst>
              </p:cNvPr>
              <p:cNvSpPr txBox="1"/>
              <p:nvPr/>
            </p:nvSpPr>
            <p:spPr>
              <a:xfrm>
                <a:off x="2402488" y="1745741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7B2244-F864-C06A-BAEC-7EA1CD79F5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2488" y="1745741"/>
                <a:ext cx="54264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F750B9F5-7FEC-A17C-228D-34F156D964E2}"/>
              </a:ext>
            </a:extLst>
          </p:cNvPr>
          <p:cNvSpPr/>
          <p:nvPr/>
        </p:nvSpPr>
        <p:spPr>
          <a:xfrm>
            <a:off x="2020578" y="2551547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18712B-BFAA-B2AF-5286-B4DE531ECCED}"/>
              </a:ext>
            </a:extLst>
          </p:cNvPr>
          <p:cNvSpPr/>
          <p:nvPr/>
        </p:nvSpPr>
        <p:spPr>
          <a:xfrm>
            <a:off x="2020578" y="2855886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35E6303-4129-456F-4FC1-7530E92B5060}"/>
              </a:ext>
            </a:extLst>
          </p:cNvPr>
          <p:cNvCxnSpPr>
            <a:cxnSpLocks/>
          </p:cNvCxnSpPr>
          <p:nvPr/>
        </p:nvCxnSpPr>
        <p:spPr>
          <a:xfrm flipV="1">
            <a:off x="1885075" y="2191764"/>
            <a:ext cx="5095" cy="9288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E9639B-42C5-1B69-06EF-BC45D9EBB316}"/>
                  </a:ext>
                </a:extLst>
              </p:cNvPr>
              <p:cNvSpPr txBox="1"/>
              <p:nvPr/>
            </p:nvSpPr>
            <p:spPr>
              <a:xfrm>
                <a:off x="1330831" y="2487412"/>
                <a:ext cx="4827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E9639B-42C5-1B69-06EF-BC45D9EBB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0831" y="2487412"/>
                <a:ext cx="48276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0703E702-B940-71E1-6AAA-E7190DA0BBD5}"/>
              </a:ext>
            </a:extLst>
          </p:cNvPr>
          <p:cNvSpPr/>
          <p:nvPr/>
        </p:nvSpPr>
        <p:spPr>
          <a:xfrm>
            <a:off x="1997221" y="3591095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EC96B0-1849-70A5-6822-12FC36F080DE}"/>
              </a:ext>
            </a:extLst>
          </p:cNvPr>
          <p:cNvSpPr/>
          <p:nvPr/>
        </p:nvSpPr>
        <p:spPr>
          <a:xfrm>
            <a:off x="1997221" y="3877568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9F4138-BFDF-E0BF-A2CD-0721B3B7F8D2}"/>
              </a:ext>
            </a:extLst>
          </p:cNvPr>
          <p:cNvSpPr/>
          <p:nvPr/>
        </p:nvSpPr>
        <p:spPr>
          <a:xfrm>
            <a:off x="1997221" y="4181907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2E29547-50D2-53DD-3C2B-11E092EDCE2D}"/>
              </a:ext>
            </a:extLst>
          </p:cNvPr>
          <p:cNvCxnSpPr>
            <a:cxnSpLocks/>
          </p:cNvCxnSpPr>
          <p:nvPr/>
        </p:nvCxnSpPr>
        <p:spPr>
          <a:xfrm flipV="1">
            <a:off x="1861718" y="3517785"/>
            <a:ext cx="5095" cy="9288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CF6256-A07E-C607-5A3B-758DF9DA35E3}"/>
                  </a:ext>
                </a:extLst>
              </p:cNvPr>
              <p:cNvSpPr txBox="1"/>
              <p:nvPr/>
            </p:nvSpPr>
            <p:spPr>
              <a:xfrm>
                <a:off x="1307474" y="3813433"/>
                <a:ext cx="4827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CF6256-A07E-C607-5A3B-758DF9DA3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474" y="3813433"/>
                <a:ext cx="48276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E7FEDD60-6721-B254-F0C2-F21855C11FD4}"/>
              </a:ext>
            </a:extLst>
          </p:cNvPr>
          <p:cNvSpPr txBox="1"/>
          <p:nvPr/>
        </p:nvSpPr>
        <p:spPr>
          <a:xfrm>
            <a:off x="2460910" y="307032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5BB8A9-8376-7CD7-3A13-31A489B25F3A}"/>
              </a:ext>
            </a:extLst>
          </p:cNvPr>
          <p:cNvSpPr/>
          <p:nvPr/>
        </p:nvSpPr>
        <p:spPr>
          <a:xfrm>
            <a:off x="1997221" y="5095345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32EBE1-5515-F8BE-81A0-38BFFB886623}"/>
              </a:ext>
            </a:extLst>
          </p:cNvPr>
          <p:cNvSpPr/>
          <p:nvPr/>
        </p:nvSpPr>
        <p:spPr>
          <a:xfrm>
            <a:off x="1997221" y="5381818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65A09D-29FC-C14F-522E-9E4A307CE3B1}"/>
              </a:ext>
            </a:extLst>
          </p:cNvPr>
          <p:cNvSpPr/>
          <p:nvPr/>
        </p:nvSpPr>
        <p:spPr>
          <a:xfrm>
            <a:off x="1997221" y="5686157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5B7141E-7698-20A5-FED7-D31765497BF0}"/>
              </a:ext>
            </a:extLst>
          </p:cNvPr>
          <p:cNvCxnSpPr>
            <a:cxnSpLocks/>
          </p:cNvCxnSpPr>
          <p:nvPr/>
        </p:nvCxnSpPr>
        <p:spPr>
          <a:xfrm flipV="1">
            <a:off x="1861718" y="5022035"/>
            <a:ext cx="5095" cy="9288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4823BE6-3D00-8C08-2A1E-698832F02770}"/>
                  </a:ext>
                </a:extLst>
              </p:cNvPr>
              <p:cNvSpPr txBox="1"/>
              <p:nvPr/>
            </p:nvSpPr>
            <p:spPr>
              <a:xfrm>
                <a:off x="1307474" y="5317683"/>
                <a:ext cx="4827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4823BE6-3D00-8C08-2A1E-698832F02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474" y="5317683"/>
                <a:ext cx="48276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6248A2FB-1C8C-4E1C-AC37-A4A366DFD855}"/>
              </a:ext>
            </a:extLst>
          </p:cNvPr>
          <p:cNvSpPr txBox="1"/>
          <p:nvPr/>
        </p:nvSpPr>
        <p:spPr>
          <a:xfrm>
            <a:off x="2491834" y="4559391"/>
            <a:ext cx="343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EFCB37-D106-FCF1-B9F5-090D39F0FDAA}"/>
              </a:ext>
            </a:extLst>
          </p:cNvPr>
          <p:cNvSpPr/>
          <p:nvPr/>
        </p:nvSpPr>
        <p:spPr>
          <a:xfrm rot="5400000">
            <a:off x="4617987" y="3633086"/>
            <a:ext cx="1332590" cy="14586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92CEFAB-BE75-5725-0571-A719C3B3EA5C}"/>
              </a:ext>
            </a:extLst>
          </p:cNvPr>
          <p:cNvCxnSpPr>
            <a:cxnSpLocks/>
          </p:cNvCxnSpPr>
          <p:nvPr/>
        </p:nvCxnSpPr>
        <p:spPr>
          <a:xfrm flipH="1" flipV="1">
            <a:off x="5000436" y="3058609"/>
            <a:ext cx="8026" cy="12972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ABD78DB-9C36-4915-6B4A-043A00918514}"/>
                  </a:ext>
                </a:extLst>
              </p:cNvPr>
              <p:cNvSpPr txBox="1"/>
              <p:nvPr/>
            </p:nvSpPr>
            <p:spPr>
              <a:xfrm>
                <a:off x="4508680" y="3524424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ABD78DB-9C36-4915-6B4A-043A00918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8680" y="3524424"/>
                <a:ext cx="54264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80366A2B-C221-1BF7-051F-669B521DFF63}"/>
              </a:ext>
            </a:extLst>
          </p:cNvPr>
          <p:cNvSpPr/>
          <p:nvPr/>
        </p:nvSpPr>
        <p:spPr>
          <a:xfrm rot="5400000">
            <a:off x="4994971" y="3633086"/>
            <a:ext cx="1332590" cy="14586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0BE1E20-B44E-8B82-84DB-56E343EE2E5C}"/>
              </a:ext>
            </a:extLst>
          </p:cNvPr>
          <p:cNvSpPr/>
          <p:nvPr/>
        </p:nvSpPr>
        <p:spPr>
          <a:xfrm rot="5400000">
            <a:off x="5351321" y="3631868"/>
            <a:ext cx="1332590" cy="14586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2041147-A810-EAE4-413C-37570D68DB37}"/>
              </a:ext>
            </a:extLst>
          </p:cNvPr>
          <p:cNvCxnSpPr>
            <a:cxnSpLocks/>
          </p:cNvCxnSpPr>
          <p:nvPr/>
        </p:nvCxnSpPr>
        <p:spPr>
          <a:xfrm>
            <a:off x="5154742" y="4588703"/>
            <a:ext cx="186327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6F9E1588-725F-0870-89DA-9D97D54DAFC4}"/>
              </a:ext>
            </a:extLst>
          </p:cNvPr>
          <p:cNvSpPr/>
          <p:nvPr/>
        </p:nvSpPr>
        <p:spPr>
          <a:xfrm rot="5400000">
            <a:off x="6135150" y="3631868"/>
            <a:ext cx="1332590" cy="14586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8D2037-2E78-583F-5046-3A935A2928ED}"/>
              </a:ext>
            </a:extLst>
          </p:cNvPr>
          <p:cNvSpPr txBox="1"/>
          <p:nvPr/>
        </p:nvSpPr>
        <p:spPr>
          <a:xfrm>
            <a:off x="6256067" y="352013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160B2AB-AAF7-2ECB-621C-A3D92331CED7}"/>
                  </a:ext>
                </a:extLst>
              </p:cNvPr>
              <p:cNvSpPr txBox="1"/>
              <p:nvPr/>
            </p:nvSpPr>
            <p:spPr>
              <a:xfrm>
                <a:off x="5588332" y="4647120"/>
                <a:ext cx="1140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160B2AB-AAF7-2ECB-621C-A3D92331C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332" y="4647120"/>
                <a:ext cx="114017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A00B4DF-98A3-DDED-C6FB-51FFC95634B4}"/>
                  </a:ext>
                </a:extLst>
              </p:cNvPr>
              <p:cNvSpPr txBox="1"/>
              <p:nvPr/>
            </p:nvSpPr>
            <p:spPr>
              <a:xfrm>
                <a:off x="233278" y="3704802"/>
                <a:ext cx="6580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A00B4DF-98A3-DDED-C6FB-51FFC9563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278" y="3704802"/>
                <a:ext cx="65806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25E238C-A27C-C3F0-10A9-39FB79539B10}"/>
              </a:ext>
            </a:extLst>
          </p:cNvPr>
          <p:cNvCxnSpPr>
            <a:cxnSpLocks/>
          </p:cNvCxnSpPr>
          <p:nvPr/>
        </p:nvCxnSpPr>
        <p:spPr>
          <a:xfrm>
            <a:off x="1020356" y="2941624"/>
            <a:ext cx="3496" cy="2112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324689F-F3F3-B0AF-15D7-D2E1FBA86490}"/>
              </a:ext>
            </a:extLst>
          </p:cNvPr>
          <p:cNvSpPr txBox="1"/>
          <p:nvPr/>
        </p:nvSpPr>
        <p:spPr>
          <a:xfrm>
            <a:off x="3930986" y="360845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9289163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C187F-6B77-B791-78F2-78C5C769A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Kn2Row Algorithm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439595-AF9B-5438-5A6F-0985B4FA835E}"/>
              </a:ext>
            </a:extLst>
          </p:cNvPr>
          <p:cNvSpPr/>
          <p:nvPr/>
        </p:nvSpPr>
        <p:spPr>
          <a:xfrm>
            <a:off x="1868178" y="2265074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C2B77CF-BAA9-0719-B420-E6E0BB531E0E}"/>
              </a:ext>
            </a:extLst>
          </p:cNvPr>
          <p:cNvCxnSpPr>
            <a:cxnSpLocks/>
          </p:cNvCxnSpPr>
          <p:nvPr/>
        </p:nvCxnSpPr>
        <p:spPr>
          <a:xfrm>
            <a:off x="1865413" y="2127415"/>
            <a:ext cx="1311998" cy="674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7B2244-F864-C06A-BAEC-7EA1CD79F509}"/>
                  </a:ext>
                </a:extLst>
              </p:cNvPr>
              <p:cNvSpPr txBox="1"/>
              <p:nvPr/>
            </p:nvSpPr>
            <p:spPr>
              <a:xfrm>
                <a:off x="2250088" y="1745741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7B2244-F864-C06A-BAEC-7EA1CD79F5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0088" y="1745741"/>
                <a:ext cx="54264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F750B9F5-7FEC-A17C-228D-34F156D964E2}"/>
              </a:ext>
            </a:extLst>
          </p:cNvPr>
          <p:cNvSpPr/>
          <p:nvPr/>
        </p:nvSpPr>
        <p:spPr>
          <a:xfrm>
            <a:off x="1868178" y="2551547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18712B-BFAA-B2AF-5286-B4DE531ECCED}"/>
              </a:ext>
            </a:extLst>
          </p:cNvPr>
          <p:cNvSpPr/>
          <p:nvPr/>
        </p:nvSpPr>
        <p:spPr>
          <a:xfrm>
            <a:off x="1868178" y="2855886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35E6303-4129-456F-4FC1-7530E92B5060}"/>
              </a:ext>
            </a:extLst>
          </p:cNvPr>
          <p:cNvCxnSpPr>
            <a:cxnSpLocks/>
          </p:cNvCxnSpPr>
          <p:nvPr/>
        </p:nvCxnSpPr>
        <p:spPr>
          <a:xfrm flipV="1">
            <a:off x="1732675" y="2191764"/>
            <a:ext cx="5095" cy="9288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E9639B-42C5-1B69-06EF-BC45D9EBB316}"/>
                  </a:ext>
                </a:extLst>
              </p:cNvPr>
              <p:cNvSpPr txBox="1"/>
              <p:nvPr/>
            </p:nvSpPr>
            <p:spPr>
              <a:xfrm>
                <a:off x="1178431" y="2487412"/>
                <a:ext cx="4827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E9639B-42C5-1B69-06EF-BC45D9EBB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431" y="2487412"/>
                <a:ext cx="48276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0703E702-B940-71E1-6AAA-E7190DA0BBD5}"/>
              </a:ext>
            </a:extLst>
          </p:cNvPr>
          <p:cNvSpPr/>
          <p:nvPr/>
        </p:nvSpPr>
        <p:spPr>
          <a:xfrm>
            <a:off x="1844821" y="3591095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EC96B0-1849-70A5-6822-12FC36F080DE}"/>
              </a:ext>
            </a:extLst>
          </p:cNvPr>
          <p:cNvSpPr/>
          <p:nvPr/>
        </p:nvSpPr>
        <p:spPr>
          <a:xfrm>
            <a:off x="1844821" y="3877568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9F4138-BFDF-E0BF-A2CD-0721B3B7F8D2}"/>
              </a:ext>
            </a:extLst>
          </p:cNvPr>
          <p:cNvSpPr/>
          <p:nvPr/>
        </p:nvSpPr>
        <p:spPr>
          <a:xfrm>
            <a:off x="1844821" y="4181907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2E29547-50D2-53DD-3C2B-11E092EDCE2D}"/>
              </a:ext>
            </a:extLst>
          </p:cNvPr>
          <p:cNvCxnSpPr>
            <a:cxnSpLocks/>
          </p:cNvCxnSpPr>
          <p:nvPr/>
        </p:nvCxnSpPr>
        <p:spPr>
          <a:xfrm flipV="1">
            <a:off x="1709318" y="3517785"/>
            <a:ext cx="5095" cy="9288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CF6256-A07E-C607-5A3B-758DF9DA35E3}"/>
                  </a:ext>
                </a:extLst>
              </p:cNvPr>
              <p:cNvSpPr txBox="1"/>
              <p:nvPr/>
            </p:nvSpPr>
            <p:spPr>
              <a:xfrm>
                <a:off x="1155074" y="3813433"/>
                <a:ext cx="4827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CF6256-A07E-C607-5A3B-758DF9DA3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074" y="3813433"/>
                <a:ext cx="48276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E7FEDD60-6721-B254-F0C2-F21855C11FD4}"/>
              </a:ext>
            </a:extLst>
          </p:cNvPr>
          <p:cNvSpPr txBox="1"/>
          <p:nvPr/>
        </p:nvSpPr>
        <p:spPr>
          <a:xfrm>
            <a:off x="2308510" y="307032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5BB8A9-8376-7CD7-3A13-31A489B25F3A}"/>
              </a:ext>
            </a:extLst>
          </p:cNvPr>
          <p:cNvSpPr/>
          <p:nvPr/>
        </p:nvSpPr>
        <p:spPr>
          <a:xfrm>
            <a:off x="1844821" y="5095345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32EBE1-5515-F8BE-81A0-38BFFB886623}"/>
              </a:ext>
            </a:extLst>
          </p:cNvPr>
          <p:cNvSpPr/>
          <p:nvPr/>
        </p:nvSpPr>
        <p:spPr>
          <a:xfrm>
            <a:off x="1844821" y="5381818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65A09D-29FC-C14F-522E-9E4A307CE3B1}"/>
              </a:ext>
            </a:extLst>
          </p:cNvPr>
          <p:cNvSpPr/>
          <p:nvPr/>
        </p:nvSpPr>
        <p:spPr>
          <a:xfrm>
            <a:off x="1844821" y="5686157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5B7141E-7698-20A5-FED7-D31765497BF0}"/>
              </a:ext>
            </a:extLst>
          </p:cNvPr>
          <p:cNvCxnSpPr>
            <a:cxnSpLocks/>
          </p:cNvCxnSpPr>
          <p:nvPr/>
        </p:nvCxnSpPr>
        <p:spPr>
          <a:xfrm flipV="1">
            <a:off x="1709318" y="5022035"/>
            <a:ext cx="5095" cy="9288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4823BE6-3D00-8C08-2A1E-698832F02770}"/>
                  </a:ext>
                </a:extLst>
              </p:cNvPr>
              <p:cNvSpPr txBox="1"/>
              <p:nvPr/>
            </p:nvSpPr>
            <p:spPr>
              <a:xfrm>
                <a:off x="1155074" y="5317683"/>
                <a:ext cx="4827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4823BE6-3D00-8C08-2A1E-698832F02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074" y="5317683"/>
                <a:ext cx="48276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6248A2FB-1C8C-4E1C-AC37-A4A366DFD855}"/>
              </a:ext>
            </a:extLst>
          </p:cNvPr>
          <p:cNvSpPr txBox="1"/>
          <p:nvPr/>
        </p:nvSpPr>
        <p:spPr>
          <a:xfrm>
            <a:off x="2339434" y="4559391"/>
            <a:ext cx="343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EFCB37-D106-FCF1-B9F5-090D39F0FDAA}"/>
              </a:ext>
            </a:extLst>
          </p:cNvPr>
          <p:cNvSpPr/>
          <p:nvPr/>
        </p:nvSpPr>
        <p:spPr>
          <a:xfrm rot="5400000">
            <a:off x="4465587" y="3633086"/>
            <a:ext cx="1332590" cy="14586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92CEFAB-BE75-5725-0571-A719C3B3EA5C}"/>
              </a:ext>
            </a:extLst>
          </p:cNvPr>
          <p:cNvCxnSpPr>
            <a:cxnSpLocks/>
          </p:cNvCxnSpPr>
          <p:nvPr/>
        </p:nvCxnSpPr>
        <p:spPr>
          <a:xfrm flipH="1" flipV="1">
            <a:off x="4848036" y="3058609"/>
            <a:ext cx="8026" cy="12972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ABD78DB-9C36-4915-6B4A-043A00918514}"/>
                  </a:ext>
                </a:extLst>
              </p:cNvPr>
              <p:cNvSpPr txBox="1"/>
              <p:nvPr/>
            </p:nvSpPr>
            <p:spPr>
              <a:xfrm>
                <a:off x="4356280" y="3524424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ABD78DB-9C36-4915-6B4A-043A00918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6280" y="3524424"/>
                <a:ext cx="54264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80366A2B-C221-1BF7-051F-669B521DFF63}"/>
              </a:ext>
            </a:extLst>
          </p:cNvPr>
          <p:cNvSpPr/>
          <p:nvPr/>
        </p:nvSpPr>
        <p:spPr>
          <a:xfrm rot="5400000">
            <a:off x="4842571" y="3633086"/>
            <a:ext cx="1332590" cy="14586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0BE1E20-B44E-8B82-84DB-56E343EE2E5C}"/>
              </a:ext>
            </a:extLst>
          </p:cNvPr>
          <p:cNvSpPr/>
          <p:nvPr/>
        </p:nvSpPr>
        <p:spPr>
          <a:xfrm rot="5400000">
            <a:off x="5198921" y="3631868"/>
            <a:ext cx="1332590" cy="14586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2041147-A810-EAE4-413C-37570D68DB37}"/>
              </a:ext>
            </a:extLst>
          </p:cNvPr>
          <p:cNvCxnSpPr>
            <a:cxnSpLocks/>
          </p:cNvCxnSpPr>
          <p:nvPr/>
        </p:nvCxnSpPr>
        <p:spPr>
          <a:xfrm>
            <a:off x="5002342" y="4588703"/>
            <a:ext cx="186327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6F9E1588-725F-0870-89DA-9D97D54DAFC4}"/>
              </a:ext>
            </a:extLst>
          </p:cNvPr>
          <p:cNvSpPr/>
          <p:nvPr/>
        </p:nvSpPr>
        <p:spPr>
          <a:xfrm rot="5400000">
            <a:off x="5982750" y="3631868"/>
            <a:ext cx="1332590" cy="14586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8D2037-2E78-583F-5046-3A935A2928ED}"/>
              </a:ext>
            </a:extLst>
          </p:cNvPr>
          <p:cNvSpPr txBox="1"/>
          <p:nvPr/>
        </p:nvSpPr>
        <p:spPr>
          <a:xfrm>
            <a:off x="6103667" y="352013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160B2AB-AAF7-2ECB-621C-A3D92331CED7}"/>
                  </a:ext>
                </a:extLst>
              </p:cNvPr>
              <p:cNvSpPr txBox="1"/>
              <p:nvPr/>
            </p:nvSpPr>
            <p:spPr>
              <a:xfrm>
                <a:off x="5435932" y="4647120"/>
                <a:ext cx="1140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160B2AB-AAF7-2ECB-621C-A3D92331C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932" y="4647120"/>
                <a:ext cx="114017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A00B4DF-98A3-DDED-C6FB-51FFC95634B4}"/>
                  </a:ext>
                </a:extLst>
              </p:cNvPr>
              <p:cNvSpPr txBox="1"/>
              <p:nvPr/>
            </p:nvSpPr>
            <p:spPr>
              <a:xfrm>
                <a:off x="80878" y="3704802"/>
                <a:ext cx="6580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A00B4DF-98A3-DDED-C6FB-51FFC9563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8" y="3704802"/>
                <a:ext cx="65806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25E238C-A27C-C3F0-10A9-39FB79539B10}"/>
              </a:ext>
            </a:extLst>
          </p:cNvPr>
          <p:cNvCxnSpPr>
            <a:cxnSpLocks/>
          </p:cNvCxnSpPr>
          <p:nvPr/>
        </p:nvCxnSpPr>
        <p:spPr>
          <a:xfrm>
            <a:off x="867956" y="2941624"/>
            <a:ext cx="3496" cy="2112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324689F-F3F3-B0AF-15D7-D2E1FBA86490}"/>
              </a:ext>
            </a:extLst>
          </p:cNvPr>
          <p:cNvSpPr txBox="1"/>
          <p:nvPr/>
        </p:nvSpPr>
        <p:spPr>
          <a:xfrm>
            <a:off x="3778586" y="360845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A116FB-7228-2FFB-E9C8-D5CCF9AC805E}"/>
              </a:ext>
            </a:extLst>
          </p:cNvPr>
          <p:cNvSpPr/>
          <p:nvPr/>
        </p:nvSpPr>
        <p:spPr>
          <a:xfrm>
            <a:off x="8077200" y="2596925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C075176-4654-473C-F1C2-70C164760D20}"/>
              </a:ext>
            </a:extLst>
          </p:cNvPr>
          <p:cNvSpPr/>
          <p:nvPr/>
        </p:nvSpPr>
        <p:spPr>
          <a:xfrm>
            <a:off x="8555156" y="2596925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EC66B3F-2A13-A352-184C-0FF79EF45348}"/>
              </a:ext>
            </a:extLst>
          </p:cNvPr>
          <p:cNvSpPr/>
          <p:nvPr/>
        </p:nvSpPr>
        <p:spPr>
          <a:xfrm>
            <a:off x="9033112" y="2596925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27C08F6-ACC4-07FD-D6B0-86EA1CE3BD1F}"/>
              </a:ext>
            </a:extLst>
          </p:cNvPr>
          <p:cNvSpPr/>
          <p:nvPr/>
        </p:nvSpPr>
        <p:spPr>
          <a:xfrm>
            <a:off x="10073616" y="2596925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C257A08-BB12-55DE-8239-D65E303E98DE}"/>
              </a:ext>
            </a:extLst>
          </p:cNvPr>
          <p:cNvSpPr/>
          <p:nvPr/>
        </p:nvSpPr>
        <p:spPr>
          <a:xfrm>
            <a:off x="10551570" y="2596925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6BFCD47-2D54-8F3F-897B-F5DD6E79D5D5}"/>
              </a:ext>
            </a:extLst>
          </p:cNvPr>
          <p:cNvSpPr/>
          <p:nvPr/>
        </p:nvSpPr>
        <p:spPr>
          <a:xfrm>
            <a:off x="8077200" y="3168292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9E6031-BCC7-3565-43E1-AF555525DE0C}"/>
              </a:ext>
            </a:extLst>
          </p:cNvPr>
          <p:cNvSpPr/>
          <p:nvPr/>
        </p:nvSpPr>
        <p:spPr>
          <a:xfrm>
            <a:off x="8555156" y="3168292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B222253-6EC4-89C2-3176-A216F006F701}"/>
              </a:ext>
            </a:extLst>
          </p:cNvPr>
          <p:cNvSpPr/>
          <p:nvPr/>
        </p:nvSpPr>
        <p:spPr>
          <a:xfrm>
            <a:off x="9033112" y="3168292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BC8A6DD-2A03-0D4D-A9B7-B0BC5966771C}"/>
              </a:ext>
            </a:extLst>
          </p:cNvPr>
          <p:cNvSpPr/>
          <p:nvPr/>
        </p:nvSpPr>
        <p:spPr>
          <a:xfrm>
            <a:off x="10073616" y="3168292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69A7CE2-665E-AC1E-BB15-B26753BDE6C3}"/>
              </a:ext>
            </a:extLst>
          </p:cNvPr>
          <p:cNvSpPr/>
          <p:nvPr/>
        </p:nvSpPr>
        <p:spPr>
          <a:xfrm>
            <a:off x="10551570" y="3168292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4ECCDFA-7191-C3D1-29F6-955E5C90C4EC}"/>
              </a:ext>
            </a:extLst>
          </p:cNvPr>
          <p:cNvSpPr/>
          <p:nvPr/>
        </p:nvSpPr>
        <p:spPr>
          <a:xfrm>
            <a:off x="8071382" y="4319406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D5904A1-EA1C-7DC3-47DC-D21B8FA3F6F3}"/>
              </a:ext>
            </a:extLst>
          </p:cNvPr>
          <p:cNvSpPr/>
          <p:nvPr/>
        </p:nvSpPr>
        <p:spPr>
          <a:xfrm>
            <a:off x="8549338" y="4319406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E899893-E228-7BC0-2DB0-8F6BC0A916B3}"/>
              </a:ext>
            </a:extLst>
          </p:cNvPr>
          <p:cNvSpPr/>
          <p:nvPr/>
        </p:nvSpPr>
        <p:spPr>
          <a:xfrm>
            <a:off x="9027294" y="4319406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2AE8047-1B2C-6899-4DF6-C5C0DB859442}"/>
              </a:ext>
            </a:extLst>
          </p:cNvPr>
          <p:cNvSpPr/>
          <p:nvPr/>
        </p:nvSpPr>
        <p:spPr>
          <a:xfrm>
            <a:off x="10067798" y="4319406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5257526-63E5-E8B7-D03B-6D700A9F1AE8}"/>
              </a:ext>
            </a:extLst>
          </p:cNvPr>
          <p:cNvSpPr/>
          <p:nvPr/>
        </p:nvSpPr>
        <p:spPr>
          <a:xfrm>
            <a:off x="10545752" y="4319406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DF4FF4B-5F4B-3950-5BF5-68E1EAF3D810}"/>
              </a:ext>
            </a:extLst>
          </p:cNvPr>
          <p:cNvSpPr/>
          <p:nvPr/>
        </p:nvSpPr>
        <p:spPr>
          <a:xfrm>
            <a:off x="8071382" y="4890773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34A928A-BE27-9BAC-FE3D-7BCB5FAE718B}"/>
              </a:ext>
            </a:extLst>
          </p:cNvPr>
          <p:cNvSpPr/>
          <p:nvPr/>
        </p:nvSpPr>
        <p:spPr>
          <a:xfrm>
            <a:off x="8549338" y="4890773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247119A-92C9-8AAE-1B88-F8F2C989F997}"/>
              </a:ext>
            </a:extLst>
          </p:cNvPr>
          <p:cNvSpPr/>
          <p:nvPr/>
        </p:nvSpPr>
        <p:spPr>
          <a:xfrm>
            <a:off x="9027294" y="4890773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FDDD2D8-6FE3-042B-E1BC-188D5679FE3E}"/>
              </a:ext>
            </a:extLst>
          </p:cNvPr>
          <p:cNvSpPr/>
          <p:nvPr/>
        </p:nvSpPr>
        <p:spPr>
          <a:xfrm>
            <a:off x="10067798" y="4890773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84C376C-6D63-80F4-8DA2-125BB8041CFB}"/>
              </a:ext>
            </a:extLst>
          </p:cNvPr>
          <p:cNvSpPr/>
          <p:nvPr/>
        </p:nvSpPr>
        <p:spPr>
          <a:xfrm>
            <a:off x="10545752" y="4890773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57687A3-AC37-C1A0-C9EC-765A5EBB4BF9}"/>
              </a:ext>
            </a:extLst>
          </p:cNvPr>
          <p:cNvSpPr txBox="1"/>
          <p:nvPr/>
        </p:nvSpPr>
        <p:spPr>
          <a:xfrm>
            <a:off x="9515698" y="275131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CE12292-A717-2747-5282-9ACFD5E60A50}"/>
              </a:ext>
            </a:extLst>
          </p:cNvPr>
          <p:cNvSpPr txBox="1"/>
          <p:nvPr/>
        </p:nvSpPr>
        <p:spPr>
          <a:xfrm>
            <a:off x="9519208" y="446245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FEBAF33-4224-C029-BD52-6D920699E126}"/>
              </a:ext>
            </a:extLst>
          </p:cNvPr>
          <p:cNvSpPr txBox="1"/>
          <p:nvPr/>
        </p:nvSpPr>
        <p:spPr>
          <a:xfrm>
            <a:off x="8499576" y="3602301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A6A7B25-DED3-43A8-95D3-E90A3A281BDE}"/>
              </a:ext>
            </a:extLst>
          </p:cNvPr>
          <p:cNvSpPr txBox="1"/>
          <p:nvPr/>
        </p:nvSpPr>
        <p:spPr>
          <a:xfrm>
            <a:off x="10277173" y="362876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9501894-9469-1DC1-C624-840492793AE8}"/>
              </a:ext>
            </a:extLst>
          </p:cNvPr>
          <p:cNvCxnSpPr>
            <a:cxnSpLocks/>
          </p:cNvCxnSpPr>
          <p:nvPr/>
        </p:nvCxnSpPr>
        <p:spPr>
          <a:xfrm>
            <a:off x="8065986" y="5523164"/>
            <a:ext cx="2822994" cy="45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58B3AA6-908E-FE61-99E3-7143665C2725}"/>
                  </a:ext>
                </a:extLst>
              </p:cNvPr>
              <p:cNvSpPr txBox="1"/>
              <p:nvPr/>
            </p:nvSpPr>
            <p:spPr>
              <a:xfrm>
                <a:off x="8994408" y="5612124"/>
                <a:ext cx="1140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58B3AA6-908E-FE61-99E3-7143665C2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4408" y="5612124"/>
                <a:ext cx="114017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F9089F8-749A-5FAB-AD12-3305EB9F7E00}"/>
              </a:ext>
            </a:extLst>
          </p:cNvPr>
          <p:cNvCxnSpPr>
            <a:cxnSpLocks/>
          </p:cNvCxnSpPr>
          <p:nvPr/>
        </p:nvCxnSpPr>
        <p:spPr>
          <a:xfrm flipV="1">
            <a:off x="10973601" y="2551547"/>
            <a:ext cx="5095" cy="9288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BD0A058-ED68-1D26-CDE3-4CDCADA4ADA1}"/>
                  </a:ext>
                </a:extLst>
              </p:cNvPr>
              <p:cNvSpPr txBox="1"/>
              <p:nvPr/>
            </p:nvSpPr>
            <p:spPr>
              <a:xfrm>
                <a:off x="11036985" y="2867095"/>
                <a:ext cx="4827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BD0A058-ED68-1D26-CDE3-4CDCADA4AD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6985" y="2867095"/>
                <a:ext cx="48276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D52FFEE-A4C9-CC62-D129-EF1C875454B0}"/>
              </a:ext>
            </a:extLst>
          </p:cNvPr>
          <p:cNvCxnSpPr>
            <a:cxnSpLocks/>
          </p:cNvCxnSpPr>
          <p:nvPr/>
        </p:nvCxnSpPr>
        <p:spPr>
          <a:xfrm flipV="1">
            <a:off x="11012180" y="4285839"/>
            <a:ext cx="5095" cy="9288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FD9A61A7-A2AA-A359-5A38-DDAFC6E35B5B}"/>
                  </a:ext>
                </a:extLst>
              </p:cNvPr>
              <p:cNvSpPr txBox="1"/>
              <p:nvPr/>
            </p:nvSpPr>
            <p:spPr>
              <a:xfrm>
                <a:off x="11075564" y="4601387"/>
                <a:ext cx="4827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FD9A61A7-A2AA-A359-5A38-DDAFC6E35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5564" y="4601387"/>
                <a:ext cx="48276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36F22F3-58FB-A01E-6858-844DAA4CFD22}"/>
                  </a:ext>
                </a:extLst>
              </p:cNvPr>
              <p:cNvSpPr txBox="1"/>
              <p:nvPr/>
            </p:nvSpPr>
            <p:spPr>
              <a:xfrm>
                <a:off x="11530629" y="3654104"/>
                <a:ext cx="6580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36F22F3-58FB-A01E-6858-844DAA4CF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0629" y="3654104"/>
                <a:ext cx="65806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73F5A8D-60BA-38ED-4F11-295C729374F1}"/>
              </a:ext>
            </a:extLst>
          </p:cNvPr>
          <p:cNvCxnSpPr>
            <a:cxnSpLocks/>
          </p:cNvCxnSpPr>
          <p:nvPr/>
        </p:nvCxnSpPr>
        <p:spPr>
          <a:xfrm>
            <a:off x="11580232" y="2822191"/>
            <a:ext cx="3496" cy="2112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12FF674A-5FC9-C9FA-EFE8-E02029B2BBF6}"/>
              </a:ext>
            </a:extLst>
          </p:cNvPr>
          <p:cNvSpPr txBox="1"/>
          <p:nvPr/>
        </p:nvSpPr>
        <p:spPr>
          <a:xfrm>
            <a:off x="7302467" y="3552297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5544850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C187F-6B77-B791-78F2-78C5C769A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Kn2Row Algorithm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439595-AF9B-5438-5A6F-0985B4FA835E}"/>
              </a:ext>
            </a:extLst>
          </p:cNvPr>
          <p:cNvSpPr/>
          <p:nvPr/>
        </p:nvSpPr>
        <p:spPr>
          <a:xfrm>
            <a:off x="1868178" y="2265074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C2B77CF-BAA9-0719-B420-E6E0BB531E0E}"/>
              </a:ext>
            </a:extLst>
          </p:cNvPr>
          <p:cNvCxnSpPr>
            <a:cxnSpLocks/>
          </p:cNvCxnSpPr>
          <p:nvPr/>
        </p:nvCxnSpPr>
        <p:spPr>
          <a:xfrm>
            <a:off x="1865413" y="2127415"/>
            <a:ext cx="1311998" cy="674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7B2244-F864-C06A-BAEC-7EA1CD79F509}"/>
                  </a:ext>
                </a:extLst>
              </p:cNvPr>
              <p:cNvSpPr txBox="1"/>
              <p:nvPr/>
            </p:nvSpPr>
            <p:spPr>
              <a:xfrm>
                <a:off x="2250088" y="1745741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7B2244-F864-C06A-BAEC-7EA1CD79F5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0088" y="1745741"/>
                <a:ext cx="54264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F750B9F5-7FEC-A17C-228D-34F156D964E2}"/>
              </a:ext>
            </a:extLst>
          </p:cNvPr>
          <p:cNvSpPr/>
          <p:nvPr/>
        </p:nvSpPr>
        <p:spPr>
          <a:xfrm>
            <a:off x="1868178" y="2551547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18712B-BFAA-B2AF-5286-B4DE531ECCED}"/>
              </a:ext>
            </a:extLst>
          </p:cNvPr>
          <p:cNvSpPr/>
          <p:nvPr/>
        </p:nvSpPr>
        <p:spPr>
          <a:xfrm>
            <a:off x="1868178" y="2855886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35E6303-4129-456F-4FC1-7530E92B5060}"/>
              </a:ext>
            </a:extLst>
          </p:cNvPr>
          <p:cNvCxnSpPr>
            <a:cxnSpLocks/>
          </p:cNvCxnSpPr>
          <p:nvPr/>
        </p:nvCxnSpPr>
        <p:spPr>
          <a:xfrm flipV="1">
            <a:off x="1732675" y="2191764"/>
            <a:ext cx="5095" cy="9288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E9639B-42C5-1B69-06EF-BC45D9EBB316}"/>
                  </a:ext>
                </a:extLst>
              </p:cNvPr>
              <p:cNvSpPr txBox="1"/>
              <p:nvPr/>
            </p:nvSpPr>
            <p:spPr>
              <a:xfrm>
                <a:off x="1178431" y="2487412"/>
                <a:ext cx="4827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E9639B-42C5-1B69-06EF-BC45D9EBB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431" y="2487412"/>
                <a:ext cx="48276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0703E702-B940-71E1-6AAA-E7190DA0BBD5}"/>
              </a:ext>
            </a:extLst>
          </p:cNvPr>
          <p:cNvSpPr/>
          <p:nvPr/>
        </p:nvSpPr>
        <p:spPr>
          <a:xfrm>
            <a:off x="1844821" y="3591095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EC96B0-1849-70A5-6822-12FC36F080DE}"/>
              </a:ext>
            </a:extLst>
          </p:cNvPr>
          <p:cNvSpPr/>
          <p:nvPr/>
        </p:nvSpPr>
        <p:spPr>
          <a:xfrm>
            <a:off x="1844821" y="3877568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9F4138-BFDF-E0BF-A2CD-0721B3B7F8D2}"/>
              </a:ext>
            </a:extLst>
          </p:cNvPr>
          <p:cNvSpPr/>
          <p:nvPr/>
        </p:nvSpPr>
        <p:spPr>
          <a:xfrm>
            <a:off x="1844821" y="4181907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2E29547-50D2-53DD-3C2B-11E092EDCE2D}"/>
              </a:ext>
            </a:extLst>
          </p:cNvPr>
          <p:cNvCxnSpPr>
            <a:cxnSpLocks/>
          </p:cNvCxnSpPr>
          <p:nvPr/>
        </p:nvCxnSpPr>
        <p:spPr>
          <a:xfrm flipV="1">
            <a:off x="1709318" y="3517785"/>
            <a:ext cx="5095" cy="9288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CF6256-A07E-C607-5A3B-758DF9DA35E3}"/>
                  </a:ext>
                </a:extLst>
              </p:cNvPr>
              <p:cNvSpPr txBox="1"/>
              <p:nvPr/>
            </p:nvSpPr>
            <p:spPr>
              <a:xfrm>
                <a:off x="1155074" y="3813433"/>
                <a:ext cx="4827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CF6256-A07E-C607-5A3B-758DF9DA3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074" y="3813433"/>
                <a:ext cx="48276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E7FEDD60-6721-B254-F0C2-F21855C11FD4}"/>
              </a:ext>
            </a:extLst>
          </p:cNvPr>
          <p:cNvSpPr txBox="1"/>
          <p:nvPr/>
        </p:nvSpPr>
        <p:spPr>
          <a:xfrm>
            <a:off x="2308510" y="307032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5BB8A9-8376-7CD7-3A13-31A489B25F3A}"/>
              </a:ext>
            </a:extLst>
          </p:cNvPr>
          <p:cNvSpPr/>
          <p:nvPr/>
        </p:nvSpPr>
        <p:spPr>
          <a:xfrm>
            <a:off x="1844821" y="5095345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32EBE1-5515-F8BE-81A0-38BFFB886623}"/>
              </a:ext>
            </a:extLst>
          </p:cNvPr>
          <p:cNvSpPr/>
          <p:nvPr/>
        </p:nvSpPr>
        <p:spPr>
          <a:xfrm>
            <a:off x="1844821" y="5381818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65A09D-29FC-C14F-522E-9E4A307CE3B1}"/>
              </a:ext>
            </a:extLst>
          </p:cNvPr>
          <p:cNvSpPr/>
          <p:nvPr/>
        </p:nvSpPr>
        <p:spPr>
          <a:xfrm>
            <a:off x="1844821" y="5686157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5B7141E-7698-20A5-FED7-D31765497BF0}"/>
              </a:ext>
            </a:extLst>
          </p:cNvPr>
          <p:cNvCxnSpPr>
            <a:cxnSpLocks/>
          </p:cNvCxnSpPr>
          <p:nvPr/>
        </p:nvCxnSpPr>
        <p:spPr>
          <a:xfrm flipV="1">
            <a:off x="1709318" y="5022035"/>
            <a:ext cx="5095" cy="9288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4823BE6-3D00-8C08-2A1E-698832F02770}"/>
                  </a:ext>
                </a:extLst>
              </p:cNvPr>
              <p:cNvSpPr txBox="1"/>
              <p:nvPr/>
            </p:nvSpPr>
            <p:spPr>
              <a:xfrm>
                <a:off x="1155074" y="5317683"/>
                <a:ext cx="4827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4823BE6-3D00-8C08-2A1E-698832F02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074" y="5317683"/>
                <a:ext cx="48276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6248A2FB-1C8C-4E1C-AC37-A4A366DFD855}"/>
              </a:ext>
            </a:extLst>
          </p:cNvPr>
          <p:cNvSpPr txBox="1"/>
          <p:nvPr/>
        </p:nvSpPr>
        <p:spPr>
          <a:xfrm>
            <a:off x="2339434" y="4559391"/>
            <a:ext cx="343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EFCB37-D106-FCF1-B9F5-090D39F0FDAA}"/>
              </a:ext>
            </a:extLst>
          </p:cNvPr>
          <p:cNvSpPr/>
          <p:nvPr/>
        </p:nvSpPr>
        <p:spPr>
          <a:xfrm rot="5400000">
            <a:off x="4465587" y="3633086"/>
            <a:ext cx="1332590" cy="14586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92CEFAB-BE75-5725-0571-A719C3B3EA5C}"/>
              </a:ext>
            </a:extLst>
          </p:cNvPr>
          <p:cNvCxnSpPr>
            <a:cxnSpLocks/>
          </p:cNvCxnSpPr>
          <p:nvPr/>
        </p:nvCxnSpPr>
        <p:spPr>
          <a:xfrm flipH="1" flipV="1">
            <a:off x="4848036" y="3058609"/>
            <a:ext cx="8026" cy="12972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ABD78DB-9C36-4915-6B4A-043A00918514}"/>
                  </a:ext>
                </a:extLst>
              </p:cNvPr>
              <p:cNvSpPr txBox="1"/>
              <p:nvPr/>
            </p:nvSpPr>
            <p:spPr>
              <a:xfrm>
                <a:off x="4356280" y="3524424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ABD78DB-9C36-4915-6B4A-043A00918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6280" y="3524424"/>
                <a:ext cx="54264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80366A2B-C221-1BF7-051F-669B521DFF63}"/>
              </a:ext>
            </a:extLst>
          </p:cNvPr>
          <p:cNvSpPr/>
          <p:nvPr/>
        </p:nvSpPr>
        <p:spPr>
          <a:xfrm rot="5400000">
            <a:off x="4842571" y="3633086"/>
            <a:ext cx="1332590" cy="14586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0BE1E20-B44E-8B82-84DB-56E343EE2E5C}"/>
              </a:ext>
            </a:extLst>
          </p:cNvPr>
          <p:cNvSpPr/>
          <p:nvPr/>
        </p:nvSpPr>
        <p:spPr>
          <a:xfrm rot="5400000">
            <a:off x="5198921" y="3631868"/>
            <a:ext cx="1332590" cy="14586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2041147-A810-EAE4-413C-37570D68DB37}"/>
              </a:ext>
            </a:extLst>
          </p:cNvPr>
          <p:cNvCxnSpPr>
            <a:cxnSpLocks/>
          </p:cNvCxnSpPr>
          <p:nvPr/>
        </p:nvCxnSpPr>
        <p:spPr>
          <a:xfrm>
            <a:off x="5002342" y="4588703"/>
            <a:ext cx="186327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6F9E1588-725F-0870-89DA-9D97D54DAFC4}"/>
              </a:ext>
            </a:extLst>
          </p:cNvPr>
          <p:cNvSpPr/>
          <p:nvPr/>
        </p:nvSpPr>
        <p:spPr>
          <a:xfrm rot="5400000">
            <a:off x="5982750" y="3631868"/>
            <a:ext cx="1332590" cy="14586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8D2037-2E78-583F-5046-3A935A2928ED}"/>
              </a:ext>
            </a:extLst>
          </p:cNvPr>
          <p:cNvSpPr txBox="1"/>
          <p:nvPr/>
        </p:nvSpPr>
        <p:spPr>
          <a:xfrm>
            <a:off x="6103667" y="352013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160B2AB-AAF7-2ECB-621C-A3D92331CED7}"/>
                  </a:ext>
                </a:extLst>
              </p:cNvPr>
              <p:cNvSpPr txBox="1"/>
              <p:nvPr/>
            </p:nvSpPr>
            <p:spPr>
              <a:xfrm>
                <a:off x="5435932" y="4647120"/>
                <a:ext cx="1140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160B2AB-AAF7-2ECB-621C-A3D92331C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932" y="4647120"/>
                <a:ext cx="114017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A00B4DF-98A3-DDED-C6FB-51FFC95634B4}"/>
                  </a:ext>
                </a:extLst>
              </p:cNvPr>
              <p:cNvSpPr txBox="1"/>
              <p:nvPr/>
            </p:nvSpPr>
            <p:spPr>
              <a:xfrm>
                <a:off x="80878" y="3704802"/>
                <a:ext cx="6580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A00B4DF-98A3-DDED-C6FB-51FFC9563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8" y="3704802"/>
                <a:ext cx="65806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25E238C-A27C-C3F0-10A9-39FB79539B10}"/>
              </a:ext>
            </a:extLst>
          </p:cNvPr>
          <p:cNvCxnSpPr>
            <a:cxnSpLocks/>
          </p:cNvCxnSpPr>
          <p:nvPr/>
        </p:nvCxnSpPr>
        <p:spPr>
          <a:xfrm>
            <a:off x="867956" y="2941624"/>
            <a:ext cx="3496" cy="2112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324689F-F3F3-B0AF-15D7-D2E1FBA86490}"/>
              </a:ext>
            </a:extLst>
          </p:cNvPr>
          <p:cNvSpPr txBox="1"/>
          <p:nvPr/>
        </p:nvSpPr>
        <p:spPr>
          <a:xfrm>
            <a:off x="3778586" y="360845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A116FB-7228-2FFB-E9C8-D5CCF9AC805E}"/>
              </a:ext>
            </a:extLst>
          </p:cNvPr>
          <p:cNvSpPr/>
          <p:nvPr/>
        </p:nvSpPr>
        <p:spPr>
          <a:xfrm>
            <a:off x="8077200" y="2596925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C075176-4654-473C-F1C2-70C164760D20}"/>
              </a:ext>
            </a:extLst>
          </p:cNvPr>
          <p:cNvSpPr/>
          <p:nvPr/>
        </p:nvSpPr>
        <p:spPr>
          <a:xfrm>
            <a:off x="8555156" y="2596925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EC66B3F-2A13-A352-184C-0FF79EF45348}"/>
              </a:ext>
            </a:extLst>
          </p:cNvPr>
          <p:cNvSpPr/>
          <p:nvPr/>
        </p:nvSpPr>
        <p:spPr>
          <a:xfrm>
            <a:off x="9033112" y="2596925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27C08F6-ACC4-07FD-D6B0-86EA1CE3BD1F}"/>
              </a:ext>
            </a:extLst>
          </p:cNvPr>
          <p:cNvSpPr/>
          <p:nvPr/>
        </p:nvSpPr>
        <p:spPr>
          <a:xfrm>
            <a:off x="10073616" y="2596925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C257A08-BB12-55DE-8239-D65E303E98DE}"/>
              </a:ext>
            </a:extLst>
          </p:cNvPr>
          <p:cNvSpPr/>
          <p:nvPr/>
        </p:nvSpPr>
        <p:spPr>
          <a:xfrm>
            <a:off x="10551570" y="2596925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6BFCD47-2D54-8F3F-897B-F5DD6E79D5D5}"/>
              </a:ext>
            </a:extLst>
          </p:cNvPr>
          <p:cNvSpPr/>
          <p:nvPr/>
        </p:nvSpPr>
        <p:spPr>
          <a:xfrm>
            <a:off x="8077200" y="3168292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9E6031-BCC7-3565-43E1-AF555525DE0C}"/>
              </a:ext>
            </a:extLst>
          </p:cNvPr>
          <p:cNvSpPr/>
          <p:nvPr/>
        </p:nvSpPr>
        <p:spPr>
          <a:xfrm>
            <a:off x="8555156" y="3168292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B222253-6EC4-89C2-3176-A216F006F701}"/>
              </a:ext>
            </a:extLst>
          </p:cNvPr>
          <p:cNvSpPr/>
          <p:nvPr/>
        </p:nvSpPr>
        <p:spPr>
          <a:xfrm>
            <a:off x="9033112" y="3168292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BC8A6DD-2A03-0D4D-A9B7-B0BC5966771C}"/>
              </a:ext>
            </a:extLst>
          </p:cNvPr>
          <p:cNvSpPr/>
          <p:nvPr/>
        </p:nvSpPr>
        <p:spPr>
          <a:xfrm>
            <a:off x="10073616" y="3168292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69A7CE2-665E-AC1E-BB15-B26753BDE6C3}"/>
              </a:ext>
            </a:extLst>
          </p:cNvPr>
          <p:cNvSpPr/>
          <p:nvPr/>
        </p:nvSpPr>
        <p:spPr>
          <a:xfrm>
            <a:off x="10551570" y="3168292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4ECCDFA-7191-C3D1-29F6-955E5C90C4EC}"/>
              </a:ext>
            </a:extLst>
          </p:cNvPr>
          <p:cNvSpPr/>
          <p:nvPr/>
        </p:nvSpPr>
        <p:spPr>
          <a:xfrm>
            <a:off x="8071382" y="4319406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D5904A1-EA1C-7DC3-47DC-D21B8FA3F6F3}"/>
              </a:ext>
            </a:extLst>
          </p:cNvPr>
          <p:cNvSpPr/>
          <p:nvPr/>
        </p:nvSpPr>
        <p:spPr>
          <a:xfrm>
            <a:off x="8549338" y="4319406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E899893-E228-7BC0-2DB0-8F6BC0A916B3}"/>
              </a:ext>
            </a:extLst>
          </p:cNvPr>
          <p:cNvSpPr/>
          <p:nvPr/>
        </p:nvSpPr>
        <p:spPr>
          <a:xfrm>
            <a:off x="9027294" y="4319406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2AE8047-1B2C-6899-4DF6-C5C0DB859442}"/>
              </a:ext>
            </a:extLst>
          </p:cNvPr>
          <p:cNvSpPr/>
          <p:nvPr/>
        </p:nvSpPr>
        <p:spPr>
          <a:xfrm>
            <a:off x="10067798" y="4319406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5257526-63E5-E8B7-D03B-6D700A9F1AE8}"/>
              </a:ext>
            </a:extLst>
          </p:cNvPr>
          <p:cNvSpPr/>
          <p:nvPr/>
        </p:nvSpPr>
        <p:spPr>
          <a:xfrm>
            <a:off x="10545752" y="4319406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DF4FF4B-5F4B-3950-5BF5-68E1EAF3D810}"/>
              </a:ext>
            </a:extLst>
          </p:cNvPr>
          <p:cNvSpPr/>
          <p:nvPr/>
        </p:nvSpPr>
        <p:spPr>
          <a:xfrm>
            <a:off x="8071382" y="4890773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34A928A-BE27-9BAC-FE3D-7BCB5FAE718B}"/>
              </a:ext>
            </a:extLst>
          </p:cNvPr>
          <p:cNvSpPr/>
          <p:nvPr/>
        </p:nvSpPr>
        <p:spPr>
          <a:xfrm>
            <a:off x="8549338" y="4890773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247119A-92C9-8AAE-1B88-F8F2C989F997}"/>
              </a:ext>
            </a:extLst>
          </p:cNvPr>
          <p:cNvSpPr/>
          <p:nvPr/>
        </p:nvSpPr>
        <p:spPr>
          <a:xfrm>
            <a:off x="9027294" y="4890773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FDDD2D8-6FE3-042B-E1BC-188D5679FE3E}"/>
              </a:ext>
            </a:extLst>
          </p:cNvPr>
          <p:cNvSpPr/>
          <p:nvPr/>
        </p:nvSpPr>
        <p:spPr>
          <a:xfrm>
            <a:off x="10067798" y="4890773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84C376C-6D63-80F4-8DA2-125BB8041CFB}"/>
              </a:ext>
            </a:extLst>
          </p:cNvPr>
          <p:cNvSpPr/>
          <p:nvPr/>
        </p:nvSpPr>
        <p:spPr>
          <a:xfrm>
            <a:off x="10545752" y="4890773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57687A3-AC37-C1A0-C9EC-765A5EBB4BF9}"/>
              </a:ext>
            </a:extLst>
          </p:cNvPr>
          <p:cNvSpPr txBox="1"/>
          <p:nvPr/>
        </p:nvSpPr>
        <p:spPr>
          <a:xfrm>
            <a:off x="9515698" y="275131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CE12292-A717-2747-5282-9ACFD5E60A50}"/>
              </a:ext>
            </a:extLst>
          </p:cNvPr>
          <p:cNvSpPr txBox="1"/>
          <p:nvPr/>
        </p:nvSpPr>
        <p:spPr>
          <a:xfrm>
            <a:off x="9519208" y="446245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FEBAF33-4224-C029-BD52-6D920699E126}"/>
              </a:ext>
            </a:extLst>
          </p:cNvPr>
          <p:cNvSpPr txBox="1"/>
          <p:nvPr/>
        </p:nvSpPr>
        <p:spPr>
          <a:xfrm>
            <a:off x="8499576" y="3602301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A6A7B25-DED3-43A8-95D3-E90A3A281BDE}"/>
              </a:ext>
            </a:extLst>
          </p:cNvPr>
          <p:cNvSpPr txBox="1"/>
          <p:nvPr/>
        </p:nvSpPr>
        <p:spPr>
          <a:xfrm>
            <a:off x="10277173" y="362876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9501894-9469-1DC1-C624-840492793AE8}"/>
              </a:ext>
            </a:extLst>
          </p:cNvPr>
          <p:cNvCxnSpPr>
            <a:cxnSpLocks/>
          </p:cNvCxnSpPr>
          <p:nvPr/>
        </p:nvCxnSpPr>
        <p:spPr>
          <a:xfrm>
            <a:off x="8065986" y="5523164"/>
            <a:ext cx="2822994" cy="45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58B3AA6-908E-FE61-99E3-7143665C2725}"/>
                  </a:ext>
                </a:extLst>
              </p:cNvPr>
              <p:cNvSpPr txBox="1"/>
              <p:nvPr/>
            </p:nvSpPr>
            <p:spPr>
              <a:xfrm>
                <a:off x="8994408" y="5612124"/>
                <a:ext cx="1140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58B3AA6-908E-FE61-99E3-7143665C2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4408" y="5612124"/>
                <a:ext cx="114017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F9089F8-749A-5FAB-AD12-3305EB9F7E00}"/>
              </a:ext>
            </a:extLst>
          </p:cNvPr>
          <p:cNvCxnSpPr>
            <a:cxnSpLocks/>
          </p:cNvCxnSpPr>
          <p:nvPr/>
        </p:nvCxnSpPr>
        <p:spPr>
          <a:xfrm flipV="1">
            <a:off x="10973601" y="2551547"/>
            <a:ext cx="5095" cy="9288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BD0A058-ED68-1D26-CDE3-4CDCADA4ADA1}"/>
                  </a:ext>
                </a:extLst>
              </p:cNvPr>
              <p:cNvSpPr txBox="1"/>
              <p:nvPr/>
            </p:nvSpPr>
            <p:spPr>
              <a:xfrm>
                <a:off x="11036985" y="2867095"/>
                <a:ext cx="4827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BD0A058-ED68-1D26-CDE3-4CDCADA4AD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6985" y="2867095"/>
                <a:ext cx="48276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D52FFEE-A4C9-CC62-D129-EF1C875454B0}"/>
              </a:ext>
            </a:extLst>
          </p:cNvPr>
          <p:cNvCxnSpPr>
            <a:cxnSpLocks/>
          </p:cNvCxnSpPr>
          <p:nvPr/>
        </p:nvCxnSpPr>
        <p:spPr>
          <a:xfrm flipV="1">
            <a:off x="11012180" y="4285839"/>
            <a:ext cx="5095" cy="9288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FD9A61A7-A2AA-A359-5A38-DDAFC6E35B5B}"/>
                  </a:ext>
                </a:extLst>
              </p:cNvPr>
              <p:cNvSpPr txBox="1"/>
              <p:nvPr/>
            </p:nvSpPr>
            <p:spPr>
              <a:xfrm>
                <a:off x="11075564" y="4601387"/>
                <a:ext cx="4827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FD9A61A7-A2AA-A359-5A38-DDAFC6E35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5564" y="4601387"/>
                <a:ext cx="48276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36F22F3-58FB-A01E-6858-844DAA4CFD22}"/>
                  </a:ext>
                </a:extLst>
              </p:cNvPr>
              <p:cNvSpPr txBox="1"/>
              <p:nvPr/>
            </p:nvSpPr>
            <p:spPr>
              <a:xfrm>
                <a:off x="11530629" y="3654104"/>
                <a:ext cx="6580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36F22F3-58FB-A01E-6858-844DAA4CF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0629" y="3654104"/>
                <a:ext cx="65806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73F5A8D-60BA-38ED-4F11-295C729374F1}"/>
              </a:ext>
            </a:extLst>
          </p:cNvPr>
          <p:cNvCxnSpPr>
            <a:cxnSpLocks/>
          </p:cNvCxnSpPr>
          <p:nvPr/>
        </p:nvCxnSpPr>
        <p:spPr>
          <a:xfrm>
            <a:off x="11580232" y="2822191"/>
            <a:ext cx="3496" cy="2112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12FF674A-5FC9-C9FA-EFE8-E02029B2BBF6}"/>
              </a:ext>
            </a:extLst>
          </p:cNvPr>
          <p:cNvSpPr txBox="1"/>
          <p:nvPr/>
        </p:nvSpPr>
        <p:spPr>
          <a:xfrm>
            <a:off x="7302467" y="3552297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156F7A6-8910-9AB9-11A1-3BAA6F45D811}"/>
              </a:ext>
            </a:extLst>
          </p:cNvPr>
          <p:cNvSpPr txBox="1"/>
          <p:nvPr/>
        </p:nvSpPr>
        <p:spPr>
          <a:xfrm>
            <a:off x="8049809" y="278986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EAEEBCA-2FF2-3648-91D1-A211D65B79E7}"/>
              </a:ext>
            </a:extLst>
          </p:cNvPr>
          <p:cNvSpPr txBox="1"/>
          <p:nvPr/>
        </p:nvSpPr>
        <p:spPr>
          <a:xfrm>
            <a:off x="8522846" y="279214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1777915-A917-7A5A-D201-45FA96970083}"/>
              </a:ext>
            </a:extLst>
          </p:cNvPr>
          <p:cNvSpPr txBox="1"/>
          <p:nvPr/>
        </p:nvSpPr>
        <p:spPr>
          <a:xfrm>
            <a:off x="9009504" y="281098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370501E-13AB-F35E-9EF3-AFA6ACFA0099}"/>
              </a:ext>
            </a:extLst>
          </p:cNvPr>
          <p:cNvSpPr txBox="1"/>
          <p:nvPr/>
        </p:nvSpPr>
        <p:spPr>
          <a:xfrm>
            <a:off x="10055953" y="280248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9E095DF-61AB-66BF-8A61-4DBA65A33044}"/>
              </a:ext>
            </a:extLst>
          </p:cNvPr>
          <p:cNvSpPr txBox="1"/>
          <p:nvPr/>
        </p:nvSpPr>
        <p:spPr>
          <a:xfrm>
            <a:off x="10542611" y="282131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167FBA2-6592-694B-6559-23238CBEF295}"/>
              </a:ext>
            </a:extLst>
          </p:cNvPr>
          <p:cNvSpPr txBox="1"/>
          <p:nvPr/>
        </p:nvSpPr>
        <p:spPr>
          <a:xfrm>
            <a:off x="8033200" y="452606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39CECE4-C750-091A-8031-AE6FCB076E9E}"/>
              </a:ext>
            </a:extLst>
          </p:cNvPr>
          <p:cNvSpPr txBox="1"/>
          <p:nvPr/>
        </p:nvSpPr>
        <p:spPr>
          <a:xfrm>
            <a:off x="8506237" y="452834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D473348-0C7B-B497-0D06-10F0C52694C4}"/>
              </a:ext>
            </a:extLst>
          </p:cNvPr>
          <p:cNvSpPr txBox="1"/>
          <p:nvPr/>
        </p:nvSpPr>
        <p:spPr>
          <a:xfrm>
            <a:off x="8992895" y="454718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B38B34E-836F-43D1-31DA-51CB30AF7635}"/>
              </a:ext>
            </a:extLst>
          </p:cNvPr>
          <p:cNvSpPr txBox="1"/>
          <p:nvPr/>
        </p:nvSpPr>
        <p:spPr>
          <a:xfrm>
            <a:off x="10039344" y="453867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9FFE5F6-787F-2D65-1704-F834ACB622DB}"/>
              </a:ext>
            </a:extLst>
          </p:cNvPr>
          <p:cNvSpPr txBox="1"/>
          <p:nvPr/>
        </p:nvSpPr>
        <p:spPr>
          <a:xfrm>
            <a:off x="10526002" y="455751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58D3B28-FABE-BBD8-C910-6295AD18D820}"/>
              </a:ext>
            </a:extLst>
          </p:cNvPr>
          <p:cNvSpPr txBox="1"/>
          <p:nvPr/>
        </p:nvSpPr>
        <p:spPr>
          <a:xfrm>
            <a:off x="7389991" y="6108451"/>
            <a:ext cx="3975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*The sums above are shift-add,</a:t>
            </a:r>
          </a:p>
        </p:txBody>
      </p:sp>
    </p:spTree>
    <p:extLst>
      <p:ext uri="{BB962C8B-B14F-4D97-AF65-F5344CB8AC3E}">
        <p14:creationId xmlns:p14="http://schemas.microsoft.com/office/powerpoint/2010/main" val="125559756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C187F-6B77-B791-78F2-78C5C769A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Kn2Row Algorithm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439595-AF9B-5438-5A6F-0985B4FA835E}"/>
              </a:ext>
            </a:extLst>
          </p:cNvPr>
          <p:cNvSpPr/>
          <p:nvPr/>
        </p:nvSpPr>
        <p:spPr>
          <a:xfrm>
            <a:off x="1868178" y="2265074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C2B77CF-BAA9-0719-B420-E6E0BB531E0E}"/>
              </a:ext>
            </a:extLst>
          </p:cNvPr>
          <p:cNvCxnSpPr>
            <a:cxnSpLocks/>
          </p:cNvCxnSpPr>
          <p:nvPr/>
        </p:nvCxnSpPr>
        <p:spPr>
          <a:xfrm>
            <a:off x="1865413" y="2127415"/>
            <a:ext cx="1311998" cy="674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7B2244-F864-C06A-BAEC-7EA1CD79F509}"/>
                  </a:ext>
                </a:extLst>
              </p:cNvPr>
              <p:cNvSpPr txBox="1"/>
              <p:nvPr/>
            </p:nvSpPr>
            <p:spPr>
              <a:xfrm>
                <a:off x="2250088" y="1745741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7B2244-F864-C06A-BAEC-7EA1CD79F5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0088" y="1745741"/>
                <a:ext cx="54264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F750B9F5-7FEC-A17C-228D-34F156D964E2}"/>
              </a:ext>
            </a:extLst>
          </p:cNvPr>
          <p:cNvSpPr/>
          <p:nvPr/>
        </p:nvSpPr>
        <p:spPr>
          <a:xfrm>
            <a:off x="1868178" y="2551547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18712B-BFAA-B2AF-5286-B4DE531ECCED}"/>
              </a:ext>
            </a:extLst>
          </p:cNvPr>
          <p:cNvSpPr/>
          <p:nvPr/>
        </p:nvSpPr>
        <p:spPr>
          <a:xfrm>
            <a:off x="1868178" y="2855886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35E6303-4129-456F-4FC1-7530E92B5060}"/>
              </a:ext>
            </a:extLst>
          </p:cNvPr>
          <p:cNvCxnSpPr>
            <a:cxnSpLocks/>
          </p:cNvCxnSpPr>
          <p:nvPr/>
        </p:nvCxnSpPr>
        <p:spPr>
          <a:xfrm flipV="1">
            <a:off x="1732675" y="2191764"/>
            <a:ext cx="5095" cy="9288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E9639B-42C5-1B69-06EF-BC45D9EBB316}"/>
                  </a:ext>
                </a:extLst>
              </p:cNvPr>
              <p:cNvSpPr txBox="1"/>
              <p:nvPr/>
            </p:nvSpPr>
            <p:spPr>
              <a:xfrm>
                <a:off x="1178431" y="2487412"/>
                <a:ext cx="4827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E9639B-42C5-1B69-06EF-BC45D9EBB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431" y="2487412"/>
                <a:ext cx="48276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0703E702-B940-71E1-6AAA-E7190DA0BBD5}"/>
              </a:ext>
            </a:extLst>
          </p:cNvPr>
          <p:cNvSpPr/>
          <p:nvPr/>
        </p:nvSpPr>
        <p:spPr>
          <a:xfrm>
            <a:off x="1844821" y="3591095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EC96B0-1849-70A5-6822-12FC36F080DE}"/>
              </a:ext>
            </a:extLst>
          </p:cNvPr>
          <p:cNvSpPr/>
          <p:nvPr/>
        </p:nvSpPr>
        <p:spPr>
          <a:xfrm>
            <a:off x="1844821" y="3877568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9F4138-BFDF-E0BF-A2CD-0721B3B7F8D2}"/>
              </a:ext>
            </a:extLst>
          </p:cNvPr>
          <p:cNvSpPr/>
          <p:nvPr/>
        </p:nvSpPr>
        <p:spPr>
          <a:xfrm>
            <a:off x="1844821" y="4181907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2E29547-50D2-53DD-3C2B-11E092EDCE2D}"/>
              </a:ext>
            </a:extLst>
          </p:cNvPr>
          <p:cNvCxnSpPr>
            <a:cxnSpLocks/>
          </p:cNvCxnSpPr>
          <p:nvPr/>
        </p:nvCxnSpPr>
        <p:spPr>
          <a:xfrm flipV="1">
            <a:off x="1709318" y="3517785"/>
            <a:ext cx="5095" cy="9288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CF6256-A07E-C607-5A3B-758DF9DA35E3}"/>
                  </a:ext>
                </a:extLst>
              </p:cNvPr>
              <p:cNvSpPr txBox="1"/>
              <p:nvPr/>
            </p:nvSpPr>
            <p:spPr>
              <a:xfrm>
                <a:off x="1155074" y="3813433"/>
                <a:ext cx="4827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CF6256-A07E-C607-5A3B-758DF9DA3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074" y="3813433"/>
                <a:ext cx="48276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E7FEDD60-6721-B254-F0C2-F21855C11FD4}"/>
              </a:ext>
            </a:extLst>
          </p:cNvPr>
          <p:cNvSpPr txBox="1"/>
          <p:nvPr/>
        </p:nvSpPr>
        <p:spPr>
          <a:xfrm>
            <a:off x="2308510" y="307032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5BB8A9-8376-7CD7-3A13-31A489B25F3A}"/>
              </a:ext>
            </a:extLst>
          </p:cNvPr>
          <p:cNvSpPr/>
          <p:nvPr/>
        </p:nvSpPr>
        <p:spPr>
          <a:xfrm>
            <a:off x="1844821" y="5095345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32EBE1-5515-F8BE-81A0-38BFFB886623}"/>
              </a:ext>
            </a:extLst>
          </p:cNvPr>
          <p:cNvSpPr/>
          <p:nvPr/>
        </p:nvSpPr>
        <p:spPr>
          <a:xfrm>
            <a:off x="1844821" y="5381818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65A09D-29FC-C14F-522E-9E4A307CE3B1}"/>
              </a:ext>
            </a:extLst>
          </p:cNvPr>
          <p:cNvSpPr/>
          <p:nvPr/>
        </p:nvSpPr>
        <p:spPr>
          <a:xfrm>
            <a:off x="1844821" y="5686157"/>
            <a:ext cx="1332590" cy="145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5B7141E-7698-20A5-FED7-D31765497BF0}"/>
              </a:ext>
            </a:extLst>
          </p:cNvPr>
          <p:cNvCxnSpPr>
            <a:cxnSpLocks/>
          </p:cNvCxnSpPr>
          <p:nvPr/>
        </p:nvCxnSpPr>
        <p:spPr>
          <a:xfrm flipV="1">
            <a:off x="1709318" y="5022035"/>
            <a:ext cx="5095" cy="9288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4823BE6-3D00-8C08-2A1E-698832F02770}"/>
                  </a:ext>
                </a:extLst>
              </p:cNvPr>
              <p:cNvSpPr txBox="1"/>
              <p:nvPr/>
            </p:nvSpPr>
            <p:spPr>
              <a:xfrm>
                <a:off x="1155074" y="5317683"/>
                <a:ext cx="4827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4823BE6-3D00-8C08-2A1E-698832F02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074" y="5317683"/>
                <a:ext cx="48276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6248A2FB-1C8C-4E1C-AC37-A4A366DFD855}"/>
              </a:ext>
            </a:extLst>
          </p:cNvPr>
          <p:cNvSpPr txBox="1"/>
          <p:nvPr/>
        </p:nvSpPr>
        <p:spPr>
          <a:xfrm>
            <a:off x="2339434" y="4559391"/>
            <a:ext cx="343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EFCB37-D106-FCF1-B9F5-090D39F0FDAA}"/>
              </a:ext>
            </a:extLst>
          </p:cNvPr>
          <p:cNvSpPr/>
          <p:nvPr/>
        </p:nvSpPr>
        <p:spPr>
          <a:xfrm rot="5400000">
            <a:off x="4465587" y="3633086"/>
            <a:ext cx="1332590" cy="14586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92CEFAB-BE75-5725-0571-A719C3B3EA5C}"/>
              </a:ext>
            </a:extLst>
          </p:cNvPr>
          <p:cNvCxnSpPr>
            <a:cxnSpLocks/>
          </p:cNvCxnSpPr>
          <p:nvPr/>
        </p:nvCxnSpPr>
        <p:spPr>
          <a:xfrm flipH="1" flipV="1">
            <a:off x="4848036" y="3058609"/>
            <a:ext cx="8026" cy="12972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ABD78DB-9C36-4915-6B4A-043A00918514}"/>
                  </a:ext>
                </a:extLst>
              </p:cNvPr>
              <p:cNvSpPr txBox="1"/>
              <p:nvPr/>
            </p:nvSpPr>
            <p:spPr>
              <a:xfrm>
                <a:off x="4356280" y="3524424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ABD78DB-9C36-4915-6B4A-043A00918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6280" y="3524424"/>
                <a:ext cx="54264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80366A2B-C221-1BF7-051F-669B521DFF63}"/>
              </a:ext>
            </a:extLst>
          </p:cNvPr>
          <p:cNvSpPr/>
          <p:nvPr/>
        </p:nvSpPr>
        <p:spPr>
          <a:xfrm rot="5400000">
            <a:off x="4842571" y="3633086"/>
            <a:ext cx="1332590" cy="14586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0BE1E20-B44E-8B82-84DB-56E343EE2E5C}"/>
              </a:ext>
            </a:extLst>
          </p:cNvPr>
          <p:cNvSpPr/>
          <p:nvPr/>
        </p:nvSpPr>
        <p:spPr>
          <a:xfrm rot="5400000">
            <a:off x="5198921" y="3631868"/>
            <a:ext cx="1332590" cy="14586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2041147-A810-EAE4-413C-37570D68DB37}"/>
              </a:ext>
            </a:extLst>
          </p:cNvPr>
          <p:cNvCxnSpPr>
            <a:cxnSpLocks/>
          </p:cNvCxnSpPr>
          <p:nvPr/>
        </p:nvCxnSpPr>
        <p:spPr>
          <a:xfrm>
            <a:off x="5002342" y="4588703"/>
            <a:ext cx="186327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6F9E1588-725F-0870-89DA-9D97D54DAFC4}"/>
              </a:ext>
            </a:extLst>
          </p:cNvPr>
          <p:cNvSpPr/>
          <p:nvPr/>
        </p:nvSpPr>
        <p:spPr>
          <a:xfrm rot="5400000">
            <a:off x="5982750" y="3631868"/>
            <a:ext cx="1332590" cy="14586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8D2037-2E78-583F-5046-3A935A2928ED}"/>
              </a:ext>
            </a:extLst>
          </p:cNvPr>
          <p:cNvSpPr txBox="1"/>
          <p:nvPr/>
        </p:nvSpPr>
        <p:spPr>
          <a:xfrm>
            <a:off x="6103667" y="352013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160B2AB-AAF7-2ECB-621C-A3D92331CED7}"/>
                  </a:ext>
                </a:extLst>
              </p:cNvPr>
              <p:cNvSpPr txBox="1"/>
              <p:nvPr/>
            </p:nvSpPr>
            <p:spPr>
              <a:xfrm>
                <a:off x="5435932" y="4647120"/>
                <a:ext cx="1140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160B2AB-AAF7-2ECB-621C-A3D92331C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932" y="4647120"/>
                <a:ext cx="114017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A00B4DF-98A3-DDED-C6FB-51FFC95634B4}"/>
                  </a:ext>
                </a:extLst>
              </p:cNvPr>
              <p:cNvSpPr txBox="1"/>
              <p:nvPr/>
            </p:nvSpPr>
            <p:spPr>
              <a:xfrm>
                <a:off x="80878" y="3704802"/>
                <a:ext cx="6580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A00B4DF-98A3-DDED-C6FB-51FFC9563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8" y="3704802"/>
                <a:ext cx="65806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25E238C-A27C-C3F0-10A9-39FB79539B10}"/>
              </a:ext>
            </a:extLst>
          </p:cNvPr>
          <p:cNvCxnSpPr>
            <a:cxnSpLocks/>
          </p:cNvCxnSpPr>
          <p:nvPr/>
        </p:nvCxnSpPr>
        <p:spPr>
          <a:xfrm>
            <a:off x="867956" y="2941624"/>
            <a:ext cx="3496" cy="2112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324689F-F3F3-B0AF-15D7-D2E1FBA86490}"/>
              </a:ext>
            </a:extLst>
          </p:cNvPr>
          <p:cNvSpPr txBox="1"/>
          <p:nvPr/>
        </p:nvSpPr>
        <p:spPr>
          <a:xfrm>
            <a:off x="3778586" y="360845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6BFCD47-2D54-8F3F-897B-F5DD6E79D5D5}"/>
              </a:ext>
            </a:extLst>
          </p:cNvPr>
          <p:cNvSpPr/>
          <p:nvPr/>
        </p:nvSpPr>
        <p:spPr>
          <a:xfrm>
            <a:off x="8158837" y="2901240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9E6031-BCC7-3565-43E1-AF555525DE0C}"/>
              </a:ext>
            </a:extLst>
          </p:cNvPr>
          <p:cNvSpPr/>
          <p:nvPr/>
        </p:nvSpPr>
        <p:spPr>
          <a:xfrm>
            <a:off x="8636793" y="2901240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B222253-6EC4-89C2-3176-A216F006F701}"/>
              </a:ext>
            </a:extLst>
          </p:cNvPr>
          <p:cNvSpPr/>
          <p:nvPr/>
        </p:nvSpPr>
        <p:spPr>
          <a:xfrm>
            <a:off x="9114749" y="2901240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BC8A6DD-2A03-0D4D-A9B7-B0BC5966771C}"/>
              </a:ext>
            </a:extLst>
          </p:cNvPr>
          <p:cNvSpPr/>
          <p:nvPr/>
        </p:nvSpPr>
        <p:spPr>
          <a:xfrm>
            <a:off x="10155253" y="2901240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69A7CE2-665E-AC1E-BB15-B26753BDE6C3}"/>
              </a:ext>
            </a:extLst>
          </p:cNvPr>
          <p:cNvSpPr/>
          <p:nvPr/>
        </p:nvSpPr>
        <p:spPr>
          <a:xfrm>
            <a:off x="10633207" y="2901240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DF4FF4B-5F4B-3950-5BF5-68E1EAF3D810}"/>
              </a:ext>
            </a:extLst>
          </p:cNvPr>
          <p:cNvSpPr/>
          <p:nvPr/>
        </p:nvSpPr>
        <p:spPr>
          <a:xfrm>
            <a:off x="8167375" y="4371097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34A928A-BE27-9BAC-FE3D-7BCB5FAE718B}"/>
              </a:ext>
            </a:extLst>
          </p:cNvPr>
          <p:cNvSpPr/>
          <p:nvPr/>
        </p:nvSpPr>
        <p:spPr>
          <a:xfrm>
            <a:off x="8645331" y="4371097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247119A-92C9-8AAE-1B88-F8F2C989F997}"/>
              </a:ext>
            </a:extLst>
          </p:cNvPr>
          <p:cNvSpPr/>
          <p:nvPr/>
        </p:nvSpPr>
        <p:spPr>
          <a:xfrm>
            <a:off x="9123287" y="4371097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FDDD2D8-6FE3-042B-E1BC-188D5679FE3E}"/>
              </a:ext>
            </a:extLst>
          </p:cNvPr>
          <p:cNvSpPr/>
          <p:nvPr/>
        </p:nvSpPr>
        <p:spPr>
          <a:xfrm>
            <a:off x="10163791" y="4371097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84C376C-6D63-80F4-8DA2-125BB8041CFB}"/>
              </a:ext>
            </a:extLst>
          </p:cNvPr>
          <p:cNvSpPr/>
          <p:nvPr/>
        </p:nvSpPr>
        <p:spPr>
          <a:xfrm>
            <a:off x="10641745" y="4371097"/>
            <a:ext cx="243840" cy="20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FEBAF33-4224-C029-BD52-6D920699E126}"/>
              </a:ext>
            </a:extLst>
          </p:cNvPr>
          <p:cNvSpPr txBox="1"/>
          <p:nvPr/>
        </p:nvSpPr>
        <p:spPr>
          <a:xfrm>
            <a:off x="8499576" y="3602301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A6A7B25-DED3-43A8-95D3-E90A3A281BDE}"/>
              </a:ext>
            </a:extLst>
          </p:cNvPr>
          <p:cNvSpPr txBox="1"/>
          <p:nvPr/>
        </p:nvSpPr>
        <p:spPr>
          <a:xfrm>
            <a:off x="10277173" y="362876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9501894-9469-1DC1-C624-840492793AE8}"/>
              </a:ext>
            </a:extLst>
          </p:cNvPr>
          <p:cNvCxnSpPr>
            <a:cxnSpLocks/>
          </p:cNvCxnSpPr>
          <p:nvPr/>
        </p:nvCxnSpPr>
        <p:spPr>
          <a:xfrm>
            <a:off x="8161979" y="5003488"/>
            <a:ext cx="2822994" cy="45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58B3AA6-908E-FE61-99E3-7143665C2725}"/>
                  </a:ext>
                </a:extLst>
              </p:cNvPr>
              <p:cNvSpPr txBox="1"/>
              <p:nvPr/>
            </p:nvSpPr>
            <p:spPr>
              <a:xfrm>
                <a:off x="9090401" y="5092448"/>
                <a:ext cx="1140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58B3AA6-908E-FE61-99E3-7143665C2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0401" y="5092448"/>
                <a:ext cx="114017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36F22F3-58FB-A01E-6858-844DAA4CFD22}"/>
                  </a:ext>
                </a:extLst>
              </p:cNvPr>
              <p:cNvSpPr txBox="1"/>
              <p:nvPr/>
            </p:nvSpPr>
            <p:spPr>
              <a:xfrm>
                <a:off x="11530629" y="3654104"/>
                <a:ext cx="6580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36F22F3-58FB-A01E-6858-844DAA4CF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0629" y="3654104"/>
                <a:ext cx="65806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73F5A8D-60BA-38ED-4F11-295C729374F1}"/>
              </a:ext>
            </a:extLst>
          </p:cNvPr>
          <p:cNvCxnSpPr>
            <a:cxnSpLocks/>
          </p:cNvCxnSpPr>
          <p:nvPr/>
        </p:nvCxnSpPr>
        <p:spPr>
          <a:xfrm>
            <a:off x="11580232" y="2822191"/>
            <a:ext cx="3496" cy="2112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12FF674A-5FC9-C9FA-EFE8-E02029B2BBF6}"/>
              </a:ext>
            </a:extLst>
          </p:cNvPr>
          <p:cNvSpPr txBox="1"/>
          <p:nvPr/>
        </p:nvSpPr>
        <p:spPr>
          <a:xfrm>
            <a:off x="7302467" y="3552297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2556000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19D32-129F-E2BA-0188-C9E8F65BD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Kn2Row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08D1EA-1D66-6926-AB1F-4D222F6700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 Matrix -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Filter Matrix -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 increase in size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Output Matrix -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increase in size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08D1EA-1D66-6926-AB1F-4D222F6700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12067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05D0D-BF70-E8F1-4F4E-DA4AFCF81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84D28-AFF5-C8B0-1834-7D7528905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E843F-F96D-79C8-E913-2D79D6A21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Convolution as Matrix Multiplication – Motivation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Im2Col and Kn2Row Algorithms </a:t>
            </a:r>
          </a:p>
          <a:p>
            <a:r>
              <a:rPr lang="en-US" dirty="0"/>
              <a:t>Scalar Matrix Multiplication Algorithm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43617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BD008-FB14-5279-740F-337FAFCAE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Scalar 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2AD1B7-A7C0-7EF8-D907-2C5E5E9BCA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Approach till now</a:t>
                </a:r>
              </a:p>
              <a:p>
                <a:pPr lvl="1"/>
                <a:r>
                  <a:rPr lang="en-US" dirty="0"/>
                  <a:t>Transform input image and kernels into matrix</a:t>
                </a:r>
              </a:p>
              <a:p>
                <a:pPr lvl="1"/>
                <a:r>
                  <a:rPr lang="en-US" dirty="0"/>
                  <a:t>Directly use BLAS kernels for Matrix multiplication</a:t>
                </a:r>
              </a:p>
              <a:p>
                <a:endParaRPr lang="en-US" dirty="0"/>
              </a:p>
              <a:p>
                <a:r>
                  <a:rPr lang="en-US" dirty="0"/>
                  <a:t>No explicit parallelization needed</a:t>
                </a:r>
              </a:p>
              <a:p>
                <a:pPr lvl="1"/>
                <a:r>
                  <a:rPr lang="en-US" dirty="0"/>
                  <a:t>BLAS takes care of that</a:t>
                </a:r>
              </a:p>
              <a:p>
                <a:endParaRPr lang="en-US" dirty="0"/>
              </a:p>
              <a:p>
                <a:r>
                  <a:rPr lang="en-US" dirty="0"/>
                  <a:t>Challenge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increase in memory requirements (input or output)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2AD1B7-A7C0-7EF8-D907-2C5E5E9BCA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988076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C4C42-D2EE-E68E-E619-34DC501D0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Scalar Matrix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D4F74-DEFE-EBD3-859A-9B87BCD90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776557"/>
          </a:xfrm>
        </p:spPr>
        <p:txBody>
          <a:bodyPr>
            <a:normAutofit fontScale="92500"/>
          </a:bodyPr>
          <a:lstStyle/>
          <a:p>
            <a:r>
              <a:rPr lang="en-US" dirty="0"/>
              <a:t>Key Idea: Output image is a linear combination of “portions” of input image with weights as kernels</a:t>
            </a:r>
          </a:p>
          <a:p>
            <a:r>
              <a:rPr lang="en-US" dirty="0"/>
              <a:t>Avoid matrix multiplication, perform scaling and matrix addition operations</a:t>
            </a:r>
          </a:p>
          <a:p>
            <a:pPr lvl="1"/>
            <a:r>
              <a:rPr lang="en-US" dirty="0"/>
              <a:t>Scaling: Multiply entire vector/matrix with a single scalar value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6A0CB1-8AC5-313C-182A-9FFACA13E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953" y="3537527"/>
            <a:ext cx="6926094" cy="324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43648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3A30D-8F34-9B8E-11D5-DE18BB1ED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5281D-8844-8D8C-B006-B62E73C5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Scalar Matrix Multiplication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630D34B-D4CB-EF7A-C480-6DD4F5E9BEEF}"/>
              </a:ext>
            </a:extLst>
          </p:cNvPr>
          <p:cNvGrpSpPr/>
          <p:nvPr/>
        </p:nvGrpSpPr>
        <p:grpSpPr>
          <a:xfrm>
            <a:off x="5115999" y="3118508"/>
            <a:ext cx="1073051" cy="896233"/>
            <a:chOff x="1975635" y="2952087"/>
            <a:chExt cx="1073051" cy="89623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1524630-7520-2C01-DC4B-2436BFA92076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96F9F7F-7053-3A5B-AB56-D8CDE493CAC5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F9C3F5C-3925-338B-BFA1-9320308643F8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B938639-7C07-4EF4-5517-F9E3971686E6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BD5BAB0-55C1-C17F-1684-D92823B7840D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FC4356C-A809-66FD-3470-02F3327A90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D9F16EF-61C6-E0C3-318A-25E63A5D6AE9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A319D10-CD1B-BE04-7169-1F449A6D1B23}"/>
                    </a:ext>
                  </a:extLst>
                </p:cNvPr>
                <p:cNvSpPr txBox="1"/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BBC5356-42E3-EF95-C54F-F120B6F9A4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A57F08E-C58F-AA9A-25D4-E9F688D9820F}"/>
                    </a:ext>
                  </a:extLst>
                </p:cNvPr>
                <p:cNvSpPr txBox="1"/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45A4AF0-D02C-EFFE-390A-0E2EB94DB50A}"/>
              </a:ext>
            </a:extLst>
          </p:cNvPr>
          <p:cNvGrpSpPr/>
          <p:nvPr/>
        </p:nvGrpSpPr>
        <p:grpSpPr>
          <a:xfrm>
            <a:off x="2060223" y="2638338"/>
            <a:ext cx="2040130" cy="1784524"/>
            <a:chOff x="585073" y="2581414"/>
            <a:chExt cx="2040130" cy="178452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9825E4F-A809-2873-166A-37135A95BA26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6BF5694-6C8E-78B3-59B1-796F22CC3DB0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2CF941D-59B4-F820-3376-369619EC9F46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681EBA2-CAD3-3A74-1132-B718A70DD62B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6C8420B-FDE4-EDCB-07CB-7506405B7E59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09FCCB0-F210-2BD2-92AC-4D4CAE31CBE2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6070646-B220-4CF6-2F8D-08D1915D52F6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80E8682-C447-641E-CB56-0ECAD4B14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51DD1FF5-4093-00F8-D159-2AF528456FD4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6DD60EE-6A51-2294-863F-B2255FD260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E2EBEA3-2573-B266-0C2E-2B76A947F54D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A10E3B2-D39D-70C0-EB32-3DFE74954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E606856-E074-F0C6-D4FA-A52D426E430C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1900A14-A7B9-703E-1B52-C2341BAE54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C6CE9C3-79DD-D0DF-342A-5AF304389E60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8E2B7E-DE42-2D31-2185-4E519E4479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6F7FA94-44F5-9FC0-09EE-89EE9A81BCED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2FC78AF-1A46-AD29-9C68-E8DFB3818D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9567587-036F-EEF5-2E5D-7C80698AF4ED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8E76E51-B278-0202-75E4-53E835170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BD3B6AF0-B8AC-85E5-AB72-C1452875DF52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53A9B48-3C74-61BB-F2FD-D4F690674E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2F554F0-CCF2-6322-8D37-6A68920FFA77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ACD0986-E7F1-4F4D-DD3A-F4ECAACF16CC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57EE8F7-E2BC-DB50-68C3-2B7258DC16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D93462E9-A6C6-C9EA-DD3B-6FBD537CCE88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8447FC9-EF85-091B-9EA5-9D8DBBE466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4CB7305D-989A-147A-7A80-F11134F5B3D8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7EE46D8-DC00-FF0B-5462-9B29DB53C3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D621B89-B389-1186-B3C6-5905F68B1828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C1EDE5E3-A405-A534-5D7E-0A3797F22F9C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7FF778F-772B-87F4-B404-0A4CFCF97F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19F65401-60FE-170D-8F5B-34E53647900F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0AF7050-5AB6-1959-33CC-84D01DC59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3E2B321A-C5E2-7EF7-B6E2-5F261D2F6362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EC01E87-6239-5F5E-EB1B-F1FA080F9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2B312B7D-3D6A-A00A-55E0-2CAFC2D88231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96309B6-7648-E580-EABE-E08CDAC32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79ADBDB2-FB61-02DA-842F-DCE04C238580}"/>
              </a:ext>
            </a:extLst>
          </p:cNvPr>
          <p:cNvSpPr/>
          <p:nvPr/>
        </p:nvSpPr>
        <p:spPr>
          <a:xfrm>
            <a:off x="6759460" y="3267431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3277D5B-AB14-3FB0-E57E-DACB3F20C1A6}"/>
              </a:ext>
            </a:extLst>
          </p:cNvPr>
          <p:cNvGrpSpPr/>
          <p:nvPr/>
        </p:nvGrpSpPr>
        <p:grpSpPr>
          <a:xfrm>
            <a:off x="8761204" y="2671632"/>
            <a:ext cx="2110854" cy="1784524"/>
            <a:chOff x="585073" y="2581414"/>
            <a:chExt cx="2110854" cy="1784524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9B61205-FF1B-23DD-4AE3-DAC372327129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4058653-8D48-F339-D8A5-C56D574703F5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E61FA88-0580-B3EA-29BF-F3DAD629D37E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1CF1302-6C96-D245-CFA8-36E78F842720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627F163C-A761-719C-2409-562B5F0459CA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FF53370F-61C7-0085-4CBE-63BDDF8FBC86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8E6D6EED-B748-F632-694F-DEF845ABE2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84941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F43EFCD9-9B5C-0F31-E76C-78858E9CF5A1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7FF4F161-D993-A82D-68F9-126B90C651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90262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968E2E08-8D32-935D-84AD-037D09C245D6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9C480DE2-594E-116B-5EE5-659F9D785E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90262" cy="36933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2BFC33B6-F3BC-0A74-DCD3-048AEB81941E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A221E99-FC33-2CA5-2664-107C934162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90262" cy="369332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CFC60B8-E225-1DBA-A54F-8D442085CAB6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C732C5C-0E10-5B6D-8873-E54A93FEEF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90262" cy="369332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785A3B70-CC76-BE75-6E54-31AEFB831366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24B6A9AD-73D7-A912-A089-0D3450EA9B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90262" cy="369332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D26C272-66D3-2FA1-BD40-22EDC24E5F6A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854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8D88B47F-008F-E5C1-C3BF-BA4B1FCE21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85454" cy="369332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1E4B7D4D-FDAF-B1B7-B8F5-62C1CCB53803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39DCD9AE-D5E8-2988-9C7C-D5489494A3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82724" cy="369332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A4F4A58-1A69-E713-A535-3B568D65702D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B48A6A03-AA5D-FB58-71F0-07076FA438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82724" cy="369332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03351E4D-93E7-9B25-0D2E-C324F4B40622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403306CC-E407-ACA6-F46E-B3D3D051A0BC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803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7949DA4E-3DD8-B388-126C-D02F32CA55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80388" cy="369332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A51D5661-8C8F-A572-7F38-3D4204C93613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9EF6906E-0451-D21E-DC87-1B484B891E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90262" cy="369332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6A5B1FD5-6458-4A70-C843-6CD91B4B41DA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DC070CA9-B260-FAB9-1BAF-A5206C7F10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82724" cy="369332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C4E5F02-D9F2-B9AE-DFD5-EB43C9A46161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F1AF096D-7B24-8DC8-E740-A659133C7FA2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EB5FB815-8EEA-F22B-3798-48B33A3FD5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82724" cy="369332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42AE85E0-4B51-DFDC-688D-0BB9A920473D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AA24EF27-31D1-E542-2E09-3AFCA20FF2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82724" cy="369332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96B3FAFB-3941-8957-8C30-30A6BA061E93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780B0D26-E895-098D-463A-3F95D2E1DB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82724" cy="369332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A392D7CB-B6F7-F545-313F-4B889FA678CB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A3C558BA-621E-549A-9336-B154C01559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82724" cy="369332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749B71E5-4C53-9308-85ED-1C7BAC46757E}"/>
              </a:ext>
            </a:extLst>
          </p:cNvPr>
          <p:cNvSpPr txBox="1"/>
          <p:nvPr/>
        </p:nvSpPr>
        <p:spPr>
          <a:xfrm>
            <a:off x="3545443" y="5508665"/>
            <a:ext cx="453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Single Input, Single Output Channel</a:t>
            </a:r>
          </a:p>
        </p:txBody>
      </p:sp>
    </p:spTree>
    <p:extLst>
      <p:ext uri="{BB962C8B-B14F-4D97-AF65-F5344CB8AC3E}">
        <p14:creationId xmlns:p14="http://schemas.microsoft.com/office/powerpoint/2010/main" val="10689876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F5961-7642-27A1-6EB9-B6717C8C4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Scalar Matrix Multiplication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D8E031D-BB3A-4207-AF2C-5D871DDA9D71}"/>
              </a:ext>
            </a:extLst>
          </p:cNvPr>
          <p:cNvGrpSpPr/>
          <p:nvPr/>
        </p:nvGrpSpPr>
        <p:grpSpPr>
          <a:xfrm>
            <a:off x="5115999" y="3118508"/>
            <a:ext cx="1073051" cy="896233"/>
            <a:chOff x="1975635" y="2952087"/>
            <a:chExt cx="1073051" cy="89623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F5EC634-3467-2F31-566D-966160217FF6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49CDF9D-2226-6D0D-DA48-0126ABDA5BEE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5EDDCFB2-16D9-1AD7-8615-A73F1E0E658D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D7C8E670-C503-A7AC-6D4B-31C8CCB05F60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D3CDCBA-AB64-DDDE-26AE-C4637F87821F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FC4356C-A809-66FD-3470-02F3327A90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E7E3859-8F80-188D-707F-F304A9950F74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A9A0494-79BB-785D-CF56-A9F171CB7099}"/>
                    </a:ext>
                  </a:extLst>
                </p:cNvPr>
                <p:cNvSpPr txBox="1"/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BBC5356-42E3-EF95-C54F-F120B6F9A4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CF7CD92-6049-C719-2406-3FAF9DC643AB}"/>
                    </a:ext>
                  </a:extLst>
                </p:cNvPr>
                <p:cNvSpPr txBox="1"/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2A4BE73-8E7E-F1F6-CFF2-879714C463FB}"/>
              </a:ext>
            </a:extLst>
          </p:cNvPr>
          <p:cNvGrpSpPr/>
          <p:nvPr/>
        </p:nvGrpSpPr>
        <p:grpSpPr>
          <a:xfrm>
            <a:off x="2060223" y="2638338"/>
            <a:ext cx="2040130" cy="1784524"/>
            <a:chOff x="585073" y="2581414"/>
            <a:chExt cx="2040130" cy="178452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49D264D-A99E-F617-35BE-0C050599473A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B313AB3-2F92-BB9E-D3C4-677776953E5F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4DAAB69-6646-953F-7E9B-508951BEA21C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8904395-40D7-7C15-D8E4-69790441B377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98EB1E4-B94E-834F-D73B-0A24F3B3CAAB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6498D95-1050-122C-8C14-27744492557E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0D137BB-8354-79A1-B01F-A04289C7499E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80E8682-C447-641E-CB56-0ECAD4B14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11F9F09-8A30-63C3-C0CA-D6DF63F9A5B0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6DD60EE-6A51-2294-863F-B2255FD260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BC59971-856E-98E0-E42F-B5E2AD5E29F5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A10E3B2-D39D-70C0-EB32-3DFE74954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A9DFB91-2214-E9BD-C1FD-06B84CAB0C86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1900A14-A7B9-703E-1B52-C2341BAE54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79C2632-DFAD-1F93-F681-3B158B3C2DCC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8E2B7E-DE42-2D31-2185-4E519E4479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A845E06-1F5A-5A5D-652D-18B98DB0729A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2FC78AF-1A46-AD29-9C68-E8DFB3818D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75F41A7-8AC9-CB3A-BA4B-23C38D9A1268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8E76E51-B278-0202-75E4-53E835170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5377741D-3C8D-5880-93F4-C8474D245842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53A9B48-3C74-61BB-F2FD-D4F690674E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8B405D2-B28B-070A-0297-7B3E9B49C9EE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85ED0702-BD03-CA62-4C1C-B46DE77B7959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57EE8F7-E2BC-DB50-68C3-2B7258DC16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AC66102-1B62-E798-796E-922A39188978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8447FC9-EF85-091B-9EA5-9D8DBBE466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8F39B596-DFD5-2D8D-0393-C306B9F710F1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7EE46D8-DC00-FF0B-5462-9B29DB53C3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A2B7F36-B44A-8F10-142F-B50E5A70B160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792E78BF-9046-CD5A-C7FF-169F3F14252E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7FF778F-772B-87F4-B404-0A4CFCF97F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98FB6AC-6EB2-3ED0-86ED-342E065611AD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0AF7050-5AB6-1959-33CC-84D01DC59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E325C3EC-0277-5179-DF1E-D63ACAFBFB88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EC01E87-6239-5F5E-EB1B-F1FA080F9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E0BA2DF5-261A-7619-B3A4-D29F31D2E817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96309B6-7648-E580-EABE-E08CDAC32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B8E6FD23-3DC6-B72C-00F2-ABB05728FA6F}"/>
              </a:ext>
            </a:extLst>
          </p:cNvPr>
          <p:cNvSpPr/>
          <p:nvPr/>
        </p:nvSpPr>
        <p:spPr>
          <a:xfrm>
            <a:off x="6759460" y="3267431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082B7CF-0702-8D27-8C45-21015B68F951}"/>
              </a:ext>
            </a:extLst>
          </p:cNvPr>
          <p:cNvGrpSpPr/>
          <p:nvPr/>
        </p:nvGrpSpPr>
        <p:grpSpPr>
          <a:xfrm>
            <a:off x="8761204" y="2671632"/>
            <a:ext cx="2110854" cy="1784524"/>
            <a:chOff x="585073" y="2581414"/>
            <a:chExt cx="2110854" cy="1784524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DA01653-6192-5D9F-25FC-F91D52FF6B5B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D9D84DB-5D8E-6B3B-565F-5F5A60122231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EC0E11F-78D0-EA2D-B92C-3D11E48492AC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FBE5E06-F2B4-5C76-91F0-FA038EFCB5BD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DDACD96-C25C-028A-5213-F4AB96F599BA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8E6D6EED-B748-F632-694F-DEF845ABE23E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8E6D6EED-B748-F632-694F-DEF845ABE2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84941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7FF4F161-D993-A82D-68F9-126B90C65192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7FF4F161-D993-A82D-68F9-126B90C651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90262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9C480DE2-594E-116B-5EE5-659F9D785E56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9C480DE2-594E-116B-5EE5-659F9D785E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90262" cy="36933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A221E99-FC33-2CA5-2664-107C934162C6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A221E99-FC33-2CA5-2664-107C934162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90262" cy="369332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C732C5C-0E10-5B6D-8873-E54A93FEEFEB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C732C5C-0E10-5B6D-8873-E54A93FEEF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90262" cy="369332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24B6A9AD-73D7-A912-A089-0D3450EA9B73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24B6A9AD-73D7-A912-A089-0D3450EA9B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90262" cy="369332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8D88B47F-008F-E5C1-C3BF-BA4B1FCE2198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854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8D88B47F-008F-E5C1-C3BF-BA4B1FCE21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85454" cy="369332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39DCD9AE-D5E8-2988-9C7C-D5489494A357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39DCD9AE-D5E8-2988-9C7C-D5489494A3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82724" cy="369332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B48A6A03-AA5D-FB58-71F0-07076FA43865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B48A6A03-AA5D-FB58-71F0-07076FA438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82724" cy="369332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DA67676-883D-BDE6-3665-72A554BFDC48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7949DA4E-3DD8-B388-126C-D02F32CA55E8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803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7949DA4E-3DD8-B388-126C-D02F32CA55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80388" cy="369332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9EF6906E-0451-D21E-DC87-1B484B891EB8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9EF6906E-0451-D21E-DC87-1B484B891E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90262" cy="369332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DC070CA9-B260-FAB9-1BAF-A5206C7F1083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DC070CA9-B260-FAB9-1BAF-A5206C7F10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82724" cy="369332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4D439620-BC02-5388-2CB1-5A0CB8F5DA03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EB5FB815-8EEA-F22B-3798-48B33A3FD5BB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EB5FB815-8EEA-F22B-3798-48B33A3FD5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82724" cy="369332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AA24EF27-31D1-E542-2E09-3AFCA20FF217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AA24EF27-31D1-E542-2E09-3AFCA20FF2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82724" cy="369332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780B0D26-E895-098D-463A-3F95D2E1DB40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780B0D26-E895-098D-463A-3F95D2E1DB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82724" cy="369332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A3C558BA-621E-549A-9336-B154C0155963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A3C558BA-621E-549A-9336-B154C01559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82724" cy="369332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C80C0984-61B1-E026-79DA-0D09A2678ED4}"/>
              </a:ext>
            </a:extLst>
          </p:cNvPr>
          <p:cNvSpPr txBox="1"/>
          <p:nvPr/>
        </p:nvSpPr>
        <p:spPr>
          <a:xfrm>
            <a:off x="3545443" y="5508665"/>
            <a:ext cx="453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Single Input, Single Output Channel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4896006-AE1E-BCA1-0348-6392BBD5C845}"/>
              </a:ext>
            </a:extLst>
          </p:cNvPr>
          <p:cNvGrpSpPr/>
          <p:nvPr/>
        </p:nvGrpSpPr>
        <p:grpSpPr>
          <a:xfrm>
            <a:off x="2054898" y="4410216"/>
            <a:ext cx="1110043" cy="499397"/>
            <a:chOff x="1980958" y="2952087"/>
            <a:chExt cx="1059735" cy="499397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EFE8688-64C7-306B-D46A-EBE7ED62055E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AAB91D9B-B7DC-48AC-DE28-81A0608558CE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2C07DE33-F5C0-F127-C13F-99FE149B5F1A}"/>
                  </a:ext>
                </a:extLst>
              </p:cNvPr>
              <p:cNvCxnSpPr>
                <a:cxnSpLocks/>
                <a:stCxn id="66" idx="0"/>
                <a:endCxn id="66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ABD90CF3-B9A2-2528-FFA5-C6B42AEE0C77}"/>
                    </a:ext>
                  </a:extLst>
                </p:cNvPr>
                <p:cNvSpPr txBox="1"/>
                <p:nvPr/>
              </p:nvSpPr>
              <p:spPr>
                <a:xfrm>
                  <a:off x="1982283" y="3030870"/>
                  <a:ext cx="4827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ABD90CF3-B9A2-2528-FFA5-C6B42AEE0C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3" y="3030870"/>
                  <a:ext cx="482706" cy="369332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3863EB3-F982-2034-F2F3-3EF38A2B58DE}"/>
                    </a:ext>
                  </a:extLst>
                </p:cNvPr>
                <p:cNvSpPr txBox="1"/>
                <p:nvPr/>
              </p:nvSpPr>
              <p:spPr>
                <a:xfrm>
                  <a:off x="2512151" y="3030870"/>
                  <a:ext cx="47194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3863EB3-F982-2034-F2F3-3EF38A2B58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1" y="3030870"/>
                  <a:ext cx="471941" cy="369332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8CC3554-8E40-E2FA-4BBE-ED7D77F91F09}"/>
              </a:ext>
            </a:extLst>
          </p:cNvPr>
          <p:cNvGrpSpPr/>
          <p:nvPr/>
        </p:nvGrpSpPr>
        <p:grpSpPr>
          <a:xfrm>
            <a:off x="3166574" y="4414756"/>
            <a:ext cx="829711" cy="499397"/>
            <a:chOff x="1980958" y="2952087"/>
            <a:chExt cx="1059735" cy="499397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36636FA-CFE9-51F1-263B-1917DD8F335B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538ECBD5-D699-CADE-44CC-0064F0A662EC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64A4CBD2-CE63-2349-4F50-2CB6F9AA386F}"/>
                  </a:ext>
                </a:extLst>
              </p:cNvPr>
              <p:cNvCxnSpPr>
                <a:cxnSpLocks/>
                <a:stCxn id="72" idx="0"/>
                <a:endCxn id="72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B2987538-ABAC-B112-875D-894CFEB0883E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4672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B2987538-ABAC-B112-875D-894CFEB088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467220" cy="369332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F5494468-F5D7-1601-9568-68FDF2CD0A9F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4672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F5494468-F5D7-1601-9568-68FDF2CD0A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467220" cy="369332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948B8C6-C8E2-83F9-3FBC-29B8CC1BF237}"/>
              </a:ext>
            </a:extLst>
          </p:cNvPr>
          <p:cNvGrpSpPr/>
          <p:nvPr/>
        </p:nvGrpSpPr>
        <p:grpSpPr>
          <a:xfrm rot="5400000">
            <a:off x="3793735" y="2867962"/>
            <a:ext cx="938351" cy="499397"/>
            <a:chOff x="1980958" y="2952087"/>
            <a:chExt cx="1059735" cy="499397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BFFDFC3B-AD11-7F00-6483-4E202E8E8DD3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2E8C65F7-A7B3-6198-00FB-67F33F593DFC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814366F7-3F53-35FB-A6C6-B07928EA487D}"/>
                  </a:ext>
                </a:extLst>
              </p:cNvPr>
              <p:cNvCxnSpPr>
                <a:cxnSpLocks/>
                <a:stCxn id="78" idx="0"/>
                <a:endCxn id="78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B9402EAA-10ED-5456-21CD-00CB327A71CE}"/>
                    </a:ext>
                  </a:extLst>
                </p:cNvPr>
                <p:cNvSpPr txBox="1"/>
                <p:nvPr/>
              </p:nvSpPr>
              <p:spPr>
                <a:xfrm>
                  <a:off x="1982283" y="3030870"/>
                  <a:ext cx="4827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B9402EAA-10ED-5456-21CD-00CB327A71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3" y="3030870"/>
                  <a:ext cx="482706" cy="369332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ADC4EF50-64B5-065D-D1A6-2EC97B3180EA}"/>
                    </a:ext>
                  </a:extLst>
                </p:cNvPr>
                <p:cNvSpPr txBox="1"/>
                <p:nvPr/>
              </p:nvSpPr>
              <p:spPr>
                <a:xfrm>
                  <a:off x="2512151" y="3030870"/>
                  <a:ext cx="47194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ADC4EF50-64B5-065D-D1A6-2EC97B3180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1" y="3030870"/>
                  <a:ext cx="471941" cy="369332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051F344B-3BC8-FF76-D4B8-23917A2D8C69}"/>
              </a:ext>
            </a:extLst>
          </p:cNvPr>
          <p:cNvGrpSpPr/>
          <p:nvPr/>
        </p:nvGrpSpPr>
        <p:grpSpPr>
          <a:xfrm rot="5400000">
            <a:off x="3841756" y="3763941"/>
            <a:ext cx="844551" cy="499397"/>
            <a:chOff x="1980958" y="2952087"/>
            <a:chExt cx="1059735" cy="499397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10FCE2E8-134B-EB3C-7FCB-EC410B7CDB8D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2C4753FE-76E3-5DC0-E9F3-2B92505BFF02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024C429B-357E-15EF-4C22-95C200F74799}"/>
                  </a:ext>
                </a:extLst>
              </p:cNvPr>
              <p:cNvCxnSpPr>
                <a:cxnSpLocks/>
                <a:stCxn id="84" idx="0"/>
                <a:endCxn id="84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AEB27B9E-F9DD-BF87-5810-010DF05946E2}"/>
                    </a:ext>
                  </a:extLst>
                </p:cNvPr>
                <p:cNvSpPr txBox="1"/>
                <p:nvPr/>
              </p:nvSpPr>
              <p:spPr>
                <a:xfrm>
                  <a:off x="1982283" y="3030870"/>
                  <a:ext cx="4827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AEB27B9E-F9DD-BF87-5810-010DF05946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3" y="3030870"/>
                  <a:ext cx="482706" cy="369332"/>
                </a:xfrm>
                <a:prstGeom prst="rect">
                  <a:avLst/>
                </a:prstGeom>
                <a:blipFill>
                  <a:blip r:embed="rId5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372A457F-99A3-C664-F645-A94DBB73401A}"/>
                    </a:ext>
                  </a:extLst>
                </p:cNvPr>
                <p:cNvSpPr txBox="1"/>
                <p:nvPr/>
              </p:nvSpPr>
              <p:spPr>
                <a:xfrm>
                  <a:off x="2512151" y="3030870"/>
                  <a:ext cx="47194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372A457F-99A3-C664-F645-A94DBB7340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1" y="3030870"/>
                  <a:ext cx="471941" cy="369332"/>
                </a:xfrm>
                <a:prstGeom prst="rect">
                  <a:avLst/>
                </a:prstGeom>
                <a:blipFill>
                  <a:blip r:embed="rId5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CE0F02E-8EB4-4CE4-D4AD-C1A6C44CCCA4}"/>
              </a:ext>
            </a:extLst>
          </p:cNvPr>
          <p:cNvGrpSpPr/>
          <p:nvPr/>
        </p:nvGrpSpPr>
        <p:grpSpPr>
          <a:xfrm rot="5400000">
            <a:off x="4038705" y="4449334"/>
            <a:ext cx="478860" cy="487190"/>
            <a:chOff x="1802621" y="3980731"/>
            <a:chExt cx="482706" cy="487190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0C432BF7-DE75-2CE8-65C0-C00042398D8F}"/>
                </a:ext>
              </a:extLst>
            </p:cNvPr>
            <p:cNvSpPr/>
            <p:nvPr/>
          </p:nvSpPr>
          <p:spPr>
            <a:xfrm>
              <a:off x="1811579" y="3980731"/>
              <a:ext cx="468547" cy="487190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064222D0-0256-1EEA-0838-02FBA6947DF2}"/>
                    </a:ext>
                  </a:extLst>
                </p:cNvPr>
                <p:cNvSpPr txBox="1"/>
                <p:nvPr/>
              </p:nvSpPr>
              <p:spPr>
                <a:xfrm>
                  <a:off x="1802621" y="4068635"/>
                  <a:ext cx="4827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064222D0-0256-1EEA-0838-02FBA6947D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2621" y="4068635"/>
                  <a:ext cx="482706" cy="369332"/>
                </a:xfrm>
                <a:prstGeom prst="rect">
                  <a:avLst/>
                </a:prstGeom>
                <a:blipFill>
                  <a:blip r:embed="rId5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0261860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F5961-7642-27A1-6EB9-B6717C8C4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Scalar Matrix Multiplication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D8E031D-BB3A-4207-AF2C-5D871DDA9D71}"/>
              </a:ext>
            </a:extLst>
          </p:cNvPr>
          <p:cNvGrpSpPr/>
          <p:nvPr/>
        </p:nvGrpSpPr>
        <p:grpSpPr>
          <a:xfrm>
            <a:off x="5115999" y="3118508"/>
            <a:ext cx="1073051" cy="896233"/>
            <a:chOff x="1975635" y="2952087"/>
            <a:chExt cx="1073051" cy="89623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F5EC634-3467-2F31-566D-966160217FF6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49CDF9D-2226-6D0D-DA48-0126ABDA5BEE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5EDDCFB2-16D9-1AD7-8615-A73F1E0E658D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D7C8E670-C503-A7AC-6D4B-31C8CCB05F60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D3CDCBA-AB64-DDDE-26AE-C4637F87821F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D3CDCBA-AB64-DDDE-26AE-C4637F8782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E7E3859-8F80-188D-707F-F304A9950F74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A9A0494-79BB-785D-CF56-A9F171CB7099}"/>
                    </a:ext>
                  </a:extLst>
                </p:cNvPr>
                <p:cNvSpPr txBox="1"/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BBC5356-42E3-EF95-C54F-F120B6F9A4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CF7CD92-6049-C719-2406-3FAF9DC643AB}"/>
                    </a:ext>
                  </a:extLst>
                </p:cNvPr>
                <p:cNvSpPr txBox="1"/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2A4BE73-8E7E-F1F6-CFF2-879714C463FB}"/>
              </a:ext>
            </a:extLst>
          </p:cNvPr>
          <p:cNvGrpSpPr/>
          <p:nvPr/>
        </p:nvGrpSpPr>
        <p:grpSpPr>
          <a:xfrm>
            <a:off x="2060223" y="2638338"/>
            <a:ext cx="2040130" cy="1784524"/>
            <a:chOff x="585073" y="2581414"/>
            <a:chExt cx="2040130" cy="178452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49D264D-A99E-F617-35BE-0C050599473A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B313AB3-2F92-BB9E-D3C4-677776953E5F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4DAAB69-6646-953F-7E9B-508951BEA21C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8904395-40D7-7C15-D8E4-69790441B377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98EB1E4-B94E-834F-D73B-0A24F3B3CAAB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6498D95-1050-122C-8C14-27744492557E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0D137BB-8354-79A1-B01F-A04289C7499E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80E8682-C447-641E-CB56-0ECAD4B14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11F9F09-8A30-63C3-C0CA-D6DF63F9A5B0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6DD60EE-6A51-2294-863F-B2255FD260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BC59971-856E-98E0-E42F-B5E2AD5E29F5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A10E3B2-D39D-70C0-EB32-3DFE74954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A9DFB91-2214-E9BD-C1FD-06B84CAB0C86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1900A14-A7B9-703E-1B52-C2341BAE54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79C2632-DFAD-1F93-F681-3B158B3C2DCC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8E2B7E-DE42-2D31-2185-4E519E4479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A845E06-1F5A-5A5D-652D-18B98DB0729A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2FC78AF-1A46-AD29-9C68-E8DFB3818D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75F41A7-8AC9-CB3A-BA4B-23C38D9A1268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8E76E51-B278-0202-75E4-53E835170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5377741D-3C8D-5880-93F4-C8474D245842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53A9B48-3C74-61BB-F2FD-D4F690674E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8B405D2-B28B-070A-0297-7B3E9B49C9EE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85ED0702-BD03-CA62-4C1C-B46DE77B7959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57EE8F7-E2BC-DB50-68C3-2B7258DC16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AC66102-1B62-E798-796E-922A39188978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8447FC9-EF85-091B-9EA5-9D8DBBE466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8F39B596-DFD5-2D8D-0393-C306B9F710F1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7EE46D8-DC00-FF0B-5462-9B29DB53C3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A2B7F36-B44A-8F10-142F-B50E5A70B160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792E78BF-9046-CD5A-C7FF-169F3F14252E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7FF778F-772B-87F4-B404-0A4CFCF97F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98FB6AC-6EB2-3ED0-86ED-342E065611AD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0AF7050-5AB6-1959-33CC-84D01DC59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E325C3EC-0277-5179-DF1E-D63ACAFBFB88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EC01E87-6239-5F5E-EB1B-F1FA080F9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E0BA2DF5-261A-7619-B3A4-D29F31D2E817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96309B6-7648-E580-EABE-E08CDAC32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B8E6FD23-3DC6-B72C-00F2-ABB05728FA6F}"/>
              </a:ext>
            </a:extLst>
          </p:cNvPr>
          <p:cNvSpPr/>
          <p:nvPr/>
        </p:nvSpPr>
        <p:spPr>
          <a:xfrm>
            <a:off x="6759460" y="3267431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082B7CF-0702-8D27-8C45-21015B68F951}"/>
              </a:ext>
            </a:extLst>
          </p:cNvPr>
          <p:cNvGrpSpPr/>
          <p:nvPr/>
        </p:nvGrpSpPr>
        <p:grpSpPr>
          <a:xfrm>
            <a:off x="8761204" y="2671632"/>
            <a:ext cx="2110854" cy="1784524"/>
            <a:chOff x="585073" y="2581414"/>
            <a:chExt cx="2110854" cy="1784524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DA01653-6192-5D9F-25FC-F91D52FF6B5B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D9D84DB-5D8E-6B3B-565F-5F5A60122231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EC0E11F-78D0-EA2D-B92C-3D11E48492AC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FBE5E06-F2B4-5C76-91F0-FA038EFCB5BD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DDACD96-C25C-028A-5213-F4AB96F599BA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8E6D6EED-B748-F632-694F-DEF845ABE23E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8E6D6EED-B748-F632-694F-DEF845ABE2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84941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7FF4F161-D993-A82D-68F9-126B90C65192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7FF4F161-D993-A82D-68F9-126B90C651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90262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9C480DE2-594E-116B-5EE5-659F9D785E56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9C480DE2-594E-116B-5EE5-659F9D785E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90262" cy="36933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A221E99-FC33-2CA5-2664-107C934162C6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A221E99-FC33-2CA5-2664-107C934162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90262" cy="369332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C732C5C-0E10-5B6D-8873-E54A93FEEFEB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C732C5C-0E10-5B6D-8873-E54A93FEEF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90262" cy="369332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24B6A9AD-73D7-A912-A089-0D3450EA9B73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24B6A9AD-73D7-A912-A089-0D3450EA9B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90262" cy="369332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8D88B47F-008F-E5C1-C3BF-BA4B1FCE2198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854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8D88B47F-008F-E5C1-C3BF-BA4B1FCE21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85454" cy="369332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39DCD9AE-D5E8-2988-9C7C-D5489494A357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39DCD9AE-D5E8-2988-9C7C-D5489494A3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82724" cy="369332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B48A6A03-AA5D-FB58-71F0-07076FA43865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B48A6A03-AA5D-FB58-71F0-07076FA438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82724" cy="369332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DA67676-883D-BDE6-3665-72A554BFDC48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7949DA4E-3DD8-B388-126C-D02F32CA55E8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803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7949DA4E-3DD8-B388-126C-D02F32CA55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80388" cy="369332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9EF6906E-0451-D21E-DC87-1B484B891EB8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9EF6906E-0451-D21E-DC87-1B484B891E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90262" cy="369332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DC070CA9-B260-FAB9-1BAF-A5206C7F1083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DC070CA9-B260-FAB9-1BAF-A5206C7F10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82724" cy="369332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4D439620-BC02-5388-2CB1-5A0CB8F5DA03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EB5FB815-8EEA-F22B-3798-48B33A3FD5BB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EB5FB815-8EEA-F22B-3798-48B33A3FD5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82724" cy="369332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AA24EF27-31D1-E542-2E09-3AFCA20FF217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AA24EF27-31D1-E542-2E09-3AFCA20FF2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82724" cy="369332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780B0D26-E895-098D-463A-3F95D2E1DB40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780B0D26-E895-098D-463A-3F95D2E1DB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82724" cy="369332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A3C558BA-621E-549A-9336-B154C0155963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A3C558BA-621E-549A-9336-B154C01559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82724" cy="369332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B8DDC6EA-767D-2EFD-5E14-D88B4A8D2E19}"/>
              </a:ext>
            </a:extLst>
          </p:cNvPr>
          <p:cNvSpPr/>
          <p:nvPr/>
        </p:nvSpPr>
        <p:spPr>
          <a:xfrm>
            <a:off x="1902666" y="2554377"/>
            <a:ext cx="2221992" cy="198991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7674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F5961-7642-27A1-6EB9-B6717C8C4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Scalar Matrix Multiplication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D8E031D-BB3A-4207-AF2C-5D871DDA9D71}"/>
              </a:ext>
            </a:extLst>
          </p:cNvPr>
          <p:cNvGrpSpPr/>
          <p:nvPr/>
        </p:nvGrpSpPr>
        <p:grpSpPr>
          <a:xfrm>
            <a:off x="5115999" y="3118508"/>
            <a:ext cx="1073051" cy="896233"/>
            <a:chOff x="1975635" y="2952087"/>
            <a:chExt cx="1073051" cy="89623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F5EC634-3467-2F31-566D-966160217FF6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49CDF9D-2226-6D0D-DA48-0126ABDA5BEE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5EDDCFB2-16D9-1AD7-8615-A73F1E0E658D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D7C8E670-C503-A7AC-6D4B-31C8CCB05F60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D3CDCBA-AB64-DDDE-26AE-C4637F87821F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D3CDCBA-AB64-DDDE-26AE-C4637F8782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E7E3859-8F80-188D-707F-F304A9950F74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E7E3859-8F80-188D-707F-F304A9950F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A9A0494-79BB-785D-CF56-A9F171CB7099}"/>
                    </a:ext>
                  </a:extLst>
                </p:cNvPr>
                <p:cNvSpPr txBox="1"/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BBC5356-42E3-EF95-C54F-F120B6F9A4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CF7CD92-6049-C719-2406-3FAF9DC643AB}"/>
                    </a:ext>
                  </a:extLst>
                </p:cNvPr>
                <p:cNvSpPr txBox="1"/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2A4BE73-8E7E-F1F6-CFF2-879714C463FB}"/>
              </a:ext>
            </a:extLst>
          </p:cNvPr>
          <p:cNvGrpSpPr/>
          <p:nvPr/>
        </p:nvGrpSpPr>
        <p:grpSpPr>
          <a:xfrm>
            <a:off x="2060223" y="2638338"/>
            <a:ext cx="2040130" cy="1784524"/>
            <a:chOff x="585073" y="2581414"/>
            <a:chExt cx="2040130" cy="178452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49D264D-A99E-F617-35BE-0C050599473A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B313AB3-2F92-BB9E-D3C4-677776953E5F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4DAAB69-6646-953F-7E9B-508951BEA21C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8904395-40D7-7C15-D8E4-69790441B377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98EB1E4-B94E-834F-D73B-0A24F3B3CAAB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6498D95-1050-122C-8C14-27744492557E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0D137BB-8354-79A1-B01F-A04289C7499E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80E8682-C447-641E-CB56-0ECAD4B14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11F9F09-8A30-63C3-C0CA-D6DF63F9A5B0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6DD60EE-6A51-2294-863F-B2255FD260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BC59971-856E-98E0-E42F-B5E2AD5E29F5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A10E3B2-D39D-70C0-EB32-3DFE74954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A9DFB91-2214-E9BD-C1FD-06B84CAB0C86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1900A14-A7B9-703E-1B52-C2341BAE54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79C2632-DFAD-1F93-F681-3B158B3C2DCC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8E2B7E-DE42-2D31-2185-4E519E4479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A845E06-1F5A-5A5D-652D-18B98DB0729A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2FC78AF-1A46-AD29-9C68-E8DFB3818D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75F41A7-8AC9-CB3A-BA4B-23C38D9A1268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8E76E51-B278-0202-75E4-53E835170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5377741D-3C8D-5880-93F4-C8474D245842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53A9B48-3C74-61BB-F2FD-D4F690674E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8B405D2-B28B-070A-0297-7B3E9B49C9EE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85ED0702-BD03-CA62-4C1C-B46DE77B7959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57EE8F7-E2BC-DB50-68C3-2B7258DC16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AC66102-1B62-E798-796E-922A39188978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8447FC9-EF85-091B-9EA5-9D8DBBE466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8F39B596-DFD5-2D8D-0393-C306B9F710F1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7EE46D8-DC00-FF0B-5462-9B29DB53C3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A2B7F36-B44A-8F10-142F-B50E5A70B160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792E78BF-9046-CD5A-C7FF-169F3F14252E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7FF778F-772B-87F4-B404-0A4CFCF97F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98FB6AC-6EB2-3ED0-86ED-342E065611AD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0AF7050-5AB6-1959-33CC-84D01DC59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E325C3EC-0277-5179-DF1E-D63ACAFBFB88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EC01E87-6239-5F5E-EB1B-F1FA080F9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E0BA2DF5-261A-7619-B3A4-D29F31D2E817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96309B6-7648-E580-EABE-E08CDAC32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B8E6FD23-3DC6-B72C-00F2-ABB05728FA6F}"/>
              </a:ext>
            </a:extLst>
          </p:cNvPr>
          <p:cNvSpPr/>
          <p:nvPr/>
        </p:nvSpPr>
        <p:spPr>
          <a:xfrm>
            <a:off x="6759460" y="3267431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082B7CF-0702-8D27-8C45-21015B68F951}"/>
              </a:ext>
            </a:extLst>
          </p:cNvPr>
          <p:cNvGrpSpPr/>
          <p:nvPr/>
        </p:nvGrpSpPr>
        <p:grpSpPr>
          <a:xfrm>
            <a:off x="8761204" y="2671632"/>
            <a:ext cx="2110854" cy="1784524"/>
            <a:chOff x="585073" y="2581414"/>
            <a:chExt cx="2110854" cy="1784524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DA01653-6192-5D9F-25FC-F91D52FF6B5B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D9D84DB-5D8E-6B3B-565F-5F5A60122231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EC0E11F-78D0-EA2D-B92C-3D11E48492AC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FBE5E06-F2B4-5C76-91F0-FA038EFCB5BD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DDACD96-C25C-028A-5213-F4AB96F599BA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8E6D6EED-B748-F632-694F-DEF845ABE23E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8E6D6EED-B748-F632-694F-DEF845ABE2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84941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7FF4F161-D993-A82D-68F9-126B90C65192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7FF4F161-D993-A82D-68F9-126B90C651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90262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9C480DE2-594E-116B-5EE5-659F9D785E56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9C480DE2-594E-116B-5EE5-659F9D785E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90262" cy="36933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A221E99-FC33-2CA5-2664-107C934162C6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A221E99-FC33-2CA5-2664-107C934162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90262" cy="369332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C732C5C-0E10-5B6D-8873-E54A93FEEFEB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C732C5C-0E10-5B6D-8873-E54A93FEEF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90262" cy="369332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24B6A9AD-73D7-A912-A089-0D3450EA9B73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24B6A9AD-73D7-A912-A089-0D3450EA9B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90262" cy="369332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8D88B47F-008F-E5C1-C3BF-BA4B1FCE2198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854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8D88B47F-008F-E5C1-C3BF-BA4B1FCE21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85454" cy="369332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39DCD9AE-D5E8-2988-9C7C-D5489494A357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39DCD9AE-D5E8-2988-9C7C-D5489494A3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82724" cy="369332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B48A6A03-AA5D-FB58-71F0-07076FA43865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B48A6A03-AA5D-FB58-71F0-07076FA438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82724" cy="369332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DA67676-883D-BDE6-3665-72A554BFDC48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7949DA4E-3DD8-B388-126C-D02F32CA55E8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803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7949DA4E-3DD8-B388-126C-D02F32CA55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80388" cy="369332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9EF6906E-0451-D21E-DC87-1B484B891EB8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9EF6906E-0451-D21E-DC87-1B484B891E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90262" cy="369332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DC070CA9-B260-FAB9-1BAF-A5206C7F1083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DC070CA9-B260-FAB9-1BAF-A5206C7F10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82724" cy="369332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4D439620-BC02-5388-2CB1-5A0CB8F5DA03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EB5FB815-8EEA-F22B-3798-48B33A3FD5BB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EB5FB815-8EEA-F22B-3798-48B33A3FD5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82724" cy="369332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AA24EF27-31D1-E542-2E09-3AFCA20FF217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AA24EF27-31D1-E542-2E09-3AFCA20FF2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82724" cy="369332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780B0D26-E895-098D-463A-3F95D2E1DB40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780B0D26-E895-098D-463A-3F95D2E1DB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82724" cy="369332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A3C558BA-621E-549A-9336-B154C0155963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A3C558BA-621E-549A-9336-B154C01559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82724" cy="369332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B8DDC6EA-767D-2EFD-5E14-D88B4A8D2E19}"/>
              </a:ext>
            </a:extLst>
          </p:cNvPr>
          <p:cNvSpPr/>
          <p:nvPr/>
        </p:nvSpPr>
        <p:spPr>
          <a:xfrm>
            <a:off x="2581218" y="2554377"/>
            <a:ext cx="1543439" cy="198991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979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F5961-7642-27A1-6EB9-B6717C8C4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Scalar Matrix Multiplication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D8E031D-BB3A-4207-AF2C-5D871DDA9D71}"/>
              </a:ext>
            </a:extLst>
          </p:cNvPr>
          <p:cNvGrpSpPr/>
          <p:nvPr/>
        </p:nvGrpSpPr>
        <p:grpSpPr>
          <a:xfrm>
            <a:off x="5115999" y="3118508"/>
            <a:ext cx="1073051" cy="896233"/>
            <a:chOff x="1975635" y="2952087"/>
            <a:chExt cx="1073051" cy="89623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F5EC634-3467-2F31-566D-966160217FF6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49CDF9D-2226-6D0D-DA48-0126ABDA5BEE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5EDDCFB2-16D9-1AD7-8615-A73F1E0E658D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D7C8E670-C503-A7AC-6D4B-31C8CCB05F60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D3CDCBA-AB64-DDDE-26AE-C4637F87821F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D3CDCBA-AB64-DDDE-26AE-C4637F8782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E7E3859-8F80-188D-707F-F304A9950F74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E7E3859-8F80-188D-707F-F304A9950F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A9A0494-79BB-785D-CF56-A9F171CB7099}"/>
                    </a:ext>
                  </a:extLst>
                </p:cNvPr>
                <p:cNvSpPr txBox="1"/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A9A0494-79BB-785D-CF56-A9F171CB7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CF7CD92-6049-C719-2406-3FAF9DC643AB}"/>
                    </a:ext>
                  </a:extLst>
                </p:cNvPr>
                <p:cNvSpPr txBox="1"/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2A4BE73-8E7E-F1F6-CFF2-879714C463FB}"/>
              </a:ext>
            </a:extLst>
          </p:cNvPr>
          <p:cNvGrpSpPr/>
          <p:nvPr/>
        </p:nvGrpSpPr>
        <p:grpSpPr>
          <a:xfrm>
            <a:off x="2060223" y="2638338"/>
            <a:ext cx="2040130" cy="1784524"/>
            <a:chOff x="585073" y="2581414"/>
            <a:chExt cx="2040130" cy="178452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49D264D-A99E-F617-35BE-0C050599473A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B313AB3-2F92-BB9E-D3C4-677776953E5F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4DAAB69-6646-953F-7E9B-508951BEA21C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8904395-40D7-7C15-D8E4-69790441B377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98EB1E4-B94E-834F-D73B-0A24F3B3CAAB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6498D95-1050-122C-8C14-27744492557E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0D137BB-8354-79A1-B01F-A04289C7499E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80E8682-C447-641E-CB56-0ECAD4B14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11F9F09-8A30-63C3-C0CA-D6DF63F9A5B0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6DD60EE-6A51-2294-863F-B2255FD260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BC59971-856E-98E0-E42F-B5E2AD5E29F5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A10E3B2-D39D-70C0-EB32-3DFE74954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A9DFB91-2214-E9BD-C1FD-06B84CAB0C86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1900A14-A7B9-703E-1B52-C2341BAE54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79C2632-DFAD-1F93-F681-3B158B3C2DCC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8E2B7E-DE42-2D31-2185-4E519E4479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A845E06-1F5A-5A5D-652D-18B98DB0729A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2FC78AF-1A46-AD29-9C68-E8DFB3818D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75F41A7-8AC9-CB3A-BA4B-23C38D9A1268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8E76E51-B278-0202-75E4-53E835170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5377741D-3C8D-5880-93F4-C8474D245842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53A9B48-3C74-61BB-F2FD-D4F690674E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8B405D2-B28B-070A-0297-7B3E9B49C9EE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85ED0702-BD03-CA62-4C1C-B46DE77B7959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57EE8F7-E2BC-DB50-68C3-2B7258DC16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AC66102-1B62-E798-796E-922A39188978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8447FC9-EF85-091B-9EA5-9D8DBBE466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8F39B596-DFD5-2D8D-0393-C306B9F710F1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7EE46D8-DC00-FF0B-5462-9B29DB53C3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A2B7F36-B44A-8F10-142F-B50E5A70B160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792E78BF-9046-CD5A-C7FF-169F3F14252E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7FF778F-772B-87F4-B404-0A4CFCF97F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98FB6AC-6EB2-3ED0-86ED-342E065611AD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0AF7050-5AB6-1959-33CC-84D01DC59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E325C3EC-0277-5179-DF1E-D63ACAFBFB88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EC01E87-6239-5F5E-EB1B-F1FA080F9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E0BA2DF5-261A-7619-B3A4-D29F31D2E817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96309B6-7648-E580-EABE-E08CDAC32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B8E6FD23-3DC6-B72C-00F2-ABB05728FA6F}"/>
              </a:ext>
            </a:extLst>
          </p:cNvPr>
          <p:cNvSpPr/>
          <p:nvPr/>
        </p:nvSpPr>
        <p:spPr>
          <a:xfrm>
            <a:off x="6759460" y="3267431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082B7CF-0702-8D27-8C45-21015B68F951}"/>
              </a:ext>
            </a:extLst>
          </p:cNvPr>
          <p:cNvGrpSpPr/>
          <p:nvPr/>
        </p:nvGrpSpPr>
        <p:grpSpPr>
          <a:xfrm>
            <a:off x="8761204" y="2671632"/>
            <a:ext cx="2110854" cy="1784524"/>
            <a:chOff x="585073" y="2581414"/>
            <a:chExt cx="2110854" cy="1784524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DA01653-6192-5D9F-25FC-F91D52FF6B5B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D9D84DB-5D8E-6B3B-565F-5F5A60122231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EC0E11F-78D0-EA2D-B92C-3D11E48492AC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FBE5E06-F2B4-5C76-91F0-FA038EFCB5BD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DDACD96-C25C-028A-5213-F4AB96F599BA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8E6D6EED-B748-F632-694F-DEF845ABE23E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8E6D6EED-B748-F632-694F-DEF845ABE2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84941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7FF4F161-D993-A82D-68F9-126B90C65192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7FF4F161-D993-A82D-68F9-126B90C651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90262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9C480DE2-594E-116B-5EE5-659F9D785E56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9C480DE2-594E-116B-5EE5-659F9D785E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90262" cy="36933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A221E99-FC33-2CA5-2664-107C934162C6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A221E99-FC33-2CA5-2664-107C934162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90262" cy="369332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C732C5C-0E10-5B6D-8873-E54A93FEEFEB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C732C5C-0E10-5B6D-8873-E54A93FEEF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90262" cy="369332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24B6A9AD-73D7-A912-A089-0D3450EA9B73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24B6A9AD-73D7-A912-A089-0D3450EA9B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90262" cy="369332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8D88B47F-008F-E5C1-C3BF-BA4B1FCE2198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854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8D88B47F-008F-E5C1-C3BF-BA4B1FCE21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85454" cy="369332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39DCD9AE-D5E8-2988-9C7C-D5489494A357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39DCD9AE-D5E8-2988-9C7C-D5489494A3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82724" cy="369332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B48A6A03-AA5D-FB58-71F0-07076FA43865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B48A6A03-AA5D-FB58-71F0-07076FA438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82724" cy="369332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DA67676-883D-BDE6-3665-72A554BFDC48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7949DA4E-3DD8-B388-126C-D02F32CA55E8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803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7949DA4E-3DD8-B388-126C-D02F32CA55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80388" cy="369332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9EF6906E-0451-D21E-DC87-1B484B891EB8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9EF6906E-0451-D21E-DC87-1B484B891E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90262" cy="369332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DC070CA9-B260-FAB9-1BAF-A5206C7F1083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DC070CA9-B260-FAB9-1BAF-A5206C7F10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82724" cy="369332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4D439620-BC02-5388-2CB1-5A0CB8F5DA03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EB5FB815-8EEA-F22B-3798-48B33A3FD5BB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EB5FB815-8EEA-F22B-3798-48B33A3FD5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82724" cy="369332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AA24EF27-31D1-E542-2E09-3AFCA20FF217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AA24EF27-31D1-E542-2E09-3AFCA20FF2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82724" cy="369332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780B0D26-E895-098D-463A-3F95D2E1DB40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780B0D26-E895-098D-463A-3F95D2E1DB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82724" cy="369332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A3C558BA-621E-549A-9336-B154C0155963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A3C558BA-621E-549A-9336-B154C01559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82724" cy="369332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B8DDC6EA-767D-2EFD-5E14-D88B4A8D2E19}"/>
              </a:ext>
            </a:extLst>
          </p:cNvPr>
          <p:cNvSpPr/>
          <p:nvPr/>
        </p:nvSpPr>
        <p:spPr>
          <a:xfrm>
            <a:off x="1985820" y="3087629"/>
            <a:ext cx="2138838" cy="145665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6420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F5961-7642-27A1-6EB9-B6717C8C4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Scalar Matrix Multiplication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D8E031D-BB3A-4207-AF2C-5D871DDA9D71}"/>
              </a:ext>
            </a:extLst>
          </p:cNvPr>
          <p:cNvGrpSpPr/>
          <p:nvPr/>
        </p:nvGrpSpPr>
        <p:grpSpPr>
          <a:xfrm>
            <a:off x="5115999" y="3118508"/>
            <a:ext cx="1073051" cy="896233"/>
            <a:chOff x="1975635" y="2952087"/>
            <a:chExt cx="1073051" cy="89623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F5EC634-3467-2F31-566D-966160217FF6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49CDF9D-2226-6D0D-DA48-0126ABDA5BEE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5EDDCFB2-16D9-1AD7-8615-A73F1E0E658D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D7C8E670-C503-A7AC-6D4B-31C8CCB05F60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D3CDCBA-AB64-DDDE-26AE-C4637F87821F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D3CDCBA-AB64-DDDE-26AE-C4637F8782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E7E3859-8F80-188D-707F-F304A9950F74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E7E3859-8F80-188D-707F-F304A9950F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A9A0494-79BB-785D-CF56-A9F171CB7099}"/>
                    </a:ext>
                  </a:extLst>
                </p:cNvPr>
                <p:cNvSpPr txBox="1"/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A9A0494-79BB-785D-CF56-A9F171CB7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CF7CD92-6049-C719-2406-3FAF9DC643AB}"/>
                    </a:ext>
                  </a:extLst>
                </p:cNvPr>
                <p:cNvSpPr txBox="1"/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CF7CD92-6049-C719-2406-3FAF9DC643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2A4BE73-8E7E-F1F6-CFF2-879714C463FB}"/>
              </a:ext>
            </a:extLst>
          </p:cNvPr>
          <p:cNvGrpSpPr/>
          <p:nvPr/>
        </p:nvGrpSpPr>
        <p:grpSpPr>
          <a:xfrm>
            <a:off x="2060223" y="2638338"/>
            <a:ext cx="2040130" cy="1784524"/>
            <a:chOff x="585073" y="2581414"/>
            <a:chExt cx="2040130" cy="178452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49D264D-A99E-F617-35BE-0C050599473A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B313AB3-2F92-BB9E-D3C4-677776953E5F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4DAAB69-6646-953F-7E9B-508951BEA21C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8904395-40D7-7C15-D8E4-69790441B377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98EB1E4-B94E-834F-D73B-0A24F3B3CAAB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6498D95-1050-122C-8C14-27744492557E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0D137BB-8354-79A1-B01F-A04289C7499E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80E8682-C447-641E-CB56-0ECAD4B14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11F9F09-8A30-63C3-C0CA-D6DF63F9A5B0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6DD60EE-6A51-2294-863F-B2255FD260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BC59971-856E-98E0-E42F-B5E2AD5E29F5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A10E3B2-D39D-70C0-EB32-3DFE74954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A9DFB91-2214-E9BD-C1FD-06B84CAB0C86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1900A14-A7B9-703E-1B52-C2341BAE54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79C2632-DFAD-1F93-F681-3B158B3C2DCC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8E2B7E-DE42-2D31-2185-4E519E4479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A845E06-1F5A-5A5D-652D-18B98DB0729A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2FC78AF-1A46-AD29-9C68-E8DFB3818D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75F41A7-8AC9-CB3A-BA4B-23C38D9A1268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8E76E51-B278-0202-75E4-53E835170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5377741D-3C8D-5880-93F4-C8474D245842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53A9B48-3C74-61BB-F2FD-D4F690674E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8B405D2-B28B-070A-0297-7B3E9B49C9EE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85ED0702-BD03-CA62-4C1C-B46DE77B7959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57EE8F7-E2BC-DB50-68C3-2B7258DC16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AC66102-1B62-E798-796E-922A39188978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8447FC9-EF85-091B-9EA5-9D8DBBE466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8F39B596-DFD5-2D8D-0393-C306B9F710F1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7EE46D8-DC00-FF0B-5462-9B29DB53C3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A2B7F36-B44A-8F10-142F-B50E5A70B160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792E78BF-9046-CD5A-C7FF-169F3F14252E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7FF778F-772B-87F4-B404-0A4CFCF97F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98FB6AC-6EB2-3ED0-86ED-342E065611AD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0AF7050-5AB6-1959-33CC-84D01DC59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E325C3EC-0277-5179-DF1E-D63ACAFBFB88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EC01E87-6239-5F5E-EB1B-F1FA080F9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E0BA2DF5-261A-7619-B3A4-D29F31D2E817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96309B6-7648-E580-EABE-E08CDAC32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B8E6FD23-3DC6-B72C-00F2-ABB05728FA6F}"/>
              </a:ext>
            </a:extLst>
          </p:cNvPr>
          <p:cNvSpPr/>
          <p:nvPr/>
        </p:nvSpPr>
        <p:spPr>
          <a:xfrm>
            <a:off x="6759460" y="3267431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082B7CF-0702-8D27-8C45-21015B68F951}"/>
              </a:ext>
            </a:extLst>
          </p:cNvPr>
          <p:cNvGrpSpPr/>
          <p:nvPr/>
        </p:nvGrpSpPr>
        <p:grpSpPr>
          <a:xfrm>
            <a:off x="8761204" y="2671632"/>
            <a:ext cx="2110854" cy="1784524"/>
            <a:chOff x="585073" y="2581414"/>
            <a:chExt cx="2110854" cy="1784524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DA01653-6192-5D9F-25FC-F91D52FF6B5B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D9D84DB-5D8E-6B3B-565F-5F5A60122231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EC0E11F-78D0-EA2D-B92C-3D11E48492AC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FBE5E06-F2B4-5C76-91F0-FA038EFCB5BD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DDACD96-C25C-028A-5213-F4AB96F599BA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8E6D6EED-B748-F632-694F-DEF845ABE23E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8E6D6EED-B748-F632-694F-DEF845ABE2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84941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7FF4F161-D993-A82D-68F9-126B90C65192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7FF4F161-D993-A82D-68F9-126B90C651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90262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9C480DE2-594E-116B-5EE5-659F9D785E56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9C480DE2-594E-116B-5EE5-659F9D785E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90262" cy="36933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A221E99-FC33-2CA5-2664-107C934162C6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A221E99-FC33-2CA5-2664-107C934162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90262" cy="369332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C732C5C-0E10-5B6D-8873-E54A93FEEFEB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C732C5C-0E10-5B6D-8873-E54A93FEEF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90262" cy="369332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24B6A9AD-73D7-A912-A089-0D3450EA9B73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24B6A9AD-73D7-A912-A089-0D3450EA9B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90262" cy="369332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8D88B47F-008F-E5C1-C3BF-BA4B1FCE2198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854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8D88B47F-008F-E5C1-C3BF-BA4B1FCE21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85454" cy="369332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39DCD9AE-D5E8-2988-9C7C-D5489494A357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39DCD9AE-D5E8-2988-9C7C-D5489494A3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82724" cy="369332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B48A6A03-AA5D-FB58-71F0-07076FA43865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B48A6A03-AA5D-FB58-71F0-07076FA438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82724" cy="369332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DA67676-883D-BDE6-3665-72A554BFDC48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7949DA4E-3DD8-B388-126C-D02F32CA55E8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803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7949DA4E-3DD8-B388-126C-D02F32CA55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80388" cy="369332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9EF6906E-0451-D21E-DC87-1B484B891EB8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9EF6906E-0451-D21E-DC87-1B484B891E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90262" cy="369332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DC070CA9-B260-FAB9-1BAF-A5206C7F1083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DC070CA9-B260-FAB9-1BAF-A5206C7F10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82724" cy="369332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4D439620-BC02-5388-2CB1-5A0CB8F5DA03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EB5FB815-8EEA-F22B-3798-48B33A3FD5BB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EB5FB815-8EEA-F22B-3798-48B33A3FD5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82724" cy="369332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AA24EF27-31D1-E542-2E09-3AFCA20FF217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AA24EF27-31D1-E542-2E09-3AFCA20FF2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82724" cy="369332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780B0D26-E895-098D-463A-3F95D2E1DB40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780B0D26-E895-098D-463A-3F95D2E1DB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82724" cy="369332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A3C558BA-621E-549A-9336-B154C0155963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A3C558BA-621E-549A-9336-B154C01559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82724" cy="369332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B8DDC6EA-767D-2EFD-5E14-D88B4A8D2E19}"/>
              </a:ext>
            </a:extLst>
          </p:cNvPr>
          <p:cNvSpPr/>
          <p:nvPr/>
        </p:nvSpPr>
        <p:spPr>
          <a:xfrm>
            <a:off x="2578564" y="3087629"/>
            <a:ext cx="1546093" cy="145665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60246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891DF-E37B-E568-E779-D67E726C8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Scalar Matrix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6B35B-20A5-5DC4-555E-AAB173ABC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23611"/>
          </a:xfrm>
        </p:spPr>
        <p:txBody>
          <a:bodyPr/>
          <a:lstStyle/>
          <a:p>
            <a:r>
              <a:rPr lang="en-US" dirty="0"/>
              <a:t>Observe: weights along the same column operate on similar inputs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BFEC4F4-D4DA-6B4D-ECD1-42FC6C2E57A4}"/>
              </a:ext>
            </a:extLst>
          </p:cNvPr>
          <p:cNvGrpSpPr/>
          <p:nvPr/>
        </p:nvGrpSpPr>
        <p:grpSpPr>
          <a:xfrm>
            <a:off x="6096000" y="2980883"/>
            <a:ext cx="1073051" cy="896233"/>
            <a:chOff x="1975635" y="2952087"/>
            <a:chExt cx="1073051" cy="89623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755CCA0-7F08-8476-46FE-17D1B08FE0F5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A6A828A-63AB-F5E5-38F1-E02C416ABE82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A10C0F2A-061B-11D9-76C1-05CCF140DABA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BE4647A-54A7-D7A1-58F7-EDA4E7A75129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D7DDDB0-1EA2-1327-66D3-2CC8C3DE181B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D7DDDB0-1EA2-1327-66D3-2CC8C3DE18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A1ED39A-8077-BA50-CBE9-0F74A356294E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6506CC4-D8EC-F1A9-8273-89283F69056B}"/>
                    </a:ext>
                  </a:extLst>
                </p:cNvPr>
                <p:cNvSpPr txBox="1"/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BBC5356-42E3-EF95-C54F-F120B6F9A4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BF6CB23-92BF-8784-61C1-4BB301E20FA2}"/>
                    </a:ext>
                  </a:extLst>
                </p:cNvPr>
                <p:cNvSpPr txBox="1"/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D95E17A-BA1C-A26E-3D22-B40796273ED0}"/>
              </a:ext>
            </a:extLst>
          </p:cNvPr>
          <p:cNvGrpSpPr/>
          <p:nvPr/>
        </p:nvGrpSpPr>
        <p:grpSpPr>
          <a:xfrm>
            <a:off x="3040224" y="2500713"/>
            <a:ext cx="2040130" cy="1784524"/>
            <a:chOff x="585073" y="2581414"/>
            <a:chExt cx="2040130" cy="178452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044DB57-451D-ABEF-58B8-843B7DE794F2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A10391-CF13-F784-94BC-D8A039A2920C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1BC8A33-A1BE-94B1-CDF0-4E3BFE83FF44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D06622F-779D-2FE5-8254-ABD92AA251E5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B4260-352A-4F5E-CCC9-EE7BF2CE6C99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133E2E7-AFD8-FD2E-E42E-C923BE9CDA23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69913EF-814E-806D-FEBE-1504BE39AF89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80E8682-C447-641E-CB56-0ECAD4B14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AC0F18C-2AD5-D153-B86D-A1E5104BACC0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6DD60EE-6A51-2294-863F-B2255FD260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548F2CF-BA09-4F9C-28D1-983C71061267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A10E3B2-D39D-70C0-EB32-3DFE74954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33B8B34-C28F-8D09-932C-4F3E4B896341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1900A14-A7B9-703E-1B52-C2341BAE54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45119E9-7227-4A9C-9A90-0CBA49616178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8E2B7E-DE42-2D31-2185-4E519E4479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EB3363D-9E1F-0533-E10D-A053CB3EB357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2FC78AF-1A46-AD29-9C68-E8DFB3818D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A0C7FDD-4A14-D8D5-25A8-BC06ABC04D53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8E76E51-B278-0202-75E4-53E835170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CD5B707-9B2A-7231-4643-5C0A15C5DD4B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53A9B48-3C74-61BB-F2FD-D4F690674E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5E9F167-33AC-10A5-035D-B0B3CF179D26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C3F3319-1264-B008-F201-2E3A4FBD7D8A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57EE8F7-E2BC-DB50-68C3-2B7258DC16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59FDBD6-C2E2-E28A-C798-9C7059CDF87B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8447FC9-EF85-091B-9EA5-9D8DBBE466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9F934E10-3562-95BC-C961-450A75C4D7AB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7EE46D8-DC00-FF0B-5462-9B29DB53C3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8EC69E1-4F0D-D048-8EF0-6CA6AB6A0668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6F7AC574-7696-AA10-6E25-DE7136EF8490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7FF778F-772B-87F4-B404-0A4CFCF97F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896DC76-9D03-0817-733A-DCA82CB60C50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0AF7050-5AB6-1959-33CC-84D01DC59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9B3CABF-5B00-232D-11F7-2F6F45AF7322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EC01E87-6239-5F5E-EB1B-F1FA080F9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3810AA5-1CC2-096B-D9CF-B9FD40562400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96309B6-7648-E580-EABE-E08CDAC32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F9D92DD3-7AA1-D51C-EB21-27FE83A2BF0C}"/>
              </a:ext>
            </a:extLst>
          </p:cNvPr>
          <p:cNvSpPr/>
          <p:nvPr/>
        </p:nvSpPr>
        <p:spPr>
          <a:xfrm>
            <a:off x="2882667" y="2416752"/>
            <a:ext cx="2221992" cy="198991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3106FD0-8D21-7798-3D4C-40759BE5FAFC}"/>
              </a:ext>
            </a:extLst>
          </p:cNvPr>
          <p:cNvGrpSpPr/>
          <p:nvPr/>
        </p:nvGrpSpPr>
        <p:grpSpPr>
          <a:xfrm>
            <a:off x="6088007" y="5214725"/>
            <a:ext cx="1073051" cy="896233"/>
            <a:chOff x="1975635" y="2952087"/>
            <a:chExt cx="1073051" cy="896233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803C5F8B-5A71-3A43-F3C6-8620AF088397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023B559-167B-B70C-BC7C-F878A07360C0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0366ED63-405A-5A54-46BB-8187874577E3}"/>
                  </a:ext>
                </a:extLst>
              </p:cNvPr>
              <p:cNvCxnSpPr>
                <a:stCxn id="44" idx="0"/>
                <a:endCxn id="44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C145D5CB-2600-A00A-4B34-179D3E2D1453}"/>
                  </a:ext>
                </a:extLst>
              </p:cNvPr>
              <p:cNvCxnSpPr>
                <a:cxnSpLocks/>
                <a:endCxn id="44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B568B430-8571-F298-18F7-10085010960A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B568B430-8571-F298-18F7-1008501096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683D6D01-EB83-EEB2-508E-2288A7C5D3FF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683D6D01-EB83-EEB2-508E-2288A7C5D3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7B60085-E838-222F-CAAC-40D85D229A8B}"/>
                    </a:ext>
                  </a:extLst>
                </p:cNvPr>
                <p:cNvSpPr txBox="1"/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7B60085-E838-222F-CAAC-40D85D229A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596ACEC1-03DA-26F3-D3DF-39255B157252}"/>
                    </a:ext>
                  </a:extLst>
                </p:cNvPr>
                <p:cNvSpPr txBox="1"/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31295E3-B612-6229-6CE9-B305763642B1}"/>
              </a:ext>
            </a:extLst>
          </p:cNvPr>
          <p:cNvGrpSpPr/>
          <p:nvPr/>
        </p:nvGrpSpPr>
        <p:grpSpPr>
          <a:xfrm>
            <a:off x="3032231" y="4734555"/>
            <a:ext cx="2040130" cy="1784524"/>
            <a:chOff x="585073" y="2581414"/>
            <a:chExt cx="2040130" cy="1784524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A28D6E1-3CDD-D639-F132-A4299BAB407B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7E982D8-5CE9-A0CA-5D81-1B06EDB94C20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D782DDDD-265B-860D-5E15-197CF172C11D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E75238E-0BCF-64A5-128A-BF39B5B7ECA6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7E923E47-CCB6-9AB6-4E2C-87E0E2557F4A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0CA861C7-9CAF-FB92-B14A-A90C6A900EF4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8FECA93A-CC12-407F-5AE3-E646C427B67D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80E8682-C447-641E-CB56-0ECAD4B14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CAB1E774-1BEA-4400-16FD-3FEA0B92CE9E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6DD60EE-6A51-2294-863F-B2255FD260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C3A2D155-0CD1-6C1D-309D-573849634117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A10E3B2-D39D-70C0-EB32-3DFE74954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4D6A7158-0A74-CC9B-9D69-C9B5682024C9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1900A14-A7B9-703E-1B52-C2341BAE54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C8C88CD-650D-8222-8DCA-F30C21856AF7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8E2B7E-DE42-2D31-2185-4E519E4479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063751AD-DE0C-FA48-39B3-F8B684EB8187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2FC78AF-1A46-AD29-9C68-E8DFB3818D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CF170A8F-C869-1B7A-A916-A9D80BE3638A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8E76E51-B278-0202-75E4-53E835170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72C84190-52F5-3763-B6EC-092D8DC1AE13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53A9B48-3C74-61BB-F2FD-D4F690674E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8B3F848F-2CC1-7978-7DEA-E00F66CD29DF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E32D71A1-5820-BDD2-EC5C-3C4B44CFCD93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57EE8F7-E2BC-DB50-68C3-2B7258DC16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FCF7DB44-E964-D75F-1252-42C8DDF961F3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8447FC9-EF85-091B-9EA5-9D8DBBE466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15812DB9-DDC0-3A7D-9E50-40A3A110CD51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7EE46D8-DC00-FF0B-5462-9B29DB53C3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AA942D8-7B97-6CF3-CC57-167CA3DF29AD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1E5B4AAE-6415-3274-7451-7598670194E1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7FF778F-772B-87F4-B404-0A4CFCF97F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FB8B1EFC-FBC1-56EB-F046-F4F3D8CADAB8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0AF7050-5AB6-1959-33CC-84D01DC59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4A795C08-4B83-C82C-2696-A7100C0C135A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EC01E87-6239-5F5E-EB1B-F1FA080F9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10A225DC-5135-9F55-6900-02CE1006B327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96309B6-7648-E580-EABE-E08CDAC32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FA8C0B7A-0C7E-F59F-F923-022B999128C7}"/>
              </a:ext>
            </a:extLst>
          </p:cNvPr>
          <p:cNvSpPr/>
          <p:nvPr/>
        </p:nvSpPr>
        <p:spPr>
          <a:xfrm>
            <a:off x="2957828" y="5183846"/>
            <a:ext cx="2138838" cy="145665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3649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891DF-E37B-E568-E779-D67E726C8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Scalar Matrix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6B35B-20A5-5DC4-555E-AAB173ABC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23611"/>
          </a:xfrm>
        </p:spPr>
        <p:txBody>
          <a:bodyPr/>
          <a:lstStyle/>
          <a:p>
            <a:r>
              <a:rPr lang="en-US" dirty="0"/>
              <a:t>Observe: weights along the same column operate on similar inputs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CEAC8EB-3655-6A31-5A9A-8DCD8978C4D6}"/>
              </a:ext>
            </a:extLst>
          </p:cNvPr>
          <p:cNvGrpSpPr/>
          <p:nvPr/>
        </p:nvGrpSpPr>
        <p:grpSpPr>
          <a:xfrm>
            <a:off x="5125235" y="2980883"/>
            <a:ext cx="1073051" cy="896233"/>
            <a:chOff x="1975635" y="2952087"/>
            <a:chExt cx="1073051" cy="896233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67B3369B-7EC0-BD0F-76DA-B9DC1035EA2C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89FAF0D8-1159-96EF-8584-F19B0BB62097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DFA1BAB8-B907-FDFE-28D5-4C1C8711CBAF}"/>
                  </a:ext>
                </a:extLst>
              </p:cNvPr>
              <p:cNvCxnSpPr>
                <a:stCxn id="78" idx="0"/>
                <a:endCxn id="78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1ED88172-E2B7-794E-CF6C-20D9CA42E06C}"/>
                  </a:ext>
                </a:extLst>
              </p:cNvPr>
              <p:cNvCxnSpPr>
                <a:cxnSpLocks/>
                <a:endCxn id="78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62940396-B626-280A-BA6B-C932E0D0ED23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62940396-B626-280A-BA6B-C932E0D0ED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26BCA924-9BFB-8303-1064-2E6014B8DDE2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26BCA924-9BFB-8303-1064-2E6014B8DD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9B3BF00F-A4B1-6062-DA57-10656D3DBC96}"/>
                    </a:ext>
                  </a:extLst>
                </p:cNvPr>
                <p:cNvSpPr txBox="1"/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BBC5356-42E3-EF95-C54F-F120B6F9A4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F32C164B-CE98-3A36-B61A-D397D81E4168}"/>
                    </a:ext>
                  </a:extLst>
                </p:cNvPr>
                <p:cNvSpPr txBox="1"/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40326A8-D0E7-E764-81B6-302391835CD0}"/>
              </a:ext>
            </a:extLst>
          </p:cNvPr>
          <p:cNvGrpSpPr/>
          <p:nvPr/>
        </p:nvGrpSpPr>
        <p:grpSpPr>
          <a:xfrm>
            <a:off x="2069459" y="2500713"/>
            <a:ext cx="2040130" cy="1784524"/>
            <a:chOff x="585073" y="2581414"/>
            <a:chExt cx="2040130" cy="1784524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1BB226FB-2899-1B7E-5A5A-08242FBACDB4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B5B2BC0-AE8B-142A-9991-73A54EE3754E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49BE1F1F-EA57-0E82-887F-A9E0ECEF4DA1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3EDF0BBC-2AFC-A9E4-BA33-DFBD4399865B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56BA64E5-1CFF-E857-89B1-8395631AAFE1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43F38E52-3C3D-C45F-D868-46C49EF4146C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EB5924E5-9BE2-A9B2-D2F5-D716FF9E0884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80E8682-C447-641E-CB56-0ECAD4B14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ABDC1FE6-B19F-9F89-BDE0-0F4EB9CC7561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6DD60EE-6A51-2294-863F-B2255FD260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77B18C03-DE67-D00D-51CF-0EC453AFF0E5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A10E3B2-D39D-70C0-EB32-3DFE74954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AD7614AF-C7DC-A70F-16AE-C03131C7FBF0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1900A14-A7B9-703E-1B52-C2341BAE54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9292DA4C-F469-A199-3484-D25025CC5055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8E2B7E-DE42-2D31-2185-4E519E4479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BEDF364C-19F0-8ECB-3B73-CDC652D224DD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2FC78AF-1A46-AD29-9C68-E8DFB3818D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E6AD0BFC-E44E-D0FD-3C23-7F0BBFF13285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8E76E51-B278-0202-75E4-53E835170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84C573BD-7946-2BE3-2CD8-AD19A6CCBA44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53A9B48-3C74-61BB-F2FD-D4F690674E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FBC971E1-92F8-4D2D-06FC-E17F8C233ED7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1357F5A3-0D6F-8A5B-14C1-0FF4068D8181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57EE8F7-E2BC-DB50-68C3-2B7258DC16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9F59868A-84F0-4505-7907-569ADA00D02B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8447FC9-EF85-091B-9EA5-9D8DBBE466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5D1A545F-4CA4-9831-D167-28C1C6F88E25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7EE46D8-DC00-FF0B-5462-9B29DB53C3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7B572945-B393-8A34-148C-C2F021393E9C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AA13FB74-AE1D-E7BD-BA53-D0D6D879F661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7FF778F-772B-87F4-B404-0A4CFCF97F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F2960AD5-51A2-E3F8-7831-AEF34A299A8E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0AF7050-5AB6-1959-33CC-84D01DC59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D8CB7819-62D4-EDAF-30A9-AC68FEE0AA8D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EC01E87-6239-5F5E-EB1B-F1FA080F9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9F28FA06-4417-B0FE-FD71-091AD69FC268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96309B6-7648-E580-EABE-E08CDAC32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0A87923-63C4-1104-0E7A-78FFAE906209}"/>
              </a:ext>
            </a:extLst>
          </p:cNvPr>
          <p:cNvSpPr/>
          <p:nvPr/>
        </p:nvSpPr>
        <p:spPr>
          <a:xfrm>
            <a:off x="2590454" y="2416752"/>
            <a:ext cx="1543439" cy="198991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9960B82F-E339-1DA0-0065-9D3DCB0093C8}"/>
              </a:ext>
            </a:extLst>
          </p:cNvPr>
          <p:cNvGrpSpPr/>
          <p:nvPr/>
        </p:nvGrpSpPr>
        <p:grpSpPr>
          <a:xfrm>
            <a:off x="5131884" y="5232083"/>
            <a:ext cx="1073051" cy="896233"/>
            <a:chOff x="1975635" y="2952087"/>
            <a:chExt cx="1073051" cy="896233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10CE79FF-73B7-A903-63E5-8289CE317909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DDBAAEF8-5A2E-B2E7-A96D-2FB1F3CC75EB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8EE0AAD9-A973-736F-4C9D-43742B52ABB7}"/>
                  </a:ext>
                </a:extLst>
              </p:cNvPr>
              <p:cNvCxnSpPr>
                <a:stCxn id="112" idx="0"/>
                <a:endCxn id="112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3772C061-54EB-07CB-6FEB-439F24A565C8}"/>
                  </a:ext>
                </a:extLst>
              </p:cNvPr>
              <p:cNvCxnSpPr>
                <a:cxnSpLocks/>
                <a:endCxn id="112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207E7B2B-1236-76B5-4C34-086727A43EB9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207E7B2B-1236-76B5-4C34-086727A43E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608C5764-4EAF-EEF4-A7E2-8D32E7D8DAC2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608C5764-4EAF-EEF4-A7E2-8D32E7D8D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ED096A7B-A252-591B-EA63-A41209D28A93}"/>
                    </a:ext>
                  </a:extLst>
                </p:cNvPr>
                <p:cNvSpPr txBox="1"/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ED096A7B-A252-591B-EA63-A41209D28A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5CD7415E-EB82-BA19-AD42-86D675EA6FF2}"/>
                    </a:ext>
                  </a:extLst>
                </p:cNvPr>
                <p:cNvSpPr txBox="1"/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5CD7415E-EB82-BA19-AD42-86D675EA6F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F535728B-1BBB-FBDF-5D18-6ECE44D3DB97}"/>
              </a:ext>
            </a:extLst>
          </p:cNvPr>
          <p:cNvGrpSpPr/>
          <p:nvPr/>
        </p:nvGrpSpPr>
        <p:grpSpPr>
          <a:xfrm>
            <a:off x="2076108" y="4751913"/>
            <a:ext cx="2040130" cy="1784524"/>
            <a:chOff x="585073" y="2581414"/>
            <a:chExt cx="2040130" cy="1784524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B21A5258-1058-2FA3-EB8B-5A1D326371C0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2395E2B5-2A51-A82B-7203-35EA04E3F034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5645FEF-5234-025D-BDE2-4F087F0097FC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DF42496-9C48-2324-C024-C50F651688A7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EDE9E6AC-3729-C192-7540-98F579A9DE87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5097046A-7F27-E233-88EA-899EFC9102F0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CA0F3EA8-D1F8-D3B0-36AE-9DE5260C59DE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80E8682-C447-641E-CB56-0ECAD4B14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6DBC9FCD-2B93-61B5-D9F9-143CAF397AE4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6DD60EE-6A51-2294-863F-B2255FD260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258041FA-188F-4D5D-6F54-A013BD60D77C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A10E3B2-D39D-70C0-EB32-3DFE74954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BB0091D5-DC49-C4FA-73AE-D876D2B76790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1900A14-A7B9-703E-1B52-C2341BAE54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9A10FB50-257D-A6D0-5201-AED8E4CBAD42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8E2B7E-DE42-2D31-2185-4E519E4479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9F824AEA-66C1-0644-F81D-EECF4AB42D80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2FC78AF-1A46-AD29-9C68-E8DFB3818D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04D7AE79-8F18-7600-50C8-D63347DD30E2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8E76E51-B278-0202-75E4-53E835170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439E8A43-0D5A-8DC5-615B-E2D522A0EF4F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53A9B48-3C74-61BB-F2FD-D4F690674E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FD82A6B-D771-BDCC-D164-4AA96CEFBB28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B5160B3E-F5DF-1599-22B7-CF222214686B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57EE8F7-E2BC-DB50-68C3-2B7258DC16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8B6C7BA2-18BE-ADB4-3500-DADF14C6F252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8447FC9-EF85-091B-9EA5-9D8DBBE466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381D67DB-7C8F-A98E-F2D6-558C5D54B0DB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7EE46D8-DC00-FF0B-5462-9B29DB53C3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F1F79B1-C46C-BF3C-80B0-6E474C82EE1F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A4376672-91A9-4429-3C3E-B4F7EB9897E1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7FF778F-772B-87F4-B404-0A4CFCF97F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8F12A1BC-D122-7454-FD78-2F13185D36EB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0AF7050-5AB6-1959-33CC-84D01DC59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ECCFFDD7-4EE3-CFF9-009B-8EF198C0C6D4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EC01E87-6239-5F5E-EB1B-F1FA080F9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5F42B811-396B-72C9-959B-4342234934A1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96309B6-7648-E580-EABE-E08CDAC32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9" name="Rectangle 138">
            <a:extLst>
              <a:ext uri="{FF2B5EF4-FFF2-40B4-BE49-F238E27FC236}">
                <a16:creationId xmlns:a16="http://schemas.microsoft.com/office/drawing/2014/main" id="{1D1082C2-EEB4-CC9B-09B0-0B17D7B9FC7E}"/>
              </a:ext>
            </a:extLst>
          </p:cNvPr>
          <p:cNvSpPr/>
          <p:nvPr/>
        </p:nvSpPr>
        <p:spPr>
          <a:xfrm>
            <a:off x="2594449" y="5201204"/>
            <a:ext cx="1546093" cy="145665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22188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7B376-7270-C837-4DE6-4C3762D00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Scalar 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D5ED4B-B4AF-0128-207C-95C8F1AD3D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Algorithm (single input/output channel):</a:t>
                </a:r>
              </a:p>
              <a:p>
                <a:endParaRPr lang="en-US" dirty="0"/>
              </a:p>
              <a:p>
                <a:r>
                  <a:rPr lang="en-US" dirty="0"/>
                  <a:t>For each column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of kernel</a:t>
                </a:r>
              </a:p>
              <a:p>
                <a:pPr lvl="1"/>
                <a:r>
                  <a:rPr lang="en-US" dirty="0"/>
                  <a:t>Load a slice of input into cache: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Load a slice of output into cache: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each row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of the kernel with weight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Store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back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D5ED4B-B4AF-0128-207C-95C8F1AD3D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601857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891DF-E37B-E568-E779-D67E726C8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Scalar 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A6B35B-20A5-5DC4-555E-AAB173ABC7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723611"/>
              </a:xfrm>
            </p:spPr>
            <p:txBody>
              <a:bodyPr/>
              <a:lstStyle/>
              <a:p>
                <a:r>
                  <a:rPr lang="en-US" dirty="0"/>
                  <a:t>For each column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A6B35B-20A5-5DC4-555E-AAB173ABC7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723611"/>
              </a:xfrm>
              <a:blipFill>
                <a:blip r:embed="rId2"/>
                <a:stretch>
                  <a:fillRect l="-1043" t="-134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3BFEC4F4-D4DA-6B4D-ECD1-42FC6C2E57A4}"/>
              </a:ext>
            </a:extLst>
          </p:cNvPr>
          <p:cNvGrpSpPr/>
          <p:nvPr/>
        </p:nvGrpSpPr>
        <p:grpSpPr>
          <a:xfrm>
            <a:off x="6612600" y="4089303"/>
            <a:ext cx="1073051" cy="896233"/>
            <a:chOff x="1975635" y="2952087"/>
            <a:chExt cx="1073051" cy="89623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755CCA0-7F08-8476-46FE-17D1B08FE0F5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A6A828A-63AB-F5E5-38F1-E02C416ABE82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A10C0F2A-061B-11D9-76C1-05CCF140DABA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BE4647A-54A7-D7A1-58F7-EDA4E7A75129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D7DDDB0-1EA2-1327-66D3-2CC8C3DE181B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D7DDDB0-1EA2-1327-66D3-2CC8C3DE18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A1ED39A-8077-BA50-CBE9-0F74A356294E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6506CC4-D8EC-F1A9-8273-89283F69056B}"/>
                    </a:ext>
                  </a:extLst>
                </p:cNvPr>
                <p:cNvSpPr txBox="1"/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BBC5356-42E3-EF95-C54F-F120B6F9A4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BF6CB23-92BF-8784-61C1-4BB301E20FA2}"/>
                    </a:ext>
                  </a:extLst>
                </p:cNvPr>
                <p:cNvSpPr txBox="1"/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D95E17A-BA1C-A26E-3D22-B40796273ED0}"/>
              </a:ext>
            </a:extLst>
          </p:cNvPr>
          <p:cNvGrpSpPr/>
          <p:nvPr/>
        </p:nvGrpSpPr>
        <p:grpSpPr>
          <a:xfrm>
            <a:off x="3172235" y="3520158"/>
            <a:ext cx="2040130" cy="1784524"/>
            <a:chOff x="585073" y="2581414"/>
            <a:chExt cx="2040130" cy="178452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044DB57-451D-ABEF-58B8-843B7DE794F2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A10391-CF13-F784-94BC-D8A039A2920C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1BC8A33-A1BE-94B1-CDF0-4E3BFE83FF44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D06622F-779D-2FE5-8254-ABD92AA251E5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B4260-352A-4F5E-CCC9-EE7BF2CE6C99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133E2E7-AFD8-FD2E-E42E-C923BE9CDA23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69913EF-814E-806D-FEBE-1504BE39AF89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80E8682-C447-641E-CB56-0ECAD4B14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AC0F18C-2AD5-D153-B86D-A1E5104BACC0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6DD60EE-6A51-2294-863F-B2255FD260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548F2CF-BA09-4F9C-28D1-983C71061267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A10E3B2-D39D-70C0-EB32-3DFE74954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33B8B34-C28F-8D09-932C-4F3E4B896341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1900A14-A7B9-703E-1B52-C2341BAE54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45119E9-7227-4A9C-9A90-0CBA49616178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8E2B7E-DE42-2D31-2185-4E519E4479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EB3363D-9E1F-0533-E10D-A053CB3EB357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2FC78AF-1A46-AD29-9C68-E8DFB3818D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A0C7FDD-4A14-D8D5-25A8-BC06ABC04D53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8E76E51-B278-0202-75E4-53E835170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CD5B707-9B2A-7231-4643-5C0A15C5DD4B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53A9B48-3C74-61BB-F2FD-D4F690674E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5E9F167-33AC-10A5-035D-B0B3CF179D26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C3F3319-1264-B008-F201-2E3A4FBD7D8A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57EE8F7-E2BC-DB50-68C3-2B7258DC16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59FDBD6-C2E2-E28A-C798-9C7059CDF87B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8447FC9-EF85-091B-9EA5-9D8DBBE466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9F934E10-3562-95BC-C961-450A75C4D7AB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7EE46D8-DC00-FF0B-5462-9B29DB53C3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8EC69E1-4F0D-D048-8EF0-6CA6AB6A0668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6F7AC574-7696-AA10-6E25-DE7136EF8490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7FF778F-772B-87F4-B404-0A4CFCF97F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896DC76-9D03-0817-733A-DCA82CB60C50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0AF7050-5AB6-1959-33CC-84D01DC59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9B3CABF-5B00-232D-11F7-2F6F45AF7322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EC01E87-6239-5F5E-EB1B-F1FA080F9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3810AA5-1CC2-096B-D9CF-B9FD40562400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96309B6-7648-E580-EABE-E08CDAC32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3505EB30-B08E-E4A5-7C21-B374FC6AFC21}"/>
              </a:ext>
            </a:extLst>
          </p:cNvPr>
          <p:cNvSpPr/>
          <p:nvPr/>
        </p:nvSpPr>
        <p:spPr>
          <a:xfrm>
            <a:off x="6587670" y="3436197"/>
            <a:ext cx="591446" cy="198991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80043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891DF-E37B-E568-E779-D67E726C8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Scalar 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A6B35B-20A5-5DC4-555E-AAB173ABC7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723611"/>
              </a:xfrm>
            </p:spPr>
            <p:txBody>
              <a:bodyPr/>
              <a:lstStyle/>
              <a:p>
                <a:r>
                  <a:rPr lang="en-US" dirty="0"/>
                  <a:t>Load a slice of input: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A6B35B-20A5-5DC4-555E-AAB173ABC7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723611"/>
              </a:xfrm>
              <a:blipFill>
                <a:blip r:embed="rId2"/>
                <a:stretch>
                  <a:fillRect l="-1043" t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3BFEC4F4-D4DA-6B4D-ECD1-42FC6C2E57A4}"/>
              </a:ext>
            </a:extLst>
          </p:cNvPr>
          <p:cNvGrpSpPr/>
          <p:nvPr/>
        </p:nvGrpSpPr>
        <p:grpSpPr>
          <a:xfrm>
            <a:off x="6612600" y="4089303"/>
            <a:ext cx="1073051" cy="896233"/>
            <a:chOff x="1975635" y="2952087"/>
            <a:chExt cx="1073051" cy="89623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755CCA0-7F08-8476-46FE-17D1B08FE0F5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A6A828A-63AB-F5E5-38F1-E02C416ABE82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A10C0F2A-061B-11D9-76C1-05CCF140DABA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BE4647A-54A7-D7A1-58F7-EDA4E7A75129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D7DDDB0-1EA2-1327-66D3-2CC8C3DE181B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D7DDDB0-1EA2-1327-66D3-2CC8C3DE18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A1ED39A-8077-BA50-CBE9-0F74A356294E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6506CC4-D8EC-F1A9-8273-89283F69056B}"/>
                    </a:ext>
                  </a:extLst>
                </p:cNvPr>
                <p:cNvSpPr txBox="1"/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BBC5356-42E3-EF95-C54F-F120B6F9A4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BF6CB23-92BF-8784-61C1-4BB301E20FA2}"/>
                    </a:ext>
                  </a:extLst>
                </p:cNvPr>
                <p:cNvSpPr txBox="1"/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D95E17A-BA1C-A26E-3D22-B40796273ED0}"/>
              </a:ext>
            </a:extLst>
          </p:cNvPr>
          <p:cNvGrpSpPr/>
          <p:nvPr/>
        </p:nvGrpSpPr>
        <p:grpSpPr>
          <a:xfrm>
            <a:off x="3172235" y="3520158"/>
            <a:ext cx="2040130" cy="1784524"/>
            <a:chOff x="585073" y="2581414"/>
            <a:chExt cx="2040130" cy="178452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044DB57-451D-ABEF-58B8-843B7DE794F2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A10391-CF13-F784-94BC-D8A039A2920C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1BC8A33-A1BE-94B1-CDF0-4E3BFE83FF44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D06622F-779D-2FE5-8254-ABD92AA251E5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B4260-352A-4F5E-CCC9-EE7BF2CE6C99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133E2E7-AFD8-FD2E-E42E-C923BE9CDA23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69913EF-814E-806D-FEBE-1504BE39AF89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80E8682-C447-641E-CB56-0ECAD4B14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AC0F18C-2AD5-D153-B86D-A1E5104BACC0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6DD60EE-6A51-2294-863F-B2255FD260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548F2CF-BA09-4F9C-28D1-983C71061267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A10E3B2-D39D-70C0-EB32-3DFE74954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33B8B34-C28F-8D09-932C-4F3E4B896341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1900A14-A7B9-703E-1B52-C2341BAE54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45119E9-7227-4A9C-9A90-0CBA49616178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8E2B7E-DE42-2D31-2185-4E519E4479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EB3363D-9E1F-0533-E10D-A053CB3EB357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2FC78AF-1A46-AD29-9C68-E8DFB3818D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A0C7FDD-4A14-D8D5-25A8-BC06ABC04D53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8E76E51-B278-0202-75E4-53E835170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CD5B707-9B2A-7231-4643-5C0A15C5DD4B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53A9B48-3C74-61BB-F2FD-D4F690674E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5E9F167-33AC-10A5-035D-B0B3CF179D26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C3F3319-1264-B008-F201-2E3A4FBD7D8A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57EE8F7-E2BC-DB50-68C3-2B7258DC16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59FDBD6-C2E2-E28A-C798-9C7059CDF87B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8447FC9-EF85-091B-9EA5-9D8DBBE466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9F934E10-3562-95BC-C961-450A75C4D7AB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7EE46D8-DC00-FF0B-5462-9B29DB53C3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8EC69E1-4F0D-D048-8EF0-6CA6AB6A0668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6F7AC574-7696-AA10-6E25-DE7136EF8490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7FF778F-772B-87F4-B404-0A4CFCF97F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896DC76-9D03-0817-733A-DCA82CB60C50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0AF7050-5AB6-1959-33CC-84D01DC59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9B3CABF-5B00-232D-11F7-2F6F45AF7322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EC01E87-6239-5F5E-EB1B-F1FA080F9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3810AA5-1CC2-096B-D9CF-B9FD40562400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96309B6-7648-E580-EABE-E08CDAC32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3505EB30-B08E-E4A5-7C21-B374FC6AFC21}"/>
              </a:ext>
            </a:extLst>
          </p:cNvPr>
          <p:cNvSpPr/>
          <p:nvPr/>
        </p:nvSpPr>
        <p:spPr>
          <a:xfrm>
            <a:off x="6587670" y="3436197"/>
            <a:ext cx="591446" cy="198991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474B215-C9E1-1E83-72CC-9C1CA9F75653}"/>
              </a:ext>
            </a:extLst>
          </p:cNvPr>
          <p:cNvSpPr/>
          <p:nvPr/>
        </p:nvSpPr>
        <p:spPr>
          <a:xfrm>
            <a:off x="3057059" y="3417464"/>
            <a:ext cx="2221992" cy="198991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24459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891DF-E37B-E568-E779-D67E726C8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Scalar 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A6B35B-20A5-5DC4-555E-AAB173ABC7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723611"/>
              </a:xfrm>
            </p:spPr>
            <p:txBody>
              <a:bodyPr/>
              <a:lstStyle/>
              <a:p>
                <a:r>
                  <a:rPr lang="en-US" dirty="0"/>
                  <a:t>Load a slice of 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A6B35B-20A5-5DC4-555E-AAB173ABC7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723611"/>
              </a:xfrm>
              <a:blipFill>
                <a:blip r:embed="rId2"/>
                <a:stretch>
                  <a:fillRect l="-1043" t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3BFEC4F4-D4DA-6B4D-ECD1-42FC6C2E57A4}"/>
              </a:ext>
            </a:extLst>
          </p:cNvPr>
          <p:cNvGrpSpPr/>
          <p:nvPr/>
        </p:nvGrpSpPr>
        <p:grpSpPr>
          <a:xfrm>
            <a:off x="6612600" y="4089303"/>
            <a:ext cx="1073051" cy="896233"/>
            <a:chOff x="1975635" y="2952087"/>
            <a:chExt cx="1073051" cy="89623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755CCA0-7F08-8476-46FE-17D1B08FE0F5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A6A828A-63AB-F5E5-38F1-E02C416ABE82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A10C0F2A-061B-11D9-76C1-05CCF140DABA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BE4647A-54A7-D7A1-58F7-EDA4E7A75129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D7DDDB0-1EA2-1327-66D3-2CC8C3DE181B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D7DDDB0-1EA2-1327-66D3-2CC8C3DE18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A1ED39A-8077-BA50-CBE9-0F74A356294E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6506CC4-D8EC-F1A9-8273-89283F69056B}"/>
                    </a:ext>
                  </a:extLst>
                </p:cNvPr>
                <p:cNvSpPr txBox="1"/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BBC5356-42E3-EF95-C54F-F120B6F9A4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BF6CB23-92BF-8784-61C1-4BB301E20FA2}"/>
                    </a:ext>
                  </a:extLst>
                </p:cNvPr>
                <p:cNvSpPr txBox="1"/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D95E17A-BA1C-A26E-3D22-B40796273ED0}"/>
              </a:ext>
            </a:extLst>
          </p:cNvPr>
          <p:cNvGrpSpPr/>
          <p:nvPr/>
        </p:nvGrpSpPr>
        <p:grpSpPr>
          <a:xfrm>
            <a:off x="3172235" y="3520158"/>
            <a:ext cx="2040130" cy="1784524"/>
            <a:chOff x="585073" y="2581414"/>
            <a:chExt cx="2040130" cy="178452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044DB57-451D-ABEF-58B8-843B7DE794F2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A10391-CF13-F784-94BC-D8A039A2920C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1BC8A33-A1BE-94B1-CDF0-4E3BFE83FF44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D06622F-779D-2FE5-8254-ABD92AA251E5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B4260-352A-4F5E-CCC9-EE7BF2CE6C99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133E2E7-AFD8-FD2E-E42E-C923BE9CDA23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69913EF-814E-806D-FEBE-1504BE39AF89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80E8682-C447-641E-CB56-0ECAD4B14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AC0F18C-2AD5-D153-B86D-A1E5104BACC0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6DD60EE-6A51-2294-863F-B2255FD260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548F2CF-BA09-4F9C-28D1-983C71061267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A10E3B2-D39D-70C0-EB32-3DFE74954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33B8B34-C28F-8D09-932C-4F3E4B896341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1900A14-A7B9-703E-1B52-C2341BAE54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45119E9-7227-4A9C-9A90-0CBA49616178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8E2B7E-DE42-2D31-2185-4E519E4479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EB3363D-9E1F-0533-E10D-A053CB3EB357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2FC78AF-1A46-AD29-9C68-E8DFB3818D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A0C7FDD-4A14-D8D5-25A8-BC06ABC04D53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8E76E51-B278-0202-75E4-53E835170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CD5B707-9B2A-7231-4643-5C0A15C5DD4B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53A9B48-3C74-61BB-F2FD-D4F690674E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5E9F167-33AC-10A5-035D-B0B3CF179D26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C3F3319-1264-B008-F201-2E3A4FBD7D8A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57EE8F7-E2BC-DB50-68C3-2B7258DC16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59FDBD6-C2E2-E28A-C798-9C7059CDF87B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8447FC9-EF85-091B-9EA5-9D8DBBE466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9F934E10-3562-95BC-C961-450A75C4D7AB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7EE46D8-DC00-FF0B-5462-9B29DB53C3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8EC69E1-4F0D-D048-8EF0-6CA6AB6A0668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6F7AC574-7696-AA10-6E25-DE7136EF8490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7FF778F-772B-87F4-B404-0A4CFCF97F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896DC76-9D03-0817-733A-DCA82CB60C50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0AF7050-5AB6-1959-33CC-84D01DC59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9B3CABF-5B00-232D-11F7-2F6F45AF7322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EC01E87-6239-5F5E-EB1B-F1FA080F9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3810AA5-1CC2-096B-D9CF-B9FD40562400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96309B6-7648-E580-EABE-E08CDAC32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3505EB30-B08E-E4A5-7C21-B374FC6AFC21}"/>
              </a:ext>
            </a:extLst>
          </p:cNvPr>
          <p:cNvSpPr/>
          <p:nvPr/>
        </p:nvSpPr>
        <p:spPr>
          <a:xfrm>
            <a:off x="6587670" y="3436197"/>
            <a:ext cx="591446" cy="198991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474B215-C9E1-1E83-72CC-9C1CA9F75653}"/>
              </a:ext>
            </a:extLst>
          </p:cNvPr>
          <p:cNvSpPr/>
          <p:nvPr/>
        </p:nvSpPr>
        <p:spPr>
          <a:xfrm>
            <a:off x="3057059" y="3417464"/>
            <a:ext cx="2221992" cy="198991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C30D7F2-8964-561F-B450-65598FDE5222}"/>
              </a:ext>
            </a:extLst>
          </p:cNvPr>
          <p:cNvGrpSpPr/>
          <p:nvPr/>
        </p:nvGrpSpPr>
        <p:grpSpPr>
          <a:xfrm>
            <a:off x="9242946" y="3553452"/>
            <a:ext cx="2110854" cy="1784524"/>
            <a:chOff x="585073" y="2581414"/>
            <a:chExt cx="2110854" cy="1784524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0E3C56C-3338-F9A9-AA26-62E2132A00F6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3CB6D35-3BE6-6958-7F69-B7BE3F8D2574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253B96C-7D02-B8D9-5F8A-85CCFB30EFFE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E711BF4-9F72-E6C1-8AFC-D3F69320669C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D4FD0BE-C3D3-14CF-3F3C-B11DFC771CA3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2A7AE62-1A92-9B03-A8AC-FB547B54F0F1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2A7AE62-1A92-9B03-A8AC-FB547B54F0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84941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779995B-A324-5C32-9AAE-7CBBA47060EC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779995B-A324-5C32-9AAE-7CBBA4706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90262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11E4F94E-403C-3AD3-2C18-8FF59D0A7B89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11E4F94E-403C-3AD3-2C18-8FF59D0A7B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90262" cy="36933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70129CA0-FB5D-9811-8627-931882E36385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70129CA0-FB5D-9811-8627-931882E363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90262" cy="369332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C1B2CE9C-466A-8B35-5346-F012BABF226B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C1B2CE9C-466A-8B35-5346-F012BABF22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90262" cy="369332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10EE99B-9657-8D14-8556-0240602A2841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10EE99B-9657-8D14-8556-0240602A28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90262" cy="369332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D5EB13D3-B285-8A49-650F-BF7DDA6185DC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854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D5EB13D3-B285-8A49-650F-BF7DDA6185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85454" cy="369332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9C82A0AD-BCCE-66C1-3538-DAC24028AC66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9C82A0AD-BCCE-66C1-3538-DAC24028AC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82724" cy="369332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2483EB89-213A-1940-D8D0-155BB885325E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2483EB89-213A-1940-D8D0-155BB88532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82724" cy="369332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6A5AE67D-FFE1-50BB-5885-5206FFA47FB8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37388116-D042-6C6B-5BCD-2E1A03404A44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803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37388116-D042-6C6B-5BCD-2E1A03404A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80388" cy="369332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8DBD01D7-C98B-B4F8-F1BA-356236D06A19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8DBD01D7-C98B-B4F8-F1BA-356236D06A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90262" cy="369332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8DBE03CE-C4A5-13E6-95A8-FA6916223E40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8DBE03CE-C4A5-13E6-95A8-FA6916223E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82724" cy="369332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AEA4A549-07B0-C5C7-216F-F70E8C9F5B48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ADBF75C9-72D3-175D-DF28-A2AED51C9CEF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ADBF75C9-72D3-175D-DF28-A2AED51C9C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82724" cy="369332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DD9A9796-4AE8-406B-1992-BC98FFA4B91A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DD9A9796-4AE8-406B-1992-BC98FFA4B9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82724" cy="369332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52E1F45C-CA05-9CD9-56FD-42D0870C3988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52E1F45C-CA05-9CD9-56FD-42D0870C39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82724" cy="369332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75E6542-65AA-09E6-A83D-8F7C3D237276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75E6542-65AA-09E6-A83D-8F7C3D2372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82724" cy="369332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D76C1E5D-A007-4CAD-6237-A19FC18C805B}"/>
              </a:ext>
            </a:extLst>
          </p:cNvPr>
          <p:cNvSpPr/>
          <p:nvPr/>
        </p:nvSpPr>
        <p:spPr>
          <a:xfrm>
            <a:off x="9135804" y="3462229"/>
            <a:ext cx="2221992" cy="198991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63461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891DF-E37B-E568-E779-D67E726C8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Scalar 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A6B35B-20A5-5DC4-555E-AAB173ABC7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723611"/>
              </a:xfrm>
            </p:spPr>
            <p:txBody>
              <a:bodyPr>
                <a:normAutofit fontScale="92500" lnSpcReduction="10000"/>
              </a:bodyPr>
              <a:lstStyle/>
              <a:p>
                <a:pPr lvl="1"/>
                <a:r>
                  <a:rPr lang="en-US" dirty="0"/>
                  <a:t>For each row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of the kernel with weight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: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A6B35B-20A5-5DC4-555E-AAB173ABC7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723611"/>
              </a:xfrm>
              <a:blipFill>
                <a:blip r:embed="rId2"/>
                <a:stretch>
                  <a:fillRect t="-13445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3BFEC4F4-D4DA-6B4D-ECD1-42FC6C2E57A4}"/>
              </a:ext>
            </a:extLst>
          </p:cNvPr>
          <p:cNvGrpSpPr/>
          <p:nvPr/>
        </p:nvGrpSpPr>
        <p:grpSpPr>
          <a:xfrm>
            <a:off x="6612600" y="4089303"/>
            <a:ext cx="1073051" cy="896233"/>
            <a:chOff x="1975635" y="2952087"/>
            <a:chExt cx="1073051" cy="89623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755CCA0-7F08-8476-46FE-17D1B08FE0F5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A6A828A-63AB-F5E5-38F1-E02C416ABE82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A10C0F2A-061B-11D9-76C1-05CCF140DABA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BE4647A-54A7-D7A1-58F7-EDA4E7A75129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D7DDDB0-1EA2-1327-66D3-2CC8C3DE181B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D7DDDB0-1EA2-1327-66D3-2CC8C3DE18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A1ED39A-8077-BA50-CBE9-0F74A356294E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6506CC4-D8EC-F1A9-8273-89283F69056B}"/>
                    </a:ext>
                  </a:extLst>
                </p:cNvPr>
                <p:cNvSpPr txBox="1"/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BBC5356-42E3-EF95-C54F-F120B6F9A4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BF6CB23-92BF-8784-61C1-4BB301E20FA2}"/>
                    </a:ext>
                  </a:extLst>
                </p:cNvPr>
                <p:cNvSpPr txBox="1"/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D95E17A-BA1C-A26E-3D22-B40796273ED0}"/>
              </a:ext>
            </a:extLst>
          </p:cNvPr>
          <p:cNvGrpSpPr/>
          <p:nvPr/>
        </p:nvGrpSpPr>
        <p:grpSpPr>
          <a:xfrm>
            <a:off x="3172235" y="3520158"/>
            <a:ext cx="2040130" cy="1784524"/>
            <a:chOff x="585073" y="2581414"/>
            <a:chExt cx="2040130" cy="178452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044DB57-451D-ABEF-58B8-843B7DE794F2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A10391-CF13-F784-94BC-D8A039A2920C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1BC8A33-A1BE-94B1-CDF0-4E3BFE83FF44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D06622F-779D-2FE5-8254-ABD92AA251E5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B4260-352A-4F5E-CCC9-EE7BF2CE6C99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133E2E7-AFD8-FD2E-E42E-C923BE9CDA23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69913EF-814E-806D-FEBE-1504BE39AF89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80E8682-C447-641E-CB56-0ECAD4B14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AC0F18C-2AD5-D153-B86D-A1E5104BACC0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6DD60EE-6A51-2294-863F-B2255FD260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548F2CF-BA09-4F9C-28D1-983C71061267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A10E3B2-D39D-70C0-EB32-3DFE74954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33B8B34-C28F-8D09-932C-4F3E4B896341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1900A14-A7B9-703E-1B52-C2341BAE54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45119E9-7227-4A9C-9A90-0CBA49616178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8E2B7E-DE42-2D31-2185-4E519E4479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EB3363D-9E1F-0533-E10D-A053CB3EB357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2FC78AF-1A46-AD29-9C68-E8DFB3818D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A0C7FDD-4A14-D8D5-25A8-BC06ABC04D53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8E76E51-B278-0202-75E4-53E835170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CD5B707-9B2A-7231-4643-5C0A15C5DD4B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53A9B48-3C74-61BB-F2FD-D4F690674E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5E9F167-33AC-10A5-035D-B0B3CF179D26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C3F3319-1264-B008-F201-2E3A4FBD7D8A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57EE8F7-E2BC-DB50-68C3-2B7258DC16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59FDBD6-C2E2-E28A-C798-9C7059CDF87B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8447FC9-EF85-091B-9EA5-9D8DBBE466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9F934E10-3562-95BC-C961-450A75C4D7AB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7EE46D8-DC00-FF0B-5462-9B29DB53C3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8EC69E1-4F0D-D048-8EF0-6CA6AB6A0668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6F7AC574-7696-AA10-6E25-DE7136EF8490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7FF778F-772B-87F4-B404-0A4CFCF97F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896DC76-9D03-0817-733A-DCA82CB60C50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0AF7050-5AB6-1959-33CC-84D01DC59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9B3CABF-5B00-232D-11F7-2F6F45AF7322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EC01E87-6239-5F5E-EB1B-F1FA080F9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3810AA5-1CC2-096B-D9CF-B9FD40562400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96309B6-7648-E580-EABE-E08CDAC32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3505EB30-B08E-E4A5-7C21-B374FC6AFC21}"/>
              </a:ext>
            </a:extLst>
          </p:cNvPr>
          <p:cNvSpPr/>
          <p:nvPr/>
        </p:nvSpPr>
        <p:spPr>
          <a:xfrm>
            <a:off x="6587670" y="3436197"/>
            <a:ext cx="591446" cy="198991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474B215-C9E1-1E83-72CC-9C1CA9F75653}"/>
              </a:ext>
            </a:extLst>
          </p:cNvPr>
          <p:cNvSpPr/>
          <p:nvPr/>
        </p:nvSpPr>
        <p:spPr>
          <a:xfrm>
            <a:off x="3057059" y="3417464"/>
            <a:ext cx="2221992" cy="198991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FCF8D12-42BC-8FCD-633B-1CFAC987D305}"/>
              </a:ext>
            </a:extLst>
          </p:cNvPr>
          <p:cNvGrpSpPr/>
          <p:nvPr/>
        </p:nvGrpSpPr>
        <p:grpSpPr>
          <a:xfrm>
            <a:off x="9242946" y="3553452"/>
            <a:ext cx="2110854" cy="1784524"/>
            <a:chOff x="585073" y="2581414"/>
            <a:chExt cx="2110854" cy="1784524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F4E8786-B7B0-0566-53F3-853F074E7D25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0A4D07C-F1B9-FBE0-34B1-8C6088100565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4D215B4-B0AB-1BF1-C0CF-429E1702FE58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5DA5706-26DA-9BCE-B8A5-3B3AEA9DDB27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DE83359-4EFA-C62D-BA5F-341E41F49871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F53359B-8C83-86C4-2D9D-3B90CE41F9B3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F53359B-8C83-86C4-2D9D-3B90CE41F9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84941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36C536B4-17F2-637C-8B40-5621E71DF1F5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36C536B4-17F2-637C-8B40-5621E71DF1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90262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E1486A78-A946-BAD5-07D2-B5B1F53DE605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E1486A78-A946-BAD5-07D2-B5B1F53DE6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90262" cy="36933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836AD10-1FDB-49BE-172A-7FD7A67C088E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836AD10-1FDB-49BE-172A-7FD7A67C08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90262" cy="369332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FA496B84-4B77-EDD5-332D-348B5A35F223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FA496B84-4B77-EDD5-332D-348B5A35F2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90262" cy="369332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77DDC990-B58A-714D-8DD6-B25D9546797F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77DDC990-B58A-714D-8DD6-B25D954679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90262" cy="369332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9EFF4361-E41A-52B3-6BD1-C781DBBFCBFB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854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9EFF4361-E41A-52B3-6BD1-C781DBBFCB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85454" cy="369332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0F4DA736-75AC-9B77-D39D-C5D939E894CB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0F4DA736-75AC-9B77-D39D-C5D939E894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82724" cy="369332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34A87F2-DC31-FFCE-6EE7-42F7A0E2CC4E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34A87F2-DC31-FFCE-6EE7-42F7A0E2CC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82724" cy="369332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C12AE90-24C3-E626-0B18-9734EA1D5A22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EDB84DB0-8FC8-4275-2C20-D68871C73C0D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803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EDB84DB0-8FC8-4275-2C20-D68871C73C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80388" cy="369332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BAAEEAC9-EEFE-A9DB-5409-40589EFA1A77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BAAEEAC9-EEFE-A9DB-5409-40589EFA1A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90262" cy="369332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CD7125CF-EF78-3808-9AEF-BBDC46D8CEEF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CD7125CF-EF78-3808-9AEF-BBDC46D8CE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82724" cy="369332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63EDA36-F894-A6CD-45D1-94D3096D6D03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E3F48818-650B-3ACD-A205-44E3D4C22E58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E3F48818-650B-3ACD-A205-44E3D4C22E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82724" cy="369332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0ED41E51-C55B-A3B5-11AB-2B8456957E15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0ED41E51-C55B-A3B5-11AB-2B8456957E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82724" cy="369332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56BEC309-B110-C7CE-38D3-BB36A9C5030C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56BEC309-B110-C7CE-38D3-BB36A9C503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82724" cy="369332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48CF4517-C9F1-7923-D856-7C218AB77F45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48CF4517-C9F1-7923-D856-7C218AB77F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82724" cy="369332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3911935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891DF-E37B-E568-E779-D67E726C8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Scalar 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A6B35B-20A5-5DC4-555E-AAB173ABC7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723611"/>
              </a:xfrm>
            </p:spPr>
            <p:txBody>
              <a:bodyPr>
                <a:normAutofit fontScale="92500" lnSpcReduction="10000"/>
              </a:bodyPr>
              <a:lstStyle/>
              <a:p>
                <a:pPr lvl="1"/>
                <a:r>
                  <a:rPr lang="en-US" dirty="0"/>
                  <a:t>For each row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of the kernel with weight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: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A6B35B-20A5-5DC4-555E-AAB173ABC7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723611"/>
              </a:xfrm>
              <a:blipFill>
                <a:blip r:embed="rId2"/>
                <a:stretch>
                  <a:fillRect t="-13445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3BFEC4F4-D4DA-6B4D-ECD1-42FC6C2E57A4}"/>
              </a:ext>
            </a:extLst>
          </p:cNvPr>
          <p:cNvGrpSpPr/>
          <p:nvPr/>
        </p:nvGrpSpPr>
        <p:grpSpPr>
          <a:xfrm>
            <a:off x="6612600" y="4089303"/>
            <a:ext cx="1073051" cy="896233"/>
            <a:chOff x="1975635" y="2952087"/>
            <a:chExt cx="1073051" cy="89623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755CCA0-7F08-8476-46FE-17D1B08FE0F5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A6A828A-63AB-F5E5-38F1-E02C416ABE82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A10C0F2A-061B-11D9-76C1-05CCF140DABA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BE4647A-54A7-D7A1-58F7-EDA4E7A75129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D7DDDB0-1EA2-1327-66D3-2CC8C3DE181B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D7DDDB0-1EA2-1327-66D3-2CC8C3DE18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A1ED39A-8077-BA50-CBE9-0F74A356294E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6506CC4-D8EC-F1A9-8273-89283F69056B}"/>
                    </a:ext>
                  </a:extLst>
                </p:cNvPr>
                <p:cNvSpPr txBox="1"/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6506CC4-D8EC-F1A9-8273-89283F6905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BF6CB23-92BF-8784-61C1-4BB301E20FA2}"/>
                    </a:ext>
                  </a:extLst>
                </p:cNvPr>
                <p:cNvSpPr txBox="1"/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D95E17A-BA1C-A26E-3D22-B40796273ED0}"/>
              </a:ext>
            </a:extLst>
          </p:cNvPr>
          <p:cNvGrpSpPr/>
          <p:nvPr/>
        </p:nvGrpSpPr>
        <p:grpSpPr>
          <a:xfrm>
            <a:off x="3172235" y="3520158"/>
            <a:ext cx="2040130" cy="1784524"/>
            <a:chOff x="585073" y="2581414"/>
            <a:chExt cx="2040130" cy="178452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044DB57-451D-ABEF-58B8-843B7DE794F2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A10391-CF13-F784-94BC-D8A039A2920C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1BC8A33-A1BE-94B1-CDF0-4E3BFE83FF44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D06622F-779D-2FE5-8254-ABD92AA251E5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B4260-352A-4F5E-CCC9-EE7BF2CE6C99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133E2E7-AFD8-FD2E-E42E-C923BE9CDA23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133E2E7-AFD8-FD2E-E42E-C923BE9CDA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69913EF-814E-806D-FEBE-1504BE39AF89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69913EF-814E-806D-FEBE-1504BE39AF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AC0F18C-2AD5-D153-B86D-A1E5104BACC0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AC0F18C-2AD5-D153-B86D-A1E5104BAC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548F2CF-BA09-4F9C-28D1-983C71061267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A10E3B2-D39D-70C0-EB32-3DFE74954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33B8B34-C28F-8D09-932C-4F3E4B896341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1900A14-A7B9-703E-1B52-C2341BAE54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45119E9-7227-4A9C-9A90-0CBA49616178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8E2B7E-DE42-2D31-2185-4E519E4479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EB3363D-9E1F-0533-E10D-A053CB3EB357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2FC78AF-1A46-AD29-9C68-E8DFB3818D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A0C7FDD-4A14-D8D5-25A8-BC06ABC04D53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8E76E51-B278-0202-75E4-53E835170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CD5B707-9B2A-7231-4643-5C0A15C5DD4B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53A9B48-3C74-61BB-F2FD-D4F690674E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5E9F167-33AC-10A5-035D-B0B3CF179D26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C3F3319-1264-B008-F201-2E3A4FBD7D8A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C3F3319-1264-B008-F201-2E3A4FBD7D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59FDBD6-C2E2-E28A-C798-9C7059CDF87B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8447FC9-EF85-091B-9EA5-9D8DBBE466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9F934E10-3562-95BC-C961-450A75C4D7AB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7EE46D8-DC00-FF0B-5462-9B29DB53C3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8EC69E1-4F0D-D048-8EF0-6CA6AB6A0668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6F7AC574-7696-AA10-6E25-DE7136EF8490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7FF778F-772B-87F4-B404-0A4CFCF97F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896DC76-9D03-0817-733A-DCA82CB60C50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0AF7050-5AB6-1959-33CC-84D01DC59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9B3CABF-5B00-232D-11F7-2F6F45AF7322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EC01E87-6239-5F5E-EB1B-F1FA080F9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3810AA5-1CC2-096B-D9CF-B9FD40562400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96309B6-7648-E580-EABE-E08CDAC32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3505EB30-B08E-E4A5-7C21-B374FC6AFC21}"/>
              </a:ext>
            </a:extLst>
          </p:cNvPr>
          <p:cNvSpPr/>
          <p:nvPr/>
        </p:nvSpPr>
        <p:spPr>
          <a:xfrm>
            <a:off x="6587670" y="3436197"/>
            <a:ext cx="591446" cy="198991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474B215-C9E1-1E83-72CC-9C1CA9F75653}"/>
              </a:ext>
            </a:extLst>
          </p:cNvPr>
          <p:cNvSpPr/>
          <p:nvPr/>
        </p:nvSpPr>
        <p:spPr>
          <a:xfrm>
            <a:off x="3057059" y="3417464"/>
            <a:ext cx="2221992" cy="198991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FCF8D12-42BC-8FCD-633B-1CFAC987D305}"/>
              </a:ext>
            </a:extLst>
          </p:cNvPr>
          <p:cNvGrpSpPr/>
          <p:nvPr/>
        </p:nvGrpSpPr>
        <p:grpSpPr>
          <a:xfrm>
            <a:off x="9242946" y="3553452"/>
            <a:ext cx="2110854" cy="1784524"/>
            <a:chOff x="585073" y="2581414"/>
            <a:chExt cx="2110854" cy="1784524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F4E8786-B7B0-0566-53F3-853F074E7D25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0A4D07C-F1B9-FBE0-34B1-8C6088100565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4D215B4-B0AB-1BF1-C0CF-429E1702FE58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5DA5706-26DA-9BCE-B8A5-3B3AEA9DDB27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DE83359-4EFA-C62D-BA5F-341E41F49871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F53359B-8C83-86C4-2D9D-3B90CE41F9B3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F53359B-8C83-86C4-2D9D-3B90CE41F9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84941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36C536B4-17F2-637C-8B40-5621E71DF1F5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36C536B4-17F2-637C-8B40-5621E71DF1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90262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E1486A78-A946-BAD5-07D2-B5B1F53DE605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E1486A78-A946-BAD5-07D2-B5B1F53DE6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90262" cy="36933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836AD10-1FDB-49BE-172A-7FD7A67C088E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836AD10-1FDB-49BE-172A-7FD7A67C08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90262" cy="369332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FA496B84-4B77-EDD5-332D-348B5A35F223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FA496B84-4B77-EDD5-332D-348B5A35F2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90262" cy="369332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77DDC990-B58A-714D-8DD6-B25D9546797F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77DDC990-B58A-714D-8DD6-B25D954679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90262" cy="369332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9EFF4361-E41A-52B3-6BD1-C781DBBFCBFB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854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9EFF4361-E41A-52B3-6BD1-C781DBBFCB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85454" cy="369332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0F4DA736-75AC-9B77-D39D-C5D939E894CB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0F4DA736-75AC-9B77-D39D-C5D939E894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82724" cy="369332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34A87F2-DC31-FFCE-6EE7-42F7A0E2CC4E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34A87F2-DC31-FFCE-6EE7-42F7A0E2CC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82724" cy="369332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C12AE90-24C3-E626-0B18-9734EA1D5A22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EDB84DB0-8FC8-4275-2C20-D68871C73C0D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803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EDB84DB0-8FC8-4275-2C20-D68871C73C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80388" cy="369332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BAAEEAC9-EEFE-A9DB-5409-40589EFA1A77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BAAEEAC9-EEFE-A9DB-5409-40589EFA1A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90262" cy="369332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CD7125CF-EF78-3808-9AEF-BBDC46D8CEEF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CD7125CF-EF78-3808-9AEF-BBDC46D8CE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82724" cy="369332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63EDA36-F894-A6CD-45D1-94D3096D6D03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E3F48818-650B-3ACD-A205-44E3D4C22E58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E3F48818-650B-3ACD-A205-44E3D4C22E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82724" cy="369332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0ED41E51-C55B-A3B5-11AB-2B8456957E15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0ED41E51-C55B-A3B5-11AB-2B8456957E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82724" cy="369332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56BEC309-B110-C7CE-38D3-BB36A9C5030C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56BEC309-B110-C7CE-38D3-BB36A9C503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82724" cy="369332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48CF4517-C9F1-7923-D856-7C218AB77F45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48CF4517-C9F1-7923-D856-7C218AB77F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82724" cy="369332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9765281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0DE2D-D893-ADA0-57F5-7BD0EE63B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Scalar 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2DF6D0-DC79-BE4B-A7C7-393ADCEA37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Algorithm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/>
                  <a:t> input,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output channels):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For each input channel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dirty="0"/>
                  <a:t>For each column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of kernel</a:t>
                </a:r>
              </a:p>
              <a:p>
                <a:pPr lvl="2"/>
                <a:r>
                  <a:rPr lang="en-US" dirty="0"/>
                  <a:t>Load a slice of input into cache: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sup>
                    </m:sSubSup>
                  </m:oMath>
                </a14:m>
                <a:endParaRPr lang="en-US" dirty="0"/>
              </a:p>
              <a:p>
                <a:pPr lvl="2"/>
                <a:r>
                  <a:rPr lang="en-US" dirty="0">
                    <a:solidFill>
                      <a:srgbClr val="FF0000"/>
                    </a:solidFill>
                  </a:rPr>
                  <a:t>For each output channel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lvl="3"/>
                <a:r>
                  <a:rPr lang="en-US" dirty="0"/>
                  <a:t>Load a slice of output into cache: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p>
                        </m:sSup>
                      </m:sup>
                    </m:sSubSup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For each row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of the kernel with weight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4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p>
                        </m:sSup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p>
                        </m:sSup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Store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p>
                        </m:sSup>
                      </m:sup>
                    </m:sSubSup>
                  </m:oMath>
                </a14:m>
                <a:r>
                  <a:rPr lang="en-US" dirty="0"/>
                  <a:t> back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2DF6D0-DC79-BE4B-A7C7-393ADCEA37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216334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891DF-E37B-E568-E779-D67E726C8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Scalar 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A6B35B-20A5-5DC4-555E-AAB173ABC7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723611"/>
              </a:xfrm>
            </p:spPr>
            <p:txBody>
              <a:bodyPr/>
              <a:lstStyle/>
              <a:p>
                <a:r>
                  <a:rPr lang="en-US" dirty="0"/>
                  <a:t>Select a slice of 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A6B35B-20A5-5DC4-555E-AAB173ABC7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723611"/>
              </a:xfrm>
              <a:blipFill>
                <a:blip r:embed="rId2"/>
                <a:stretch>
                  <a:fillRect l="-1043" t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3BFEC4F4-D4DA-6B4D-ECD1-42FC6C2E57A4}"/>
              </a:ext>
            </a:extLst>
          </p:cNvPr>
          <p:cNvGrpSpPr/>
          <p:nvPr/>
        </p:nvGrpSpPr>
        <p:grpSpPr>
          <a:xfrm>
            <a:off x="6608604" y="2343794"/>
            <a:ext cx="1073051" cy="896233"/>
            <a:chOff x="1975635" y="2952087"/>
            <a:chExt cx="1073051" cy="89623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755CCA0-7F08-8476-46FE-17D1B08FE0F5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A6A828A-63AB-F5E5-38F1-E02C416ABE82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A10C0F2A-061B-11D9-76C1-05CCF140DABA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BE4647A-54A7-D7A1-58F7-EDA4E7A75129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D7DDDB0-1EA2-1327-66D3-2CC8C3DE181B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D7DDDB0-1EA2-1327-66D3-2CC8C3DE18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A1ED39A-8077-BA50-CBE9-0F74A356294E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6506CC4-D8EC-F1A9-8273-89283F69056B}"/>
                    </a:ext>
                  </a:extLst>
                </p:cNvPr>
                <p:cNvSpPr txBox="1"/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BBC5356-42E3-EF95-C54F-F120B6F9A4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BF6CB23-92BF-8784-61C1-4BB301E20FA2}"/>
                    </a:ext>
                  </a:extLst>
                </p:cNvPr>
                <p:cNvSpPr txBox="1"/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D95E17A-BA1C-A26E-3D22-B40796273ED0}"/>
              </a:ext>
            </a:extLst>
          </p:cNvPr>
          <p:cNvGrpSpPr/>
          <p:nvPr/>
        </p:nvGrpSpPr>
        <p:grpSpPr>
          <a:xfrm>
            <a:off x="1993225" y="3883496"/>
            <a:ext cx="2040130" cy="1784524"/>
            <a:chOff x="585073" y="2581414"/>
            <a:chExt cx="2040130" cy="178452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044DB57-451D-ABEF-58B8-843B7DE794F2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A10391-CF13-F784-94BC-D8A039A2920C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1BC8A33-A1BE-94B1-CDF0-4E3BFE83FF44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D06622F-779D-2FE5-8254-ABD92AA251E5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B4260-352A-4F5E-CCC9-EE7BF2CE6C99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133E2E7-AFD8-FD2E-E42E-C923BE9CDA23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69913EF-814E-806D-FEBE-1504BE39AF89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80E8682-C447-641E-CB56-0ECAD4B14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AC0F18C-2AD5-D153-B86D-A1E5104BACC0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6DD60EE-6A51-2294-863F-B2255FD260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548F2CF-BA09-4F9C-28D1-983C71061267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A10E3B2-D39D-70C0-EB32-3DFE74954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33B8B34-C28F-8D09-932C-4F3E4B896341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1900A14-A7B9-703E-1B52-C2341BAE54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45119E9-7227-4A9C-9A90-0CBA49616178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8E2B7E-DE42-2D31-2185-4E519E4479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EB3363D-9E1F-0533-E10D-A053CB3EB357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2FC78AF-1A46-AD29-9C68-E8DFB3818D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A0C7FDD-4A14-D8D5-25A8-BC06ABC04D53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8E76E51-B278-0202-75E4-53E835170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CD5B707-9B2A-7231-4643-5C0A15C5DD4B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53A9B48-3C74-61BB-F2FD-D4F690674E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5E9F167-33AC-10A5-035D-B0B3CF179D26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C3F3319-1264-B008-F201-2E3A4FBD7D8A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57EE8F7-E2BC-DB50-68C3-2B7258DC16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59FDBD6-C2E2-E28A-C798-9C7059CDF87B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8447FC9-EF85-091B-9EA5-9D8DBBE466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9F934E10-3562-95BC-C961-450A75C4D7AB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7EE46D8-DC00-FF0B-5462-9B29DB53C3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8EC69E1-4F0D-D048-8EF0-6CA6AB6A0668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6F7AC574-7696-AA10-6E25-DE7136EF8490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7FF778F-772B-87F4-B404-0A4CFCF97F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896DC76-9D03-0817-733A-DCA82CB60C50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0AF7050-5AB6-1959-33CC-84D01DC59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9B3CABF-5B00-232D-11F7-2F6F45AF7322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EC01E87-6239-5F5E-EB1B-F1FA080F9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3810AA5-1CC2-096B-D9CF-B9FD40562400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96309B6-7648-E580-EABE-E08CDAC32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3505EB30-B08E-E4A5-7C21-B374FC6AFC21}"/>
              </a:ext>
            </a:extLst>
          </p:cNvPr>
          <p:cNvSpPr/>
          <p:nvPr/>
        </p:nvSpPr>
        <p:spPr>
          <a:xfrm>
            <a:off x="6583674" y="1690688"/>
            <a:ext cx="591446" cy="198991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474B215-C9E1-1E83-72CC-9C1CA9F75653}"/>
              </a:ext>
            </a:extLst>
          </p:cNvPr>
          <p:cNvSpPr/>
          <p:nvPr/>
        </p:nvSpPr>
        <p:spPr>
          <a:xfrm>
            <a:off x="1878049" y="3780802"/>
            <a:ext cx="2221992" cy="198991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C30D7F2-8964-561F-B450-65598FDE5222}"/>
              </a:ext>
            </a:extLst>
          </p:cNvPr>
          <p:cNvGrpSpPr/>
          <p:nvPr/>
        </p:nvGrpSpPr>
        <p:grpSpPr>
          <a:xfrm>
            <a:off x="9238950" y="1807943"/>
            <a:ext cx="2110854" cy="1784524"/>
            <a:chOff x="585073" y="2581414"/>
            <a:chExt cx="2110854" cy="1784524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0E3C56C-3338-F9A9-AA26-62E2132A00F6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3CB6D35-3BE6-6958-7F69-B7BE3F8D2574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253B96C-7D02-B8D9-5F8A-85CCFB30EFFE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E711BF4-9F72-E6C1-8AFC-D3F69320669C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D4FD0BE-C3D3-14CF-3F3C-B11DFC771CA3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2A7AE62-1A92-9B03-A8AC-FB547B54F0F1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2A7AE62-1A92-9B03-A8AC-FB547B54F0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84941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779995B-A324-5C32-9AAE-7CBBA47060EC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779995B-A324-5C32-9AAE-7CBBA4706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90262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11E4F94E-403C-3AD3-2C18-8FF59D0A7B89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11E4F94E-403C-3AD3-2C18-8FF59D0A7B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90262" cy="36933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70129CA0-FB5D-9811-8627-931882E36385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70129CA0-FB5D-9811-8627-931882E363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90262" cy="369332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C1B2CE9C-466A-8B35-5346-F012BABF226B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C1B2CE9C-466A-8B35-5346-F012BABF22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90262" cy="369332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10EE99B-9657-8D14-8556-0240602A2841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10EE99B-9657-8D14-8556-0240602A28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90262" cy="369332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D5EB13D3-B285-8A49-650F-BF7DDA6185DC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854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D5EB13D3-B285-8A49-650F-BF7DDA6185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85454" cy="369332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9C82A0AD-BCCE-66C1-3538-DAC24028AC66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9C82A0AD-BCCE-66C1-3538-DAC24028AC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82724" cy="369332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2483EB89-213A-1940-D8D0-155BB885325E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2483EB89-213A-1940-D8D0-155BB88532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82724" cy="369332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6A5AE67D-FFE1-50BB-5885-5206FFA47FB8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37388116-D042-6C6B-5BCD-2E1A03404A44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803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37388116-D042-6C6B-5BCD-2E1A03404A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80388" cy="369332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8DBD01D7-C98B-B4F8-F1BA-356236D06A19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8DBD01D7-C98B-B4F8-F1BA-356236D06A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90262" cy="369332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8DBE03CE-C4A5-13E6-95A8-FA6916223E40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8DBE03CE-C4A5-13E6-95A8-FA6916223E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82724" cy="369332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AEA4A549-07B0-C5C7-216F-F70E8C9F5B48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ADBF75C9-72D3-175D-DF28-A2AED51C9CEF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ADBF75C9-72D3-175D-DF28-A2AED51C9C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82724" cy="369332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DD9A9796-4AE8-406B-1992-BC98FFA4B91A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DD9A9796-4AE8-406B-1992-BC98FFA4B9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82724" cy="369332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52E1F45C-CA05-9CD9-56FD-42D0870C3988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52E1F45C-CA05-9CD9-56FD-42D0870C39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82724" cy="369332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75E6542-65AA-09E6-A83D-8F7C3D237276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75E6542-65AA-09E6-A83D-8F7C3D2372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82724" cy="369332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D76C1E5D-A007-4CAD-6237-A19FC18C805B}"/>
              </a:ext>
            </a:extLst>
          </p:cNvPr>
          <p:cNvSpPr/>
          <p:nvPr/>
        </p:nvSpPr>
        <p:spPr>
          <a:xfrm>
            <a:off x="9131808" y="1716720"/>
            <a:ext cx="2221992" cy="198991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DD28512-854B-22F6-2581-0A759F5C925F}"/>
              </a:ext>
            </a:extLst>
          </p:cNvPr>
          <p:cNvGrpSpPr/>
          <p:nvPr/>
        </p:nvGrpSpPr>
        <p:grpSpPr>
          <a:xfrm>
            <a:off x="6633534" y="5008796"/>
            <a:ext cx="1073051" cy="896233"/>
            <a:chOff x="1975635" y="2952087"/>
            <a:chExt cx="1073051" cy="896233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5526B5EF-B5FA-2FC4-F2C3-643F9F4676C9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E0D14B04-0903-6636-F174-97CCBA59A643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01043BA5-013D-B78B-6BFD-425E375D4139}"/>
                  </a:ext>
                </a:extLst>
              </p:cNvPr>
              <p:cNvCxnSpPr>
                <a:stCxn id="69" idx="0"/>
                <a:endCxn id="69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DFA18969-0F13-188F-C861-AD1E097EBCF4}"/>
                  </a:ext>
                </a:extLst>
              </p:cNvPr>
              <p:cNvCxnSpPr>
                <a:cxnSpLocks/>
                <a:endCxn id="69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41AC0611-8CCA-259E-79C7-5EB004DF45E6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41AC0611-8CCA-259E-79C7-5EB004DF45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C0AEFB15-5E59-0F8B-E8B9-A3D54C5D947B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45722629-0BC6-6298-ABC1-82C9E1D86BDC}"/>
                    </a:ext>
                  </a:extLst>
                </p:cNvPr>
                <p:cNvSpPr txBox="1"/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BBC5356-42E3-EF95-C54F-F120B6F9A4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33F95AAC-34E2-EBCE-B010-A4D1F1ADA387}"/>
                    </a:ext>
                  </a:extLst>
                </p:cNvPr>
                <p:cNvSpPr txBox="1"/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3" name="Rectangle 72">
            <a:extLst>
              <a:ext uri="{FF2B5EF4-FFF2-40B4-BE49-F238E27FC236}">
                <a16:creationId xmlns:a16="http://schemas.microsoft.com/office/drawing/2014/main" id="{FBFE36AC-3261-C3D6-0E37-1CC80FCEA2BE}"/>
              </a:ext>
            </a:extLst>
          </p:cNvPr>
          <p:cNvSpPr/>
          <p:nvPr/>
        </p:nvSpPr>
        <p:spPr>
          <a:xfrm>
            <a:off x="6608604" y="4355690"/>
            <a:ext cx="591446" cy="198991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A8D11EC-F8AA-EFB8-6076-1DFC6CB8AC99}"/>
              </a:ext>
            </a:extLst>
          </p:cNvPr>
          <p:cNvGrpSpPr/>
          <p:nvPr/>
        </p:nvGrpSpPr>
        <p:grpSpPr>
          <a:xfrm>
            <a:off x="9263880" y="4472945"/>
            <a:ext cx="2110854" cy="1784524"/>
            <a:chOff x="585073" y="2581414"/>
            <a:chExt cx="2110854" cy="1784524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8E5D9D6-2C0E-E63A-72C7-CEBDCC0AE635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FB0E11E9-887F-1A54-22CE-1F6C23A40EB9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18E1D64-9A8C-11D0-A6F0-020F3A56DC23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CFD2EB22-2E95-897B-296C-441755F42AE9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839014D4-290F-0E5D-9667-E8F3300ABAFD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AF9949A5-9FC7-5782-C70D-482AA6FC6C2E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AF9949A5-9FC7-5782-C70D-482AA6FC6C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84941" cy="369332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51F86D11-C613-C0FD-6522-E5347DFF849B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51F86D11-C613-C0FD-6522-E5347DFF84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90262" cy="369332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5E7BF751-6FD0-BD3E-1BCA-70EA77FAA8A9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5E7BF751-6FD0-BD3E-1BCA-70EA77FAA8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90262" cy="369332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F8A83B4A-C94B-752B-BBC8-63CFC11646DF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F8A83B4A-C94B-752B-BBC8-63CFC11646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90262" cy="369332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D71D5A33-8038-03F1-748D-05704813FA22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D71D5A33-8038-03F1-748D-05704813FA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90262" cy="369332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196E881E-6B72-6380-3496-F1F398897654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196E881E-6B72-6380-3496-F1F3988976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90262" cy="369332"/>
                </a:xfrm>
                <a:prstGeom prst="rect">
                  <a:avLst/>
                </a:prstGeom>
                <a:blipFill>
                  <a:blip r:embed="rId5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A9244E94-2312-FD10-112B-887F534DAA51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854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A9244E94-2312-FD10-112B-887F534DAA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85454" cy="369332"/>
                </a:xfrm>
                <a:prstGeom prst="rect">
                  <a:avLst/>
                </a:prstGeom>
                <a:blipFill>
                  <a:blip r:embed="rId5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64112D9F-E566-D68F-34F6-CB7FC21BDDE8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64112D9F-E566-D68F-34F6-CB7FC21BDD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82724" cy="369332"/>
                </a:xfrm>
                <a:prstGeom prst="rect">
                  <a:avLst/>
                </a:prstGeom>
                <a:blipFill>
                  <a:blip r:embed="rId5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CB281DBE-8F06-A902-3780-6A1AE42C5CEC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CB281DBE-8F06-A902-3780-6A1AE42C5C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82724" cy="369332"/>
                </a:xfrm>
                <a:prstGeom prst="rect">
                  <a:avLst/>
                </a:prstGeom>
                <a:blipFill>
                  <a:blip r:embed="rId5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90591044-5C65-6D06-D5AA-3700450F48F2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652EFA85-08F4-693E-B4ED-DA7861D08BF1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803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652EFA85-08F4-693E-B4ED-DA7861D08B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80388" cy="369332"/>
                </a:xfrm>
                <a:prstGeom prst="rect">
                  <a:avLst/>
                </a:prstGeom>
                <a:blipFill>
                  <a:blip r:embed="rId6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3D8CD9EF-577D-CC7C-F610-BA578F4F2C3C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3D8CD9EF-577D-CC7C-F610-BA578F4F2C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90262" cy="369332"/>
                </a:xfrm>
                <a:prstGeom prst="rect">
                  <a:avLst/>
                </a:prstGeom>
                <a:blipFill>
                  <a:blip r:embed="rId6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75DCC53C-09EA-FBA6-657A-866F26BA3BE2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75DCC53C-09EA-FBA6-657A-866F26BA3B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82724" cy="369332"/>
                </a:xfrm>
                <a:prstGeom prst="rect">
                  <a:avLst/>
                </a:prstGeom>
                <a:blipFill>
                  <a:blip r:embed="rId6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AF061C00-7F73-4CB3-F589-B3D0DDA82CB1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F4CE207F-5FE6-1F52-D795-5539356F7F35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F4CE207F-5FE6-1F52-D795-5539356F7F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82724" cy="369332"/>
                </a:xfrm>
                <a:prstGeom prst="rect">
                  <a:avLst/>
                </a:prstGeom>
                <a:blipFill>
                  <a:blip r:embed="rId6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84096113-2E91-27C8-4498-59FB39C5CBB3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84096113-2E91-27C8-4498-59FB39C5CB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82724" cy="369332"/>
                </a:xfrm>
                <a:prstGeom prst="rect">
                  <a:avLst/>
                </a:prstGeom>
                <a:blipFill>
                  <a:blip r:embed="rId6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E9327F97-018D-98ED-625C-010C252223F9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E9327F97-018D-98ED-625C-010C252223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82724" cy="369332"/>
                </a:xfrm>
                <a:prstGeom prst="rect">
                  <a:avLst/>
                </a:prstGeom>
                <a:blipFill>
                  <a:blip r:embed="rId6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C0A77284-9437-8E32-713A-A88FCE0FA86B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C0A77284-9437-8E32-713A-A88FCE0FA8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82724" cy="369332"/>
                </a:xfrm>
                <a:prstGeom prst="rect">
                  <a:avLst/>
                </a:prstGeom>
                <a:blipFill>
                  <a:blip r:embed="rId6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8" name="Rectangle 97">
            <a:extLst>
              <a:ext uri="{FF2B5EF4-FFF2-40B4-BE49-F238E27FC236}">
                <a16:creationId xmlns:a16="http://schemas.microsoft.com/office/drawing/2014/main" id="{27F88612-58AB-07A6-80B5-2FE018204C82}"/>
              </a:ext>
            </a:extLst>
          </p:cNvPr>
          <p:cNvSpPr/>
          <p:nvPr/>
        </p:nvSpPr>
        <p:spPr>
          <a:xfrm>
            <a:off x="9156738" y="4381722"/>
            <a:ext cx="2221992" cy="198991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413FC2EC-9E70-74DC-D48B-53D717A800EF}"/>
              </a:ext>
            </a:extLst>
          </p:cNvPr>
          <p:cNvCxnSpPr/>
          <p:nvPr/>
        </p:nvCxnSpPr>
        <p:spPr>
          <a:xfrm flipV="1">
            <a:off x="4226829" y="2918813"/>
            <a:ext cx="2107359" cy="16185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23346BB-32C9-C7A9-6AD6-685121CE8A3C}"/>
              </a:ext>
            </a:extLst>
          </p:cNvPr>
          <p:cNvCxnSpPr>
            <a:cxnSpLocks/>
          </p:cNvCxnSpPr>
          <p:nvPr/>
        </p:nvCxnSpPr>
        <p:spPr>
          <a:xfrm>
            <a:off x="4221165" y="4537386"/>
            <a:ext cx="2371924" cy="9102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3568D56D-9EA3-13CD-46E5-D4942D9E24A8}"/>
              </a:ext>
            </a:extLst>
          </p:cNvPr>
          <p:cNvSpPr txBox="1"/>
          <p:nvPr/>
        </p:nvSpPr>
        <p:spPr>
          <a:xfrm>
            <a:off x="3937872" y="3045592"/>
            <a:ext cx="184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Channel 0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A75E868-72A4-AC04-E728-416D0BF580D9}"/>
              </a:ext>
            </a:extLst>
          </p:cNvPr>
          <p:cNvSpPr txBox="1"/>
          <p:nvPr/>
        </p:nvSpPr>
        <p:spPr>
          <a:xfrm>
            <a:off x="5834437" y="3741464"/>
            <a:ext cx="4331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…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F8C4EAD9-AE84-4DAD-609D-FCEFCF8F2DF9}"/>
                  </a:ext>
                </a:extLst>
              </p:cNvPr>
              <p:cNvSpPr txBox="1"/>
              <p:nvPr/>
            </p:nvSpPr>
            <p:spPr>
              <a:xfrm>
                <a:off x="4344756" y="5328221"/>
                <a:ext cx="19669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Output Channel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F8C4EAD9-AE84-4DAD-609D-FCEFCF8F2D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4756" y="5328221"/>
                <a:ext cx="1966949" cy="369332"/>
              </a:xfrm>
              <a:prstGeom prst="rect">
                <a:avLst/>
              </a:prstGeom>
              <a:blipFill>
                <a:blip r:embed="rId67"/>
                <a:stretch>
                  <a:fillRect l="-2795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CFD25EA5-278D-CE7A-C5F0-433639768603}"/>
                  </a:ext>
                </a:extLst>
              </p:cNvPr>
              <p:cNvSpPr txBox="1"/>
              <p:nvPr/>
            </p:nvSpPr>
            <p:spPr>
              <a:xfrm>
                <a:off x="362171" y="5913183"/>
                <a:ext cx="1784463" cy="3782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Input Channel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CFD25EA5-278D-CE7A-C5F0-433639768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171" y="5913183"/>
                <a:ext cx="1784463" cy="378245"/>
              </a:xfrm>
              <a:prstGeom prst="rect">
                <a:avLst/>
              </a:prstGeom>
              <a:blipFill>
                <a:blip r:embed="rId68"/>
                <a:stretch>
                  <a:fillRect l="-2730" t="-4839" b="-2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022052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A8598-B3AB-0423-DD65-BF5311569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Scalar 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488ECA-BAC7-C968-FA54-DBE095B4EE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Claim of the paper</a:t>
                </a:r>
              </a:p>
              <a:p>
                <a:endParaRPr lang="en-US" dirty="0"/>
              </a:p>
              <a:p>
                <a:r>
                  <a:rPr lang="en-US" dirty="0"/>
                  <a:t>Memory requirement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Technically correct, but may not be very useful</a:t>
                </a:r>
              </a:p>
              <a:p>
                <a:pPr lvl="1"/>
                <a:r>
                  <a:rPr lang="en-US" dirty="0"/>
                  <a:t>We care more about data transfers and computation time 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488ECA-BAC7-C968-FA54-DBE095B4EE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742629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0DE2D-D893-ADA0-57F5-7BD0EE63B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Scalar 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2DF6D0-DC79-BE4B-A7C7-393ADCEA37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9407"/>
                <a:ext cx="10515600" cy="4717556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Can we parallelize this algorithm?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Ungraded HW Assignment: Apply one of the data parallelism techniques to come up with a parallel algorithm (see if you can design an algorithm that has no write conflicts)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For each input channel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dirty="0"/>
                  <a:t>For each column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of kernel</a:t>
                </a:r>
              </a:p>
              <a:p>
                <a:pPr lvl="2"/>
                <a:r>
                  <a:rPr lang="en-US" dirty="0"/>
                  <a:t>Load a slice of input into cache: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sup>
                    </m:sSubSup>
                  </m:oMath>
                </a14:m>
                <a:endParaRPr lang="en-US" dirty="0"/>
              </a:p>
              <a:p>
                <a:pPr lvl="2"/>
                <a:r>
                  <a:rPr lang="en-US" dirty="0">
                    <a:solidFill>
                      <a:schemeClr val="tx1"/>
                    </a:solidFill>
                  </a:rPr>
                  <a:t>For each output channel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3"/>
                <a:r>
                  <a:rPr lang="en-US" dirty="0"/>
                  <a:t>Load a slice of output into cache: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p>
                        </m:sSup>
                      </m:sup>
                    </m:sSubSup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For each row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of the kernel with weight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4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p>
                        </m:sSup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p>
                        </m:sSup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2DF6D0-DC79-BE4B-A7C7-393ADCEA37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9407"/>
                <a:ext cx="10515600" cy="4717556"/>
              </a:xfrm>
              <a:blipFill>
                <a:blip r:embed="rId2"/>
                <a:stretch>
                  <a:fillRect l="-928" t="-3230" r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986205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62D8B-4B54-A2C9-5C57-928929794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Im2Col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1B3923-55C8-4D37-403B-BB79DCBB9E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 Matrix -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increase in size -&gt; leads to increase in memory transfers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Filter Matrix -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 increase in size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Output Matrix -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 increase in size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1B3923-55C8-4D37-403B-BB79DCBB9E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985770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19D32-129F-E2BA-0188-C9E8F65BD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Kn2Row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08D1EA-1D66-6926-AB1F-4D222F6700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 Matrix -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Filter Matrix -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 increase in size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Output Matrix -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increase in size -&gt; leads to increase in memory transfers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08D1EA-1D66-6926-AB1F-4D222F6700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107654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62D8B-4B54-A2C9-5C57-928929794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Scalar 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1B3923-55C8-4D37-403B-BB79DCBB9E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Input Matrix -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 increase in size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US" dirty="0"/>
                  <a:t>Filter Matrix -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 increase in size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Output Matrix -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 increase in size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Performs Matrix Scaling and Addition Operations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1B3923-55C8-4D37-403B-BB79DCBB9E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545041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9B69F-8B63-B3EC-12B0-9B9A60536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F2391-E8AE-9A93-A4FC-0E02B54BC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9/30 Lecture 11</a:t>
            </a:r>
          </a:p>
          <a:p>
            <a:pPr lvl="1"/>
            <a:r>
              <a:rPr lang="en-US" dirty="0"/>
              <a:t>Accelerating Convolutional Neural Networks: Exploring Sparsity in Convolutional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129724081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04DE0-9343-6853-D403-04A484E06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5DCD4-6F74-BBCB-9506-55F298D2E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  <a:p>
            <a:endParaRPr lang="en-US" dirty="0"/>
          </a:p>
          <a:p>
            <a:r>
              <a:rPr lang="en-US" dirty="0"/>
              <a:t>Email: </a:t>
            </a:r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662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4919</TotalTime>
  <Words>4329</Words>
  <Application>Microsoft Office PowerPoint</Application>
  <PresentationFormat>Widescreen</PresentationFormat>
  <Paragraphs>2110</Paragraphs>
  <Slides>81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6" baseType="lpstr">
      <vt:lpstr>Arial</vt:lpstr>
      <vt:lpstr>Calibri</vt:lpstr>
      <vt:lpstr>Calibri Light</vt:lpstr>
      <vt:lpstr>Cambria Math</vt:lpstr>
      <vt:lpstr>Office Theme</vt:lpstr>
      <vt:lpstr>CSDS 451: Designing High Performant Systems for AI</vt:lpstr>
      <vt:lpstr>Outline</vt:lpstr>
      <vt:lpstr>Reading Materials</vt:lpstr>
      <vt:lpstr>Reading Materials</vt:lpstr>
      <vt:lpstr>Outline</vt:lpstr>
      <vt:lpstr>Key Operation in CNN</vt:lpstr>
      <vt:lpstr>CNN on A100 Roofline Plot (assuming infinite cache)</vt:lpstr>
      <vt:lpstr>Implications</vt:lpstr>
      <vt:lpstr>Convolution as Matrix Multiplications</vt:lpstr>
      <vt:lpstr>Block Matrix Multiplication</vt:lpstr>
      <vt:lpstr>Blocked Matrix Multiplication</vt:lpstr>
      <vt:lpstr>BLAS – Basic Linear Algebra Subprograms</vt:lpstr>
      <vt:lpstr>BLAS – Basic Linear Algebra Subprograms</vt:lpstr>
      <vt:lpstr>GEMM – Generalized Matrix Matrix Multiplication</vt:lpstr>
      <vt:lpstr>GEMM – Generalized Matrix Matrix Multiplication</vt:lpstr>
      <vt:lpstr>GEMM – Generalized Matrix Matrix Multiplication</vt:lpstr>
      <vt:lpstr>GEMM – Generalized Matrix Matrix Multiplication</vt:lpstr>
      <vt:lpstr>GEMM – Generalized Matrix Matrix Multiplication</vt:lpstr>
      <vt:lpstr>GEMM – Generalized Matrix Matrix Multiplication</vt:lpstr>
      <vt:lpstr>GEMM – Generalized Matrix Matrix Multiplication</vt:lpstr>
      <vt:lpstr>Outline</vt:lpstr>
      <vt:lpstr>Im2col Algorithm</vt:lpstr>
      <vt:lpstr>Im2col Algorithm</vt:lpstr>
      <vt:lpstr>Im2col Algorithm</vt:lpstr>
      <vt:lpstr>Im2col Algorithm</vt:lpstr>
      <vt:lpstr>Im2col Algorithm</vt:lpstr>
      <vt:lpstr>Im2col Algorithm</vt:lpstr>
      <vt:lpstr>Im2col Algorithm</vt:lpstr>
      <vt:lpstr>Im2col Algorithm</vt:lpstr>
      <vt:lpstr>Im2col Algorithm</vt:lpstr>
      <vt:lpstr>Im2col Algorithm</vt:lpstr>
      <vt:lpstr>Im2col Algorithm</vt:lpstr>
      <vt:lpstr>Im2col Algorithm</vt:lpstr>
      <vt:lpstr>Im2col Algorithm</vt:lpstr>
      <vt:lpstr>Im2Col Algorithm</vt:lpstr>
      <vt:lpstr>Implicit GEMM based Im2Col</vt:lpstr>
      <vt:lpstr>Im2col Algorithm</vt:lpstr>
      <vt:lpstr>Im2col Algorithm</vt:lpstr>
      <vt:lpstr>Im2col Algorithm</vt:lpstr>
      <vt:lpstr>Im2col Algorithm</vt:lpstr>
      <vt:lpstr>Im2col Algorithm</vt:lpstr>
      <vt:lpstr>Kn2Row Algorithm</vt:lpstr>
      <vt:lpstr>Kn2Row Algorithm</vt:lpstr>
      <vt:lpstr>Kn2Row Algorithm</vt:lpstr>
      <vt:lpstr>Kn2Row Algorithm</vt:lpstr>
      <vt:lpstr>Kn2Row Algorithm</vt:lpstr>
      <vt:lpstr>Kn2Row Algorithm</vt:lpstr>
      <vt:lpstr>Kn2Row Algorithm</vt:lpstr>
      <vt:lpstr>Kn2Row Algorithm</vt:lpstr>
      <vt:lpstr>Kn2Row Algorithm</vt:lpstr>
      <vt:lpstr>Kn2Row Algorithm</vt:lpstr>
      <vt:lpstr>Kn2Row Algorithm</vt:lpstr>
      <vt:lpstr>Kn2Row Algorithm</vt:lpstr>
      <vt:lpstr>Kn2Row Algorithm</vt:lpstr>
      <vt:lpstr>Kn2Row Algorithm</vt:lpstr>
      <vt:lpstr>Outline</vt:lpstr>
      <vt:lpstr>Scalar Matrix Multiplication</vt:lpstr>
      <vt:lpstr>Scalar Matrix Multiplication</vt:lpstr>
      <vt:lpstr>Scalar Matrix Multiplication</vt:lpstr>
      <vt:lpstr>Scalar Matrix Multiplication</vt:lpstr>
      <vt:lpstr>Scalar Matrix Multiplication</vt:lpstr>
      <vt:lpstr>Scalar Matrix Multiplication</vt:lpstr>
      <vt:lpstr>Scalar Matrix Multiplication</vt:lpstr>
      <vt:lpstr>Scalar Matrix Multiplication</vt:lpstr>
      <vt:lpstr>Scalar Matrix Multiplication</vt:lpstr>
      <vt:lpstr>Scalar Matrix Multiplication</vt:lpstr>
      <vt:lpstr>Scalar Matrix Multiplication</vt:lpstr>
      <vt:lpstr>Scalar Matrix Multiplication</vt:lpstr>
      <vt:lpstr>Scalar Matrix Multiplication</vt:lpstr>
      <vt:lpstr>Scalar Matrix Multiplication</vt:lpstr>
      <vt:lpstr>Scalar Matrix Multiplication</vt:lpstr>
      <vt:lpstr>Scalar Matrix Multiplication</vt:lpstr>
      <vt:lpstr>Scalar Matrix Multiplication</vt:lpstr>
      <vt:lpstr>Scalar Matrix Multiplication</vt:lpstr>
      <vt:lpstr>Scalar Matrix Multiplication</vt:lpstr>
      <vt:lpstr>Scalar Matrix Multiplication</vt:lpstr>
      <vt:lpstr>Im2Col Algorithm</vt:lpstr>
      <vt:lpstr>Kn2Row Algorithm</vt:lpstr>
      <vt:lpstr>Scalar Matrix Multiplication</vt:lpstr>
      <vt:lpstr>Next Class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Algorithmic Approach to AI/ML Acceleration</dc:title>
  <dc:creator>Sanmukh Kuppannagari</dc:creator>
  <cp:lastModifiedBy>Sanmukh Kuppannagari</cp:lastModifiedBy>
  <cp:revision>100</cp:revision>
  <dcterms:created xsi:type="dcterms:W3CDTF">2022-08-26T11:47:57Z</dcterms:created>
  <dcterms:modified xsi:type="dcterms:W3CDTF">2026-02-15T20:40:31Z</dcterms:modified>
</cp:coreProperties>
</file>
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56" r:id="rId2"/>
    <p:sldId id="1568" r:id="rId3"/>
    <p:sldId id="1709" r:id="rId4"/>
    <p:sldId id="1719" r:id="rId5"/>
    <p:sldId id="1710" r:id="rId6"/>
    <p:sldId id="385" r:id="rId7"/>
    <p:sldId id="1693" r:id="rId8"/>
    <p:sldId id="1694" r:id="rId9"/>
    <p:sldId id="1695" r:id="rId10"/>
    <p:sldId id="1711" r:id="rId11"/>
    <p:sldId id="1712" r:id="rId12"/>
    <p:sldId id="1713" r:id="rId13"/>
    <p:sldId id="1721" r:id="rId14"/>
    <p:sldId id="1725" r:id="rId15"/>
    <p:sldId id="1575" r:id="rId16"/>
    <p:sldId id="1576" r:id="rId17"/>
    <p:sldId id="1577" r:id="rId18"/>
    <p:sldId id="1578" r:id="rId19"/>
    <p:sldId id="1598" r:id="rId20"/>
    <p:sldId id="1726" r:id="rId21"/>
    <p:sldId id="1728" r:id="rId22"/>
    <p:sldId id="1727" r:id="rId23"/>
    <p:sldId id="1625" r:id="rId24"/>
    <p:sldId id="1600" r:id="rId25"/>
    <p:sldId id="1601" r:id="rId26"/>
    <p:sldId id="1602" r:id="rId27"/>
    <p:sldId id="1729" r:id="rId28"/>
    <p:sldId id="1730" r:id="rId29"/>
    <p:sldId id="1731" r:id="rId30"/>
    <p:sldId id="1736" r:id="rId31"/>
    <p:sldId id="1737" r:id="rId32"/>
    <p:sldId id="1738" r:id="rId33"/>
    <p:sldId id="1739" r:id="rId34"/>
    <p:sldId id="1732" r:id="rId35"/>
    <p:sldId id="1733" r:id="rId36"/>
    <p:sldId id="1734" r:id="rId37"/>
    <p:sldId id="1735" r:id="rId38"/>
    <p:sldId id="1617" r:id="rId39"/>
    <p:sldId id="1603" r:id="rId40"/>
    <p:sldId id="1604" r:id="rId41"/>
    <p:sldId id="1606" r:id="rId42"/>
    <p:sldId id="1605" r:id="rId43"/>
    <p:sldId id="1607" r:id="rId44"/>
    <p:sldId id="1608" r:id="rId45"/>
    <p:sldId id="1609" r:id="rId46"/>
    <p:sldId id="1612" r:id="rId47"/>
    <p:sldId id="1613" r:id="rId48"/>
    <p:sldId id="1611" r:id="rId49"/>
    <p:sldId id="1610" r:id="rId50"/>
    <p:sldId id="1614" r:id="rId51"/>
    <p:sldId id="1615" r:id="rId52"/>
    <p:sldId id="1616" r:id="rId53"/>
    <p:sldId id="1618" r:id="rId54"/>
    <p:sldId id="1619" r:id="rId55"/>
    <p:sldId id="1453" r:id="rId56"/>
    <p:sldId id="1620" r:id="rId57"/>
    <p:sldId id="1621" r:id="rId58"/>
    <p:sldId id="1623" r:id="rId59"/>
    <p:sldId id="1624" r:id="rId60"/>
    <p:sldId id="1637" r:id="rId61"/>
    <p:sldId id="1622" r:id="rId62"/>
    <p:sldId id="1626" r:id="rId63"/>
    <p:sldId id="1627" r:id="rId64"/>
    <p:sldId id="1628" r:id="rId65"/>
    <p:sldId id="1629" r:id="rId66"/>
    <p:sldId id="1630" r:id="rId67"/>
    <p:sldId id="1631" r:id="rId68"/>
    <p:sldId id="1632" r:id="rId69"/>
    <p:sldId id="1636" r:id="rId70"/>
    <p:sldId id="1633" r:id="rId71"/>
    <p:sldId id="1634" r:id="rId72"/>
    <p:sldId id="1635" r:id="rId73"/>
    <p:sldId id="1551" r:id="rId74"/>
    <p:sldId id="391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995CA6-8013-4E0E-8A42-2372E3F19A16}" v="544" dt="2025-10-30T14:49:16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293" autoAdjust="0"/>
  </p:normalViewPr>
  <p:slideViewPr>
    <p:cSldViewPr snapToGrid="0">
      <p:cViewPr varScale="1">
        <p:scale>
          <a:sx n="82" d="100"/>
          <a:sy n="82" d="100"/>
        </p:scale>
        <p:origin x="3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590864D2-7087-446D-894D-84189D75E730}"/>
    <pc:docChg chg="custSel addSld delSld modSld sldOrd">
      <pc:chgData name="Sanmukh Kuppannagari" userId="ad215094-da36-4b66-9c79-369a17aea26b" providerId="ADAL" clId="{590864D2-7087-446D-894D-84189D75E730}" dt="2025-10-16T14:29:16.424" v="400" actId="20577"/>
      <pc:docMkLst>
        <pc:docMk/>
      </pc:docMkLst>
      <pc:sldChg chg="modSp mod">
        <pc:chgData name="Sanmukh Kuppannagari" userId="ad215094-da36-4b66-9c79-369a17aea26b" providerId="ADAL" clId="{590864D2-7087-446D-894D-84189D75E730}" dt="2025-10-16T13:56:13.020" v="1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590864D2-7087-446D-894D-84189D75E730}" dt="2025-10-16T13:56:13.020" v="1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del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3513480161" sldId="380"/>
        </pc:sldMkLst>
      </pc:sldChg>
      <pc:sldChg chg="modSp del mod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493727002" sldId="381"/>
        </pc:sldMkLst>
      </pc:sldChg>
      <pc:sldChg chg="modSp mod">
        <pc:chgData name="Sanmukh Kuppannagari" userId="ad215094-da36-4b66-9c79-369a17aea26b" providerId="ADAL" clId="{590864D2-7087-446D-894D-84189D75E730}" dt="2025-10-16T14:27:48.344" v="388" actId="20577"/>
        <pc:sldMkLst>
          <pc:docMk/>
          <pc:sldMk cId="4166039725" sldId="384"/>
        </pc:sldMkLst>
      </pc:sldChg>
      <pc:sldChg chg="modSp del mod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2501429446" sldId="386"/>
        </pc:sldMkLst>
      </pc:sldChg>
      <pc:sldChg chg="modSp mod">
        <pc:chgData name="Sanmukh Kuppannagari" userId="ad215094-da36-4b66-9c79-369a17aea26b" providerId="ADAL" clId="{590864D2-7087-446D-894D-84189D75E730}" dt="2025-10-16T14:00:23.828" v="6" actId="27636"/>
        <pc:sldMkLst>
          <pc:docMk/>
          <pc:sldMk cId="769510508" sldId="394"/>
        </pc:sldMkLst>
      </pc:sldChg>
      <pc:sldChg chg="modSp mod">
        <pc:chgData name="Sanmukh Kuppannagari" userId="ad215094-da36-4b66-9c79-369a17aea26b" providerId="ADAL" clId="{590864D2-7087-446D-894D-84189D75E730}" dt="2025-10-16T14:00:24.442" v="10" actId="27636"/>
        <pc:sldMkLst>
          <pc:docMk/>
          <pc:sldMk cId="173111426" sldId="404"/>
        </pc:sldMkLst>
      </pc:sldChg>
      <pc:sldChg chg="modSp mod">
        <pc:chgData name="Sanmukh Kuppannagari" userId="ad215094-da36-4b66-9c79-369a17aea26b" providerId="ADAL" clId="{590864D2-7087-446D-894D-84189D75E730}" dt="2025-10-16T14:28:58.076" v="398" actId="20577"/>
        <pc:sldMkLst>
          <pc:docMk/>
          <pc:sldMk cId="645276164" sldId="418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450824982" sldId="551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759582378" sldId="552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523510305" sldId="553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711441787" sldId="554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145942796" sldId="555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313141524" sldId="556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50697364" sldId="557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272668016" sldId="558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728432522" sldId="5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760791464" sldId="560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662026886" sldId="561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825797367" sldId="562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268516173" sldId="563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39360390" sldId="56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3924068536" sldId="1431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015219598" sldId="1433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2052288365" sldId="1435"/>
        </pc:sldMkLst>
      </pc:sldChg>
      <pc:sldChg chg="modSp mod">
        <pc:chgData name="Sanmukh Kuppannagari" userId="ad215094-da36-4b66-9c79-369a17aea26b" providerId="ADAL" clId="{590864D2-7087-446D-894D-84189D75E730}" dt="2025-10-16T14:29:16.424" v="400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590864D2-7087-446D-894D-84189D75E730}" dt="2025-10-16T14:29:16.424" v="400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modSp mod">
        <pc:chgData name="Sanmukh Kuppannagari" userId="ad215094-da36-4b66-9c79-369a17aea26b" providerId="ADAL" clId="{590864D2-7087-446D-894D-84189D75E730}" dt="2025-10-16T14:00:23.907" v="7" actId="27636"/>
        <pc:sldMkLst>
          <pc:docMk/>
          <pc:sldMk cId="3429093343" sldId="1557"/>
        </pc:sldMkLst>
      </pc:sldChg>
      <pc:sldChg chg="modSp mod">
        <pc:chgData name="Sanmukh Kuppannagari" userId="ad215094-da36-4b66-9c79-369a17aea26b" providerId="ADAL" clId="{590864D2-7087-446D-894D-84189D75E730}" dt="2025-10-16T14:00:24.011" v="8" actId="27636"/>
        <pc:sldMkLst>
          <pc:docMk/>
          <pc:sldMk cId="400322744" sldId="1558"/>
        </pc:sldMkLst>
      </pc:sldChg>
      <pc:sldChg chg="modSp mod">
        <pc:chgData name="Sanmukh Kuppannagari" userId="ad215094-da36-4b66-9c79-369a17aea26b" providerId="ADAL" clId="{590864D2-7087-446D-894D-84189D75E730}" dt="2025-10-16T14:00:24.123" v="9" actId="27636"/>
        <pc:sldMkLst>
          <pc:docMk/>
          <pc:sldMk cId="735200732" sldId="1561"/>
        </pc:sldMkLst>
      </pc:sldChg>
      <pc:sldChg chg="modSp mod">
        <pc:chgData name="Sanmukh Kuppannagari" userId="ad215094-da36-4b66-9c79-369a17aea26b" providerId="ADAL" clId="{590864D2-7087-446D-894D-84189D75E730}" dt="2025-10-16T14:23:20.832" v="273" actId="20577"/>
        <pc:sldMkLst>
          <pc:docMk/>
          <pc:sldMk cId="3183358524" sldId="1568"/>
        </pc:sldMkLst>
        <pc:spChg chg="mod">
          <ac:chgData name="Sanmukh Kuppannagari" userId="ad215094-da36-4b66-9c79-369a17aea26b" providerId="ADAL" clId="{590864D2-7087-446D-894D-84189D75E730}" dt="2025-10-16T14:23:20.832" v="273" actId="20577"/>
          <ac:spMkLst>
            <pc:docMk/>
            <pc:sldMk cId="3183358524" sldId="1568"/>
            <ac:spMk id="3" creationId="{2EC10C35-0549-AEF0-42D6-A2DE08E0C9AB}"/>
          </ac:spMkLst>
        </pc:spChg>
      </pc:sldChg>
      <pc:sldChg chg="del">
        <pc:chgData name="Sanmukh Kuppannagari" userId="ad215094-da36-4b66-9c79-369a17aea26b" providerId="ADAL" clId="{590864D2-7087-446D-894D-84189D75E730}" dt="2025-10-16T14:19:13.233" v="241" actId="47"/>
        <pc:sldMkLst>
          <pc:docMk/>
          <pc:sldMk cId="3292789048" sldId="1569"/>
        </pc:sldMkLst>
      </pc:sldChg>
      <pc:sldChg chg="modSp mod">
        <pc:chgData name="Sanmukh Kuppannagari" userId="ad215094-da36-4b66-9c79-369a17aea26b" providerId="ADAL" clId="{590864D2-7087-446D-894D-84189D75E730}" dt="2025-10-16T14:25:03.555" v="376" actId="207"/>
        <pc:sldMkLst>
          <pc:docMk/>
          <pc:sldMk cId="3123235236" sldId="1570"/>
        </pc:sldMkLst>
      </pc:sldChg>
      <pc:sldChg chg="del ord">
        <pc:chgData name="Sanmukh Kuppannagari" userId="ad215094-da36-4b66-9c79-369a17aea26b" providerId="ADAL" clId="{590864D2-7087-446D-894D-84189D75E730}" dt="2025-10-16T14:23:42.584" v="277" actId="47"/>
        <pc:sldMkLst>
          <pc:docMk/>
          <pc:sldMk cId="3278008166" sldId="157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171121697" sldId="1575"/>
        </pc:sldMkLst>
      </pc:sldChg>
      <pc:sldChg chg="modSp add mod">
        <pc:chgData name="Sanmukh Kuppannagari" userId="ad215094-da36-4b66-9c79-369a17aea26b" providerId="ADAL" clId="{590864D2-7087-446D-894D-84189D75E730}" dt="2025-10-16T14:24:13.337" v="372" actId="20577"/>
        <pc:sldMkLst>
          <pc:docMk/>
          <pc:sldMk cId="4196385676" sldId="1654"/>
        </pc:sldMkLst>
        <pc:spChg chg="mod">
          <ac:chgData name="Sanmukh Kuppannagari" userId="ad215094-da36-4b66-9c79-369a17aea26b" providerId="ADAL" clId="{590864D2-7087-446D-894D-84189D75E730}" dt="2025-10-16T14:24:13.337" v="372" actId="20577"/>
          <ac:spMkLst>
            <pc:docMk/>
            <pc:sldMk cId="4196385676" sldId="1654"/>
            <ac:spMk id="3" creationId="{BA686383-F2F5-3E55-940F-988CE19CCA24}"/>
          </ac:spMkLst>
        </pc:spChg>
      </pc:sldChg>
      <pc:sldChg chg="new del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1642825701" sldId="1655"/>
        </pc:sldMkLst>
      </pc:sldChg>
      <pc:sldChg chg="modSp add del mod">
        <pc:chgData name="Sanmukh Kuppannagari" userId="ad215094-da36-4b66-9c79-369a17aea26b" providerId="ADAL" clId="{590864D2-7087-446D-894D-84189D75E730}" dt="2025-10-16T14:16:09.132" v="15" actId="47"/>
        <pc:sldMkLst>
          <pc:docMk/>
          <pc:sldMk cId="3210438729" sldId="1655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3510532977" sldId="1656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702006251" sldId="1656"/>
        </pc:sldMkLst>
      </pc:sldChg>
      <pc:sldChg chg="modSp add mod">
        <pc:chgData name="Sanmukh Kuppannagari" userId="ad215094-da36-4b66-9c79-369a17aea26b" providerId="ADAL" clId="{590864D2-7087-446D-894D-84189D75E730}" dt="2025-10-16T14:26:25.764" v="379" actId="27636"/>
        <pc:sldMkLst>
          <pc:docMk/>
          <pc:sldMk cId="1536265715" sldId="1657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751539136" sldId="1657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441245190" sldId="1658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261526272" sldId="1658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1215587902" sldId="16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443020848" sldId="16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850483545" sldId="1660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526446536" sldId="1660"/>
        </pc:sldMkLst>
      </pc:sldChg>
      <pc:sldChg chg="modSp add del mod">
        <pc:chgData name="Sanmukh Kuppannagari" userId="ad215094-da36-4b66-9c79-369a17aea26b" providerId="ADAL" clId="{590864D2-7087-446D-894D-84189D75E730}" dt="2025-10-16T14:23:35.306" v="276" actId="47"/>
        <pc:sldMkLst>
          <pc:docMk/>
          <pc:sldMk cId="314716155" sldId="1661"/>
        </pc:sldMkLst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18DA49F4-CD4F-46E0-AB35-D6CB797BE416}"/>
    <pc:docChg chg="undo redo custSel addSld delSld modSld sldOrd">
      <pc:chgData name="Sanmukh Kuppannagari" userId="ad215094-da36-4b66-9c79-369a17aea26b" providerId="ADAL" clId="{18DA49F4-CD4F-46E0-AB35-D6CB797BE416}" dt="2025-10-30T14:49:46.020" v="9281" actId="20577"/>
      <pc:docMkLst>
        <pc:docMk/>
      </pc:docMkLst>
      <pc:sldChg chg="modSp mod">
        <pc:chgData name="Sanmukh Kuppannagari" userId="ad215094-da36-4b66-9c79-369a17aea26b" providerId="ADAL" clId="{18DA49F4-CD4F-46E0-AB35-D6CB797BE416}" dt="2025-10-30T13:22:28.729" v="7960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18DA49F4-CD4F-46E0-AB35-D6CB797BE416}" dt="2025-10-30T13:22:28.729" v="7960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987569806" sldId="382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314141646" sldId="383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4166039725" sldId="384"/>
        </pc:sldMkLst>
      </pc:sldChg>
      <pc:sldChg chg="addSp delSp modSp mod">
        <pc:chgData name="Sanmukh Kuppannagari" userId="ad215094-da36-4b66-9c79-369a17aea26b" providerId="ADAL" clId="{18DA49F4-CD4F-46E0-AB35-D6CB797BE416}" dt="2025-10-28T13:33:05.544" v="5151" actId="20577"/>
        <pc:sldMkLst>
          <pc:docMk/>
          <pc:sldMk cId="3918348740" sldId="385"/>
        </pc:sldMkLst>
        <pc:spChg chg="mod">
          <ac:chgData name="Sanmukh Kuppannagari" userId="ad215094-da36-4b66-9c79-369a17aea26b" providerId="ADAL" clId="{18DA49F4-CD4F-46E0-AB35-D6CB797BE416}" dt="2025-10-28T13:33:05.544" v="5151" actId="20577"/>
          <ac:spMkLst>
            <pc:docMk/>
            <pc:sldMk cId="3918348740" sldId="385"/>
            <ac:spMk id="2" creationId="{2F1E9996-9686-0C95-F70B-B26A036A5800}"/>
          </ac:spMkLst>
        </pc:spChg>
        <pc:spChg chg="add mod">
          <ac:chgData name="Sanmukh Kuppannagari" userId="ad215094-da36-4b66-9c79-369a17aea26b" providerId="ADAL" clId="{18DA49F4-CD4F-46E0-AB35-D6CB797BE416}" dt="2025-10-23T01:26:09.963" v="798" actId="20577"/>
          <ac:spMkLst>
            <pc:docMk/>
            <pc:sldMk cId="3918348740" sldId="385"/>
            <ac:spMk id="3" creationId="{C06589BD-9612-9D40-00F8-8AEF9ECAB34A}"/>
          </ac:spMkLst>
        </pc:spChg>
        <pc:spChg chg="mod">
          <ac:chgData name="Sanmukh Kuppannagari" userId="ad215094-da36-4b66-9c79-369a17aea26b" providerId="ADAL" clId="{18DA49F4-CD4F-46E0-AB35-D6CB797BE416}" dt="2025-10-23T01:22:40.274" v="765" actId="207"/>
          <ac:spMkLst>
            <pc:docMk/>
            <pc:sldMk cId="3918348740" sldId="385"/>
            <ac:spMk id="4" creationId="{B03D9047-E8CA-3BFA-EDE6-336C0B12A2C4}"/>
          </ac:spMkLst>
        </pc:spChg>
        <pc:spChg chg="mod">
          <ac:chgData name="Sanmukh Kuppannagari" userId="ad215094-da36-4b66-9c79-369a17aea26b" providerId="ADAL" clId="{18DA49F4-CD4F-46E0-AB35-D6CB797BE416}" dt="2025-10-23T01:22:43.989" v="766" actId="207"/>
          <ac:spMkLst>
            <pc:docMk/>
            <pc:sldMk cId="3918348740" sldId="385"/>
            <ac:spMk id="5" creationId="{279EAFB2-2293-0137-033C-2FAA9A864AF3}"/>
          </ac:spMkLst>
        </pc:spChg>
        <pc:spChg chg="mod">
          <ac:chgData name="Sanmukh Kuppannagari" userId="ad215094-da36-4b66-9c79-369a17aea26b" providerId="ADAL" clId="{18DA49F4-CD4F-46E0-AB35-D6CB797BE416}" dt="2025-10-23T01:20:46.837" v="744" actId="20577"/>
          <ac:spMkLst>
            <pc:docMk/>
            <pc:sldMk cId="3918348740" sldId="385"/>
            <ac:spMk id="11" creationId="{637B60C6-0A40-60CA-9E96-C9AD6A2B36FE}"/>
          </ac:spMkLst>
        </pc:spChg>
        <pc:spChg chg="mod">
          <ac:chgData name="Sanmukh Kuppannagari" userId="ad215094-da36-4b66-9c79-369a17aea26b" providerId="ADAL" clId="{18DA49F4-CD4F-46E0-AB35-D6CB797BE416}" dt="2025-10-23T01:20:49.652" v="745" actId="20577"/>
          <ac:spMkLst>
            <pc:docMk/>
            <pc:sldMk cId="3918348740" sldId="385"/>
            <ac:spMk id="19" creationId="{3F2A5FC5-DDAD-8C07-5CB4-DA41FC5F93CA}"/>
          </ac:spMkLst>
        </pc:spChg>
        <pc:spChg chg="mod">
          <ac:chgData name="Sanmukh Kuppannagari" userId="ad215094-da36-4b66-9c79-369a17aea26b" providerId="ADAL" clId="{18DA49F4-CD4F-46E0-AB35-D6CB797BE416}" dt="2025-10-23T01:22:48.803" v="767" actId="207"/>
          <ac:spMkLst>
            <pc:docMk/>
            <pc:sldMk cId="3918348740" sldId="385"/>
            <ac:spMk id="25" creationId="{F555A643-5D7A-8841-2A03-B48E113FD28A}"/>
          </ac:spMkLst>
        </pc:spChg>
        <pc:spChg chg="add mod">
          <ac:chgData name="Sanmukh Kuppannagari" userId="ad215094-da36-4b66-9c79-369a17aea26b" providerId="ADAL" clId="{18DA49F4-CD4F-46E0-AB35-D6CB797BE416}" dt="2025-10-23T01:26:22.038" v="801" actId="20577"/>
          <ac:spMkLst>
            <pc:docMk/>
            <pc:sldMk cId="3918348740" sldId="385"/>
            <ac:spMk id="26" creationId="{FFEC5354-D7F1-FB6D-81B6-50459992C313}"/>
          </ac:spMkLst>
        </pc:spChg>
        <pc:spChg chg="mod">
          <ac:chgData name="Sanmukh Kuppannagari" userId="ad215094-da36-4b66-9c79-369a17aea26b" providerId="ADAL" clId="{18DA49F4-CD4F-46E0-AB35-D6CB797BE416}" dt="2025-10-23T01:22:32.796" v="764" actId="1076"/>
          <ac:spMkLst>
            <pc:docMk/>
            <pc:sldMk cId="3918348740" sldId="385"/>
            <ac:spMk id="27" creationId="{F09CEB31-D3CF-8956-CC73-5EBEDBB07B8E}"/>
          </ac:spMkLst>
        </pc:spChg>
        <pc:spChg chg="add mod">
          <ac:chgData name="Sanmukh Kuppannagari" userId="ad215094-da36-4b66-9c79-369a17aea26b" providerId="ADAL" clId="{18DA49F4-CD4F-46E0-AB35-D6CB797BE416}" dt="2025-10-23T01:26:32.683" v="804" actId="20577"/>
          <ac:spMkLst>
            <pc:docMk/>
            <pc:sldMk cId="3918348740" sldId="385"/>
            <ac:spMk id="36" creationId="{119F867F-6AF7-A4D2-F87A-343A0A5B3EDB}"/>
          </ac:spMkLst>
        </pc:spChg>
        <pc:spChg chg="mod">
          <ac:chgData name="Sanmukh Kuppannagari" userId="ad215094-da36-4b66-9c79-369a17aea26b" providerId="ADAL" clId="{18DA49F4-CD4F-46E0-AB35-D6CB797BE416}" dt="2025-10-23T01:22:32.467" v="762" actId="14100"/>
          <ac:spMkLst>
            <pc:docMk/>
            <pc:sldMk cId="3918348740" sldId="385"/>
            <ac:spMk id="40" creationId="{71341A86-BF14-30A4-4854-6410AB3BD3CA}"/>
          </ac:spMkLst>
        </pc:spChg>
        <pc:spChg chg="mod">
          <ac:chgData name="Sanmukh Kuppannagari" userId="ad215094-da36-4b66-9c79-369a17aea26b" providerId="ADAL" clId="{18DA49F4-CD4F-46E0-AB35-D6CB797BE416}" dt="2025-10-23T01:22:32.616" v="763" actId="1076"/>
          <ac:spMkLst>
            <pc:docMk/>
            <pc:sldMk cId="3918348740" sldId="385"/>
            <ac:spMk id="50" creationId="{A7B1C61B-0364-1DEE-BA2E-613BEF456114}"/>
          </ac:spMkLst>
        </pc:spChg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64301062" sldId="38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600441437" sldId="388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207470624" sldId="38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815334288" sldId="39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839902624" sldId="39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69510508" sldId="39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810649952" sldId="39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61232548" sldId="39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086022481" sldId="39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635767275" sldId="40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201861459" sldId="401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673632280" sldId="40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29842550" sldId="40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73111426" sldId="40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384020216" sldId="40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893908978" sldId="40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967707079" sldId="40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134846611" sldId="408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105409593" sldId="40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441650656" sldId="41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966939341" sldId="411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630215837" sldId="41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593562061" sldId="41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279492699" sldId="41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180999186" sldId="41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80168295" sldId="41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306970955" sldId="41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645276164" sldId="418"/>
        </pc:sldMkLst>
      </pc:sldChg>
      <pc:sldChg chg="modSp add del">
        <pc:chgData name="Sanmukh Kuppannagari" userId="ad215094-da36-4b66-9c79-369a17aea26b" providerId="ADAL" clId="{18DA49F4-CD4F-46E0-AB35-D6CB797BE416}" dt="2025-10-30T13:27:31.460" v="8011" actId="47"/>
        <pc:sldMkLst>
          <pc:docMk/>
          <pc:sldMk cId="724930187" sldId="421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59658705" sldId="423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629983926" sldId="424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72973371" sldId="425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753733990" sldId="426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151445815" sldId="427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601899917" sldId="428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944291425" sldId="429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2836978265" sldId="430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311539244" sldId="431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078570096" sldId="432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576002580" sldId="433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763207235" sldId="434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990935921" sldId="435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2940354538" sldId="436"/>
        </pc:sldMkLst>
      </pc:sldChg>
      <pc:sldChg chg="modSp add del">
        <pc:chgData name="Sanmukh Kuppannagari" userId="ad215094-da36-4b66-9c79-369a17aea26b" providerId="ADAL" clId="{18DA49F4-CD4F-46E0-AB35-D6CB797BE416}" dt="2025-10-28T14:34:01.600" v="7724" actId="47"/>
        <pc:sldMkLst>
          <pc:docMk/>
          <pc:sldMk cId="3976867335" sldId="437"/>
        </pc:sldMkLst>
      </pc:sldChg>
      <pc:sldChg chg="add del">
        <pc:chgData name="Sanmukh Kuppannagari" userId="ad215094-da36-4b66-9c79-369a17aea26b" providerId="ADAL" clId="{18DA49F4-CD4F-46E0-AB35-D6CB797BE416}" dt="2025-10-28T14:34:01.600" v="7724" actId="47"/>
        <pc:sldMkLst>
          <pc:docMk/>
          <pc:sldMk cId="1011520680" sldId="438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893186507" sldId="439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406261468" sldId="440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2323582431" sldId="441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565966128" sldId="442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2632519047" sldId="443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554119236" sldId="444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073254755" sldId="445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609819789" sldId="446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271664296" sldId="447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2100843867" sldId="448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655613574" sldId="449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720382076" sldId="450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4039188923" sldId="451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645858176" sldId="452"/>
        </pc:sldMkLst>
      </pc:sldChg>
      <pc:sldChg chg="modSp add del">
        <pc:chgData name="Sanmukh Kuppannagari" userId="ad215094-da36-4b66-9c79-369a17aea26b" providerId="ADAL" clId="{18DA49F4-CD4F-46E0-AB35-D6CB797BE416}" dt="2025-10-28T14:40:40.659" v="7949" actId="47"/>
        <pc:sldMkLst>
          <pc:docMk/>
          <pc:sldMk cId="3454390023" sldId="453"/>
        </pc:sldMkLst>
      </pc:sldChg>
      <pc:sldChg chg="modSp add del mod">
        <pc:chgData name="Sanmukh Kuppannagari" userId="ad215094-da36-4b66-9c79-369a17aea26b" providerId="ADAL" clId="{18DA49F4-CD4F-46E0-AB35-D6CB797BE416}" dt="2025-10-28T14:40:40.659" v="7949" actId="47"/>
        <pc:sldMkLst>
          <pc:docMk/>
          <pc:sldMk cId="3974613922" sldId="454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856037237" sldId="456"/>
        </pc:sldMkLst>
      </pc:sldChg>
      <pc:sldChg chg="add del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1659536501" sldId="477"/>
        </pc:sldMkLst>
      </pc:sldChg>
      <pc:sldChg chg="modSp add del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1515942174" sldId="478"/>
        </pc:sldMkLst>
      </pc:sldChg>
      <pc:sldChg chg="del">
        <pc:chgData name="Sanmukh Kuppannagari" userId="ad215094-da36-4b66-9c79-369a17aea26b" providerId="ADAL" clId="{18DA49F4-CD4F-46E0-AB35-D6CB797BE416}" dt="2025-10-23T00:19:53.742" v="23" actId="47"/>
        <pc:sldMkLst>
          <pc:docMk/>
          <pc:sldMk cId="1450824982" sldId="551"/>
        </pc:sldMkLst>
      </pc:sldChg>
      <pc:sldChg chg="del or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759582378" sldId="552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523510305" sldId="553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711441787" sldId="554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1145942796" sldId="555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313141524" sldId="556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50697364" sldId="557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272668016" sldId="558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728432522" sldId="559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760791464" sldId="560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662026886" sldId="561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825797367" sldId="562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268516173" sldId="563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139360390" sldId="564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18DA49F4-CD4F-46E0-AB35-D6CB797BE416}" dt="2025-10-30T13:30:53.309" v="8043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18DA49F4-CD4F-46E0-AB35-D6CB797BE416}" dt="2025-10-30T13:30:53.309" v="8043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518660825" sldId="155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668494294" sldId="155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501767924" sldId="155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362731012" sldId="155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090303317" sldId="155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429093343" sldId="1557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00322744" sldId="1558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084123303" sldId="1559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2891138365" sldId="156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735200732" sldId="1561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84633821" sldId="1562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469590337" sldId="1563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477277082" sldId="1564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326569452" sldId="1565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520463495" sldId="1566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196759949" sldId="1567"/>
        </pc:sldMkLst>
      </pc:sldChg>
      <pc:sldChg chg="modSp mod">
        <pc:chgData name="Sanmukh Kuppannagari" userId="ad215094-da36-4b66-9c79-369a17aea26b" providerId="ADAL" clId="{18DA49F4-CD4F-46E0-AB35-D6CB797BE416}" dt="2025-10-30T13:22:54.831" v="8002" actId="20577"/>
        <pc:sldMkLst>
          <pc:docMk/>
          <pc:sldMk cId="3183358524" sldId="1568"/>
        </pc:sldMkLst>
        <pc:spChg chg="mod">
          <ac:chgData name="Sanmukh Kuppannagari" userId="ad215094-da36-4b66-9c79-369a17aea26b" providerId="ADAL" clId="{18DA49F4-CD4F-46E0-AB35-D6CB797BE416}" dt="2025-10-30T13:22:54.831" v="8002" actId="20577"/>
          <ac:spMkLst>
            <pc:docMk/>
            <pc:sldMk cId="3183358524" sldId="1568"/>
            <ac:spMk id="3" creationId="{2EC10C35-0549-AEF0-42D6-A2DE08E0C9AB}"/>
          </ac:spMkLst>
        </pc:spChg>
      </pc:sldChg>
      <pc:sldChg chg="add del">
        <pc:chgData name="Sanmukh Kuppannagari" userId="ad215094-da36-4b66-9c79-369a17aea26b" providerId="ADAL" clId="{18DA49F4-CD4F-46E0-AB35-D6CB797BE416}" dt="2025-10-30T13:27:28.770" v="8010" actId="47"/>
        <pc:sldMkLst>
          <pc:docMk/>
          <pc:sldMk cId="1310001645" sldId="1569"/>
        </pc:sldMkLst>
      </pc:sldChg>
      <pc:sldChg chg="modSp del">
        <pc:chgData name="Sanmukh Kuppannagari" userId="ad215094-da36-4b66-9c79-369a17aea26b" providerId="ADAL" clId="{18DA49F4-CD4F-46E0-AB35-D6CB797BE416}" dt="2025-10-28T14:09:14.885" v="6503" actId="47"/>
        <pc:sldMkLst>
          <pc:docMk/>
          <pc:sldMk cId="3123235236" sldId="1570"/>
        </pc:sldMkLst>
      </pc:sldChg>
      <pc:sldChg chg="del">
        <pc:chgData name="Sanmukh Kuppannagari" userId="ad215094-da36-4b66-9c79-369a17aea26b" providerId="ADAL" clId="{18DA49F4-CD4F-46E0-AB35-D6CB797BE416}" dt="2025-10-23T01:26:52.859" v="805" actId="47"/>
        <pc:sldMkLst>
          <pc:docMk/>
          <pc:sldMk cId="3645698628" sldId="1571"/>
        </pc:sldMkLst>
      </pc:sldChg>
      <pc:sldChg chg="modSp del mod">
        <pc:chgData name="Sanmukh Kuppannagari" userId="ad215094-da36-4b66-9c79-369a17aea26b" providerId="ADAL" clId="{18DA49F4-CD4F-46E0-AB35-D6CB797BE416}" dt="2025-10-23T14:13:07.699" v="4982" actId="47"/>
        <pc:sldMkLst>
          <pc:docMk/>
          <pc:sldMk cId="1878988337" sldId="1572"/>
        </pc:sldMkLst>
      </pc:sldChg>
      <pc:sldChg chg="addSp modSp add del mod">
        <pc:chgData name="Sanmukh Kuppannagari" userId="ad215094-da36-4b66-9c79-369a17aea26b" providerId="ADAL" clId="{18DA49F4-CD4F-46E0-AB35-D6CB797BE416}" dt="2025-10-30T13:28:33.926" v="8012" actId="47"/>
        <pc:sldMkLst>
          <pc:docMk/>
          <pc:sldMk cId="2492548520" sldId="1572"/>
        </pc:sldMkLst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123768210" sldId="1573"/>
        </pc:sldMkLst>
      </pc:sldChg>
      <pc:sldChg chg="modSp add del">
        <pc:chgData name="Sanmukh Kuppannagari" userId="ad215094-da36-4b66-9c79-369a17aea26b" providerId="ADAL" clId="{18DA49F4-CD4F-46E0-AB35-D6CB797BE416}" dt="2025-10-30T13:28:53.099" v="8013" actId="47"/>
        <pc:sldMkLst>
          <pc:docMk/>
          <pc:sldMk cId="3044227913" sldId="1573"/>
        </pc:sldMkLst>
      </pc:sldChg>
      <pc:sldChg chg="modSp add del">
        <pc:chgData name="Sanmukh Kuppannagari" userId="ad215094-da36-4b66-9c79-369a17aea26b" providerId="ADAL" clId="{18DA49F4-CD4F-46E0-AB35-D6CB797BE416}" dt="2025-10-30T13:28:53.099" v="8013" actId="47"/>
        <pc:sldMkLst>
          <pc:docMk/>
          <pc:sldMk cId="912820729" sldId="1574"/>
        </pc:sldMkLst>
      </pc:sldChg>
      <pc:sldChg chg="modSp add">
        <pc:chgData name="Sanmukh Kuppannagari" userId="ad215094-da36-4b66-9c79-369a17aea26b" providerId="ADAL" clId="{18DA49F4-CD4F-46E0-AB35-D6CB797BE416}" dt="2025-10-28T14:27:16.430" v="7545" actId="20577"/>
        <pc:sldMkLst>
          <pc:docMk/>
          <pc:sldMk cId="2887999413" sldId="1575"/>
        </pc:sldMkLst>
        <pc:spChg chg="mod">
          <ac:chgData name="Sanmukh Kuppannagari" userId="ad215094-da36-4b66-9c79-369a17aea26b" providerId="ADAL" clId="{18DA49F4-CD4F-46E0-AB35-D6CB797BE416}" dt="2025-10-28T14:27:16.430" v="7545" actId="20577"/>
          <ac:spMkLst>
            <pc:docMk/>
            <pc:sldMk cId="2887999413" sldId="1575"/>
            <ac:spMk id="10" creationId="{28D5BEAC-0504-1C62-A55A-650F4BB09CFA}"/>
          </ac:spMkLst>
        </pc:spChg>
        <pc:spChg chg="mod">
          <ac:chgData name="Sanmukh Kuppannagari" userId="ad215094-da36-4b66-9c79-369a17aea26b" providerId="ADAL" clId="{18DA49F4-CD4F-46E0-AB35-D6CB797BE416}" dt="2025-10-28T14:27:09.490" v="7543" actId="20577"/>
          <ac:spMkLst>
            <pc:docMk/>
            <pc:sldMk cId="2887999413" sldId="1575"/>
            <ac:spMk id="93" creationId="{6C9A9A70-4C63-A11F-487C-D51803B8E782}"/>
          </ac:spMkLst>
        </pc:spChg>
        <pc:spChg chg="mod">
          <ac:chgData name="Sanmukh Kuppannagari" userId="ad215094-da36-4b66-9c79-369a17aea26b" providerId="ADAL" clId="{18DA49F4-CD4F-46E0-AB35-D6CB797BE416}" dt="2025-10-28T14:27:13.304" v="7544" actId="20577"/>
          <ac:spMkLst>
            <pc:docMk/>
            <pc:sldMk cId="2887999413" sldId="1575"/>
            <ac:spMk id="97" creationId="{BB24AD36-0B32-A972-E71B-6B52B5B98A80}"/>
          </ac:spMkLst>
        </pc:spChg>
      </pc:sldChg>
      <pc:sldChg chg="modSp add">
        <pc:chgData name="Sanmukh Kuppannagari" userId="ad215094-da36-4b66-9c79-369a17aea26b" providerId="ADAL" clId="{18DA49F4-CD4F-46E0-AB35-D6CB797BE416}" dt="2025-10-30T13:29:51.801" v="8018" actId="20577"/>
        <pc:sldMkLst>
          <pc:docMk/>
          <pc:sldMk cId="4161213131" sldId="1576"/>
        </pc:sldMkLst>
        <pc:spChg chg="mod">
          <ac:chgData name="Sanmukh Kuppannagari" userId="ad215094-da36-4b66-9c79-369a17aea26b" providerId="ADAL" clId="{18DA49F4-CD4F-46E0-AB35-D6CB797BE416}" dt="2025-10-28T14:27:25.530" v="7546" actId="20577"/>
          <ac:spMkLst>
            <pc:docMk/>
            <pc:sldMk cId="4161213131" sldId="1576"/>
            <ac:spMk id="93" creationId="{6C9A9A70-4C63-A11F-487C-D51803B8E782}"/>
          </ac:spMkLst>
        </pc:spChg>
        <pc:spChg chg="mod">
          <ac:chgData name="Sanmukh Kuppannagari" userId="ad215094-da36-4b66-9c79-369a17aea26b" providerId="ADAL" clId="{18DA49F4-CD4F-46E0-AB35-D6CB797BE416}" dt="2025-10-28T14:27:29.750" v="7547" actId="20577"/>
          <ac:spMkLst>
            <pc:docMk/>
            <pc:sldMk cId="4161213131" sldId="1576"/>
            <ac:spMk id="97" creationId="{BB24AD36-0B32-A972-E71B-6B52B5B98A80}"/>
          </ac:spMkLst>
        </pc:spChg>
        <pc:spChg chg="mod">
          <ac:chgData name="Sanmukh Kuppannagari" userId="ad215094-da36-4b66-9c79-369a17aea26b" providerId="ADAL" clId="{18DA49F4-CD4F-46E0-AB35-D6CB797BE416}" dt="2025-10-28T14:03:24.694" v="6219" actId="20577"/>
          <ac:spMkLst>
            <pc:docMk/>
            <pc:sldMk cId="4161213131" sldId="1576"/>
            <ac:spMk id="98" creationId="{BC636213-1BF0-465C-2A39-115D24CF7EB3}"/>
          </ac:spMkLst>
        </pc:spChg>
        <pc:spChg chg="mod">
          <ac:chgData name="Sanmukh Kuppannagari" userId="ad215094-da36-4b66-9c79-369a17aea26b" providerId="ADAL" clId="{18DA49F4-CD4F-46E0-AB35-D6CB797BE416}" dt="2025-10-28T14:27:37.900" v="7549" actId="20577"/>
          <ac:spMkLst>
            <pc:docMk/>
            <pc:sldMk cId="4161213131" sldId="1576"/>
            <ac:spMk id="168" creationId="{3F1D6FEF-7783-67E8-7907-E8ACE4201DD7}"/>
          </ac:spMkLst>
        </pc:spChg>
        <pc:spChg chg="mod">
          <ac:chgData name="Sanmukh Kuppannagari" userId="ad215094-da36-4b66-9c79-369a17aea26b" providerId="ADAL" clId="{18DA49F4-CD4F-46E0-AB35-D6CB797BE416}" dt="2025-10-28T14:27:34.253" v="7548" actId="20577"/>
          <ac:spMkLst>
            <pc:docMk/>
            <pc:sldMk cId="4161213131" sldId="1576"/>
            <ac:spMk id="172" creationId="{674EAC24-AF46-394A-C19B-1BE0038F7A18}"/>
          </ac:spMkLst>
        </pc:spChg>
        <pc:spChg chg="mod">
          <ac:chgData name="Sanmukh Kuppannagari" userId="ad215094-da36-4b66-9c79-369a17aea26b" providerId="ADAL" clId="{18DA49F4-CD4F-46E0-AB35-D6CB797BE416}" dt="2025-10-30T13:29:51.801" v="8018" actId="20577"/>
          <ac:spMkLst>
            <pc:docMk/>
            <pc:sldMk cId="4161213131" sldId="1576"/>
            <ac:spMk id="174" creationId="{7BE145D1-CA6A-0BFF-26D8-7A9E202AAF81}"/>
          </ac:spMkLst>
        </pc:spChg>
      </pc:sldChg>
      <pc:sldChg chg="modSp add">
        <pc:chgData name="Sanmukh Kuppannagari" userId="ad215094-da36-4b66-9c79-369a17aea26b" providerId="ADAL" clId="{18DA49F4-CD4F-46E0-AB35-D6CB797BE416}" dt="2025-10-28T14:27:55.559" v="7553" actId="20577"/>
        <pc:sldMkLst>
          <pc:docMk/>
          <pc:sldMk cId="212075645" sldId="1577"/>
        </pc:sldMkLst>
        <pc:spChg chg="mod">
          <ac:chgData name="Sanmukh Kuppannagari" userId="ad215094-da36-4b66-9c79-369a17aea26b" providerId="ADAL" clId="{18DA49F4-CD4F-46E0-AB35-D6CB797BE416}" dt="2025-10-28T14:27:44.642" v="7550" actId="20577"/>
          <ac:spMkLst>
            <pc:docMk/>
            <pc:sldMk cId="212075645" sldId="1577"/>
            <ac:spMk id="93" creationId="{6C9A9A70-4C63-A11F-487C-D51803B8E782}"/>
          </ac:spMkLst>
        </pc:spChg>
        <pc:spChg chg="mod">
          <ac:chgData name="Sanmukh Kuppannagari" userId="ad215094-da36-4b66-9c79-369a17aea26b" providerId="ADAL" clId="{18DA49F4-CD4F-46E0-AB35-D6CB797BE416}" dt="2025-10-28T14:27:48.400" v="7551" actId="20577"/>
          <ac:spMkLst>
            <pc:docMk/>
            <pc:sldMk cId="212075645" sldId="1577"/>
            <ac:spMk id="97" creationId="{BB24AD36-0B32-A972-E71B-6B52B5B98A80}"/>
          </ac:spMkLst>
        </pc:spChg>
        <pc:spChg chg="mod">
          <ac:chgData name="Sanmukh Kuppannagari" userId="ad215094-da36-4b66-9c79-369a17aea26b" providerId="ADAL" clId="{18DA49F4-CD4F-46E0-AB35-D6CB797BE416}" dt="2025-10-28T14:03:43.357" v="6220" actId="20577"/>
          <ac:spMkLst>
            <pc:docMk/>
            <pc:sldMk cId="212075645" sldId="1577"/>
            <ac:spMk id="98" creationId="{BC636213-1BF0-465C-2A39-115D24CF7EB3}"/>
          </ac:spMkLst>
        </pc:spChg>
        <pc:spChg chg="mod">
          <ac:chgData name="Sanmukh Kuppannagari" userId="ad215094-da36-4b66-9c79-369a17aea26b" providerId="ADAL" clId="{18DA49F4-CD4F-46E0-AB35-D6CB797BE416}" dt="2025-10-28T14:27:55.559" v="7553" actId="20577"/>
          <ac:spMkLst>
            <pc:docMk/>
            <pc:sldMk cId="212075645" sldId="1577"/>
            <ac:spMk id="219" creationId="{03228814-766F-33D3-BB48-C6E8C376C50E}"/>
          </ac:spMkLst>
        </pc:spChg>
        <pc:spChg chg="mod">
          <ac:chgData name="Sanmukh Kuppannagari" userId="ad215094-da36-4b66-9c79-369a17aea26b" providerId="ADAL" clId="{18DA49F4-CD4F-46E0-AB35-D6CB797BE416}" dt="2025-10-28T14:27:51.878" v="7552" actId="20577"/>
          <ac:spMkLst>
            <pc:docMk/>
            <pc:sldMk cId="212075645" sldId="1577"/>
            <ac:spMk id="223" creationId="{81386BE7-6462-0F99-9E84-B6AA2131A273}"/>
          </ac:spMkLst>
        </pc:spChg>
      </pc:sldChg>
      <pc:sldChg chg="modSp add">
        <pc:chgData name="Sanmukh Kuppannagari" userId="ad215094-da36-4b66-9c79-369a17aea26b" providerId="ADAL" clId="{18DA49F4-CD4F-46E0-AB35-D6CB797BE416}" dt="2025-10-28T14:28:13.119" v="7556" actId="20577"/>
        <pc:sldMkLst>
          <pc:docMk/>
          <pc:sldMk cId="897900727" sldId="1578"/>
        </pc:sldMkLst>
        <pc:spChg chg="mod">
          <ac:chgData name="Sanmukh Kuppannagari" userId="ad215094-da36-4b66-9c79-369a17aea26b" providerId="ADAL" clId="{18DA49F4-CD4F-46E0-AB35-D6CB797BE416}" dt="2025-10-28T14:28:02.795" v="7554" actId="20577"/>
          <ac:spMkLst>
            <pc:docMk/>
            <pc:sldMk cId="897900727" sldId="1578"/>
            <ac:spMk id="146" creationId="{5F8D9DB7-A791-D8C6-5C4B-BEC523044273}"/>
          </ac:spMkLst>
        </pc:spChg>
        <pc:spChg chg="mod">
          <ac:chgData name="Sanmukh Kuppannagari" userId="ad215094-da36-4b66-9c79-369a17aea26b" providerId="ADAL" clId="{18DA49F4-CD4F-46E0-AB35-D6CB797BE416}" dt="2025-10-28T14:28:06.730" v="7555" actId="20577"/>
          <ac:spMkLst>
            <pc:docMk/>
            <pc:sldMk cId="897900727" sldId="1578"/>
            <ac:spMk id="150" creationId="{F1DA8FAC-306E-19A9-4A1B-AAB3BBB47A0E}"/>
          </ac:spMkLst>
        </pc:spChg>
        <pc:spChg chg="mod">
          <ac:chgData name="Sanmukh Kuppannagari" userId="ad215094-da36-4b66-9c79-369a17aea26b" providerId="ADAL" clId="{18DA49F4-CD4F-46E0-AB35-D6CB797BE416}" dt="2025-10-28T14:28:13.119" v="7556" actId="20577"/>
          <ac:spMkLst>
            <pc:docMk/>
            <pc:sldMk cId="897900727" sldId="1578"/>
            <ac:spMk id="152" creationId="{513CC2A8-5851-C4FC-759A-5355215C5FE3}"/>
          </ac:spMkLst>
        </pc:spChg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366667923" sldId="1579"/>
        </pc:sldMkLst>
      </pc:sldChg>
      <pc:sldChg chg="modSp 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2418387073" sldId="1580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967358820" sldId="1583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104593775" sldId="1585"/>
        </pc:sldMkLst>
      </pc:sldChg>
      <pc:sldChg chg="add del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949565610" sldId="1586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1737341798" sldId="1587"/>
        </pc:sldMkLst>
      </pc:sldChg>
      <pc:sldChg chg="add">
        <pc:chgData name="Sanmukh Kuppannagari" userId="ad215094-da36-4b66-9c79-369a17aea26b" providerId="ADAL" clId="{18DA49F4-CD4F-46E0-AB35-D6CB797BE416}" dt="2025-10-28T14:04:07.546" v="6221"/>
        <pc:sldMkLst>
          <pc:docMk/>
          <pc:sldMk cId="807402305" sldId="1598"/>
        </pc:sldMkLst>
      </pc:sldChg>
      <pc:sldChg chg="modSp add mod">
        <pc:chgData name="Sanmukh Kuppannagari" userId="ad215094-da36-4b66-9c79-369a17aea26b" providerId="ADAL" clId="{18DA49F4-CD4F-46E0-AB35-D6CB797BE416}" dt="2025-10-30T13:59:45.336" v="8317" actId="20577"/>
        <pc:sldMkLst>
          <pc:docMk/>
          <pc:sldMk cId="3797456560" sldId="1600"/>
        </pc:sldMkLst>
        <pc:spChg chg="mod">
          <ac:chgData name="Sanmukh Kuppannagari" userId="ad215094-da36-4b66-9c79-369a17aea26b" providerId="ADAL" clId="{18DA49F4-CD4F-46E0-AB35-D6CB797BE416}" dt="2025-10-30T13:59:45.336" v="8317" actId="20577"/>
          <ac:spMkLst>
            <pc:docMk/>
            <pc:sldMk cId="3797456560" sldId="1600"/>
            <ac:spMk id="3" creationId="{2DBCCB26-DA72-E9AC-1B6A-1E2AA1124704}"/>
          </ac:spMkLst>
        </pc:spChg>
      </pc:sldChg>
      <pc:sldChg chg="add del">
        <pc:chgData name="Sanmukh Kuppannagari" userId="ad215094-da36-4b66-9c79-369a17aea26b" providerId="ADAL" clId="{18DA49F4-CD4F-46E0-AB35-D6CB797BE416}" dt="2025-10-30T14:16:44.810" v="8320"/>
        <pc:sldMkLst>
          <pc:docMk/>
          <pc:sldMk cId="693005505" sldId="1601"/>
        </pc:sldMkLst>
      </pc:sldChg>
      <pc:sldChg chg="addSp modSp add mod">
        <pc:chgData name="Sanmukh Kuppannagari" userId="ad215094-da36-4b66-9c79-369a17aea26b" providerId="ADAL" clId="{18DA49F4-CD4F-46E0-AB35-D6CB797BE416}" dt="2025-10-30T14:24:10.866" v="8796" actId="20577"/>
        <pc:sldMkLst>
          <pc:docMk/>
          <pc:sldMk cId="3313563272" sldId="1602"/>
        </pc:sldMkLst>
        <pc:spChg chg="mod">
          <ac:chgData name="Sanmukh Kuppannagari" userId="ad215094-da36-4b66-9c79-369a17aea26b" providerId="ADAL" clId="{18DA49F4-CD4F-46E0-AB35-D6CB797BE416}" dt="2025-10-30T14:24:10.866" v="8796" actId="20577"/>
          <ac:spMkLst>
            <pc:docMk/>
            <pc:sldMk cId="3313563272" sldId="1602"/>
            <ac:spMk id="3" creationId="{F566BEE1-9707-2208-BCB8-EFC43F96536E}"/>
          </ac:spMkLst>
        </pc:spChg>
        <pc:spChg chg="add mod">
          <ac:chgData name="Sanmukh Kuppannagari" userId="ad215094-da36-4b66-9c79-369a17aea26b" providerId="ADAL" clId="{18DA49F4-CD4F-46E0-AB35-D6CB797BE416}" dt="2025-10-30T14:18:19.240" v="8466" actId="207"/>
          <ac:spMkLst>
            <pc:docMk/>
            <pc:sldMk cId="3313563272" sldId="1602"/>
            <ac:spMk id="4" creationId="{B5A996D2-0C68-130D-0C9D-A895FED24BC1}"/>
          </ac:spMkLst>
        </pc:spChg>
        <pc:spChg chg="add mod">
          <ac:chgData name="Sanmukh Kuppannagari" userId="ad215094-da36-4b66-9c79-369a17aea26b" providerId="ADAL" clId="{18DA49F4-CD4F-46E0-AB35-D6CB797BE416}" dt="2025-10-30T14:18:25.214" v="8467" actId="207"/>
          <ac:spMkLst>
            <pc:docMk/>
            <pc:sldMk cId="3313563272" sldId="1602"/>
            <ac:spMk id="5" creationId="{057192FB-BBA7-2682-54B7-4A3BD2692FF8}"/>
          </ac:spMkLst>
        </pc:spChg>
        <pc:spChg chg="add mod">
          <ac:chgData name="Sanmukh Kuppannagari" userId="ad215094-da36-4b66-9c79-369a17aea26b" providerId="ADAL" clId="{18DA49F4-CD4F-46E0-AB35-D6CB797BE416}" dt="2025-10-30T14:18:48.969" v="8474" actId="1076"/>
          <ac:spMkLst>
            <pc:docMk/>
            <pc:sldMk cId="3313563272" sldId="1602"/>
            <ac:spMk id="6" creationId="{66EDB9B3-60A2-1D69-41B0-A83BF36A4052}"/>
          </ac:spMkLst>
        </pc:spChg>
        <pc:spChg chg="add mod">
          <ac:chgData name="Sanmukh Kuppannagari" userId="ad215094-da36-4b66-9c79-369a17aea26b" providerId="ADAL" clId="{18DA49F4-CD4F-46E0-AB35-D6CB797BE416}" dt="2025-10-30T14:18:59.918" v="8479" actId="1076"/>
          <ac:spMkLst>
            <pc:docMk/>
            <pc:sldMk cId="3313563272" sldId="1602"/>
            <ac:spMk id="11" creationId="{0A445375-5C8D-2BD1-6ECC-49B88D619FE8}"/>
          </ac:spMkLst>
        </pc:spChg>
        <pc:spChg chg="add mod">
          <ac:chgData name="Sanmukh Kuppannagari" userId="ad215094-da36-4b66-9c79-369a17aea26b" providerId="ADAL" clId="{18DA49F4-CD4F-46E0-AB35-D6CB797BE416}" dt="2025-10-30T14:19:06.368" v="8481" actId="1076"/>
          <ac:spMkLst>
            <pc:docMk/>
            <pc:sldMk cId="3313563272" sldId="1602"/>
            <ac:spMk id="12" creationId="{114A61E9-6A7D-A78E-325E-F89D7511C128}"/>
          </ac:spMkLst>
        </pc:spChg>
        <pc:spChg chg="add mod">
          <ac:chgData name="Sanmukh Kuppannagari" userId="ad215094-da36-4b66-9c79-369a17aea26b" providerId="ADAL" clId="{18DA49F4-CD4F-46E0-AB35-D6CB797BE416}" dt="2025-10-30T14:19:30.109" v="8492" actId="20577"/>
          <ac:spMkLst>
            <pc:docMk/>
            <pc:sldMk cId="3313563272" sldId="1602"/>
            <ac:spMk id="15" creationId="{1FEC14F1-4BAD-1A59-6968-2E7B3591B16D}"/>
          </ac:spMkLst>
        </pc:spChg>
        <pc:spChg chg="add mod">
          <ac:chgData name="Sanmukh Kuppannagari" userId="ad215094-da36-4b66-9c79-369a17aea26b" providerId="ADAL" clId="{18DA49F4-CD4F-46E0-AB35-D6CB797BE416}" dt="2025-10-30T14:19:48.798" v="8498" actId="1076"/>
          <ac:spMkLst>
            <pc:docMk/>
            <pc:sldMk cId="3313563272" sldId="1602"/>
            <ac:spMk id="17" creationId="{C7905B86-4F03-968E-000F-B0EFD5601073}"/>
          </ac:spMkLst>
        </pc:spChg>
        <pc:spChg chg="add mod">
          <ac:chgData name="Sanmukh Kuppannagari" userId="ad215094-da36-4b66-9c79-369a17aea26b" providerId="ADAL" clId="{18DA49F4-CD4F-46E0-AB35-D6CB797BE416}" dt="2025-10-30T14:22:53.756" v="8767" actId="1076"/>
          <ac:spMkLst>
            <pc:docMk/>
            <pc:sldMk cId="3313563272" sldId="1602"/>
            <ac:spMk id="18" creationId="{7F836A54-D4A2-C78F-5559-F8FB98C4F0F3}"/>
          </ac:spMkLst>
        </pc:spChg>
        <pc:spChg chg="add mod">
          <ac:chgData name="Sanmukh Kuppannagari" userId="ad215094-da36-4b66-9c79-369a17aea26b" providerId="ADAL" clId="{18DA49F4-CD4F-46E0-AB35-D6CB797BE416}" dt="2025-10-30T14:22:59.206" v="8770" actId="20577"/>
          <ac:spMkLst>
            <pc:docMk/>
            <pc:sldMk cId="3313563272" sldId="1602"/>
            <ac:spMk id="19" creationId="{5BD1D21A-7DA5-4B20-C505-C3C53C0E9CB5}"/>
          </ac:spMkLst>
        </pc:spChg>
        <pc:cxnChg chg="add mod">
          <ac:chgData name="Sanmukh Kuppannagari" userId="ad215094-da36-4b66-9c79-369a17aea26b" providerId="ADAL" clId="{18DA49F4-CD4F-46E0-AB35-D6CB797BE416}" dt="2025-10-30T14:18:44.971" v="8472" actId="14100"/>
          <ac:cxnSpMkLst>
            <pc:docMk/>
            <pc:sldMk cId="3313563272" sldId="1602"/>
            <ac:cxnSpMk id="7" creationId="{9B16A51B-D687-81FB-DD71-4B066F2BCDB7}"/>
          </ac:cxnSpMkLst>
        </pc:cxnChg>
        <pc:cxnChg chg="add mod">
          <ac:chgData name="Sanmukh Kuppannagari" userId="ad215094-da36-4b66-9c79-369a17aea26b" providerId="ADAL" clId="{18DA49F4-CD4F-46E0-AB35-D6CB797BE416}" dt="2025-10-30T14:19:10.385" v="8483" actId="1076"/>
          <ac:cxnSpMkLst>
            <pc:docMk/>
            <pc:sldMk cId="3313563272" sldId="1602"/>
            <ac:cxnSpMk id="9" creationId="{7EC37367-DE6F-A31B-A571-91EB3170373D}"/>
          </ac:cxnSpMkLst>
        </pc:cxnChg>
        <pc:cxnChg chg="add mod">
          <ac:chgData name="Sanmukh Kuppannagari" userId="ad215094-da36-4b66-9c79-369a17aea26b" providerId="ADAL" clId="{18DA49F4-CD4F-46E0-AB35-D6CB797BE416}" dt="2025-10-30T14:19:06.368" v="8481" actId="1076"/>
          <ac:cxnSpMkLst>
            <pc:docMk/>
            <pc:sldMk cId="3313563272" sldId="1602"/>
            <ac:cxnSpMk id="13" creationId="{47F5C0EF-A958-C225-1E50-046B62B9E349}"/>
          </ac:cxnSpMkLst>
        </pc:cxnChg>
        <pc:cxnChg chg="add mod">
          <ac:chgData name="Sanmukh Kuppannagari" userId="ad215094-da36-4b66-9c79-369a17aea26b" providerId="ADAL" clId="{18DA49F4-CD4F-46E0-AB35-D6CB797BE416}" dt="2025-10-30T14:19:22.720" v="8487" actId="14100"/>
          <ac:cxnSpMkLst>
            <pc:docMk/>
            <pc:sldMk cId="3313563272" sldId="1602"/>
            <ac:cxnSpMk id="14" creationId="{1DCCC42A-8F0A-45F4-7263-685319AE0C6F}"/>
          </ac:cxnSpMkLst>
        </pc:cxnChg>
      </pc:sldChg>
      <pc:sldChg chg="modSp add">
        <pc:chgData name="Sanmukh Kuppannagari" userId="ad215094-da36-4b66-9c79-369a17aea26b" providerId="ADAL" clId="{18DA49F4-CD4F-46E0-AB35-D6CB797BE416}" dt="2025-10-30T14:28:30.235" v="8915" actId="20577"/>
        <pc:sldMkLst>
          <pc:docMk/>
          <pc:sldMk cId="3907449202" sldId="1603"/>
        </pc:sldMkLst>
        <pc:spChg chg="mod">
          <ac:chgData name="Sanmukh Kuppannagari" userId="ad215094-da36-4b66-9c79-369a17aea26b" providerId="ADAL" clId="{18DA49F4-CD4F-46E0-AB35-D6CB797BE416}" dt="2025-10-30T14:28:26.517" v="8914" actId="20577"/>
          <ac:spMkLst>
            <pc:docMk/>
            <pc:sldMk cId="3907449202" sldId="1603"/>
            <ac:spMk id="3" creationId="{CDEA1C42-E9C0-59D8-12DF-9EB6E126A159}"/>
          </ac:spMkLst>
        </pc:spChg>
        <pc:spChg chg="mod">
          <ac:chgData name="Sanmukh Kuppannagari" userId="ad215094-da36-4b66-9c79-369a17aea26b" providerId="ADAL" clId="{18DA49F4-CD4F-46E0-AB35-D6CB797BE416}" dt="2025-10-30T14:28:20.272" v="8912" actId="20577"/>
          <ac:spMkLst>
            <pc:docMk/>
            <pc:sldMk cId="3907449202" sldId="1603"/>
            <ac:spMk id="4" creationId="{42E34BAC-B1A8-2ED1-3039-CEED26F1A3E6}"/>
          </ac:spMkLst>
        </pc:spChg>
        <pc:spChg chg="mod">
          <ac:chgData name="Sanmukh Kuppannagari" userId="ad215094-da36-4b66-9c79-369a17aea26b" providerId="ADAL" clId="{18DA49F4-CD4F-46E0-AB35-D6CB797BE416}" dt="2025-10-30T14:28:30.235" v="8915" actId="20577"/>
          <ac:spMkLst>
            <pc:docMk/>
            <pc:sldMk cId="3907449202" sldId="1603"/>
            <ac:spMk id="146" creationId="{5F8D9DB7-A791-D8C6-5C4B-BEC523044273}"/>
          </ac:spMkLst>
        </pc:spChg>
        <pc:spChg chg="mod">
          <ac:chgData name="Sanmukh Kuppannagari" userId="ad215094-da36-4b66-9c79-369a17aea26b" providerId="ADAL" clId="{18DA49F4-CD4F-46E0-AB35-D6CB797BE416}" dt="2025-10-30T14:28:23.242" v="8913" actId="20577"/>
          <ac:spMkLst>
            <pc:docMk/>
            <pc:sldMk cId="3907449202" sldId="1603"/>
            <ac:spMk id="150" creationId="{F1DA8FAC-306E-19A9-4A1B-AAB3BBB47A0E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0-30T14:39:53.846" v="9072" actId="20577"/>
        <pc:sldMkLst>
          <pc:docMk/>
          <pc:sldMk cId="1261395334" sldId="1604"/>
        </pc:sldMkLst>
        <pc:spChg chg="del">
          <ac:chgData name="Sanmukh Kuppannagari" userId="ad215094-da36-4b66-9c79-369a17aea26b" providerId="ADAL" clId="{18DA49F4-CD4F-46E0-AB35-D6CB797BE416}" dt="2025-10-30T14:28:41.786" v="8916" actId="478"/>
          <ac:spMkLst>
            <pc:docMk/>
            <pc:sldMk cId="1261395334" sldId="1604"/>
            <ac:spMk id="3" creationId="{CDEA1C42-E9C0-59D8-12DF-9EB6E126A159}"/>
          </ac:spMkLst>
        </pc:spChg>
        <pc:spChg chg="del">
          <ac:chgData name="Sanmukh Kuppannagari" userId="ad215094-da36-4b66-9c79-369a17aea26b" providerId="ADAL" clId="{18DA49F4-CD4F-46E0-AB35-D6CB797BE416}" dt="2025-10-30T14:28:41.786" v="8916" actId="478"/>
          <ac:spMkLst>
            <pc:docMk/>
            <pc:sldMk cId="1261395334" sldId="1604"/>
            <ac:spMk id="4" creationId="{42E34BAC-B1A8-2ED1-3039-CEED26F1A3E6}"/>
          </ac:spMkLst>
        </pc:spChg>
        <pc:spChg chg="mod">
          <ac:chgData name="Sanmukh Kuppannagari" userId="ad215094-da36-4b66-9c79-369a17aea26b" providerId="ADAL" clId="{18DA49F4-CD4F-46E0-AB35-D6CB797BE416}" dt="2025-10-30T14:39:53.846" v="9072" actId="20577"/>
          <ac:spMkLst>
            <pc:docMk/>
            <pc:sldMk cId="1261395334" sldId="1604"/>
            <ac:spMk id="5" creationId="{4FA00076-95A4-2AD6-C021-646A6A577B2E}"/>
          </ac:spMkLst>
        </pc:spChg>
        <pc:spChg chg="mod">
          <ac:chgData name="Sanmukh Kuppannagari" userId="ad215094-da36-4b66-9c79-369a17aea26b" providerId="ADAL" clId="{18DA49F4-CD4F-46E0-AB35-D6CB797BE416}" dt="2025-10-30T14:28:42.492" v="8917"/>
          <ac:spMkLst>
            <pc:docMk/>
            <pc:sldMk cId="1261395334" sldId="1604"/>
            <ac:spMk id="10" creationId="{D43D00D7-F260-C54F-2D9F-813740D163D2}"/>
          </ac:spMkLst>
        </pc:spChg>
        <pc:spChg chg="mod">
          <ac:chgData name="Sanmukh Kuppannagari" userId="ad215094-da36-4b66-9c79-369a17aea26b" providerId="ADAL" clId="{18DA49F4-CD4F-46E0-AB35-D6CB797BE416}" dt="2025-10-30T14:28:42.492" v="8917"/>
          <ac:spMkLst>
            <pc:docMk/>
            <pc:sldMk cId="1261395334" sldId="1604"/>
            <ac:spMk id="31" creationId="{6C0DD68D-3784-7151-6C8A-18C82D6AA2EA}"/>
          </ac:spMkLst>
        </pc:spChg>
        <pc:spChg chg="mod">
          <ac:chgData name="Sanmukh Kuppannagari" userId="ad215094-da36-4b66-9c79-369a17aea26b" providerId="ADAL" clId="{18DA49F4-CD4F-46E0-AB35-D6CB797BE416}" dt="2025-10-30T14:28:42.492" v="8917"/>
          <ac:spMkLst>
            <pc:docMk/>
            <pc:sldMk cId="1261395334" sldId="1604"/>
            <ac:spMk id="38" creationId="{BCAF9161-6A6C-1C63-6C11-9A7A3047C83B}"/>
          </ac:spMkLst>
        </pc:spChg>
        <pc:spChg chg="mod">
          <ac:chgData name="Sanmukh Kuppannagari" userId="ad215094-da36-4b66-9c79-369a17aea26b" providerId="ADAL" clId="{18DA49F4-CD4F-46E0-AB35-D6CB797BE416}" dt="2025-10-30T14:28:42.492" v="8917"/>
          <ac:spMkLst>
            <pc:docMk/>
            <pc:sldMk cId="1261395334" sldId="1604"/>
            <ac:spMk id="44" creationId="{7056753A-C127-1F66-E283-BFBE07299130}"/>
          </ac:spMkLst>
        </pc:spChg>
        <pc:spChg chg="mod">
          <ac:chgData name="Sanmukh Kuppannagari" userId="ad215094-da36-4b66-9c79-369a17aea26b" providerId="ADAL" clId="{18DA49F4-CD4F-46E0-AB35-D6CB797BE416}" dt="2025-10-30T14:28:42.492" v="8917"/>
          <ac:spMkLst>
            <pc:docMk/>
            <pc:sldMk cId="1261395334" sldId="1604"/>
            <ac:spMk id="51" creationId="{1A6CFE2D-D9DE-BD45-F532-A7375CEFA569}"/>
          </ac:spMkLst>
        </pc:spChg>
        <pc:spChg chg="mod">
          <ac:chgData name="Sanmukh Kuppannagari" userId="ad215094-da36-4b66-9c79-369a17aea26b" providerId="ADAL" clId="{18DA49F4-CD4F-46E0-AB35-D6CB797BE416}" dt="2025-10-30T14:28:42.492" v="8917"/>
          <ac:spMkLst>
            <pc:docMk/>
            <pc:sldMk cId="1261395334" sldId="1604"/>
            <ac:spMk id="52" creationId="{C968A223-9EFE-628D-4AA8-AD662CA5C444}"/>
          </ac:spMkLst>
        </pc:spChg>
        <pc:spChg chg="mod">
          <ac:chgData name="Sanmukh Kuppannagari" userId="ad215094-da36-4b66-9c79-369a17aea26b" providerId="ADAL" clId="{18DA49F4-CD4F-46E0-AB35-D6CB797BE416}" dt="2025-10-30T14:28:42.492" v="8917"/>
          <ac:spMkLst>
            <pc:docMk/>
            <pc:sldMk cId="1261395334" sldId="1604"/>
            <ac:spMk id="53" creationId="{A4ECB67A-AFFA-C10F-BE10-3700D9DD39CA}"/>
          </ac:spMkLst>
        </pc:spChg>
        <pc:spChg chg="mod">
          <ac:chgData name="Sanmukh Kuppannagari" userId="ad215094-da36-4b66-9c79-369a17aea26b" providerId="ADAL" clId="{18DA49F4-CD4F-46E0-AB35-D6CB797BE416}" dt="2025-10-30T14:28:42.492" v="8917"/>
          <ac:spMkLst>
            <pc:docMk/>
            <pc:sldMk cId="1261395334" sldId="1604"/>
            <ac:spMk id="60" creationId="{83BDFA7B-3CDB-C60F-5EDB-5DCFF498694A}"/>
          </ac:spMkLst>
        </pc:spChg>
        <pc:spChg chg="mod">
          <ac:chgData name="Sanmukh Kuppannagari" userId="ad215094-da36-4b66-9c79-369a17aea26b" providerId="ADAL" clId="{18DA49F4-CD4F-46E0-AB35-D6CB797BE416}" dt="2025-10-30T14:28:42.492" v="8917"/>
          <ac:spMkLst>
            <pc:docMk/>
            <pc:sldMk cId="1261395334" sldId="1604"/>
            <ac:spMk id="68" creationId="{98C082CD-3DC4-3046-3ACB-6AC569A3C1F1}"/>
          </ac:spMkLst>
        </pc:spChg>
        <pc:spChg chg="mod">
          <ac:chgData name="Sanmukh Kuppannagari" userId="ad215094-da36-4b66-9c79-369a17aea26b" providerId="ADAL" clId="{18DA49F4-CD4F-46E0-AB35-D6CB797BE416}" dt="2025-10-30T14:28:42.492" v="8917"/>
          <ac:spMkLst>
            <pc:docMk/>
            <pc:sldMk cId="1261395334" sldId="1604"/>
            <ac:spMk id="69" creationId="{703AB2F3-E8A6-CE43-694A-537BD344AA6D}"/>
          </ac:spMkLst>
        </pc:spChg>
        <pc:spChg chg="del">
          <ac:chgData name="Sanmukh Kuppannagari" userId="ad215094-da36-4b66-9c79-369a17aea26b" providerId="ADAL" clId="{18DA49F4-CD4F-46E0-AB35-D6CB797BE416}" dt="2025-10-30T14:28:41.786" v="8916" actId="478"/>
          <ac:spMkLst>
            <pc:docMk/>
            <pc:sldMk cId="1261395334" sldId="1604"/>
            <ac:spMk id="143" creationId="{45E57FD0-70F9-9658-48E1-F20449C5F746}"/>
          </ac:spMkLst>
        </pc:spChg>
        <pc:spChg chg="del">
          <ac:chgData name="Sanmukh Kuppannagari" userId="ad215094-da36-4b66-9c79-369a17aea26b" providerId="ADAL" clId="{18DA49F4-CD4F-46E0-AB35-D6CB797BE416}" dt="2025-10-30T14:28:41.786" v="8916" actId="478"/>
          <ac:spMkLst>
            <pc:docMk/>
            <pc:sldMk cId="1261395334" sldId="1604"/>
            <ac:spMk id="145" creationId="{D0FC29B3-9EBA-F21D-0817-F800B36B25D8}"/>
          </ac:spMkLst>
        </pc:spChg>
        <pc:spChg chg="del">
          <ac:chgData name="Sanmukh Kuppannagari" userId="ad215094-da36-4b66-9c79-369a17aea26b" providerId="ADAL" clId="{18DA49F4-CD4F-46E0-AB35-D6CB797BE416}" dt="2025-10-30T14:28:41.786" v="8916" actId="478"/>
          <ac:spMkLst>
            <pc:docMk/>
            <pc:sldMk cId="1261395334" sldId="1604"/>
            <ac:spMk id="146" creationId="{5F8D9DB7-A791-D8C6-5C4B-BEC523044273}"/>
          </ac:spMkLst>
        </pc:spChg>
        <pc:spChg chg="del">
          <ac:chgData name="Sanmukh Kuppannagari" userId="ad215094-da36-4b66-9c79-369a17aea26b" providerId="ADAL" clId="{18DA49F4-CD4F-46E0-AB35-D6CB797BE416}" dt="2025-10-30T14:28:41.786" v="8916" actId="478"/>
          <ac:spMkLst>
            <pc:docMk/>
            <pc:sldMk cId="1261395334" sldId="1604"/>
            <ac:spMk id="147" creationId="{0E9180E5-5D64-6617-2B0C-C97D335F6CBE}"/>
          </ac:spMkLst>
        </pc:spChg>
        <pc:spChg chg="del">
          <ac:chgData name="Sanmukh Kuppannagari" userId="ad215094-da36-4b66-9c79-369a17aea26b" providerId="ADAL" clId="{18DA49F4-CD4F-46E0-AB35-D6CB797BE416}" dt="2025-10-30T14:28:41.786" v="8916" actId="478"/>
          <ac:spMkLst>
            <pc:docMk/>
            <pc:sldMk cId="1261395334" sldId="1604"/>
            <ac:spMk id="148" creationId="{4DC7ADFE-2EE6-CCD4-5E4A-ED4161CECB22}"/>
          </ac:spMkLst>
        </pc:spChg>
        <pc:spChg chg="del">
          <ac:chgData name="Sanmukh Kuppannagari" userId="ad215094-da36-4b66-9c79-369a17aea26b" providerId="ADAL" clId="{18DA49F4-CD4F-46E0-AB35-D6CB797BE416}" dt="2025-10-30T14:28:41.786" v="8916" actId="478"/>
          <ac:spMkLst>
            <pc:docMk/>
            <pc:sldMk cId="1261395334" sldId="1604"/>
            <ac:spMk id="149" creationId="{B46C79BE-1FFF-62D1-EEC7-44CB87C45E25}"/>
          </ac:spMkLst>
        </pc:spChg>
        <pc:spChg chg="del">
          <ac:chgData name="Sanmukh Kuppannagari" userId="ad215094-da36-4b66-9c79-369a17aea26b" providerId="ADAL" clId="{18DA49F4-CD4F-46E0-AB35-D6CB797BE416}" dt="2025-10-30T14:28:41.786" v="8916" actId="478"/>
          <ac:spMkLst>
            <pc:docMk/>
            <pc:sldMk cId="1261395334" sldId="1604"/>
            <ac:spMk id="150" creationId="{F1DA8FAC-306E-19A9-4A1B-AAB3BBB47A0E}"/>
          </ac:spMkLst>
        </pc:spChg>
        <pc:spChg chg="del">
          <ac:chgData name="Sanmukh Kuppannagari" userId="ad215094-da36-4b66-9c79-369a17aea26b" providerId="ADAL" clId="{18DA49F4-CD4F-46E0-AB35-D6CB797BE416}" dt="2025-10-30T14:28:41.786" v="8916" actId="478"/>
          <ac:spMkLst>
            <pc:docMk/>
            <pc:sldMk cId="1261395334" sldId="1604"/>
            <ac:spMk id="162" creationId="{B0F7F667-9D14-A7F0-E1AF-346DC7D4983E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0-30T14:41:43.745" v="9085" actId="113"/>
        <pc:sldMkLst>
          <pc:docMk/>
          <pc:sldMk cId="3986643695" sldId="1605"/>
        </pc:sldMkLst>
        <pc:spChg chg="del">
          <ac:chgData name="Sanmukh Kuppannagari" userId="ad215094-da36-4b66-9c79-369a17aea26b" providerId="ADAL" clId="{18DA49F4-CD4F-46E0-AB35-D6CB797BE416}" dt="2025-10-30T14:29:02.412" v="8920" actId="478"/>
          <ac:spMkLst>
            <pc:docMk/>
            <pc:sldMk cId="3986643695" sldId="1605"/>
            <ac:spMk id="3" creationId="{CDEA1C42-E9C0-59D8-12DF-9EB6E126A159}"/>
          </ac:spMkLst>
        </pc:spChg>
        <pc:spChg chg="del">
          <ac:chgData name="Sanmukh Kuppannagari" userId="ad215094-da36-4b66-9c79-369a17aea26b" providerId="ADAL" clId="{18DA49F4-CD4F-46E0-AB35-D6CB797BE416}" dt="2025-10-30T14:29:02.412" v="8920" actId="478"/>
          <ac:spMkLst>
            <pc:docMk/>
            <pc:sldMk cId="3986643695" sldId="1605"/>
            <ac:spMk id="4" creationId="{42E34BAC-B1A8-2ED1-3039-CEED26F1A3E6}"/>
          </ac:spMkLst>
        </pc:spChg>
        <pc:spChg chg="mod">
          <ac:chgData name="Sanmukh Kuppannagari" userId="ad215094-da36-4b66-9c79-369a17aea26b" providerId="ADAL" clId="{18DA49F4-CD4F-46E0-AB35-D6CB797BE416}" dt="2025-10-30T14:41:43.745" v="9085" actId="113"/>
          <ac:spMkLst>
            <pc:docMk/>
            <pc:sldMk cId="3986643695" sldId="1605"/>
            <ac:spMk id="5" creationId="{4FA00076-95A4-2AD6-C021-646A6A577B2E}"/>
          </ac:spMkLst>
        </pc:spChg>
        <pc:spChg chg="mod">
          <ac:chgData name="Sanmukh Kuppannagari" userId="ad215094-da36-4b66-9c79-369a17aea26b" providerId="ADAL" clId="{18DA49F4-CD4F-46E0-AB35-D6CB797BE416}" dt="2025-10-30T14:29:07.890" v="8921"/>
          <ac:spMkLst>
            <pc:docMk/>
            <pc:sldMk cId="3986643695" sldId="1605"/>
            <ac:spMk id="21" creationId="{CA98BAD3-C87C-2F43-C2AE-79A72FEE8BD8}"/>
          </ac:spMkLst>
        </pc:spChg>
        <pc:spChg chg="mod">
          <ac:chgData name="Sanmukh Kuppannagari" userId="ad215094-da36-4b66-9c79-369a17aea26b" providerId="ADAL" clId="{18DA49F4-CD4F-46E0-AB35-D6CB797BE416}" dt="2025-10-30T14:29:07.890" v="8921"/>
          <ac:spMkLst>
            <pc:docMk/>
            <pc:sldMk cId="3986643695" sldId="1605"/>
            <ac:spMk id="27" creationId="{CC234E7E-97B0-9917-B5A2-88636BC954DD}"/>
          </ac:spMkLst>
        </pc:spChg>
        <pc:spChg chg="mod">
          <ac:chgData name="Sanmukh Kuppannagari" userId="ad215094-da36-4b66-9c79-369a17aea26b" providerId="ADAL" clId="{18DA49F4-CD4F-46E0-AB35-D6CB797BE416}" dt="2025-10-30T14:29:07.890" v="8921"/>
          <ac:spMkLst>
            <pc:docMk/>
            <pc:sldMk cId="3986643695" sldId="1605"/>
            <ac:spMk id="29" creationId="{38291DE8-A2E1-4B95-6E3D-18A8F6AF1444}"/>
          </ac:spMkLst>
        </pc:spChg>
        <pc:spChg chg="mod">
          <ac:chgData name="Sanmukh Kuppannagari" userId="ad215094-da36-4b66-9c79-369a17aea26b" providerId="ADAL" clId="{18DA49F4-CD4F-46E0-AB35-D6CB797BE416}" dt="2025-10-30T14:29:07.890" v="8921"/>
          <ac:spMkLst>
            <pc:docMk/>
            <pc:sldMk cId="3986643695" sldId="1605"/>
            <ac:spMk id="44" creationId="{1724B074-73AC-ABD2-562F-D8D8BD8CA80A}"/>
          </ac:spMkLst>
        </pc:spChg>
        <pc:spChg chg="mod">
          <ac:chgData name="Sanmukh Kuppannagari" userId="ad215094-da36-4b66-9c79-369a17aea26b" providerId="ADAL" clId="{18DA49F4-CD4F-46E0-AB35-D6CB797BE416}" dt="2025-10-30T14:29:07.890" v="8921"/>
          <ac:spMkLst>
            <pc:docMk/>
            <pc:sldMk cId="3986643695" sldId="1605"/>
            <ac:spMk id="46" creationId="{B3809505-8DA8-210E-65B3-1FCC1772EB20}"/>
          </ac:spMkLst>
        </pc:spChg>
        <pc:spChg chg="mod">
          <ac:chgData name="Sanmukh Kuppannagari" userId="ad215094-da36-4b66-9c79-369a17aea26b" providerId="ADAL" clId="{18DA49F4-CD4F-46E0-AB35-D6CB797BE416}" dt="2025-10-30T14:29:07.890" v="8921"/>
          <ac:spMkLst>
            <pc:docMk/>
            <pc:sldMk cId="3986643695" sldId="1605"/>
            <ac:spMk id="59" creationId="{11727710-5A96-16D4-F1D7-88EEF8AB2DE9}"/>
          </ac:spMkLst>
        </pc:spChg>
        <pc:spChg chg="mod">
          <ac:chgData name="Sanmukh Kuppannagari" userId="ad215094-da36-4b66-9c79-369a17aea26b" providerId="ADAL" clId="{18DA49F4-CD4F-46E0-AB35-D6CB797BE416}" dt="2025-10-30T14:29:07.890" v="8921"/>
          <ac:spMkLst>
            <pc:docMk/>
            <pc:sldMk cId="3986643695" sldId="1605"/>
            <ac:spMk id="66" creationId="{77E2D5FE-9874-A8F8-FAEF-1159E05EFF77}"/>
          </ac:spMkLst>
        </pc:spChg>
        <pc:spChg chg="mod">
          <ac:chgData name="Sanmukh Kuppannagari" userId="ad215094-da36-4b66-9c79-369a17aea26b" providerId="ADAL" clId="{18DA49F4-CD4F-46E0-AB35-D6CB797BE416}" dt="2025-10-30T14:29:07.890" v="8921"/>
          <ac:spMkLst>
            <pc:docMk/>
            <pc:sldMk cId="3986643695" sldId="1605"/>
            <ac:spMk id="67" creationId="{E29E53E2-0CEF-4AFC-2565-DAEDE9625FB9}"/>
          </ac:spMkLst>
        </pc:spChg>
        <pc:spChg chg="add mod">
          <ac:chgData name="Sanmukh Kuppannagari" userId="ad215094-da36-4b66-9c79-369a17aea26b" providerId="ADAL" clId="{18DA49F4-CD4F-46E0-AB35-D6CB797BE416}" dt="2025-10-30T14:29:07.890" v="8921"/>
          <ac:spMkLst>
            <pc:docMk/>
            <pc:sldMk cId="3986643695" sldId="1605"/>
            <ac:spMk id="75" creationId="{B7118F88-912F-0EC0-9A5E-68B2D88454D7}"/>
          </ac:spMkLst>
        </pc:spChg>
        <pc:spChg chg="add mod">
          <ac:chgData name="Sanmukh Kuppannagari" userId="ad215094-da36-4b66-9c79-369a17aea26b" providerId="ADAL" clId="{18DA49F4-CD4F-46E0-AB35-D6CB797BE416}" dt="2025-10-30T14:29:07.890" v="8921"/>
          <ac:spMkLst>
            <pc:docMk/>
            <pc:sldMk cId="3986643695" sldId="1605"/>
            <ac:spMk id="77" creationId="{DC88BBA9-7CA5-DDDF-FFD6-FE69FF5A99CF}"/>
          </ac:spMkLst>
        </pc:spChg>
        <pc:spChg chg="del">
          <ac:chgData name="Sanmukh Kuppannagari" userId="ad215094-da36-4b66-9c79-369a17aea26b" providerId="ADAL" clId="{18DA49F4-CD4F-46E0-AB35-D6CB797BE416}" dt="2025-10-30T14:29:02.412" v="8920" actId="478"/>
          <ac:spMkLst>
            <pc:docMk/>
            <pc:sldMk cId="3986643695" sldId="1605"/>
            <ac:spMk id="143" creationId="{45E57FD0-70F9-9658-48E1-F20449C5F746}"/>
          </ac:spMkLst>
        </pc:spChg>
        <pc:spChg chg="del">
          <ac:chgData name="Sanmukh Kuppannagari" userId="ad215094-da36-4b66-9c79-369a17aea26b" providerId="ADAL" clId="{18DA49F4-CD4F-46E0-AB35-D6CB797BE416}" dt="2025-10-30T14:29:02.412" v="8920" actId="478"/>
          <ac:spMkLst>
            <pc:docMk/>
            <pc:sldMk cId="3986643695" sldId="1605"/>
            <ac:spMk id="144" creationId="{2126F110-70E2-91AC-BC1B-D6EB6B073A94}"/>
          </ac:spMkLst>
        </pc:spChg>
        <pc:spChg chg="del">
          <ac:chgData name="Sanmukh Kuppannagari" userId="ad215094-da36-4b66-9c79-369a17aea26b" providerId="ADAL" clId="{18DA49F4-CD4F-46E0-AB35-D6CB797BE416}" dt="2025-10-30T14:29:02.412" v="8920" actId="478"/>
          <ac:spMkLst>
            <pc:docMk/>
            <pc:sldMk cId="3986643695" sldId="1605"/>
            <ac:spMk id="145" creationId="{D0FC29B3-9EBA-F21D-0817-F800B36B25D8}"/>
          </ac:spMkLst>
        </pc:spChg>
        <pc:spChg chg="del">
          <ac:chgData name="Sanmukh Kuppannagari" userId="ad215094-da36-4b66-9c79-369a17aea26b" providerId="ADAL" clId="{18DA49F4-CD4F-46E0-AB35-D6CB797BE416}" dt="2025-10-30T14:29:02.412" v="8920" actId="478"/>
          <ac:spMkLst>
            <pc:docMk/>
            <pc:sldMk cId="3986643695" sldId="1605"/>
            <ac:spMk id="146" creationId="{5F8D9DB7-A791-D8C6-5C4B-BEC523044273}"/>
          </ac:spMkLst>
        </pc:spChg>
        <pc:spChg chg="del">
          <ac:chgData name="Sanmukh Kuppannagari" userId="ad215094-da36-4b66-9c79-369a17aea26b" providerId="ADAL" clId="{18DA49F4-CD4F-46E0-AB35-D6CB797BE416}" dt="2025-10-30T14:29:02.412" v="8920" actId="478"/>
          <ac:spMkLst>
            <pc:docMk/>
            <pc:sldMk cId="3986643695" sldId="1605"/>
            <ac:spMk id="147" creationId="{0E9180E5-5D64-6617-2B0C-C97D335F6CBE}"/>
          </ac:spMkLst>
        </pc:spChg>
        <pc:spChg chg="del">
          <ac:chgData name="Sanmukh Kuppannagari" userId="ad215094-da36-4b66-9c79-369a17aea26b" providerId="ADAL" clId="{18DA49F4-CD4F-46E0-AB35-D6CB797BE416}" dt="2025-10-30T14:29:02.412" v="8920" actId="478"/>
          <ac:spMkLst>
            <pc:docMk/>
            <pc:sldMk cId="3986643695" sldId="1605"/>
            <ac:spMk id="148" creationId="{4DC7ADFE-2EE6-CCD4-5E4A-ED4161CECB22}"/>
          </ac:spMkLst>
        </pc:spChg>
        <pc:spChg chg="del">
          <ac:chgData name="Sanmukh Kuppannagari" userId="ad215094-da36-4b66-9c79-369a17aea26b" providerId="ADAL" clId="{18DA49F4-CD4F-46E0-AB35-D6CB797BE416}" dt="2025-10-30T14:29:02.412" v="8920" actId="478"/>
          <ac:spMkLst>
            <pc:docMk/>
            <pc:sldMk cId="3986643695" sldId="1605"/>
            <ac:spMk id="149" creationId="{B46C79BE-1FFF-62D1-EEC7-44CB87C45E25}"/>
          </ac:spMkLst>
        </pc:spChg>
        <pc:spChg chg="del">
          <ac:chgData name="Sanmukh Kuppannagari" userId="ad215094-da36-4b66-9c79-369a17aea26b" providerId="ADAL" clId="{18DA49F4-CD4F-46E0-AB35-D6CB797BE416}" dt="2025-10-30T14:29:02.412" v="8920" actId="478"/>
          <ac:spMkLst>
            <pc:docMk/>
            <pc:sldMk cId="3986643695" sldId="1605"/>
            <ac:spMk id="162" creationId="{B0F7F667-9D14-A7F0-E1AF-346DC7D4983E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0-30T14:41:13.526" v="9083" actId="207"/>
        <pc:sldMkLst>
          <pc:docMk/>
          <pc:sldMk cId="1680640391" sldId="1606"/>
        </pc:sldMkLst>
        <pc:spChg chg="del">
          <ac:chgData name="Sanmukh Kuppannagari" userId="ad215094-da36-4b66-9c79-369a17aea26b" providerId="ADAL" clId="{18DA49F4-CD4F-46E0-AB35-D6CB797BE416}" dt="2025-10-30T14:28:53.477" v="8918" actId="478"/>
          <ac:spMkLst>
            <pc:docMk/>
            <pc:sldMk cId="1680640391" sldId="1606"/>
            <ac:spMk id="4" creationId="{42E34BAC-B1A8-2ED1-3039-CEED26F1A3E6}"/>
          </ac:spMkLst>
        </pc:spChg>
        <pc:spChg chg="mod">
          <ac:chgData name="Sanmukh Kuppannagari" userId="ad215094-da36-4b66-9c79-369a17aea26b" providerId="ADAL" clId="{18DA49F4-CD4F-46E0-AB35-D6CB797BE416}" dt="2025-10-30T14:41:13.526" v="9083" actId="207"/>
          <ac:spMkLst>
            <pc:docMk/>
            <pc:sldMk cId="1680640391" sldId="1606"/>
            <ac:spMk id="5" creationId="{4FA00076-95A4-2AD6-C021-646A6A577B2E}"/>
          </ac:spMkLst>
        </pc:spChg>
        <pc:spChg chg="mod">
          <ac:chgData name="Sanmukh Kuppannagari" userId="ad215094-da36-4b66-9c79-369a17aea26b" providerId="ADAL" clId="{18DA49F4-CD4F-46E0-AB35-D6CB797BE416}" dt="2025-10-30T14:28:54.017" v="8919"/>
          <ac:spMkLst>
            <pc:docMk/>
            <pc:sldMk cId="1680640391" sldId="1606"/>
            <ac:spMk id="19" creationId="{2A16DAFE-0FB9-1376-7F09-12D6B52B8F40}"/>
          </ac:spMkLst>
        </pc:spChg>
        <pc:spChg chg="mod">
          <ac:chgData name="Sanmukh Kuppannagari" userId="ad215094-da36-4b66-9c79-369a17aea26b" providerId="ADAL" clId="{18DA49F4-CD4F-46E0-AB35-D6CB797BE416}" dt="2025-10-30T14:28:54.017" v="8919"/>
          <ac:spMkLst>
            <pc:docMk/>
            <pc:sldMk cId="1680640391" sldId="1606"/>
            <ac:spMk id="28" creationId="{741A0646-BA4D-B5B3-36F4-6F45B73BAE31}"/>
          </ac:spMkLst>
        </pc:spChg>
        <pc:spChg chg="mod">
          <ac:chgData name="Sanmukh Kuppannagari" userId="ad215094-da36-4b66-9c79-369a17aea26b" providerId="ADAL" clId="{18DA49F4-CD4F-46E0-AB35-D6CB797BE416}" dt="2025-10-30T14:28:54.017" v="8919"/>
          <ac:spMkLst>
            <pc:docMk/>
            <pc:sldMk cId="1680640391" sldId="1606"/>
            <ac:spMk id="33" creationId="{A1702C4E-A91B-A1F2-34C6-0966A3FD295B}"/>
          </ac:spMkLst>
        </pc:spChg>
        <pc:spChg chg="mod">
          <ac:chgData name="Sanmukh Kuppannagari" userId="ad215094-da36-4b66-9c79-369a17aea26b" providerId="ADAL" clId="{18DA49F4-CD4F-46E0-AB35-D6CB797BE416}" dt="2025-10-30T14:28:54.017" v="8919"/>
          <ac:spMkLst>
            <pc:docMk/>
            <pc:sldMk cId="1680640391" sldId="1606"/>
            <ac:spMk id="37" creationId="{02649CB1-485B-9B8E-FC80-5B7B7E730E5E}"/>
          </ac:spMkLst>
        </pc:spChg>
        <pc:spChg chg="mod">
          <ac:chgData name="Sanmukh Kuppannagari" userId="ad215094-da36-4b66-9c79-369a17aea26b" providerId="ADAL" clId="{18DA49F4-CD4F-46E0-AB35-D6CB797BE416}" dt="2025-10-30T14:28:54.017" v="8919"/>
          <ac:spMkLst>
            <pc:docMk/>
            <pc:sldMk cId="1680640391" sldId="1606"/>
            <ac:spMk id="41" creationId="{5B2D7C3F-38DB-F7CC-10A8-5D221554D3FE}"/>
          </ac:spMkLst>
        </pc:spChg>
        <pc:spChg chg="mod">
          <ac:chgData name="Sanmukh Kuppannagari" userId="ad215094-da36-4b66-9c79-369a17aea26b" providerId="ADAL" clId="{18DA49F4-CD4F-46E0-AB35-D6CB797BE416}" dt="2025-10-30T14:28:54.017" v="8919"/>
          <ac:spMkLst>
            <pc:docMk/>
            <pc:sldMk cId="1680640391" sldId="1606"/>
            <ac:spMk id="61" creationId="{06C686CC-25D2-F4A5-CF76-A43C1DE04B57}"/>
          </ac:spMkLst>
        </pc:spChg>
        <pc:spChg chg="mod">
          <ac:chgData name="Sanmukh Kuppannagari" userId="ad215094-da36-4b66-9c79-369a17aea26b" providerId="ADAL" clId="{18DA49F4-CD4F-46E0-AB35-D6CB797BE416}" dt="2025-10-30T14:28:54.017" v="8919"/>
          <ac:spMkLst>
            <pc:docMk/>
            <pc:sldMk cId="1680640391" sldId="1606"/>
            <ac:spMk id="62" creationId="{1E0C7BD9-2849-9B9D-76F4-E18045812D25}"/>
          </ac:spMkLst>
        </pc:spChg>
        <pc:spChg chg="mod">
          <ac:chgData name="Sanmukh Kuppannagari" userId="ad215094-da36-4b66-9c79-369a17aea26b" providerId="ADAL" clId="{18DA49F4-CD4F-46E0-AB35-D6CB797BE416}" dt="2025-10-30T14:28:54.017" v="8919"/>
          <ac:spMkLst>
            <pc:docMk/>
            <pc:sldMk cId="1680640391" sldId="1606"/>
            <ac:spMk id="64" creationId="{F5F424D9-525E-33C4-7652-061FDD055B0E}"/>
          </ac:spMkLst>
        </pc:spChg>
        <pc:spChg chg="add mod">
          <ac:chgData name="Sanmukh Kuppannagari" userId="ad215094-da36-4b66-9c79-369a17aea26b" providerId="ADAL" clId="{18DA49F4-CD4F-46E0-AB35-D6CB797BE416}" dt="2025-10-30T14:28:54.017" v="8919"/>
          <ac:spMkLst>
            <pc:docMk/>
            <pc:sldMk cId="1680640391" sldId="1606"/>
            <ac:spMk id="76" creationId="{B484AD9B-9811-A3AC-1987-69850986D1DB}"/>
          </ac:spMkLst>
        </pc:spChg>
        <pc:spChg chg="del">
          <ac:chgData name="Sanmukh Kuppannagari" userId="ad215094-da36-4b66-9c79-369a17aea26b" providerId="ADAL" clId="{18DA49F4-CD4F-46E0-AB35-D6CB797BE416}" dt="2025-10-30T14:28:53.477" v="8918" actId="478"/>
          <ac:spMkLst>
            <pc:docMk/>
            <pc:sldMk cId="1680640391" sldId="1606"/>
            <ac:spMk id="143" creationId="{45E57FD0-70F9-9658-48E1-F20449C5F746}"/>
          </ac:spMkLst>
        </pc:spChg>
        <pc:spChg chg="del">
          <ac:chgData name="Sanmukh Kuppannagari" userId="ad215094-da36-4b66-9c79-369a17aea26b" providerId="ADAL" clId="{18DA49F4-CD4F-46E0-AB35-D6CB797BE416}" dt="2025-10-30T14:28:53.477" v="8918" actId="478"/>
          <ac:spMkLst>
            <pc:docMk/>
            <pc:sldMk cId="1680640391" sldId="1606"/>
            <ac:spMk id="144" creationId="{2126F110-70E2-91AC-BC1B-D6EB6B073A94}"/>
          </ac:spMkLst>
        </pc:spChg>
        <pc:spChg chg="del">
          <ac:chgData name="Sanmukh Kuppannagari" userId="ad215094-da36-4b66-9c79-369a17aea26b" providerId="ADAL" clId="{18DA49F4-CD4F-46E0-AB35-D6CB797BE416}" dt="2025-10-30T14:28:53.477" v="8918" actId="478"/>
          <ac:spMkLst>
            <pc:docMk/>
            <pc:sldMk cId="1680640391" sldId="1606"/>
            <ac:spMk id="145" creationId="{D0FC29B3-9EBA-F21D-0817-F800B36B25D8}"/>
          </ac:spMkLst>
        </pc:spChg>
        <pc:spChg chg="del">
          <ac:chgData name="Sanmukh Kuppannagari" userId="ad215094-da36-4b66-9c79-369a17aea26b" providerId="ADAL" clId="{18DA49F4-CD4F-46E0-AB35-D6CB797BE416}" dt="2025-10-30T14:28:53.477" v="8918" actId="478"/>
          <ac:spMkLst>
            <pc:docMk/>
            <pc:sldMk cId="1680640391" sldId="1606"/>
            <ac:spMk id="146" creationId="{5F8D9DB7-A791-D8C6-5C4B-BEC523044273}"/>
          </ac:spMkLst>
        </pc:spChg>
        <pc:spChg chg="del">
          <ac:chgData name="Sanmukh Kuppannagari" userId="ad215094-da36-4b66-9c79-369a17aea26b" providerId="ADAL" clId="{18DA49F4-CD4F-46E0-AB35-D6CB797BE416}" dt="2025-10-30T14:28:53.477" v="8918" actId="478"/>
          <ac:spMkLst>
            <pc:docMk/>
            <pc:sldMk cId="1680640391" sldId="1606"/>
            <ac:spMk id="147" creationId="{0E9180E5-5D64-6617-2B0C-C97D335F6CBE}"/>
          </ac:spMkLst>
        </pc:spChg>
        <pc:spChg chg="del">
          <ac:chgData name="Sanmukh Kuppannagari" userId="ad215094-da36-4b66-9c79-369a17aea26b" providerId="ADAL" clId="{18DA49F4-CD4F-46E0-AB35-D6CB797BE416}" dt="2025-10-30T14:28:53.477" v="8918" actId="478"/>
          <ac:spMkLst>
            <pc:docMk/>
            <pc:sldMk cId="1680640391" sldId="1606"/>
            <ac:spMk id="148" creationId="{4DC7ADFE-2EE6-CCD4-5E4A-ED4161CECB22}"/>
          </ac:spMkLst>
        </pc:spChg>
        <pc:spChg chg="del">
          <ac:chgData name="Sanmukh Kuppannagari" userId="ad215094-da36-4b66-9c79-369a17aea26b" providerId="ADAL" clId="{18DA49F4-CD4F-46E0-AB35-D6CB797BE416}" dt="2025-10-30T14:28:53.477" v="8918" actId="478"/>
          <ac:spMkLst>
            <pc:docMk/>
            <pc:sldMk cId="1680640391" sldId="1606"/>
            <ac:spMk id="149" creationId="{B46C79BE-1FFF-62D1-EEC7-44CB87C45E25}"/>
          </ac:spMkLst>
        </pc:spChg>
        <pc:spChg chg="del">
          <ac:chgData name="Sanmukh Kuppannagari" userId="ad215094-da36-4b66-9c79-369a17aea26b" providerId="ADAL" clId="{18DA49F4-CD4F-46E0-AB35-D6CB797BE416}" dt="2025-10-30T14:28:53.477" v="8918" actId="478"/>
          <ac:spMkLst>
            <pc:docMk/>
            <pc:sldMk cId="1680640391" sldId="1606"/>
            <ac:spMk id="150" creationId="{F1DA8FAC-306E-19A9-4A1B-AAB3BBB47A0E}"/>
          </ac:spMkLst>
        </pc:spChg>
        <pc:spChg chg="add mod">
          <ac:chgData name="Sanmukh Kuppannagari" userId="ad215094-da36-4b66-9c79-369a17aea26b" providerId="ADAL" clId="{18DA49F4-CD4F-46E0-AB35-D6CB797BE416}" dt="2025-10-30T14:28:54.017" v="8919"/>
          <ac:spMkLst>
            <pc:docMk/>
            <pc:sldMk cId="1680640391" sldId="1606"/>
            <ac:spMk id="156" creationId="{BD248EC2-39F5-D703-73D7-D4DE61083B51}"/>
          </ac:spMkLst>
        </pc:spChg>
        <pc:spChg chg="del">
          <ac:chgData name="Sanmukh Kuppannagari" userId="ad215094-da36-4b66-9c79-369a17aea26b" providerId="ADAL" clId="{18DA49F4-CD4F-46E0-AB35-D6CB797BE416}" dt="2025-10-30T14:28:53.477" v="8918" actId="478"/>
          <ac:spMkLst>
            <pc:docMk/>
            <pc:sldMk cId="1680640391" sldId="1606"/>
            <ac:spMk id="162" creationId="{B0F7F667-9D14-A7F0-E1AF-346DC7D4983E}"/>
          </ac:spMkLst>
        </pc:spChg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399252937" sldId="1607"/>
        </pc:sldMkLst>
      </pc:sldChg>
      <pc:sldChg chg="addSp delSp modSp add mod">
        <pc:chgData name="Sanmukh Kuppannagari" userId="ad215094-da36-4b66-9c79-369a17aea26b" providerId="ADAL" clId="{18DA49F4-CD4F-46E0-AB35-D6CB797BE416}" dt="2025-10-30T14:29:24.746" v="8924" actId="1076"/>
        <pc:sldMkLst>
          <pc:docMk/>
          <pc:sldMk cId="2267267742" sldId="1608"/>
        </pc:sldMkLst>
        <pc:spChg chg="del">
          <ac:chgData name="Sanmukh Kuppannagari" userId="ad215094-da36-4b66-9c79-369a17aea26b" providerId="ADAL" clId="{18DA49F4-CD4F-46E0-AB35-D6CB797BE416}" dt="2025-10-30T14:29:16.981" v="8922" actId="478"/>
          <ac:spMkLst>
            <pc:docMk/>
            <pc:sldMk cId="2267267742" sldId="1608"/>
            <ac:spMk id="69" creationId="{73C0AD57-D88D-638D-7E9A-D2CB71230B81}"/>
          </ac:spMkLst>
        </pc:spChg>
        <pc:spChg chg="del">
          <ac:chgData name="Sanmukh Kuppannagari" userId="ad215094-da36-4b66-9c79-369a17aea26b" providerId="ADAL" clId="{18DA49F4-CD4F-46E0-AB35-D6CB797BE416}" dt="2025-10-30T14:29:16.981" v="8922" actId="478"/>
          <ac:spMkLst>
            <pc:docMk/>
            <pc:sldMk cId="2267267742" sldId="1608"/>
            <ac:spMk id="70" creationId="{1FC117A8-DC87-EB0B-B55B-97A3D43AC161}"/>
          </ac:spMkLst>
        </pc:spChg>
        <pc:spChg chg="del">
          <ac:chgData name="Sanmukh Kuppannagari" userId="ad215094-da36-4b66-9c79-369a17aea26b" providerId="ADAL" clId="{18DA49F4-CD4F-46E0-AB35-D6CB797BE416}" dt="2025-10-30T14:29:16.981" v="8922" actId="478"/>
          <ac:spMkLst>
            <pc:docMk/>
            <pc:sldMk cId="2267267742" sldId="1608"/>
            <ac:spMk id="71" creationId="{5B914137-83D6-60C4-F740-E1D8EDB3C2AD}"/>
          </ac:spMkLst>
        </pc:spChg>
        <pc:spChg chg="del">
          <ac:chgData name="Sanmukh Kuppannagari" userId="ad215094-da36-4b66-9c79-369a17aea26b" providerId="ADAL" clId="{18DA49F4-CD4F-46E0-AB35-D6CB797BE416}" dt="2025-10-30T14:29:16.981" v="8922" actId="478"/>
          <ac:spMkLst>
            <pc:docMk/>
            <pc:sldMk cId="2267267742" sldId="1608"/>
            <ac:spMk id="73" creationId="{60654E11-5BED-E4DD-3609-0FA27D50F61E}"/>
          </ac:spMkLst>
        </pc:spChg>
        <pc:spChg chg="del">
          <ac:chgData name="Sanmukh Kuppannagari" userId="ad215094-da36-4b66-9c79-369a17aea26b" providerId="ADAL" clId="{18DA49F4-CD4F-46E0-AB35-D6CB797BE416}" dt="2025-10-30T14:29:16.981" v="8922" actId="478"/>
          <ac:spMkLst>
            <pc:docMk/>
            <pc:sldMk cId="2267267742" sldId="1608"/>
            <ac:spMk id="74" creationId="{24531335-CCFC-5F8D-F9BF-0BE557975E8E}"/>
          </ac:spMkLst>
        </pc:spChg>
        <pc:spChg chg="del">
          <ac:chgData name="Sanmukh Kuppannagari" userId="ad215094-da36-4b66-9c79-369a17aea26b" providerId="ADAL" clId="{18DA49F4-CD4F-46E0-AB35-D6CB797BE416}" dt="2025-10-30T14:29:16.981" v="8922" actId="478"/>
          <ac:spMkLst>
            <pc:docMk/>
            <pc:sldMk cId="2267267742" sldId="1608"/>
            <ac:spMk id="75" creationId="{48E0EA31-44FA-49A7-3614-F0144211FADE}"/>
          </ac:spMkLst>
        </pc:spChg>
        <pc:spChg chg="del">
          <ac:chgData name="Sanmukh Kuppannagari" userId="ad215094-da36-4b66-9c79-369a17aea26b" providerId="ADAL" clId="{18DA49F4-CD4F-46E0-AB35-D6CB797BE416}" dt="2025-10-30T14:29:16.981" v="8922" actId="478"/>
          <ac:spMkLst>
            <pc:docMk/>
            <pc:sldMk cId="2267267742" sldId="1608"/>
            <ac:spMk id="76" creationId="{B39E6376-A4E2-B961-6B7B-696AD6DD3970}"/>
          </ac:spMkLst>
        </pc:spChg>
        <pc:spChg chg="del">
          <ac:chgData name="Sanmukh Kuppannagari" userId="ad215094-da36-4b66-9c79-369a17aea26b" providerId="ADAL" clId="{18DA49F4-CD4F-46E0-AB35-D6CB797BE416}" dt="2025-10-30T14:29:16.981" v="8922" actId="478"/>
          <ac:spMkLst>
            <pc:docMk/>
            <pc:sldMk cId="2267267742" sldId="1608"/>
            <ac:spMk id="77" creationId="{75ED9FEE-F73A-919C-8558-C2ACE8759B45}"/>
          </ac:spMkLst>
        </pc:spChg>
        <pc:spChg chg="del">
          <ac:chgData name="Sanmukh Kuppannagari" userId="ad215094-da36-4b66-9c79-369a17aea26b" providerId="ADAL" clId="{18DA49F4-CD4F-46E0-AB35-D6CB797BE416}" dt="2025-10-30T14:29:16.981" v="8922" actId="478"/>
          <ac:spMkLst>
            <pc:docMk/>
            <pc:sldMk cId="2267267742" sldId="1608"/>
            <ac:spMk id="78" creationId="{D3128B91-336B-3E89-FE98-D20E59E662F6}"/>
          </ac:spMkLst>
        </pc:spChg>
        <pc:spChg chg="del">
          <ac:chgData name="Sanmukh Kuppannagari" userId="ad215094-da36-4b66-9c79-369a17aea26b" providerId="ADAL" clId="{18DA49F4-CD4F-46E0-AB35-D6CB797BE416}" dt="2025-10-30T14:29:16.981" v="8922" actId="478"/>
          <ac:spMkLst>
            <pc:docMk/>
            <pc:sldMk cId="2267267742" sldId="1608"/>
            <ac:spMk id="79" creationId="{BBAA3FAC-AE4C-99A9-DEC6-D3128671CF14}"/>
          </ac:spMkLst>
        </pc:spChg>
        <pc:spChg chg="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83" creationId="{1916AADF-6921-5504-DDB9-24F852AD902D}"/>
          </ac:spMkLst>
        </pc:spChg>
        <pc:spChg chg="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105" creationId="{A88A4615-8258-B514-BB3F-1ECD37F1F2C8}"/>
          </ac:spMkLst>
        </pc:spChg>
        <pc:spChg chg="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115" creationId="{B8CF90F3-7336-F3B3-6C70-1501661D834A}"/>
          </ac:spMkLst>
        </pc:spChg>
        <pc:spChg chg="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116" creationId="{61CD270C-1820-F33E-F7CF-CA46B81E9E3D}"/>
          </ac:spMkLst>
        </pc:spChg>
        <pc:spChg chg="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124" creationId="{BBC3439E-AEB2-B109-D26D-AE78DB7C9DE9}"/>
          </ac:spMkLst>
        </pc:spChg>
        <pc:spChg chg="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142" creationId="{40B03936-1C0C-95BA-9CAF-7C572AC8FC0A}"/>
          </ac:spMkLst>
        </pc:spChg>
        <pc:spChg chg="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144" creationId="{2751E0EE-D395-A9E6-EB5A-23A0E4A13074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47" creationId="{5981CD19-B43D-AF6F-7DFA-BEB7BB7C9513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48" creationId="{184C0983-20C7-7B94-124F-AC54EA06CEB5}"/>
          </ac:spMkLst>
        </pc:spChg>
        <pc:spChg chg="add 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49" creationId="{2B5D39C9-E5F8-A04C-F1E7-AFB46BC1ADAA}"/>
          </ac:spMkLst>
        </pc:spChg>
        <pc:spChg chg="add mod">
          <ac:chgData name="Sanmukh Kuppannagari" userId="ad215094-da36-4b66-9c79-369a17aea26b" providerId="ADAL" clId="{18DA49F4-CD4F-46E0-AB35-D6CB797BE416}" dt="2025-10-30T14:29:17.542" v="8923"/>
          <ac:spMkLst>
            <pc:docMk/>
            <pc:sldMk cId="2267267742" sldId="1608"/>
            <ac:spMk id="150" creationId="{2157F4A7-CBEC-200B-73FB-26EFCEA83EDB}"/>
          </ac:spMkLst>
        </pc:spChg>
        <pc:spChg chg="add 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51" creationId="{5F6182EB-7F30-D404-EDEF-0332EB6E2141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52" creationId="{00AF9B3C-2978-18D4-EDA3-1BC61E7BD85F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53" creationId="{23089D10-2FB8-EAD1-152D-1FE6CB4B1561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54" creationId="{EB13433D-031B-61F3-50D9-FA065672D53B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55" creationId="{577015F7-0365-54FA-0422-0EA5758A09F4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56" creationId="{F063B079-2262-F8FC-2031-587E49919630}"/>
          </ac:spMkLst>
        </pc:spChg>
        <pc:spChg chg="mod">
          <ac:chgData name="Sanmukh Kuppannagari" userId="ad215094-da36-4b66-9c79-369a17aea26b" providerId="ADAL" clId="{18DA49F4-CD4F-46E0-AB35-D6CB797BE416}" dt="2025-10-30T14:29:24.746" v="8924" actId="1076"/>
          <ac:spMkLst>
            <pc:docMk/>
            <pc:sldMk cId="2267267742" sldId="1608"/>
            <ac:spMk id="157" creationId="{6E906C42-6F0D-2BF6-3780-F1DB2692FF85}"/>
          </ac:spMkLst>
        </pc:spChg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3058626297" sldId="1609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2780095048" sldId="1610"/>
        </pc:sldMkLst>
      </pc:sldChg>
      <pc:sldChg chg="addSp delSp modSp add mod">
        <pc:chgData name="Sanmukh Kuppannagari" userId="ad215094-da36-4b66-9c79-369a17aea26b" providerId="ADAL" clId="{18DA49F4-CD4F-46E0-AB35-D6CB797BE416}" dt="2025-10-30T14:42:38.564" v="9086" actId="20577"/>
        <pc:sldMkLst>
          <pc:docMk/>
          <pc:sldMk cId="4256113819" sldId="1611"/>
        </pc:sldMkLst>
        <pc:spChg chg="mod">
          <ac:chgData name="Sanmukh Kuppannagari" userId="ad215094-da36-4b66-9c79-369a17aea26b" providerId="ADAL" clId="{18DA49F4-CD4F-46E0-AB35-D6CB797BE416}" dt="2025-10-30T14:42:38.564" v="9086" actId="20577"/>
          <ac:spMkLst>
            <pc:docMk/>
            <pc:sldMk cId="4256113819" sldId="1611"/>
            <ac:spMk id="3" creationId="{3068997B-E8C6-50ED-5891-AE2A2ACCCF40}"/>
          </ac:spMkLst>
        </pc:spChg>
        <pc:spChg chg="del">
          <ac:chgData name="Sanmukh Kuppannagari" userId="ad215094-da36-4b66-9c79-369a17aea26b" providerId="ADAL" clId="{18DA49F4-CD4F-46E0-AB35-D6CB797BE416}" dt="2025-10-30T14:30:40.463" v="8925" actId="478"/>
          <ac:spMkLst>
            <pc:docMk/>
            <pc:sldMk cId="4256113819" sldId="1611"/>
            <ac:spMk id="69" creationId="{73C0AD57-D88D-638D-7E9A-D2CB71230B81}"/>
          </ac:spMkLst>
        </pc:spChg>
        <pc:spChg chg="del">
          <ac:chgData name="Sanmukh Kuppannagari" userId="ad215094-da36-4b66-9c79-369a17aea26b" providerId="ADAL" clId="{18DA49F4-CD4F-46E0-AB35-D6CB797BE416}" dt="2025-10-30T14:30:40.463" v="8925" actId="478"/>
          <ac:spMkLst>
            <pc:docMk/>
            <pc:sldMk cId="4256113819" sldId="1611"/>
            <ac:spMk id="70" creationId="{1FC117A8-DC87-EB0B-B55B-97A3D43AC161}"/>
          </ac:spMkLst>
        </pc:spChg>
        <pc:spChg chg="del">
          <ac:chgData name="Sanmukh Kuppannagari" userId="ad215094-da36-4b66-9c79-369a17aea26b" providerId="ADAL" clId="{18DA49F4-CD4F-46E0-AB35-D6CB797BE416}" dt="2025-10-30T14:30:40.463" v="8925" actId="478"/>
          <ac:spMkLst>
            <pc:docMk/>
            <pc:sldMk cId="4256113819" sldId="1611"/>
            <ac:spMk id="71" creationId="{5B914137-83D6-60C4-F740-E1D8EDB3C2AD}"/>
          </ac:spMkLst>
        </pc:spChg>
        <pc:spChg chg="del">
          <ac:chgData name="Sanmukh Kuppannagari" userId="ad215094-da36-4b66-9c79-369a17aea26b" providerId="ADAL" clId="{18DA49F4-CD4F-46E0-AB35-D6CB797BE416}" dt="2025-10-30T14:30:40.463" v="8925" actId="478"/>
          <ac:spMkLst>
            <pc:docMk/>
            <pc:sldMk cId="4256113819" sldId="1611"/>
            <ac:spMk id="72" creationId="{B05611E8-9019-CBCA-56B3-0685F23D2C2A}"/>
          </ac:spMkLst>
        </pc:spChg>
        <pc:spChg chg="del">
          <ac:chgData name="Sanmukh Kuppannagari" userId="ad215094-da36-4b66-9c79-369a17aea26b" providerId="ADAL" clId="{18DA49F4-CD4F-46E0-AB35-D6CB797BE416}" dt="2025-10-30T14:30:40.463" v="8925" actId="478"/>
          <ac:spMkLst>
            <pc:docMk/>
            <pc:sldMk cId="4256113819" sldId="1611"/>
            <ac:spMk id="73" creationId="{60654E11-5BED-E4DD-3609-0FA27D50F61E}"/>
          </ac:spMkLst>
        </pc:spChg>
        <pc:spChg chg="del">
          <ac:chgData name="Sanmukh Kuppannagari" userId="ad215094-da36-4b66-9c79-369a17aea26b" providerId="ADAL" clId="{18DA49F4-CD4F-46E0-AB35-D6CB797BE416}" dt="2025-10-30T14:30:40.463" v="8925" actId="478"/>
          <ac:spMkLst>
            <pc:docMk/>
            <pc:sldMk cId="4256113819" sldId="1611"/>
            <ac:spMk id="74" creationId="{24531335-CCFC-5F8D-F9BF-0BE557975E8E}"/>
          </ac:spMkLst>
        </pc:spChg>
        <pc:spChg chg="del">
          <ac:chgData name="Sanmukh Kuppannagari" userId="ad215094-da36-4b66-9c79-369a17aea26b" providerId="ADAL" clId="{18DA49F4-CD4F-46E0-AB35-D6CB797BE416}" dt="2025-10-30T14:30:40.463" v="8925" actId="478"/>
          <ac:spMkLst>
            <pc:docMk/>
            <pc:sldMk cId="4256113819" sldId="1611"/>
            <ac:spMk id="75" creationId="{48E0EA31-44FA-49A7-3614-F0144211FADE}"/>
          </ac:spMkLst>
        </pc:spChg>
        <pc:spChg chg="del">
          <ac:chgData name="Sanmukh Kuppannagari" userId="ad215094-da36-4b66-9c79-369a17aea26b" providerId="ADAL" clId="{18DA49F4-CD4F-46E0-AB35-D6CB797BE416}" dt="2025-10-30T14:30:40.463" v="8925" actId="478"/>
          <ac:spMkLst>
            <pc:docMk/>
            <pc:sldMk cId="4256113819" sldId="1611"/>
            <ac:spMk id="76" creationId="{B39E6376-A4E2-B961-6B7B-696AD6DD3970}"/>
          </ac:spMkLst>
        </pc:spChg>
        <pc:spChg chg="del">
          <ac:chgData name="Sanmukh Kuppannagari" userId="ad215094-da36-4b66-9c79-369a17aea26b" providerId="ADAL" clId="{18DA49F4-CD4F-46E0-AB35-D6CB797BE416}" dt="2025-10-30T14:30:40.463" v="8925" actId="478"/>
          <ac:spMkLst>
            <pc:docMk/>
            <pc:sldMk cId="4256113819" sldId="1611"/>
            <ac:spMk id="77" creationId="{75ED9FEE-F73A-919C-8558-C2ACE8759B45}"/>
          </ac:spMkLst>
        </pc:spChg>
        <pc:spChg chg="del">
          <ac:chgData name="Sanmukh Kuppannagari" userId="ad215094-da36-4b66-9c79-369a17aea26b" providerId="ADAL" clId="{18DA49F4-CD4F-46E0-AB35-D6CB797BE416}" dt="2025-10-30T14:30:40.463" v="8925" actId="478"/>
          <ac:spMkLst>
            <pc:docMk/>
            <pc:sldMk cId="4256113819" sldId="1611"/>
            <ac:spMk id="79" creationId="{BBAA3FAC-AE4C-99A9-DEC6-D3128671CF14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86" creationId="{4B4D5B08-DB92-33E7-C8E2-EBEE6B1E9C40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88" creationId="{526D48E1-1741-8338-DB88-F08246DB02FD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95" creationId="{1D96A265-30E1-227B-FA7F-9A74D841FF53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99" creationId="{63D3B58A-B8E0-4654-414C-17A6401C050E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115" creationId="{79ED2BB8-7266-A01A-7E64-4F84D341D144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123" creationId="{ED2B9F88-23FF-3577-8E50-1000A2383680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128" creationId="{3115D144-AC30-2ECE-96CA-9072BB2C8428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140" creationId="{FB3D37CA-4F8D-A2B0-4A5D-84ACF46545D7}"/>
          </ac:spMkLst>
        </pc:spChg>
        <pc:spChg chg="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145" creationId="{A5514FC7-75E9-3F82-F569-72208BD11654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47" creationId="{A41705E5-6847-FE58-AADE-50F86DF6E215}"/>
          </ac:spMkLst>
        </pc:spChg>
        <pc:spChg chg="add mod">
          <ac:chgData name="Sanmukh Kuppannagari" userId="ad215094-da36-4b66-9c79-369a17aea26b" providerId="ADAL" clId="{18DA49F4-CD4F-46E0-AB35-D6CB797BE416}" dt="2025-10-30T14:30:41.136" v="8926"/>
          <ac:spMkLst>
            <pc:docMk/>
            <pc:sldMk cId="4256113819" sldId="1611"/>
            <ac:spMk id="148" creationId="{3BFCE39A-5494-F4EB-09EB-62E9F68CE522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49" creationId="{00661222-5975-BE1C-DC66-7C426677DD43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0" creationId="{2632DE81-1BB4-E770-C515-49DF25DE0100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1" creationId="{71BC6EB4-C5E6-1C19-9A9C-B9B2B911616E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2" creationId="{8066BD22-C18E-A7F0-1B61-BF1CD22F7888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3" creationId="{47764FE9-DD10-1235-B390-DC131566C6FA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4" creationId="{1D1639BD-7599-4F3A-ECBD-1C9B3CD9A4FF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5" creationId="{A87C1F25-F8DC-77C6-C301-24FAC6315D05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6" creationId="{113BF938-B4E8-7210-B06E-09C44CD61714}"/>
          </ac:spMkLst>
        </pc:spChg>
        <pc:spChg chg="mod">
          <ac:chgData name="Sanmukh Kuppannagari" userId="ad215094-da36-4b66-9c79-369a17aea26b" providerId="ADAL" clId="{18DA49F4-CD4F-46E0-AB35-D6CB797BE416}" dt="2025-10-30T14:30:44.347" v="8927" actId="1076"/>
          <ac:spMkLst>
            <pc:docMk/>
            <pc:sldMk cId="4256113819" sldId="1611"/>
            <ac:spMk id="157" creationId="{3B07232A-949C-1B38-8EC2-2D9F5A7603F3}"/>
          </ac:spMkLst>
        </pc:spChg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2933520038" sldId="1612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406680847" sldId="1613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921639447" sldId="1614"/>
        </pc:sldMkLst>
      </pc:sldChg>
      <pc:sldChg chg="modSp add">
        <pc:chgData name="Sanmukh Kuppannagari" userId="ad215094-da36-4b66-9c79-369a17aea26b" providerId="ADAL" clId="{18DA49F4-CD4F-46E0-AB35-D6CB797BE416}" dt="2025-10-30T14:44:11.613" v="9090" actId="20577"/>
        <pc:sldMkLst>
          <pc:docMk/>
          <pc:sldMk cId="905905525" sldId="1615"/>
        </pc:sldMkLst>
        <pc:spChg chg="mod">
          <ac:chgData name="Sanmukh Kuppannagari" userId="ad215094-da36-4b66-9c79-369a17aea26b" providerId="ADAL" clId="{18DA49F4-CD4F-46E0-AB35-D6CB797BE416}" dt="2025-10-30T14:44:11.613" v="9090" actId="20577"/>
          <ac:spMkLst>
            <pc:docMk/>
            <pc:sldMk cId="905905525" sldId="1615"/>
            <ac:spMk id="3" creationId="{D52B53A4-85EA-4312-11A7-10C9B04E6035}"/>
          </ac:spMkLst>
        </pc:spChg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4182474925" sldId="1616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2087289126" sldId="1617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993807214" sldId="1618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414805936" sldId="1619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1714458313" sldId="1620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2562125515" sldId="1621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4214346942" sldId="1622"/>
        </pc:sldMkLst>
      </pc:sldChg>
      <pc:sldChg chg="modSp add">
        <pc:chgData name="Sanmukh Kuppannagari" userId="ad215094-da36-4b66-9c79-369a17aea26b" providerId="ADAL" clId="{18DA49F4-CD4F-46E0-AB35-D6CB797BE416}" dt="2025-10-30T14:46:04.226" v="9092" actId="20577"/>
        <pc:sldMkLst>
          <pc:docMk/>
          <pc:sldMk cId="1160332016" sldId="1623"/>
        </pc:sldMkLst>
        <pc:spChg chg="mod">
          <ac:chgData name="Sanmukh Kuppannagari" userId="ad215094-da36-4b66-9c79-369a17aea26b" providerId="ADAL" clId="{18DA49F4-CD4F-46E0-AB35-D6CB797BE416}" dt="2025-10-30T14:46:04.226" v="9092" actId="20577"/>
          <ac:spMkLst>
            <pc:docMk/>
            <pc:sldMk cId="1160332016" sldId="1623"/>
            <ac:spMk id="14" creationId="{6AFDC43F-601A-C0C4-05F0-63A358BF2A56}"/>
          </ac:spMkLst>
        </pc:spChg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980671827" sldId="1624"/>
        </pc:sldMkLst>
      </pc:sldChg>
      <pc:sldChg chg="add">
        <pc:chgData name="Sanmukh Kuppannagari" userId="ad215094-da36-4b66-9c79-369a17aea26b" providerId="ADAL" clId="{18DA49F4-CD4F-46E0-AB35-D6CB797BE416}" dt="2025-10-30T13:58:50.809" v="8272"/>
        <pc:sldMkLst>
          <pc:docMk/>
          <pc:sldMk cId="157613999" sldId="1625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3294109236" sldId="1626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2829692619" sldId="1627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2811330501" sldId="1628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3815602038" sldId="1629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2883496550" sldId="1630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1288722780" sldId="1631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977554441" sldId="1632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436635294" sldId="1633"/>
        </pc:sldMkLst>
      </pc:sldChg>
      <pc:sldChg chg="modSp add">
        <pc:chgData name="Sanmukh Kuppannagari" userId="ad215094-da36-4b66-9c79-369a17aea26b" providerId="ADAL" clId="{18DA49F4-CD4F-46E0-AB35-D6CB797BE416}" dt="2025-10-30T14:49:16.687" v="9226" actId="20577"/>
        <pc:sldMkLst>
          <pc:docMk/>
          <pc:sldMk cId="2916696527" sldId="1634"/>
        </pc:sldMkLst>
        <pc:spChg chg="mod">
          <ac:chgData name="Sanmukh Kuppannagari" userId="ad215094-da36-4b66-9c79-369a17aea26b" providerId="ADAL" clId="{18DA49F4-CD4F-46E0-AB35-D6CB797BE416}" dt="2025-10-30T14:49:16.687" v="9226" actId="20577"/>
          <ac:spMkLst>
            <pc:docMk/>
            <pc:sldMk cId="2916696527" sldId="1634"/>
            <ac:spMk id="3" creationId="{307FD174-0877-7976-D6B4-4D69F816257A}"/>
          </ac:spMkLst>
        </pc:spChg>
      </pc:sldChg>
      <pc:sldChg chg="modSp add mod">
        <pc:chgData name="Sanmukh Kuppannagari" userId="ad215094-da36-4b66-9c79-369a17aea26b" providerId="ADAL" clId="{18DA49F4-CD4F-46E0-AB35-D6CB797BE416}" dt="2025-10-30T14:49:46.020" v="9281" actId="20577"/>
        <pc:sldMkLst>
          <pc:docMk/>
          <pc:sldMk cId="2093206662" sldId="1635"/>
        </pc:sldMkLst>
        <pc:spChg chg="mod">
          <ac:chgData name="Sanmukh Kuppannagari" userId="ad215094-da36-4b66-9c79-369a17aea26b" providerId="ADAL" clId="{18DA49F4-CD4F-46E0-AB35-D6CB797BE416}" dt="2025-10-30T14:49:46.020" v="9281" actId="20577"/>
          <ac:spMkLst>
            <pc:docMk/>
            <pc:sldMk cId="2093206662" sldId="1635"/>
            <ac:spMk id="3" creationId="{307FD174-0877-7976-D6B4-4D69F816257A}"/>
          </ac:spMkLst>
        </pc:spChg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1357504419" sldId="1636"/>
        </pc:sldMkLst>
      </pc:sldChg>
      <pc:sldChg chg="add">
        <pc:chgData name="Sanmukh Kuppannagari" userId="ad215094-da36-4b66-9c79-369a17aea26b" providerId="ADAL" clId="{18DA49F4-CD4F-46E0-AB35-D6CB797BE416}" dt="2025-10-30T14:28:04.731" v="8911"/>
        <pc:sldMkLst>
          <pc:docMk/>
          <pc:sldMk cId="3333948210" sldId="1637"/>
        </pc:sldMkLst>
      </pc:sldChg>
      <pc:sldChg chg="modSp mod">
        <pc:chgData name="Sanmukh Kuppannagari" userId="ad215094-da36-4b66-9c79-369a17aea26b" providerId="ADAL" clId="{18DA49F4-CD4F-46E0-AB35-D6CB797BE416}" dt="2025-10-23T14:18:47.586" v="4992" actId="27636"/>
        <pc:sldMkLst>
          <pc:docMk/>
          <pc:sldMk cId="4196385676" sldId="1654"/>
        </pc:sldMkLst>
        <pc:spChg chg="mod">
          <ac:chgData name="Sanmukh Kuppannagari" userId="ad215094-da36-4b66-9c79-369a17aea26b" providerId="ADAL" clId="{18DA49F4-CD4F-46E0-AB35-D6CB797BE416}" dt="2025-10-23T14:18:47.586" v="4992" actId="27636"/>
          <ac:spMkLst>
            <pc:docMk/>
            <pc:sldMk cId="4196385676" sldId="1654"/>
            <ac:spMk id="3" creationId="{BA686383-F2F5-3E55-940F-988CE19CCA24}"/>
          </ac:spMkLst>
        </pc:spChg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3702006251" sldId="1656"/>
        </pc:sldMkLst>
      </pc:sldChg>
      <pc:sldChg chg="del or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1536265715" sldId="1657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441245190" sldId="1658"/>
        </pc:sldMkLst>
      </pc:sldChg>
      <pc:sldChg chg="addSp delSp modSp new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2969658794" sldId="1658"/>
        </pc:sldMkLst>
      </pc:sldChg>
      <pc:sldChg chg="addSp modSp new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1532103841" sldId="1659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2443020848" sldId="1659"/>
        </pc:sldMkLst>
      </pc:sldChg>
      <pc:sldChg chg="del">
        <pc:chgData name="Sanmukh Kuppannagari" userId="ad215094-da36-4b66-9c79-369a17aea26b" providerId="ADAL" clId="{18DA49F4-CD4F-46E0-AB35-D6CB797BE416}" dt="2025-10-23T00:20:33.078" v="26" actId="47"/>
        <pc:sldMkLst>
          <pc:docMk/>
          <pc:sldMk cId="850483545" sldId="1660"/>
        </pc:sldMkLst>
      </pc:sldChg>
      <pc:sldChg chg="addSp modSp add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2388776300" sldId="1660"/>
        </pc:sldMkLst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589867267" sldId="1661"/>
        </pc:sldMkLst>
      </pc:sldChg>
      <pc:sldChg chg="modSp add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1090295250" sldId="1661"/>
        </pc:sldMkLst>
      </pc:sldChg>
      <pc:sldChg chg="modSp add del mod">
        <pc:chgData name="Sanmukh Kuppannagari" userId="ad215094-da36-4b66-9c79-369a17aea26b" providerId="ADAL" clId="{18DA49F4-CD4F-46E0-AB35-D6CB797BE416}" dt="2025-10-28T13:32:58.229" v="5136" actId="47"/>
        <pc:sldMkLst>
          <pc:docMk/>
          <pc:sldMk cId="1300222817" sldId="1662"/>
        </pc:sldMkLst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1583544489" sldId="1662"/>
        </pc:sldMkLst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109981960" sldId="1663"/>
        </pc:sldMkLst>
      </pc:sldChg>
      <pc:sldChg chg="addSp delSp modSp new del mod">
        <pc:chgData name="Sanmukh Kuppannagari" userId="ad215094-da36-4b66-9c79-369a17aea26b" providerId="ADAL" clId="{18DA49F4-CD4F-46E0-AB35-D6CB797BE416}" dt="2025-10-30T13:25:51.566" v="8004" actId="47"/>
        <pc:sldMkLst>
          <pc:docMk/>
          <pc:sldMk cId="874471416" sldId="1663"/>
        </pc:sldMkLst>
      </pc:sldChg>
      <pc:sldChg chg="addSp delSp modSp new del mod">
        <pc:chgData name="Sanmukh Kuppannagari" userId="ad215094-da36-4b66-9c79-369a17aea26b" providerId="ADAL" clId="{18DA49F4-CD4F-46E0-AB35-D6CB797BE416}" dt="2025-10-30T13:25:51.566" v="8004" actId="47"/>
        <pc:sldMkLst>
          <pc:docMk/>
          <pc:sldMk cId="2572123172" sldId="1664"/>
        </pc:sldMkLst>
      </pc:sldChg>
      <pc:sldChg chg="del">
        <pc:chgData name="Sanmukh Kuppannagari" userId="ad215094-da36-4b66-9c79-369a17aea26b" providerId="ADAL" clId="{18DA49F4-CD4F-46E0-AB35-D6CB797BE416}" dt="2025-10-23T00:18:26.715" v="15" actId="47"/>
        <pc:sldMkLst>
          <pc:docMk/>
          <pc:sldMk cId="3192982717" sldId="1664"/>
        </pc:sldMkLst>
      </pc:sldChg>
      <pc:sldChg chg="addSp modSp add del mod">
        <pc:chgData name="Sanmukh Kuppannagari" userId="ad215094-da36-4b66-9c79-369a17aea26b" providerId="ADAL" clId="{18DA49F4-CD4F-46E0-AB35-D6CB797BE416}" dt="2025-10-30T13:25:51.566" v="8004" actId="47"/>
        <pc:sldMkLst>
          <pc:docMk/>
          <pc:sldMk cId="1559486047" sldId="1665"/>
        </pc:sldMkLst>
      </pc:sldChg>
      <pc:sldChg chg="addSp delSp modSp new del mod">
        <pc:chgData name="Sanmukh Kuppannagari" userId="ad215094-da36-4b66-9c79-369a17aea26b" providerId="ADAL" clId="{18DA49F4-CD4F-46E0-AB35-D6CB797BE416}" dt="2025-10-30T13:25:51.566" v="8004" actId="47"/>
        <pc:sldMkLst>
          <pc:docMk/>
          <pc:sldMk cId="232190179" sldId="1666"/>
        </pc:sldMkLst>
      </pc:sldChg>
      <pc:sldChg chg="modSp add del mod">
        <pc:chgData name="Sanmukh Kuppannagari" userId="ad215094-da36-4b66-9c79-369a17aea26b" providerId="ADAL" clId="{18DA49F4-CD4F-46E0-AB35-D6CB797BE416}" dt="2025-10-30T13:25:51.566" v="8004" actId="47"/>
        <pc:sldMkLst>
          <pc:docMk/>
          <pc:sldMk cId="4100036021" sldId="1667"/>
        </pc:sldMkLst>
      </pc:sldChg>
      <pc:sldChg chg="addSp delSp modSp new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3558447713" sldId="1668"/>
        </pc:sldMkLst>
      </pc:sldChg>
      <pc:sldChg chg="modSp add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2712878077" sldId="1669"/>
        </pc:sldMkLst>
      </pc:sldChg>
      <pc:sldChg chg="addSp delSp modSp add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1615511159" sldId="1670"/>
        </pc:sldMkLst>
      </pc:sldChg>
      <pc:sldChg chg="addSp modSp add del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1332615286" sldId="1671"/>
        </pc:sldMkLst>
      </pc:sldChg>
      <pc:sldChg chg="modSp new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1130598928" sldId="1672"/>
        </pc:sldMkLst>
      </pc:sldChg>
      <pc:sldChg chg="modSp add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52866541" sldId="1673"/>
        </pc:sldMkLst>
      </pc:sldChg>
      <pc:sldChg chg="addSp delSp modSp new del mod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170841179" sldId="1674"/>
        </pc:sldMkLst>
      </pc:sldChg>
      <pc:sldChg chg="modSp add del mod">
        <pc:chgData name="Sanmukh Kuppannagari" userId="ad215094-da36-4b66-9c79-369a17aea26b" providerId="ADAL" clId="{18DA49F4-CD4F-46E0-AB35-D6CB797BE416}" dt="2025-10-28T13:37:39.142" v="5399" actId="47"/>
        <pc:sldMkLst>
          <pc:docMk/>
          <pc:sldMk cId="313803335" sldId="1675"/>
        </pc:sldMkLst>
      </pc:sldChg>
      <pc:sldChg chg="modSp new del mod">
        <pc:chgData name="Sanmukh Kuppannagari" userId="ad215094-da36-4b66-9c79-369a17aea26b" providerId="ADAL" clId="{18DA49F4-CD4F-46E0-AB35-D6CB797BE416}" dt="2025-10-30T13:25:58.527" v="8005" actId="47"/>
        <pc:sldMkLst>
          <pc:docMk/>
          <pc:sldMk cId="1567451459" sldId="1676"/>
        </pc:sldMkLst>
      </pc:sldChg>
      <pc:sldChg chg="modSp add del mod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970732802" sldId="1677"/>
        </pc:sldMkLst>
      </pc:sldChg>
      <pc:sldChg chg="modSp new del mod">
        <pc:chgData name="Sanmukh Kuppannagari" userId="ad215094-da36-4b66-9c79-369a17aea26b" providerId="ADAL" clId="{18DA49F4-CD4F-46E0-AB35-D6CB797BE416}" dt="2025-10-28T13:38:30.652" v="5405" actId="47"/>
        <pc:sldMkLst>
          <pc:docMk/>
          <pc:sldMk cId="2897068765" sldId="1678"/>
        </pc:sldMkLst>
      </pc:sldChg>
      <pc:sldChg chg="addSp delSp modSp new del mod or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4285416070" sldId="1679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244982969" sldId="1680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3221772985" sldId="1681"/>
        </pc:sldMkLst>
      </pc:sldChg>
      <pc:sldChg chg="addSp delSp modSp add del mod or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1148215155" sldId="1682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3788973768" sldId="1683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171473113" sldId="1684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1083395396" sldId="1685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469301058" sldId="1686"/>
        </pc:sldMkLst>
      </pc:sldChg>
      <pc:sldChg chg="addSp delSp modSp add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3670661456" sldId="1687"/>
        </pc:sldMkLst>
      </pc:sldChg>
      <pc:sldChg chg="addSp delSp modSp add del mod">
        <pc:chgData name="Sanmukh Kuppannagari" userId="ad215094-da36-4b66-9c79-369a17aea26b" providerId="ADAL" clId="{18DA49F4-CD4F-46E0-AB35-D6CB797BE416}" dt="2025-10-28T13:39:09.125" v="5407" actId="47"/>
        <pc:sldMkLst>
          <pc:docMk/>
          <pc:sldMk cId="977302209" sldId="1688"/>
        </pc:sldMkLst>
      </pc:sldChg>
      <pc:sldChg chg="addSp delSp modSp new del mod">
        <pc:chgData name="Sanmukh Kuppannagari" userId="ad215094-da36-4b66-9c79-369a17aea26b" providerId="ADAL" clId="{18DA49F4-CD4F-46E0-AB35-D6CB797BE416}" dt="2025-10-28T13:38:50.434" v="5406" actId="47"/>
        <pc:sldMkLst>
          <pc:docMk/>
          <pc:sldMk cId="1909262847" sldId="1689"/>
        </pc:sldMkLst>
      </pc:sldChg>
      <pc:sldChg chg="addSp delSp modSp add del mod">
        <pc:chgData name="Sanmukh Kuppannagari" userId="ad215094-da36-4b66-9c79-369a17aea26b" providerId="ADAL" clId="{18DA49F4-CD4F-46E0-AB35-D6CB797BE416}" dt="2025-10-28T13:39:09.125" v="5407" actId="47"/>
        <pc:sldMkLst>
          <pc:docMk/>
          <pc:sldMk cId="1235697716" sldId="1690"/>
        </pc:sldMkLst>
      </pc:sldChg>
      <pc:sldChg chg="addSp delSp modSp add del mod">
        <pc:chgData name="Sanmukh Kuppannagari" userId="ad215094-da36-4b66-9c79-369a17aea26b" providerId="ADAL" clId="{18DA49F4-CD4F-46E0-AB35-D6CB797BE416}" dt="2025-10-28T13:39:09.125" v="5407" actId="47"/>
        <pc:sldMkLst>
          <pc:docMk/>
          <pc:sldMk cId="1891503891" sldId="1691"/>
        </pc:sldMkLst>
      </pc:sldChg>
      <pc:sldChg chg="delSp add del mod">
        <pc:chgData name="Sanmukh Kuppannagari" userId="ad215094-da36-4b66-9c79-369a17aea26b" providerId="ADAL" clId="{18DA49F4-CD4F-46E0-AB35-D6CB797BE416}" dt="2025-10-23T13:17:19.402" v="3434" actId="47"/>
        <pc:sldMkLst>
          <pc:docMk/>
          <pc:sldMk cId="2203030928" sldId="1692"/>
        </pc:sldMkLst>
      </pc:sldChg>
      <pc:sldChg chg="modSp add del mod">
        <pc:chgData name="Sanmukh Kuppannagari" userId="ad215094-da36-4b66-9c79-369a17aea26b" providerId="ADAL" clId="{18DA49F4-CD4F-46E0-AB35-D6CB797BE416}" dt="2025-10-23T13:02:39.713" v="3230" actId="47"/>
        <pc:sldMkLst>
          <pc:docMk/>
          <pc:sldMk cId="2893846778" sldId="1692"/>
        </pc:sldMkLst>
      </pc:sldChg>
      <pc:sldChg chg="modSp add del mod">
        <pc:chgData name="Sanmukh Kuppannagari" userId="ad215094-da36-4b66-9c79-369a17aea26b" providerId="ADAL" clId="{18DA49F4-CD4F-46E0-AB35-D6CB797BE416}" dt="2025-10-23T13:02:39.713" v="3230" actId="47"/>
        <pc:sldMkLst>
          <pc:docMk/>
          <pc:sldMk cId="1252242452" sldId="1693"/>
        </pc:sldMkLst>
      </pc:sldChg>
      <pc:sldChg chg="delSp modSp add mod">
        <pc:chgData name="Sanmukh Kuppannagari" userId="ad215094-da36-4b66-9c79-369a17aea26b" providerId="ADAL" clId="{18DA49F4-CD4F-46E0-AB35-D6CB797BE416}" dt="2025-10-23T13:17:41.140" v="3439" actId="20577"/>
        <pc:sldMkLst>
          <pc:docMk/>
          <pc:sldMk cId="1528649637" sldId="1693"/>
        </pc:sldMkLst>
        <pc:spChg chg="mod">
          <ac:chgData name="Sanmukh Kuppannagari" userId="ad215094-da36-4b66-9c79-369a17aea26b" providerId="ADAL" clId="{18DA49F4-CD4F-46E0-AB35-D6CB797BE416}" dt="2025-10-23T13:17:41.140" v="3439" actId="20577"/>
          <ac:spMkLst>
            <pc:docMk/>
            <pc:sldMk cId="1528649637" sldId="1693"/>
            <ac:spMk id="21" creationId="{3055925B-7094-6B36-0E89-0C58997EA6BA}"/>
          </ac:spMkLst>
        </pc:spChg>
      </pc:sldChg>
      <pc:sldChg chg="modSp add del mod">
        <pc:chgData name="Sanmukh Kuppannagari" userId="ad215094-da36-4b66-9c79-369a17aea26b" providerId="ADAL" clId="{18DA49F4-CD4F-46E0-AB35-D6CB797BE416}" dt="2025-10-23T13:02:39.713" v="3230" actId="47"/>
        <pc:sldMkLst>
          <pc:docMk/>
          <pc:sldMk cId="626874924" sldId="1694"/>
        </pc:sldMkLst>
      </pc:sldChg>
      <pc:sldChg chg="delSp modSp add mod">
        <pc:chgData name="Sanmukh Kuppannagari" userId="ad215094-da36-4b66-9c79-369a17aea26b" providerId="ADAL" clId="{18DA49F4-CD4F-46E0-AB35-D6CB797BE416}" dt="2025-10-23T13:17:48.976" v="3440"/>
        <pc:sldMkLst>
          <pc:docMk/>
          <pc:sldMk cId="1710881797" sldId="1694"/>
        </pc:sldMkLst>
        <pc:spChg chg="mod">
          <ac:chgData name="Sanmukh Kuppannagari" userId="ad215094-da36-4b66-9c79-369a17aea26b" providerId="ADAL" clId="{18DA49F4-CD4F-46E0-AB35-D6CB797BE416}" dt="2025-10-23T13:12:16.173" v="3368" actId="1076"/>
          <ac:spMkLst>
            <pc:docMk/>
            <pc:sldMk cId="1710881797" sldId="1694"/>
            <ac:spMk id="4" creationId="{01FE9204-8699-EA6D-A913-6F555B7C77A3}"/>
          </ac:spMkLst>
        </pc:spChg>
        <pc:spChg chg="mod">
          <ac:chgData name="Sanmukh Kuppannagari" userId="ad215094-da36-4b66-9c79-369a17aea26b" providerId="ADAL" clId="{18DA49F4-CD4F-46E0-AB35-D6CB797BE416}" dt="2025-10-23T13:17:48.976" v="3440"/>
          <ac:spMkLst>
            <pc:docMk/>
            <pc:sldMk cId="1710881797" sldId="1694"/>
            <ac:spMk id="21" creationId="{961834DB-F9DF-B22F-B7C2-BA36C8CC1823}"/>
          </ac:spMkLst>
        </pc:spChg>
        <pc:spChg chg="mod">
          <ac:chgData name="Sanmukh Kuppannagari" userId="ad215094-da36-4b66-9c79-369a17aea26b" providerId="ADAL" clId="{18DA49F4-CD4F-46E0-AB35-D6CB797BE416}" dt="2025-10-23T13:12:48.470" v="3374" actId="14100"/>
          <ac:spMkLst>
            <pc:docMk/>
            <pc:sldMk cId="1710881797" sldId="1694"/>
            <ac:spMk id="44" creationId="{7AF73441-38A1-FA6C-E5FB-03C418A1E3B1}"/>
          </ac:spMkLst>
        </pc:spChg>
        <pc:spChg chg="mod">
          <ac:chgData name="Sanmukh Kuppannagari" userId="ad215094-da36-4b66-9c79-369a17aea26b" providerId="ADAL" clId="{18DA49F4-CD4F-46E0-AB35-D6CB797BE416}" dt="2025-10-23T13:12:54.592" v="3376" actId="1076"/>
          <ac:spMkLst>
            <pc:docMk/>
            <pc:sldMk cId="1710881797" sldId="1694"/>
            <ac:spMk id="45" creationId="{02F5772B-9DDE-1313-C892-9FA0C2A43905}"/>
          </ac:spMkLst>
        </pc:spChg>
        <pc:spChg chg="mod">
          <ac:chgData name="Sanmukh Kuppannagari" userId="ad215094-da36-4b66-9c79-369a17aea26b" providerId="ADAL" clId="{18DA49F4-CD4F-46E0-AB35-D6CB797BE416}" dt="2025-10-23T13:13:09.296" v="3380" actId="14100"/>
          <ac:spMkLst>
            <pc:docMk/>
            <pc:sldMk cId="1710881797" sldId="1694"/>
            <ac:spMk id="51" creationId="{049351AA-AD97-24BF-A134-420A7750F451}"/>
          </ac:spMkLst>
        </pc:spChg>
        <pc:spChg chg="mod">
          <ac:chgData name="Sanmukh Kuppannagari" userId="ad215094-da36-4b66-9c79-369a17aea26b" providerId="ADAL" clId="{18DA49F4-CD4F-46E0-AB35-D6CB797BE416}" dt="2025-10-23T13:13:49.383" v="3387" actId="14100"/>
          <ac:spMkLst>
            <pc:docMk/>
            <pc:sldMk cId="1710881797" sldId="1694"/>
            <ac:spMk id="63" creationId="{6B7F3D3E-BBA0-67A2-7FAF-25BCA5C3071D}"/>
          </ac:spMkLst>
        </pc:spChg>
        <pc:spChg chg="mod">
          <ac:chgData name="Sanmukh Kuppannagari" userId="ad215094-da36-4b66-9c79-369a17aea26b" providerId="ADAL" clId="{18DA49F4-CD4F-46E0-AB35-D6CB797BE416}" dt="2025-10-23T13:13:53.991" v="3388" actId="1076"/>
          <ac:spMkLst>
            <pc:docMk/>
            <pc:sldMk cId="1710881797" sldId="1694"/>
            <ac:spMk id="75" creationId="{8CDA76BA-DED4-5A1F-964C-DF7B6AE54D2C}"/>
          </ac:spMkLst>
        </pc:spChg>
        <pc:spChg chg="mod">
          <ac:chgData name="Sanmukh Kuppannagari" userId="ad215094-da36-4b66-9c79-369a17aea26b" providerId="ADAL" clId="{18DA49F4-CD4F-46E0-AB35-D6CB797BE416}" dt="2025-10-23T13:14:09.615" v="3391" actId="207"/>
          <ac:spMkLst>
            <pc:docMk/>
            <pc:sldMk cId="1710881797" sldId="1694"/>
            <ac:spMk id="84" creationId="{FE293286-F8E8-E981-CEC6-7AEC29AB50CA}"/>
          </ac:spMkLst>
        </pc:spChg>
        <pc:spChg chg="mod">
          <ac:chgData name="Sanmukh Kuppannagari" userId="ad215094-da36-4b66-9c79-369a17aea26b" providerId="ADAL" clId="{18DA49F4-CD4F-46E0-AB35-D6CB797BE416}" dt="2025-10-23T13:14:13.403" v="3392" actId="207"/>
          <ac:spMkLst>
            <pc:docMk/>
            <pc:sldMk cId="1710881797" sldId="1694"/>
            <ac:spMk id="85" creationId="{B5950F79-E29B-7F91-3600-5E2D2B430EB5}"/>
          </ac:spMkLst>
        </pc:spChg>
        <pc:cxnChg chg="mod">
          <ac:chgData name="Sanmukh Kuppannagari" userId="ad215094-da36-4b66-9c79-369a17aea26b" providerId="ADAL" clId="{18DA49F4-CD4F-46E0-AB35-D6CB797BE416}" dt="2025-10-23T13:12:52.072" v="3375" actId="14100"/>
          <ac:cxnSpMkLst>
            <pc:docMk/>
            <pc:sldMk cId="1710881797" sldId="1694"/>
            <ac:cxnSpMk id="47" creationId="{3A8D2120-6875-4B57-CD1A-14AC1672B3E2}"/>
          </ac:cxnSpMkLst>
        </pc:cxnChg>
        <pc:cxnChg chg="mod">
          <ac:chgData name="Sanmukh Kuppannagari" userId="ad215094-da36-4b66-9c79-369a17aea26b" providerId="ADAL" clId="{18DA49F4-CD4F-46E0-AB35-D6CB797BE416}" dt="2025-10-23T13:12:59.892" v="3378" actId="14100"/>
          <ac:cxnSpMkLst>
            <pc:docMk/>
            <pc:sldMk cId="1710881797" sldId="1694"/>
            <ac:cxnSpMk id="52" creationId="{602BB601-9C32-6313-84CE-F58221C5AEEA}"/>
          </ac:cxnSpMkLst>
        </pc:cxnChg>
        <pc:cxnChg chg="mod">
          <ac:chgData name="Sanmukh Kuppannagari" userId="ad215094-da36-4b66-9c79-369a17aea26b" providerId="ADAL" clId="{18DA49F4-CD4F-46E0-AB35-D6CB797BE416}" dt="2025-10-23T13:13:53.991" v="3388" actId="1076"/>
          <ac:cxnSpMkLst>
            <pc:docMk/>
            <pc:sldMk cId="1710881797" sldId="1694"/>
            <ac:cxnSpMk id="79" creationId="{C744C908-76C1-1CEF-4499-42652DAC4868}"/>
          </ac:cxnSpMkLst>
        </pc:cxnChg>
      </pc:sldChg>
      <pc:sldChg chg="modSp add mod">
        <pc:chgData name="Sanmukh Kuppannagari" userId="ad215094-da36-4b66-9c79-369a17aea26b" providerId="ADAL" clId="{18DA49F4-CD4F-46E0-AB35-D6CB797BE416}" dt="2025-10-23T13:17:54.293" v="3441"/>
        <pc:sldMkLst>
          <pc:docMk/>
          <pc:sldMk cId="747825771" sldId="1695"/>
        </pc:sldMkLst>
        <pc:spChg chg="mod">
          <ac:chgData name="Sanmukh Kuppannagari" userId="ad215094-da36-4b66-9c79-369a17aea26b" providerId="ADAL" clId="{18DA49F4-CD4F-46E0-AB35-D6CB797BE416}" dt="2025-10-23T13:17:54.293" v="3441"/>
          <ac:spMkLst>
            <pc:docMk/>
            <pc:sldMk cId="747825771" sldId="1695"/>
            <ac:spMk id="21" creationId="{09FD1ACE-4CBB-8242-B40E-328BA9450400}"/>
          </ac:spMkLst>
        </pc:spChg>
        <pc:spChg chg="mod">
          <ac:chgData name="Sanmukh Kuppannagari" userId="ad215094-da36-4b66-9c79-369a17aea26b" providerId="ADAL" clId="{18DA49F4-CD4F-46E0-AB35-D6CB797BE416}" dt="2025-10-23T13:13:37.813" v="3385" actId="14100"/>
          <ac:spMkLst>
            <pc:docMk/>
            <pc:sldMk cId="747825771" sldId="1695"/>
            <ac:spMk id="44" creationId="{A2D03DD7-B626-FFBC-0FF0-2EECABF7EA92}"/>
          </ac:spMkLst>
        </pc:spChg>
        <pc:spChg chg="mod">
          <ac:chgData name="Sanmukh Kuppannagari" userId="ad215094-da36-4b66-9c79-369a17aea26b" providerId="ADAL" clId="{18DA49F4-CD4F-46E0-AB35-D6CB797BE416}" dt="2025-10-23T13:13:32.744" v="3384" actId="1076"/>
          <ac:spMkLst>
            <pc:docMk/>
            <pc:sldMk cId="747825771" sldId="1695"/>
            <ac:spMk id="45" creationId="{B6145ED3-83E9-1F94-B761-9F57343F2343}"/>
          </ac:spMkLst>
        </pc:spChg>
        <pc:spChg chg="mod">
          <ac:chgData name="Sanmukh Kuppannagari" userId="ad215094-da36-4b66-9c79-369a17aea26b" providerId="ADAL" clId="{18DA49F4-CD4F-46E0-AB35-D6CB797BE416}" dt="2025-10-23T13:13:25.363" v="3383" actId="1076"/>
          <ac:spMkLst>
            <pc:docMk/>
            <pc:sldMk cId="747825771" sldId="1695"/>
            <ac:spMk id="51" creationId="{296CC069-1C5B-FCAE-4C69-D31F2AC9B943}"/>
          </ac:spMkLst>
        </pc:spChg>
        <pc:spChg chg="mod">
          <ac:chgData name="Sanmukh Kuppannagari" userId="ad215094-da36-4b66-9c79-369a17aea26b" providerId="ADAL" clId="{18DA49F4-CD4F-46E0-AB35-D6CB797BE416}" dt="2025-10-23T13:14:26.799" v="3394" actId="14100"/>
          <ac:spMkLst>
            <pc:docMk/>
            <pc:sldMk cId="747825771" sldId="1695"/>
            <ac:spMk id="63" creationId="{FAB754C6-4498-DC57-B8AD-7D27DD4E3279}"/>
          </ac:spMkLst>
        </pc:spChg>
        <pc:spChg chg="mod">
          <ac:chgData name="Sanmukh Kuppannagari" userId="ad215094-da36-4b66-9c79-369a17aea26b" providerId="ADAL" clId="{18DA49F4-CD4F-46E0-AB35-D6CB797BE416}" dt="2025-10-23T13:14:33.532" v="3397" actId="1076"/>
          <ac:spMkLst>
            <pc:docMk/>
            <pc:sldMk cId="747825771" sldId="1695"/>
            <ac:spMk id="75" creationId="{66D0B414-1014-F567-3AC3-201F7069803B}"/>
          </ac:spMkLst>
        </pc:spChg>
        <pc:spChg chg="mod">
          <ac:chgData name="Sanmukh Kuppannagari" userId="ad215094-da36-4b66-9c79-369a17aea26b" providerId="ADAL" clId="{18DA49F4-CD4F-46E0-AB35-D6CB797BE416}" dt="2025-10-23T13:14:53.495" v="3400" actId="207"/>
          <ac:spMkLst>
            <pc:docMk/>
            <pc:sldMk cId="747825771" sldId="1695"/>
            <ac:spMk id="84" creationId="{2E477C46-9006-3BB7-DEE2-43B81AC29B49}"/>
          </ac:spMkLst>
        </pc:spChg>
        <pc:spChg chg="mod">
          <ac:chgData name="Sanmukh Kuppannagari" userId="ad215094-da36-4b66-9c79-369a17aea26b" providerId="ADAL" clId="{18DA49F4-CD4F-46E0-AB35-D6CB797BE416}" dt="2025-10-23T13:14:58.471" v="3401" actId="207"/>
          <ac:spMkLst>
            <pc:docMk/>
            <pc:sldMk cId="747825771" sldId="1695"/>
            <ac:spMk id="85" creationId="{653B1316-9612-6D85-DD3C-9D69381FDF6A}"/>
          </ac:spMkLst>
        </pc:spChg>
        <pc:cxnChg chg="mod">
          <ac:chgData name="Sanmukh Kuppannagari" userId="ad215094-da36-4b66-9c79-369a17aea26b" providerId="ADAL" clId="{18DA49F4-CD4F-46E0-AB35-D6CB797BE416}" dt="2025-10-23T13:13:32.744" v="3384" actId="1076"/>
          <ac:cxnSpMkLst>
            <pc:docMk/>
            <pc:sldMk cId="747825771" sldId="1695"/>
            <ac:cxnSpMk id="47" creationId="{EB3DD53E-7204-4710-DEF1-0BC7DC76F9D0}"/>
          </ac:cxnSpMkLst>
        </pc:cxnChg>
        <pc:cxnChg chg="mod">
          <ac:chgData name="Sanmukh Kuppannagari" userId="ad215094-da36-4b66-9c79-369a17aea26b" providerId="ADAL" clId="{18DA49F4-CD4F-46E0-AB35-D6CB797BE416}" dt="2025-10-23T13:13:32.744" v="3384" actId="1076"/>
          <ac:cxnSpMkLst>
            <pc:docMk/>
            <pc:sldMk cId="747825771" sldId="1695"/>
            <ac:cxnSpMk id="52" creationId="{B9DD8357-7059-E0DD-016B-3ABC09A850C7}"/>
          </ac:cxnSpMkLst>
        </pc:cxnChg>
        <pc:cxnChg chg="mod">
          <ac:chgData name="Sanmukh Kuppannagari" userId="ad215094-da36-4b66-9c79-369a17aea26b" providerId="ADAL" clId="{18DA49F4-CD4F-46E0-AB35-D6CB797BE416}" dt="2025-10-23T13:14:30.589" v="3396" actId="14100"/>
          <ac:cxnSpMkLst>
            <pc:docMk/>
            <pc:sldMk cId="747825771" sldId="1695"/>
            <ac:cxnSpMk id="79" creationId="{CDCFEE4E-CB19-0EC7-68AB-EBFFBC459673}"/>
          </ac:cxnSpMkLst>
        </pc:cxnChg>
      </pc:sldChg>
      <pc:sldChg chg="modSp add del mod">
        <pc:chgData name="Sanmukh Kuppannagari" userId="ad215094-da36-4b66-9c79-369a17aea26b" providerId="ADAL" clId="{18DA49F4-CD4F-46E0-AB35-D6CB797BE416}" dt="2025-10-28T13:39:44.862" v="5409" actId="47"/>
        <pc:sldMkLst>
          <pc:docMk/>
          <pc:sldMk cId="3087895613" sldId="1696"/>
        </pc:sldMkLst>
      </pc:sldChg>
      <pc:sldChg chg="addSp delSp modSp new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319733629" sldId="1697"/>
        </pc:sldMkLst>
      </pc:sldChg>
      <pc:sldChg chg="modSp new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2802081178" sldId="1698"/>
        </pc:sldMkLst>
      </pc:sldChg>
      <pc:sldChg chg="addSp delSp modSp new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276126290" sldId="1699"/>
        </pc:sldMkLst>
      </pc:sldChg>
      <pc:sldChg chg="modSp add del">
        <pc:chgData name="Sanmukh Kuppannagari" userId="ad215094-da36-4b66-9c79-369a17aea26b" providerId="ADAL" clId="{18DA49F4-CD4F-46E0-AB35-D6CB797BE416}" dt="2025-10-23T14:00:07.618" v="3973" actId="47"/>
        <pc:sldMkLst>
          <pc:docMk/>
          <pc:sldMk cId="736217599" sldId="1700"/>
        </pc:sldMkLst>
      </pc:sldChg>
      <pc:sldChg chg="modSp add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2526937110" sldId="1701"/>
        </pc:sldMkLst>
      </pc:sldChg>
      <pc:sldChg chg="addSp modSp add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695318788" sldId="1702"/>
        </pc:sldMkLst>
      </pc:sldChg>
      <pc:sldChg chg="add del">
        <pc:chgData name="Sanmukh Kuppannagari" userId="ad215094-da36-4b66-9c79-369a17aea26b" providerId="ADAL" clId="{18DA49F4-CD4F-46E0-AB35-D6CB797BE416}" dt="2025-10-23T14:01:40.060" v="3989" actId="47"/>
        <pc:sldMkLst>
          <pc:docMk/>
          <pc:sldMk cId="62188570" sldId="1703"/>
        </pc:sldMkLst>
      </pc:sldChg>
      <pc:sldChg chg="modSp add del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4265640967" sldId="1703"/>
        </pc:sldMkLst>
      </pc:sldChg>
      <pc:sldChg chg="modSp add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4226140327" sldId="1704"/>
        </pc:sldMkLst>
      </pc:sldChg>
      <pc:sldChg chg="addSp modSp add del mod">
        <pc:chgData name="Sanmukh Kuppannagari" userId="ad215094-da36-4b66-9c79-369a17aea26b" providerId="ADAL" clId="{18DA49F4-CD4F-46E0-AB35-D6CB797BE416}" dt="2025-10-28T13:39:34.475" v="5408" actId="47"/>
        <pc:sldMkLst>
          <pc:docMk/>
          <pc:sldMk cId="475340048" sldId="1705"/>
        </pc:sldMkLst>
      </pc:sldChg>
      <pc:sldChg chg="addSp modSp new del mod">
        <pc:chgData name="Sanmukh Kuppannagari" userId="ad215094-da36-4b66-9c79-369a17aea26b" providerId="ADAL" clId="{18DA49F4-CD4F-46E0-AB35-D6CB797BE416}" dt="2025-10-30T13:26:16.448" v="8006" actId="47"/>
        <pc:sldMkLst>
          <pc:docMk/>
          <pc:sldMk cId="4211309781" sldId="1706"/>
        </pc:sldMkLst>
      </pc:sldChg>
      <pc:sldChg chg="modSp new del mod">
        <pc:chgData name="Sanmukh Kuppannagari" userId="ad215094-da36-4b66-9c79-369a17aea26b" providerId="ADAL" clId="{18DA49F4-CD4F-46E0-AB35-D6CB797BE416}" dt="2025-10-23T14:12:54.939" v="4981" actId="47"/>
        <pc:sldMkLst>
          <pc:docMk/>
          <pc:sldMk cId="3491880809" sldId="1707"/>
        </pc:sldMkLst>
      </pc:sldChg>
      <pc:sldChg chg="modSp new del mod">
        <pc:chgData name="Sanmukh Kuppannagari" userId="ad215094-da36-4b66-9c79-369a17aea26b" providerId="ADAL" clId="{18DA49F4-CD4F-46E0-AB35-D6CB797BE416}" dt="2025-10-28T13:44:25.315" v="5438" actId="47"/>
        <pc:sldMkLst>
          <pc:docMk/>
          <pc:sldMk cId="2384807416" sldId="1708"/>
        </pc:sldMkLst>
      </pc:sldChg>
      <pc:sldChg chg="modSp new mod">
        <pc:chgData name="Sanmukh Kuppannagari" userId="ad215094-da36-4b66-9c79-369a17aea26b" providerId="ADAL" clId="{18DA49F4-CD4F-46E0-AB35-D6CB797BE416}" dt="2025-10-28T13:32:33.554" v="5134" actId="20577"/>
        <pc:sldMkLst>
          <pc:docMk/>
          <pc:sldMk cId="1046170412" sldId="1709"/>
        </pc:sldMkLst>
        <pc:spChg chg="mod">
          <ac:chgData name="Sanmukh Kuppannagari" userId="ad215094-da36-4b66-9c79-369a17aea26b" providerId="ADAL" clId="{18DA49F4-CD4F-46E0-AB35-D6CB797BE416}" dt="2025-10-28T13:31:12.555" v="5082"/>
          <ac:spMkLst>
            <pc:docMk/>
            <pc:sldMk cId="1046170412" sldId="1709"/>
            <ac:spMk id="2" creationId="{D2568B0B-DD77-D587-4EA3-5CCD5ACD7321}"/>
          </ac:spMkLst>
        </pc:spChg>
        <pc:spChg chg="mod">
          <ac:chgData name="Sanmukh Kuppannagari" userId="ad215094-da36-4b66-9c79-369a17aea26b" providerId="ADAL" clId="{18DA49F4-CD4F-46E0-AB35-D6CB797BE416}" dt="2025-10-28T13:32:33.554" v="5134" actId="20577"/>
          <ac:spMkLst>
            <pc:docMk/>
            <pc:sldMk cId="1046170412" sldId="1709"/>
            <ac:spMk id="3" creationId="{78D9EA17-ED0D-C0D7-396C-7C20617F4DD9}"/>
          </ac:spMkLst>
        </pc:spChg>
      </pc:sldChg>
      <pc:sldChg chg="modSp new mod">
        <pc:chgData name="Sanmukh Kuppannagari" userId="ad215094-da36-4b66-9c79-369a17aea26b" providerId="ADAL" clId="{18DA49F4-CD4F-46E0-AB35-D6CB797BE416}" dt="2025-10-28T14:09:52.724" v="6508" actId="6549"/>
        <pc:sldMkLst>
          <pc:docMk/>
          <pc:sldMk cId="3552022092" sldId="1710"/>
        </pc:sldMkLst>
        <pc:spChg chg="mod">
          <ac:chgData name="Sanmukh Kuppannagari" userId="ad215094-da36-4b66-9c79-369a17aea26b" providerId="ADAL" clId="{18DA49F4-CD4F-46E0-AB35-D6CB797BE416}" dt="2025-10-28T13:33:17.667" v="5193" actId="20577"/>
          <ac:spMkLst>
            <pc:docMk/>
            <pc:sldMk cId="3552022092" sldId="1710"/>
            <ac:spMk id="2" creationId="{60CCAB6F-E373-B586-6E78-BEDC11DBAD2D}"/>
          </ac:spMkLst>
        </pc:spChg>
        <pc:spChg chg="mod">
          <ac:chgData name="Sanmukh Kuppannagari" userId="ad215094-da36-4b66-9c79-369a17aea26b" providerId="ADAL" clId="{18DA49F4-CD4F-46E0-AB35-D6CB797BE416}" dt="2025-10-28T14:09:52.724" v="6508" actId="6549"/>
          <ac:spMkLst>
            <pc:docMk/>
            <pc:sldMk cId="3552022092" sldId="1710"/>
            <ac:spMk id="3" creationId="{1D2588EC-CFEF-33A5-8B83-EBE75C3183DE}"/>
          </ac:spMkLst>
        </pc:spChg>
      </pc:sldChg>
      <pc:sldChg chg="addSp delSp modSp add mod">
        <pc:chgData name="Sanmukh Kuppannagari" userId="ad215094-da36-4b66-9c79-369a17aea26b" providerId="ADAL" clId="{18DA49F4-CD4F-46E0-AB35-D6CB797BE416}" dt="2025-10-28T13:42:30.112" v="5424" actId="1076"/>
        <pc:sldMkLst>
          <pc:docMk/>
          <pc:sldMk cId="1570196503" sldId="1711"/>
        </pc:sldMkLst>
        <pc:spChg chg="mod">
          <ac:chgData name="Sanmukh Kuppannagari" userId="ad215094-da36-4b66-9c79-369a17aea26b" providerId="ADAL" clId="{18DA49F4-CD4F-46E0-AB35-D6CB797BE416}" dt="2025-10-28T13:40:11.444" v="5411" actId="1076"/>
          <ac:spMkLst>
            <pc:docMk/>
            <pc:sldMk cId="1570196503" sldId="1711"/>
            <ac:spMk id="3" creationId="{077812F7-5D5B-A5E9-8F1F-DA7EF32691F4}"/>
          </ac:spMkLst>
        </pc:spChg>
        <pc:spChg chg="add mod">
          <ac:chgData name="Sanmukh Kuppannagari" userId="ad215094-da36-4b66-9c79-369a17aea26b" providerId="ADAL" clId="{18DA49F4-CD4F-46E0-AB35-D6CB797BE416}" dt="2025-10-28T13:42:23.296" v="5423" actId="1076"/>
          <ac:spMkLst>
            <pc:docMk/>
            <pc:sldMk cId="1570196503" sldId="1711"/>
            <ac:spMk id="9" creationId="{9B15E436-6E4A-CEEC-F57A-520A2AFEFC38}"/>
          </ac:spMkLst>
        </pc:spChg>
        <pc:spChg chg="mod">
          <ac:chgData name="Sanmukh Kuppannagari" userId="ad215094-da36-4b66-9c79-369a17aea26b" providerId="ADAL" clId="{18DA49F4-CD4F-46E0-AB35-D6CB797BE416}" dt="2025-10-28T13:40:11.444" v="5411" actId="1076"/>
          <ac:spMkLst>
            <pc:docMk/>
            <pc:sldMk cId="1570196503" sldId="1711"/>
            <ac:spMk id="44" creationId="{31C6C4D9-30C5-6478-8A94-43F5468C67F4}"/>
          </ac:spMkLst>
        </pc:spChg>
        <pc:spChg chg="mod">
          <ac:chgData name="Sanmukh Kuppannagari" userId="ad215094-da36-4b66-9c79-369a17aea26b" providerId="ADAL" clId="{18DA49F4-CD4F-46E0-AB35-D6CB797BE416}" dt="2025-10-28T13:40:11.444" v="5411" actId="1076"/>
          <ac:spMkLst>
            <pc:docMk/>
            <pc:sldMk cId="1570196503" sldId="1711"/>
            <ac:spMk id="48" creationId="{8C81E5F1-8DA9-063F-A3AE-5A1C490159DA}"/>
          </ac:spMkLst>
        </pc:spChg>
        <pc:spChg chg="mod">
          <ac:chgData name="Sanmukh Kuppannagari" userId="ad215094-da36-4b66-9c79-369a17aea26b" providerId="ADAL" clId="{18DA49F4-CD4F-46E0-AB35-D6CB797BE416}" dt="2025-10-28T13:42:30.112" v="5424" actId="1076"/>
          <ac:spMkLst>
            <pc:docMk/>
            <pc:sldMk cId="1570196503" sldId="1711"/>
            <ac:spMk id="63" creationId="{FE30F62F-0480-EAB4-D6E2-78A14A3F36DA}"/>
          </ac:spMkLst>
        </pc:spChg>
        <pc:spChg chg="mod">
          <ac:chgData name="Sanmukh Kuppannagari" userId="ad215094-da36-4b66-9c79-369a17aea26b" providerId="ADAL" clId="{18DA49F4-CD4F-46E0-AB35-D6CB797BE416}" dt="2025-10-28T13:40:27.982" v="5413" actId="1076"/>
          <ac:spMkLst>
            <pc:docMk/>
            <pc:sldMk cId="1570196503" sldId="1711"/>
            <ac:spMk id="65" creationId="{0CC2510E-C1BC-06B0-EAE7-C6DF29DBF7BE}"/>
          </ac:spMkLst>
        </pc:spChg>
        <pc:spChg chg="mod">
          <ac:chgData name="Sanmukh Kuppannagari" userId="ad215094-da36-4b66-9c79-369a17aea26b" providerId="ADAL" clId="{18DA49F4-CD4F-46E0-AB35-D6CB797BE416}" dt="2025-10-28T13:42:30.112" v="5424" actId="1076"/>
          <ac:spMkLst>
            <pc:docMk/>
            <pc:sldMk cId="1570196503" sldId="1711"/>
            <ac:spMk id="75" creationId="{7CCB9DC6-E9BA-07E3-F6D1-3C157D07723F}"/>
          </ac:spMkLst>
        </pc:spChg>
        <pc:spChg chg="mod">
          <ac:chgData name="Sanmukh Kuppannagari" userId="ad215094-da36-4b66-9c79-369a17aea26b" providerId="ADAL" clId="{18DA49F4-CD4F-46E0-AB35-D6CB797BE416}" dt="2025-10-28T13:40:27.982" v="5413" actId="1076"/>
          <ac:spMkLst>
            <pc:docMk/>
            <pc:sldMk cId="1570196503" sldId="1711"/>
            <ac:spMk id="82" creationId="{C742EAFE-5F79-7B98-77E5-571C7520A0E5}"/>
          </ac:spMkLst>
        </pc:spChg>
        <pc:spChg chg="mod">
          <ac:chgData name="Sanmukh Kuppannagari" userId="ad215094-da36-4b66-9c79-369a17aea26b" providerId="ADAL" clId="{18DA49F4-CD4F-46E0-AB35-D6CB797BE416}" dt="2025-10-28T13:40:38.637" v="5415" actId="207"/>
          <ac:spMkLst>
            <pc:docMk/>
            <pc:sldMk cId="1570196503" sldId="1711"/>
            <ac:spMk id="84" creationId="{D2BDC98F-DE8C-E6CA-D137-81BFE316C926}"/>
          </ac:spMkLst>
        </pc:spChg>
        <pc:spChg chg="mod">
          <ac:chgData name="Sanmukh Kuppannagari" userId="ad215094-da36-4b66-9c79-369a17aea26b" providerId="ADAL" clId="{18DA49F4-CD4F-46E0-AB35-D6CB797BE416}" dt="2025-10-28T13:40:41.732" v="5416" actId="207"/>
          <ac:spMkLst>
            <pc:docMk/>
            <pc:sldMk cId="1570196503" sldId="1711"/>
            <ac:spMk id="85" creationId="{E09C2906-C311-E30F-FBC0-C47CAC6B857F}"/>
          </ac:spMkLst>
        </pc:spChg>
        <pc:spChg chg="mod">
          <ac:chgData name="Sanmukh Kuppannagari" userId="ad215094-da36-4b66-9c79-369a17aea26b" providerId="ADAL" clId="{18DA49F4-CD4F-46E0-AB35-D6CB797BE416}" dt="2025-10-28T13:40:45.876" v="5417" actId="207"/>
          <ac:spMkLst>
            <pc:docMk/>
            <pc:sldMk cId="1570196503" sldId="1711"/>
            <ac:spMk id="87" creationId="{F4170988-9644-818A-0B31-3F9ADD59B319}"/>
          </ac:spMkLst>
        </pc:spChg>
        <pc:cxnChg chg="mod">
          <ac:chgData name="Sanmukh Kuppannagari" userId="ad215094-da36-4b66-9c79-369a17aea26b" providerId="ADAL" clId="{18DA49F4-CD4F-46E0-AB35-D6CB797BE416}" dt="2025-10-28T13:40:11.444" v="5411" actId="1076"/>
          <ac:cxnSpMkLst>
            <pc:docMk/>
            <pc:sldMk cId="1570196503" sldId="1711"/>
            <ac:cxnSpMk id="42" creationId="{FEEDD0CF-B939-646A-330C-29F17F4A0200}"/>
          </ac:cxnSpMkLst>
        </pc:cxnChg>
        <pc:cxnChg chg="mod">
          <ac:chgData name="Sanmukh Kuppannagari" userId="ad215094-da36-4b66-9c79-369a17aea26b" providerId="ADAL" clId="{18DA49F4-CD4F-46E0-AB35-D6CB797BE416}" dt="2025-10-28T13:40:11.444" v="5411" actId="1076"/>
          <ac:cxnSpMkLst>
            <pc:docMk/>
            <pc:sldMk cId="1570196503" sldId="1711"/>
            <ac:cxnSpMk id="46" creationId="{B0DD0B7B-C10B-FE80-98BA-009C0B4A1C99}"/>
          </ac:cxnSpMkLst>
        </pc:cxnChg>
        <pc:cxnChg chg="mod">
          <ac:chgData name="Sanmukh Kuppannagari" userId="ad215094-da36-4b66-9c79-369a17aea26b" providerId="ADAL" clId="{18DA49F4-CD4F-46E0-AB35-D6CB797BE416}" dt="2025-10-28T13:41:00.637" v="5418" actId="1076"/>
          <ac:cxnSpMkLst>
            <pc:docMk/>
            <pc:sldMk cId="1570196503" sldId="1711"/>
            <ac:cxnSpMk id="47" creationId="{5D7CF626-9C93-7A55-C70F-D6C2AADC94C3}"/>
          </ac:cxnSpMkLst>
        </pc:cxnChg>
        <pc:cxnChg chg="mod">
          <ac:chgData name="Sanmukh Kuppannagari" userId="ad215094-da36-4b66-9c79-369a17aea26b" providerId="ADAL" clId="{18DA49F4-CD4F-46E0-AB35-D6CB797BE416}" dt="2025-10-28T13:42:30.112" v="5424" actId="1076"/>
          <ac:cxnSpMkLst>
            <pc:docMk/>
            <pc:sldMk cId="1570196503" sldId="1711"/>
            <ac:cxnSpMk id="79" creationId="{0ED5DA1E-63A1-3022-9D92-1A9D46F8A8B8}"/>
          </ac:cxnSpMkLst>
        </pc:cxnChg>
        <pc:cxnChg chg="mod">
          <ac:chgData name="Sanmukh Kuppannagari" userId="ad215094-da36-4b66-9c79-369a17aea26b" providerId="ADAL" clId="{18DA49F4-CD4F-46E0-AB35-D6CB797BE416}" dt="2025-10-28T13:40:27.982" v="5413" actId="1076"/>
          <ac:cxnSpMkLst>
            <pc:docMk/>
            <pc:sldMk cId="1570196503" sldId="1711"/>
            <ac:cxnSpMk id="83" creationId="{73A2627F-D60E-E36A-8CE3-643166B8E24C}"/>
          </ac:cxnSpMkLst>
        </pc:cxnChg>
      </pc:sldChg>
      <pc:sldChg chg="delSp modSp add mod">
        <pc:chgData name="Sanmukh Kuppannagari" userId="ad215094-da36-4b66-9c79-369a17aea26b" providerId="ADAL" clId="{18DA49F4-CD4F-46E0-AB35-D6CB797BE416}" dt="2025-10-28T13:44:15.846" v="5437" actId="478"/>
        <pc:sldMkLst>
          <pc:docMk/>
          <pc:sldMk cId="33394513" sldId="1712"/>
        </pc:sldMkLst>
        <pc:spChg chg="mod">
          <ac:chgData name="Sanmukh Kuppannagari" userId="ad215094-da36-4b66-9c79-369a17aea26b" providerId="ADAL" clId="{18DA49F4-CD4F-46E0-AB35-D6CB797BE416}" dt="2025-10-28T13:43:13.406" v="5427" actId="1076"/>
          <ac:spMkLst>
            <pc:docMk/>
            <pc:sldMk cId="33394513" sldId="1712"/>
            <ac:spMk id="3" creationId="{CC9043C0-7FE5-3060-65CE-9144EFC91F58}"/>
          </ac:spMkLst>
        </pc:spChg>
        <pc:spChg chg="mod">
          <ac:chgData name="Sanmukh Kuppannagari" userId="ad215094-da36-4b66-9c79-369a17aea26b" providerId="ADAL" clId="{18DA49F4-CD4F-46E0-AB35-D6CB797BE416}" dt="2025-10-28T13:43:01.521" v="5426" actId="1076"/>
          <ac:spMkLst>
            <pc:docMk/>
            <pc:sldMk cId="33394513" sldId="1712"/>
            <ac:spMk id="4" creationId="{CFF9BA9D-F1C9-A62E-A0AF-15E495096121}"/>
          </ac:spMkLst>
        </pc:spChg>
        <pc:spChg chg="mod">
          <ac:chgData name="Sanmukh Kuppannagari" userId="ad215094-da36-4b66-9c79-369a17aea26b" providerId="ADAL" clId="{18DA49F4-CD4F-46E0-AB35-D6CB797BE416}" dt="2025-10-28T13:43:13.406" v="5427" actId="1076"/>
          <ac:spMkLst>
            <pc:docMk/>
            <pc:sldMk cId="33394513" sldId="1712"/>
            <ac:spMk id="44" creationId="{4C6A4A6F-97C6-BA58-C6D2-921E6BBC4A1A}"/>
          </ac:spMkLst>
        </pc:spChg>
        <pc:spChg chg="mod">
          <ac:chgData name="Sanmukh Kuppannagari" userId="ad215094-da36-4b66-9c79-369a17aea26b" providerId="ADAL" clId="{18DA49F4-CD4F-46E0-AB35-D6CB797BE416}" dt="2025-10-28T13:43:13.406" v="5427" actId="1076"/>
          <ac:spMkLst>
            <pc:docMk/>
            <pc:sldMk cId="33394513" sldId="1712"/>
            <ac:spMk id="45" creationId="{F92C1E9B-9D9F-8EA1-EA46-E2D7CF622950}"/>
          </ac:spMkLst>
        </pc:spChg>
        <pc:spChg chg="mod">
          <ac:chgData name="Sanmukh Kuppannagari" userId="ad215094-da36-4b66-9c79-369a17aea26b" providerId="ADAL" clId="{18DA49F4-CD4F-46E0-AB35-D6CB797BE416}" dt="2025-10-28T13:43:13.406" v="5427" actId="1076"/>
          <ac:spMkLst>
            <pc:docMk/>
            <pc:sldMk cId="33394513" sldId="1712"/>
            <ac:spMk id="48" creationId="{424B6A23-3C13-5162-FDF5-E64EE32F5E7E}"/>
          </ac:spMkLst>
        </pc:spChg>
        <pc:spChg chg="mod">
          <ac:chgData name="Sanmukh Kuppannagari" userId="ad215094-da36-4b66-9c79-369a17aea26b" providerId="ADAL" clId="{18DA49F4-CD4F-46E0-AB35-D6CB797BE416}" dt="2025-10-28T13:43:27.505" v="5429" actId="1076"/>
          <ac:spMkLst>
            <pc:docMk/>
            <pc:sldMk cId="33394513" sldId="1712"/>
            <ac:spMk id="65" creationId="{425D7310-E790-CCBF-D35A-8305E73B1BE4}"/>
          </ac:spMkLst>
        </pc:spChg>
        <pc:spChg chg="mod">
          <ac:chgData name="Sanmukh Kuppannagari" userId="ad215094-da36-4b66-9c79-369a17aea26b" providerId="ADAL" clId="{18DA49F4-CD4F-46E0-AB35-D6CB797BE416}" dt="2025-10-28T13:43:27.505" v="5429" actId="1076"/>
          <ac:spMkLst>
            <pc:docMk/>
            <pc:sldMk cId="33394513" sldId="1712"/>
            <ac:spMk id="82" creationId="{CBB04B6B-5B4D-6173-7487-2FD9F194D603}"/>
          </ac:spMkLst>
        </pc:spChg>
        <pc:spChg chg="mod">
          <ac:chgData name="Sanmukh Kuppannagari" userId="ad215094-da36-4b66-9c79-369a17aea26b" providerId="ADAL" clId="{18DA49F4-CD4F-46E0-AB35-D6CB797BE416}" dt="2025-10-28T13:43:30.917" v="5430" actId="207"/>
          <ac:spMkLst>
            <pc:docMk/>
            <pc:sldMk cId="33394513" sldId="1712"/>
            <ac:spMk id="87" creationId="{72007CAC-93A7-CD40-62FF-BA5B04459538}"/>
          </ac:spMkLst>
        </pc:spChg>
        <pc:cxnChg chg="mod">
          <ac:chgData name="Sanmukh Kuppannagari" userId="ad215094-da36-4b66-9c79-369a17aea26b" providerId="ADAL" clId="{18DA49F4-CD4F-46E0-AB35-D6CB797BE416}" dt="2025-10-28T13:43:13.406" v="5427" actId="1076"/>
          <ac:cxnSpMkLst>
            <pc:docMk/>
            <pc:sldMk cId="33394513" sldId="1712"/>
            <ac:cxnSpMk id="42" creationId="{B3A7D4B3-84EB-7321-4AD2-F3FF6900FED7}"/>
          </ac:cxnSpMkLst>
        </pc:cxnChg>
        <pc:cxnChg chg="mod">
          <ac:chgData name="Sanmukh Kuppannagari" userId="ad215094-da36-4b66-9c79-369a17aea26b" providerId="ADAL" clId="{18DA49F4-CD4F-46E0-AB35-D6CB797BE416}" dt="2025-10-28T13:43:13.406" v="5427" actId="1076"/>
          <ac:cxnSpMkLst>
            <pc:docMk/>
            <pc:sldMk cId="33394513" sldId="1712"/>
            <ac:cxnSpMk id="46" creationId="{E33EE50D-F37F-C0A3-5BE6-2F93257EDA74}"/>
          </ac:cxnSpMkLst>
        </pc:cxnChg>
        <pc:cxnChg chg="mod">
          <ac:chgData name="Sanmukh Kuppannagari" userId="ad215094-da36-4b66-9c79-369a17aea26b" providerId="ADAL" clId="{18DA49F4-CD4F-46E0-AB35-D6CB797BE416}" dt="2025-10-28T13:43:18.360" v="5428" actId="1076"/>
          <ac:cxnSpMkLst>
            <pc:docMk/>
            <pc:sldMk cId="33394513" sldId="1712"/>
            <ac:cxnSpMk id="47" creationId="{B8EE3AA5-2142-1D1C-F8E3-B0835CE5EC24}"/>
          </ac:cxnSpMkLst>
        </pc:cxnChg>
        <pc:cxnChg chg="mod">
          <ac:chgData name="Sanmukh Kuppannagari" userId="ad215094-da36-4b66-9c79-369a17aea26b" providerId="ADAL" clId="{18DA49F4-CD4F-46E0-AB35-D6CB797BE416}" dt="2025-10-28T13:43:27.505" v="5429" actId="1076"/>
          <ac:cxnSpMkLst>
            <pc:docMk/>
            <pc:sldMk cId="33394513" sldId="1712"/>
            <ac:cxnSpMk id="83" creationId="{39CBB009-A0A0-8E94-75D8-F8C14BBE10AA}"/>
          </ac:cxnSpMkLst>
        </pc:cxnChg>
      </pc:sldChg>
      <pc:sldChg chg="delSp modSp add mod">
        <pc:chgData name="Sanmukh Kuppannagari" userId="ad215094-da36-4b66-9c79-369a17aea26b" providerId="ADAL" clId="{18DA49F4-CD4F-46E0-AB35-D6CB797BE416}" dt="2025-10-28T13:44:13.202" v="5436" actId="478"/>
        <pc:sldMkLst>
          <pc:docMk/>
          <pc:sldMk cId="927528461" sldId="1713"/>
        </pc:sldMkLst>
        <pc:spChg chg="mod">
          <ac:chgData name="Sanmukh Kuppannagari" userId="ad215094-da36-4b66-9c79-369a17aea26b" providerId="ADAL" clId="{18DA49F4-CD4F-46E0-AB35-D6CB797BE416}" dt="2025-10-28T13:43:49.009" v="5431" actId="1076"/>
          <ac:spMkLst>
            <pc:docMk/>
            <pc:sldMk cId="927528461" sldId="1713"/>
            <ac:spMk id="3" creationId="{156A1945-0BC9-29CB-B3A5-41711C735DD5}"/>
          </ac:spMkLst>
        </pc:spChg>
        <pc:spChg chg="mod">
          <ac:chgData name="Sanmukh Kuppannagari" userId="ad215094-da36-4b66-9c79-369a17aea26b" providerId="ADAL" clId="{18DA49F4-CD4F-46E0-AB35-D6CB797BE416}" dt="2025-10-28T13:43:49.009" v="5431" actId="1076"/>
          <ac:spMkLst>
            <pc:docMk/>
            <pc:sldMk cId="927528461" sldId="1713"/>
            <ac:spMk id="44" creationId="{A94DE440-225C-4209-8C4D-3D4E00C85B57}"/>
          </ac:spMkLst>
        </pc:spChg>
        <pc:spChg chg="mod">
          <ac:chgData name="Sanmukh Kuppannagari" userId="ad215094-da36-4b66-9c79-369a17aea26b" providerId="ADAL" clId="{18DA49F4-CD4F-46E0-AB35-D6CB797BE416}" dt="2025-10-28T13:43:49.009" v="5431" actId="1076"/>
          <ac:spMkLst>
            <pc:docMk/>
            <pc:sldMk cId="927528461" sldId="1713"/>
            <ac:spMk id="45" creationId="{2F93D56D-F705-5CDC-CE9E-F6D9C02E6713}"/>
          </ac:spMkLst>
        </pc:spChg>
        <pc:spChg chg="mod">
          <ac:chgData name="Sanmukh Kuppannagari" userId="ad215094-da36-4b66-9c79-369a17aea26b" providerId="ADAL" clId="{18DA49F4-CD4F-46E0-AB35-D6CB797BE416}" dt="2025-10-28T13:43:49.009" v="5431" actId="1076"/>
          <ac:spMkLst>
            <pc:docMk/>
            <pc:sldMk cId="927528461" sldId="1713"/>
            <ac:spMk id="48" creationId="{75BD17E3-863D-CF3B-2D9C-E433C9C8E663}"/>
          </ac:spMkLst>
        </pc:spChg>
        <pc:spChg chg="mod">
          <ac:chgData name="Sanmukh Kuppannagari" userId="ad215094-da36-4b66-9c79-369a17aea26b" providerId="ADAL" clId="{18DA49F4-CD4F-46E0-AB35-D6CB797BE416}" dt="2025-10-28T13:43:57.687" v="5432" actId="1076"/>
          <ac:spMkLst>
            <pc:docMk/>
            <pc:sldMk cId="927528461" sldId="1713"/>
            <ac:spMk id="65" creationId="{BECF3D50-E88D-0893-1022-964BEFDC88F5}"/>
          </ac:spMkLst>
        </pc:spChg>
        <pc:spChg chg="mod">
          <ac:chgData name="Sanmukh Kuppannagari" userId="ad215094-da36-4b66-9c79-369a17aea26b" providerId="ADAL" clId="{18DA49F4-CD4F-46E0-AB35-D6CB797BE416}" dt="2025-10-28T13:43:57.687" v="5432" actId="1076"/>
          <ac:spMkLst>
            <pc:docMk/>
            <pc:sldMk cId="927528461" sldId="1713"/>
            <ac:spMk id="82" creationId="{06D16E32-7C4C-B830-5C72-6F7D44406A4C}"/>
          </ac:spMkLst>
        </pc:spChg>
        <pc:spChg chg="mod">
          <ac:chgData name="Sanmukh Kuppannagari" userId="ad215094-da36-4b66-9c79-369a17aea26b" providerId="ADAL" clId="{18DA49F4-CD4F-46E0-AB35-D6CB797BE416}" dt="2025-10-28T13:44:04.944" v="5434" actId="207"/>
          <ac:spMkLst>
            <pc:docMk/>
            <pc:sldMk cId="927528461" sldId="1713"/>
            <ac:spMk id="84" creationId="{D151ACBC-37D3-7F64-EA23-12F25BC85009}"/>
          </ac:spMkLst>
        </pc:spChg>
        <pc:spChg chg="mod">
          <ac:chgData name="Sanmukh Kuppannagari" userId="ad215094-da36-4b66-9c79-369a17aea26b" providerId="ADAL" clId="{18DA49F4-CD4F-46E0-AB35-D6CB797BE416}" dt="2025-10-28T13:44:08.386" v="5435" actId="207"/>
          <ac:spMkLst>
            <pc:docMk/>
            <pc:sldMk cId="927528461" sldId="1713"/>
            <ac:spMk id="85" creationId="{B732ADDA-75CF-612D-843E-455B85041719}"/>
          </ac:spMkLst>
        </pc:spChg>
        <pc:spChg chg="mod">
          <ac:chgData name="Sanmukh Kuppannagari" userId="ad215094-da36-4b66-9c79-369a17aea26b" providerId="ADAL" clId="{18DA49F4-CD4F-46E0-AB35-D6CB797BE416}" dt="2025-10-28T13:44:00.624" v="5433" actId="207"/>
          <ac:spMkLst>
            <pc:docMk/>
            <pc:sldMk cId="927528461" sldId="1713"/>
            <ac:spMk id="87" creationId="{06C2A2D4-5DDB-42F8-064C-8708C35B7561}"/>
          </ac:spMkLst>
        </pc:spChg>
        <pc:cxnChg chg="mod">
          <ac:chgData name="Sanmukh Kuppannagari" userId="ad215094-da36-4b66-9c79-369a17aea26b" providerId="ADAL" clId="{18DA49F4-CD4F-46E0-AB35-D6CB797BE416}" dt="2025-10-28T13:43:49.009" v="5431" actId="1076"/>
          <ac:cxnSpMkLst>
            <pc:docMk/>
            <pc:sldMk cId="927528461" sldId="1713"/>
            <ac:cxnSpMk id="42" creationId="{B09245CC-6812-A56F-55A9-793F7793FAA3}"/>
          </ac:cxnSpMkLst>
        </pc:cxnChg>
        <pc:cxnChg chg="mod">
          <ac:chgData name="Sanmukh Kuppannagari" userId="ad215094-da36-4b66-9c79-369a17aea26b" providerId="ADAL" clId="{18DA49F4-CD4F-46E0-AB35-D6CB797BE416}" dt="2025-10-28T13:43:49.009" v="5431" actId="1076"/>
          <ac:cxnSpMkLst>
            <pc:docMk/>
            <pc:sldMk cId="927528461" sldId="1713"/>
            <ac:cxnSpMk id="46" creationId="{877F6D2A-71D5-A56A-255D-3826C1D25793}"/>
          </ac:cxnSpMkLst>
        </pc:cxnChg>
        <pc:cxnChg chg="mod">
          <ac:chgData name="Sanmukh Kuppannagari" userId="ad215094-da36-4b66-9c79-369a17aea26b" providerId="ADAL" clId="{18DA49F4-CD4F-46E0-AB35-D6CB797BE416}" dt="2025-10-28T13:43:49.009" v="5431" actId="1076"/>
          <ac:cxnSpMkLst>
            <pc:docMk/>
            <pc:sldMk cId="927528461" sldId="1713"/>
            <ac:cxnSpMk id="47" creationId="{7AE48DA8-25E4-53A9-1DE6-61D076321C8E}"/>
          </ac:cxnSpMkLst>
        </pc:cxnChg>
        <pc:cxnChg chg="mod">
          <ac:chgData name="Sanmukh Kuppannagari" userId="ad215094-da36-4b66-9c79-369a17aea26b" providerId="ADAL" clId="{18DA49F4-CD4F-46E0-AB35-D6CB797BE416}" dt="2025-10-28T13:43:57.687" v="5432" actId="1076"/>
          <ac:cxnSpMkLst>
            <pc:docMk/>
            <pc:sldMk cId="927528461" sldId="1713"/>
            <ac:cxnSpMk id="83" creationId="{9399AE1D-D6B6-85B5-3E63-1FEEEAA8ECA0}"/>
          </ac:cxnSpMkLst>
        </pc:cxnChg>
      </pc:sldChg>
      <pc:sldChg chg="modSp new del mod">
        <pc:chgData name="Sanmukh Kuppannagari" userId="ad215094-da36-4b66-9c79-369a17aea26b" providerId="ADAL" clId="{18DA49F4-CD4F-46E0-AB35-D6CB797BE416}" dt="2025-10-30T13:27:18.083" v="8007" actId="47"/>
        <pc:sldMkLst>
          <pc:docMk/>
          <pc:sldMk cId="1170149298" sldId="1714"/>
        </pc:sldMkLst>
      </pc:sldChg>
      <pc:sldChg chg="modSp add del mod">
        <pc:chgData name="Sanmukh Kuppannagari" userId="ad215094-da36-4b66-9c79-369a17aea26b" providerId="ADAL" clId="{18DA49F4-CD4F-46E0-AB35-D6CB797BE416}" dt="2025-10-30T13:27:21.651" v="8008" actId="47"/>
        <pc:sldMkLst>
          <pc:docMk/>
          <pc:sldMk cId="3132745710" sldId="1715"/>
        </pc:sldMkLst>
      </pc:sldChg>
      <pc:sldChg chg="addSp delSp modSp new del mod">
        <pc:chgData name="Sanmukh Kuppannagari" userId="ad215094-da36-4b66-9c79-369a17aea26b" providerId="ADAL" clId="{18DA49F4-CD4F-46E0-AB35-D6CB797BE416}" dt="2025-10-30T13:27:27.190" v="8009" actId="47"/>
        <pc:sldMkLst>
          <pc:docMk/>
          <pc:sldMk cId="2402990269" sldId="1716"/>
        </pc:sldMkLst>
      </pc:sldChg>
      <pc:sldChg chg="addSp modSp add del mod">
        <pc:chgData name="Sanmukh Kuppannagari" userId="ad215094-da36-4b66-9c79-369a17aea26b" providerId="ADAL" clId="{18DA49F4-CD4F-46E0-AB35-D6CB797BE416}" dt="2025-10-30T13:28:53.099" v="8013" actId="47"/>
        <pc:sldMkLst>
          <pc:docMk/>
          <pc:sldMk cId="3603032599" sldId="1717"/>
        </pc:sldMkLst>
      </pc:sldChg>
      <pc:sldChg chg="modSp new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790325136" sldId="1718"/>
        </pc:sldMkLst>
      </pc:sldChg>
      <pc:sldChg chg="modSp add mod">
        <pc:chgData name="Sanmukh Kuppannagari" userId="ad215094-da36-4b66-9c79-369a17aea26b" providerId="ADAL" clId="{18DA49F4-CD4F-46E0-AB35-D6CB797BE416}" dt="2025-10-30T13:25:28.879" v="8003"/>
        <pc:sldMkLst>
          <pc:docMk/>
          <pc:sldMk cId="1007127024" sldId="1719"/>
        </pc:sldMkLst>
        <pc:spChg chg="mod">
          <ac:chgData name="Sanmukh Kuppannagari" userId="ad215094-da36-4b66-9c79-369a17aea26b" providerId="ADAL" clId="{18DA49F4-CD4F-46E0-AB35-D6CB797BE416}" dt="2025-10-30T13:25:28.879" v="8003"/>
          <ac:spMkLst>
            <pc:docMk/>
            <pc:sldMk cId="1007127024" sldId="1719"/>
            <ac:spMk id="3" creationId="{433EFF3E-888E-B6C9-31D3-0E2097065396}"/>
          </ac:spMkLst>
        </pc:spChg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00342026" sldId="1720"/>
        </pc:sldMkLst>
      </pc:sldChg>
      <pc:sldChg chg="modSp add mod">
        <pc:chgData name="Sanmukh Kuppannagari" userId="ad215094-da36-4b66-9c79-369a17aea26b" providerId="ADAL" clId="{18DA49F4-CD4F-46E0-AB35-D6CB797BE416}" dt="2025-10-28T14:12:03.690" v="6705" actId="20577"/>
        <pc:sldMkLst>
          <pc:docMk/>
          <pc:sldMk cId="1373556054" sldId="1721"/>
        </pc:sldMkLst>
        <pc:spChg chg="mod">
          <ac:chgData name="Sanmukh Kuppannagari" userId="ad215094-da36-4b66-9c79-369a17aea26b" providerId="ADAL" clId="{18DA49F4-CD4F-46E0-AB35-D6CB797BE416}" dt="2025-10-28T14:11:05.054" v="6516" actId="20577"/>
          <ac:spMkLst>
            <pc:docMk/>
            <pc:sldMk cId="1373556054" sldId="1721"/>
            <ac:spMk id="2" creationId="{F1D13B2E-21AE-545E-EF32-6D528601CF93}"/>
          </ac:spMkLst>
        </pc:spChg>
        <pc:spChg chg="mod">
          <ac:chgData name="Sanmukh Kuppannagari" userId="ad215094-da36-4b66-9c79-369a17aea26b" providerId="ADAL" clId="{18DA49F4-CD4F-46E0-AB35-D6CB797BE416}" dt="2025-10-28T14:12:03.690" v="6705" actId="20577"/>
          <ac:spMkLst>
            <pc:docMk/>
            <pc:sldMk cId="1373556054" sldId="1721"/>
            <ac:spMk id="3" creationId="{525C8A25-5B7A-69C2-F365-B87BFA3EBE93}"/>
          </ac:spMkLst>
        </pc:spChg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2548440460" sldId="1722"/>
        </pc:sldMkLst>
      </pc:sldChg>
      <pc:sldChg chg="modSp add del mod">
        <pc:chgData name="Sanmukh Kuppannagari" userId="ad215094-da36-4b66-9c79-369a17aea26b" providerId="ADAL" clId="{18DA49F4-CD4F-46E0-AB35-D6CB797BE416}" dt="2025-10-30T13:30:21.589" v="8019" actId="47"/>
        <pc:sldMkLst>
          <pc:docMk/>
          <pc:sldMk cId="3937867006" sldId="1723"/>
        </pc:sldMkLst>
      </pc:sldChg>
      <pc:sldChg chg="modSp new mod">
        <pc:chgData name="Sanmukh Kuppannagari" userId="ad215094-da36-4b66-9c79-369a17aea26b" providerId="ADAL" clId="{18DA49F4-CD4F-46E0-AB35-D6CB797BE416}" dt="2025-10-28T14:43:09.236" v="7956" actId="20577"/>
        <pc:sldMkLst>
          <pc:docMk/>
          <pc:sldMk cId="1952056366" sldId="1724"/>
        </pc:sldMkLst>
        <pc:spChg chg="mod">
          <ac:chgData name="Sanmukh Kuppannagari" userId="ad215094-da36-4b66-9c79-369a17aea26b" providerId="ADAL" clId="{18DA49F4-CD4F-46E0-AB35-D6CB797BE416}" dt="2025-10-28T14:20:53.669" v="6821" actId="20577"/>
          <ac:spMkLst>
            <pc:docMk/>
            <pc:sldMk cId="1952056366" sldId="1724"/>
            <ac:spMk id="2" creationId="{159C677B-FCCA-EB05-D83B-E613484F2B6E}"/>
          </ac:spMkLst>
        </pc:spChg>
        <pc:spChg chg="mod">
          <ac:chgData name="Sanmukh Kuppannagari" userId="ad215094-da36-4b66-9c79-369a17aea26b" providerId="ADAL" clId="{18DA49F4-CD4F-46E0-AB35-D6CB797BE416}" dt="2025-10-28T14:43:09.236" v="7956" actId="20577"/>
          <ac:spMkLst>
            <pc:docMk/>
            <pc:sldMk cId="1952056366" sldId="1724"/>
            <ac:spMk id="3" creationId="{C32998E1-2FB2-CC4E-56B2-224D072FF061}"/>
          </ac:spMkLst>
        </pc:spChg>
      </pc:sldChg>
      <pc:sldChg chg="add">
        <pc:chgData name="Sanmukh Kuppannagari" userId="ad215094-da36-4b66-9c79-369a17aea26b" providerId="ADAL" clId="{18DA49F4-CD4F-46E0-AB35-D6CB797BE416}" dt="2025-10-30T13:29:12.480" v="8016"/>
        <pc:sldMkLst>
          <pc:docMk/>
          <pc:sldMk cId="2265954081" sldId="1725"/>
        </pc:sldMkLst>
      </pc:sldChg>
      <pc:sldChg chg="new del">
        <pc:chgData name="Sanmukh Kuppannagari" userId="ad215094-da36-4b66-9c79-369a17aea26b" providerId="ADAL" clId="{18DA49F4-CD4F-46E0-AB35-D6CB797BE416}" dt="2025-10-30T13:29:06.211" v="8015" actId="47"/>
        <pc:sldMkLst>
          <pc:docMk/>
          <pc:sldMk cId="2586050832" sldId="1725"/>
        </pc:sldMkLst>
      </pc:sldChg>
      <pc:sldChg chg="modSp add mod">
        <pc:chgData name="Sanmukh Kuppannagari" userId="ad215094-da36-4b66-9c79-369a17aea26b" providerId="ADAL" clId="{18DA49F4-CD4F-46E0-AB35-D6CB797BE416}" dt="2025-10-30T13:35:23.802" v="8128" actId="20577"/>
        <pc:sldMkLst>
          <pc:docMk/>
          <pc:sldMk cId="911518448" sldId="1726"/>
        </pc:sldMkLst>
        <pc:spChg chg="mod">
          <ac:chgData name="Sanmukh Kuppannagari" userId="ad215094-da36-4b66-9c79-369a17aea26b" providerId="ADAL" clId="{18DA49F4-CD4F-46E0-AB35-D6CB797BE416}" dt="2025-10-30T13:35:23.802" v="8128" actId="20577"/>
          <ac:spMkLst>
            <pc:docMk/>
            <pc:sldMk cId="911518448" sldId="1726"/>
            <ac:spMk id="3" creationId="{12117301-FB2D-26CE-1420-4BCB7DDFEEF8}"/>
          </ac:spMkLst>
        </pc:spChg>
      </pc:sldChg>
      <pc:sldChg chg="modSp new mod">
        <pc:chgData name="Sanmukh Kuppannagari" userId="ad215094-da36-4b66-9c79-369a17aea26b" providerId="ADAL" clId="{18DA49F4-CD4F-46E0-AB35-D6CB797BE416}" dt="2025-10-30T13:58:31.270" v="8271" actId="20577"/>
        <pc:sldMkLst>
          <pc:docMk/>
          <pc:sldMk cId="444335945" sldId="1727"/>
        </pc:sldMkLst>
        <pc:spChg chg="mod">
          <ac:chgData name="Sanmukh Kuppannagari" userId="ad215094-da36-4b66-9c79-369a17aea26b" providerId="ADAL" clId="{18DA49F4-CD4F-46E0-AB35-D6CB797BE416}" dt="2025-10-30T13:45:31.771" v="8130"/>
          <ac:spMkLst>
            <pc:docMk/>
            <pc:sldMk cId="444335945" sldId="1727"/>
            <ac:spMk id="2" creationId="{6DD4B68B-A4C0-532C-DC46-4C7CE015FBF4}"/>
          </ac:spMkLst>
        </pc:spChg>
        <pc:spChg chg="mod">
          <ac:chgData name="Sanmukh Kuppannagari" userId="ad215094-da36-4b66-9c79-369a17aea26b" providerId="ADAL" clId="{18DA49F4-CD4F-46E0-AB35-D6CB797BE416}" dt="2025-10-30T13:58:31.270" v="8271" actId="20577"/>
          <ac:spMkLst>
            <pc:docMk/>
            <pc:sldMk cId="444335945" sldId="1727"/>
            <ac:spMk id="3" creationId="{B97466B2-1C10-3AA5-4D86-9F2A2E055006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0-30T13:59:07.650" v="8276" actId="14100"/>
        <pc:sldMkLst>
          <pc:docMk/>
          <pc:sldMk cId="225404697" sldId="1728"/>
        </pc:sldMkLst>
        <pc:spChg chg="add mod">
          <ac:chgData name="Sanmukh Kuppannagari" userId="ad215094-da36-4b66-9c79-369a17aea26b" providerId="ADAL" clId="{18DA49F4-CD4F-46E0-AB35-D6CB797BE416}" dt="2025-10-30T13:59:07.650" v="8276" actId="14100"/>
          <ac:spMkLst>
            <pc:docMk/>
            <pc:sldMk cId="225404697" sldId="1728"/>
            <ac:spMk id="4" creationId="{F57AE2FA-0DE6-8825-D47B-4602F5BD363C}"/>
          </ac:spMkLst>
        </pc:spChg>
      </pc:sldChg>
      <pc:sldChg chg="addSp modSp add">
        <pc:chgData name="Sanmukh Kuppannagari" userId="ad215094-da36-4b66-9c79-369a17aea26b" providerId="ADAL" clId="{18DA49F4-CD4F-46E0-AB35-D6CB797BE416}" dt="2025-10-30T14:24:14.674" v="8798" actId="20577"/>
        <pc:sldMkLst>
          <pc:docMk/>
          <pc:sldMk cId="2567262913" sldId="1729"/>
        </pc:sldMkLst>
        <pc:spChg chg="mod">
          <ac:chgData name="Sanmukh Kuppannagari" userId="ad215094-da36-4b66-9c79-369a17aea26b" providerId="ADAL" clId="{18DA49F4-CD4F-46E0-AB35-D6CB797BE416}" dt="2025-10-30T14:24:14.674" v="8798" actId="20577"/>
          <ac:spMkLst>
            <pc:docMk/>
            <pc:sldMk cId="2567262913" sldId="1729"/>
            <ac:spMk id="3" creationId="{89608269-3988-6215-6977-6E19D095C2C6}"/>
          </ac:spMkLst>
        </pc:spChg>
        <pc:spChg chg="add mod">
          <ac:chgData name="Sanmukh Kuppannagari" userId="ad215094-da36-4b66-9c79-369a17aea26b" providerId="ADAL" clId="{18DA49F4-CD4F-46E0-AB35-D6CB797BE416}" dt="2025-10-30T14:23:04.968" v="8771"/>
          <ac:spMkLst>
            <pc:docMk/>
            <pc:sldMk cId="2567262913" sldId="1729"/>
            <ac:spMk id="8" creationId="{7760AD8C-AEE0-6FED-DFB1-EFEFD6B74DC4}"/>
          </ac:spMkLst>
        </pc:spChg>
        <pc:spChg chg="add mod">
          <ac:chgData name="Sanmukh Kuppannagari" userId="ad215094-da36-4b66-9c79-369a17aea26b" providerId="ADAL" clId="{18DA49F4-CD4F-46E0-AB35-D6CB797BE416}" dt="2025-10-30T14:23:04.968" v="8771"/>
          <ac:spMkLst>
            <pc:docMk/>
            <pc:sldMk cId="2567262913" sldId="1729"/>
            <ac:spMk id="10" creationId="{5CF4D60A-1FC5-0940-0584-46F911A52B4F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0-30T14:24:18.082" v="8800" actId="20577"/>
        <pc:sldMkLst>
          <pc:docMk/>
          <pc:sldMk cId="1910555518" sldId="1730"/>
        </pc:sldMkLst>
        <pc:spChg chg="mod">
          <ac:chgData name="Sanmukh Kuppannagari" userId="ad215094-da36-4b66-9c79-369a17aea26b" providerId="ADAL" clId="{18DA49F4-CD4F-46E0-AB35-D6CB797BE416}" dt="2025-10-30T14:24:18.082" v="8800" actId="20577"/>
          <ac:spMkLst>
            <pc:docMk/>
            <pc:sldMk cId="1910555518" sldId="1730"/>
            <ac:spMk id="3" creationId="{E70ED442-901E-972A-0EED-23822C7DDB55}"/>
          </ac:spMkLst>
        </pc:spChg>
        <pc:spChg chg="add mod">
          <ac:chgData name="Sanmukh Kuppannagari" userId="ad215094-da36-4b66-9c79-369a17aea26b" providerId="ADAL" clId="{18DA49F4-CD4F-46E0-AB35-D6CB797BE416}" dt="2025-10-30T14:23:06.647" v="8772"/>
          <ac:spMkLst>
            <pc:docMk/>
            <pc:sldMk cId="1910555518" sldId="1730"/>
            <ac:spMk id="8" creationId="{C221BD5D-38B4-1280-E133-5452F156B943}"/>
          </ac:spMkLst>
        </pc:spChg>
        <pc:spChg chg="add mod">
          <ac:chgData name="Sanmukh Kuppannagari" userId="ad215094-da36-4b66-9c79-369a17aea26b" providerId="ADAL" clId="{18DA49F4-CD4F-46E0-AB35-D6CB797BE416}" dt="2025-10-30T14:23:06.647" v="8772"/>
          <ac:spMkLst>
            <pc:docMk/>
            <pc:sldMk cId="1910555518" sldId="1730"/>
            <ac:spMk id="10" creationId="{0A41E481-DE80-3CE7-4BD8-4BBA59B96AD6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0-30T14:24:21.664" v="8802" actId="20577"/>
        <pc:sldMkLst>
          <pc:docMk/>
          <pc:sldMk cId="2022294268" sldId="1731"/>
        </pc:sldMkLst>
        <pc:spChg chg="mod">
          <ac:chgData name="Sanmukh Kuppannagari" userId="ad215094-da36-4b66-9c79-369a17aea26b" providerId="ADAL" clId="{18DA49F4-CD4F-46E0-AB35-D6CB797BE416}" dt="2025-10-30T14:24:21.664" v="8802" actId="20577"/>
          <ac:spMkLst>
            <pc:docMk/>
            <pc:sldMk cId="2022294268" sldId="1731"/>
            <ac:spMk id="3" creationId="{4C3A3942-5FCA-6F14-9E65-D6A193EFE2A1}"/>
          </ac:spMkLst>
        </pc:spChg>
        <pc:spChg chg="add mod">
          <ac:chgData name="Sanmukh Kuppannagari" userId="ad215094-da36-4b66-9c79-369a17aea26b" providerId="ADAL" clId="{18DA49F4-CD4F-46E0-AB35-D6CB797BE416}" dt="2025-10-30T14:23:08.860" v="8773"/>
          <ac:spMkLst>
            <pc:docMk/>
            <pc:sldMk cId="2022294268" sldId="1731"/>
            <ac:spMk id="8" creationId="{8C3DC77B-F2F5-451D-0320-CD6C4D6D8264}"/>
          </ac:spMkLst>
        </pc:spChg>
        <pc:spChg chg="add mod">
          <ac:chgData name="Sanmukh Kuppannagari" userId="ad215094-da36-4b66-9c79-369a17aea26b" providerId="ADAL" clId="{18DA49F4-CD4F-46E0-AB35-D6CB797BE416}" dt="2025-10-30T14:23:08.860" v="8773"/>
          <ac:spMkLst>
            <pc:docMk/>
            <pc:sldMk cId="2022294268" sldId="1731"/>
            <ac:spMk id="10" creationId="{850AA24E-57E1-5208-78F4-DCC93818FCFA}"/>
          </ac:spMkLst>
        </pc:spChg>
      </pc:sldChg>
      <pc:sldChg chg="modSp add mod">
        <pc:chgData name="Sanmukh Kuppannagari" userId="ad215094-da36-4b66-9c79-369a17aea26b" providerId="ADAL" clId="{18DA49F4-CD4F-46E0-AB35-D6CB797BE416}" dt="2025-10-30T14:24:38.501" v="8819" actId="20577"/>
        <pc:sldMkLst>
          <pc:docMk/>
          <pc:sldMk cId="4279572750" sldId="1732"/>
        </pc:sldMkLst>
        <pc:spChg chg="mod">
          <ac:chgData name="Sanmukh Kuppannagari" userId="ad215094-da36-4b66-9c79-369a17aea26b" providerId="ADAL" clId="{18DA49F4-CD4F-46E0-AB35-D6CB797BE416}" dt="2025-10-30T14:24:38.501" v="8819" actId="20577"/>
          <ac:spMkLst>
            <pc:docMk/>
            <pc:sldMk cId="4279572750" sldId="1732"/>
            <ac:spMk id="3" creationId="{7E55263B-6A67-6BDA-7494-C078AB328753}"/>
          </ac:spMkLst>
        </pc:spChg>
      </pc:sldChg>
      <pc:sldChg chg="modSp add mod">
        <pc:chgData name="Sanmukh Kuppannagari" userId="ad215094-da36-4b66-9c79-369a17aea26b" providerId="ADAL" clId="{18DA49F4-CD4F-46E0-AB35-D6CB797BE416}" dt="2025-10-30T14:25:02.178" v="8892" actId="207"/>
        <pc:sldMkLst>
          <pc:docMk/>
          <pc:sldMk cId="3383718684" sldId="1733"/>
        </pc:sldMkLst>
        <pc:spChg chg="mod">
          <ac:chgData name="Sanmukh Kuppannagari" userId="ad215094-da36-4b66-9c79-369a17aea26b" providerId="ADAL" clId="{18DA49F4-CD4F-46E0-AB35-D6CB797BE416}" dt="2025-10-30T14:25:02.178" v="8892" actId="207"/>
          <ac:spMkLst>
            <pc:docMk/>
            <pc:sldMk cId="3383718684" sldId="1733"/>
            <ac:spMk id="3" creationId="{A188D589-3B7F-74E2-5DB1-6C20D6BF918B}"/>
          </ac:spMkLst>
        </pc:spChg>
      </pc:sldChg>
      <pc:sldChg chg="modSp add mod">
        <pc:chgData name="Sanmukh Kuppannagari" userId="ad215094-da36-4b66-9c79-369a17aea26b" providerId="ADAL" clId="{18DA49F4-CD4F-46E0-AB35-D6CB797BE416}" dt="2025-10-30T14:25:30.260" v="8909"/>
        <pc:sldMkLst>
          <pc:docMk/>
          <pc:sldMk cId="1458787335" sldId="1734"/>
        </pc:sldMkLst>
        <pc:spChg chg="mod">
          <ac:chgData name="Sanmukh Kuppannagari" userId="ad215094-da36-4b66-9c79-369a17aea26b" providerId="ADAL" clId="{18DA49F4-CD4F-46E0-AB35-D6CB797BE416}" dt="2025-10-30T14:25:30.260" v="8909"/>
          <ac:spMkLst>
            <pc:docMk/>
            <pc:sldMk cId="1458787335" sldId="1734"/>
            <ac:spMk id="3" creationId="{897F059F-6BD9-7B78-C948-A9516D4F800A}"/>
          </ac:spMkLst>
        </pc:spChg>
      </pc:sldChg>
      <pc:sldChg chg="add">
        <pc:chgData name="Sanmukh Kuppannagari" userId="ad215094-da36-4b66-9c79-369a17aea26b" providerId="ADAL" clId="{18DA49F4-CD4F-46E0-AB35-D6CB797BE416}" dt="2025-10-30T14:25:41.952" v="8910"/>
        <pc:sldMkLst>
          <pc:docMk/>
          <pc:sldMk cId="322617582" sldId="1735"/>
        </pc:sldMkLst>
      </pc:sldChg>
      <pc:sldChg chg="addSp delSp modSp new mod">
        <pc:chgData name="Sanmukh Kuppannagari" userId="ad215094-da36-4b66-9c79-369a17aea26b" providerId="ADAL" clId="{18DA49F4-CD4F-46E0-AB35-D6CB797BE416}" dt="2025-10-30T14:36:10.509" v="9010" actId="207"/>
        <pc:sldMkLst>
          <pc:docMk/>
          <pc:sldMk cId="2195557778" sldId="1736"/>
        </pc:sldMkLst>
        <pc:spChg chg="mod">
          <ac:chgData name="Sanmukh Kuppannagari" userId="ad215094-da36-4b66-9c79-369a17aea26b" providerId="ADAL" clId="{18DA49F4-CD4F-46E0-AB35-D6CB797BE416}" dt="2025-10-30T14:32:17.710" v="8929"/>
          <ac:spMkLst>
            <pc:docMk/>
            <pc:sldMk cId="2195557778" sldId="1736"/>
            <ac:spMk id="2" creationId="{5BEDFE8D-5A21-8444-D5A9-1857E115178D}"/>
          </ac:spMkLst>
        </pc:spChg>
        <pc:spChg chg="del">
          <ac:chgData name="Sanmukh Kuppannagari" userId="ad215094-da36-4b66-9c79-369a17aea26b" providerId="ADAL" clId="{18DA49F4-CD4F-46E0-AB35-D6CB797BE416}" dt="2025-10-30T14:32:19.867" v="8930" actId="478"/>
          <ac:spMkLst>
            <pc:docMk/>
            <pc:sldMk cId="2195557778" sldId="1736"/>
            <ac:spMk id="3" creationId="{4B88C627-F14B-EB0B-E015-BB623D93B82D}"/>
          </ac:spMkLst>
        </pc:spChg>
        <pc:spChg chg="add mod">
          <ac:chgData name="Sanmukh Kuppannagari" userId="ad215094-da36-4b66-9c79-369a17aea26b" providerId="ADAL" clId="{18DA49F4-CD4F-46E0-AB35-D6CB797BE416}" dt="2025-10-30T14:34:09.286" v="8962" actId="164"/>
          <ac:spMkLst>
            <pc:docMk/>
            <pc:sldMk cId="2195557778" sldId="1736"/>
            <ac:spMk id="4" creationId="{33EADBB1-AD40-441C-916F-6D31299205E3}"/>
          </ac:spMkLst>
        </pc:spChg>
        <pc:spChg chg="add mod">
          <ac:chgData name="Sanmukh Kuppannagari" userId="ad215094-da36-4b66-9c79-369a17aea26b" providerId="ADAL" clId="{18DA49F4-CD4F-46E0-AB35-D6CB797BE416}" dt="2025-10-30T14:34:09.286" v="8962" actId="164"/>
          <ac:spMkLst>
            <pc:docMk/>
            <pc:sldMk cId="2195557778" sldId="1736"/>
            <ac:spMk id="5" creationId="{F07B8D23-71F2-3004-FC59-DC269AE504FC}"/>
          </ac:spMkLst>
        </pc:spChg>
        <pc:spChg chg="add mod">
          <ac:chgData name="Sanmukh Kuppannagari" userId="ad215094-da36-4b66-9c79-369a17aea26b" providerId="ADAL" clId="{18DA49F4-CD4F-46E0-AB35-D6CB797BE416}" dt="2025-10-30T14:34:09.286" v="8962" actId="164"/>
          <ac:spMkLst>
            <pc:docMk/>
            <pc:sldMk cId="2195557778" sldId="1736"/>
            <ac:spMk id="6" creationId="{4E05E55B-2319-2461-FD7E-8CD79627821B}"/>
          </ac:spMkLst>
        </pc:spChg>
        <pc:spChg chg="add mod">
          <ac:chgData name="Sanmukh Kuppannagari" userId="ad215094-da36-4b66-9c79-369a17aea26b" providerId="ADAL" clId="{18DA49F4-CD4F-46E0-AB35-D6CB797BE416}" dt="2025-10-30T14:34:09.286" v="8962" actId="164"/>
          <ac:spMkLst>
            <pc:docMk/>
            <pc:sldMk cId="2195557778" sldId="1736"/>
            <ac:spMk id="7" creationId="{C4278964-A4AD-513A-F4C6-3003A40E1CD2}"/>
          </ac:spMkLst>
        </pc:spChg>
        <pc:spChg chg="add mod">
          <ac:chgData name="Sanmukh Kuppannagari" userId="ad215094-da36-4b66-9c79-369a17aea26b" providerId="ADAL" clId="{18DA49F4-CD4F-46E0-AB35-D6CB797BE416}" dt="2025-10-30T14:34:09.286" v="8962" actId="164"/>
          <ac:spMkLst>
            <pc:docMk/>
            <pc:sldMk cId="2195557778" sldId="1736"/>
            <ac:spMk id="8" creationId="{9BC52CA9-4F7B-C270-E8AA-50CC0D029DAC}"/>
          </ac:spMkLst>
        </pc:spChg>
        <pc:spChg chg="add mod">
          <ac:chgData name="Sanmukh Kuppannagari" userId="ad215094-da36-4b66-9c79-369a17aea26b" providerId="ADAL" clId="{18DA49F4-CD4F-46E0-AB35-D6CB797BE416}" dt="2025-10-30T14:34:09.286" v="8962" actId="164"/>
          <ac:spMkLst>
            <pc:docMk/>
            <pc:sldMk cId="2195557778" sldId="1736"/>
            <ac:spMk id="9" creationId="{372C0BDD-EE9D-A917-2814-D53EB153BEB7}"/>
          </ac:spMkLst>
        </pc:spChg>
        <pc:spChg chg="add mod">
          <ac:chgData name="Sanmukh Kuppannagari" userId="ad215094-da36-4b66-9c79-369a17aea26b" providerId="ADAL" clId="{18DA49F4-CD4F-46E0-AB35-D6CB797BE416}" dt="2025-10-30T14:34:09.286" v="8962" actId="164"/>
          <ac:spMkLst>
            <pc:docMk/>
            <pc:sldMk cId="2195557778" sldId="1736"/>
            <ac:spMk id="10" creationId="{EF33515D-DEE8-F573-A1C5-A06D46C3D08C}"/>
          </ac:spMkLst>
        </pc:spChg>
        <pc:spChg chg="add mod">
          <ac:chgData name="Sanmukh Kuppannagari" userId="ad215094-da36-4b66-9c79-369a17aea26b" providerId="ADAL" clId="{18DA49F4-CD4F-46E0-AB35-D6CB797BE416}" dt="2025-10-30T14:34:09.286" v="8962" actId="164"/>
          <ac:spMkLst>
            <pc:docMk/>
            <pc:sldMk cId="2195557778" sldId="1736"/>
            <ac:spMk id="11" creationId="{A24EBA68-68FB-C938-F205-B2246C5968E6}"/>
          </ac:spMkLst>
        </pc:spChg>
        <pc:spChg chg="add mod">
          <ac:chgData name="Sanmukh Kuppannagari" userId="ad215094-da36-4b66-9c79-369a17aea26b" providerId="ADAL" clId="{18DA49F4-CD4F-46E0-AB35-D6CB797BE416}" dt="2025-10-30T14:34:09.286" v="8962" actId="164"/>
          <ac:spMkLst>
            <pc:docMk/>
            <pc:sldMk cId="2195557778" sldId="1736"/>
            <ac:spMk id="12" creationId="{E0175F7F-5ED9-8036-7271-E5A8312EC32D}"/>
          </ac:spMkLst>
        </pc:spChg>
        <pc:spChg chg="add mod">
          <ac:chgData name="Sanmukh Kuppannagari" userId="ad215094-da36-4b66-9c79-369a17aea26b" providerId="ADAL" clId="{18DA49F4-CD4F-46E0-AB35-D6CB797BE416}" dt="2025-10-30T14:34:09.286" v="8962" actId="164"/>
          <ac:spMkLst>
            <pc:docMk/>
            <pc:sldMk cId="2195557778" sldId="1736"/>
            <ac:spMk id="13" creationId="{D03CC306-ED19-7478-7231-EE2E5539FC6A}"/>
          </ac:spMkLst>
        </pc:spChg>
        <pc:spChg chg="add mod">
          <ac:chgData name="Sanmukh Kuppannagari" userId="ad215094-da36-4b66-9c79-369a17aea26b" providerId="ADAL" clId="{18DA49F4-CD4F-46E0-AB35-D6CB797BE416}" dt="2025-10-30T14:35:00.932" v="8985" actId="14100"/>
          <ac:spMkLst>
            <pc:docMk/>
            <pc:sldMk cId="2195557778" sldId="1736"/>
            <ac:spMk id="15" creationId="{29EB1F23-706D-7E7C-AB45-5B5BBA0A6313}"/>
          </ac:spMkLst>
        </pc:spChg>
        <pc:spChg chg="add mod">
          <ac:chgData name="Sanmukh Kuppannagari" userId="ad215094-da36-4b66-9c79-369a17aea26b" providerId="ADAL" clId="{18DA49F4-CD4F-46E0-AB35-D6CB797BE416}" dt="2025-10-30T14:34:41.991" v="8978" actId="20577"/>
          <ac:spMkLst>
            <pc:docMk/>
            <pc:sldMk cId="2195557778" sldId="1736"/>
            <ac:spMk id="16" creationId="{A8F1A046-2106-0BA8-125C-D0BAB1B71608}"/>
          </ac:spMkLst>
        </pc:spChg>
        <pc:spChg chg="add mod">
          <ac:chgData name="Sanmukh Kuppannagari" userId="ad215094-da36-4b66-9c79-369a17aea26b" providerId="ADAL" clId="{18DA49F4-CD4F-46E0-AB35-D6CB797BE416}" dt="2025-10-30T14:34:58.932" v="8984" actId="1076"/>
          <ac:spMkLst>
            <pc:docMk/>
            <pc:sldMk cId="2195557778" sldId="1736"/>
            <ac:spMk id="17" creationId="{D6F3512D-980E-6A7D-D930-13C667ACA707}"/>
          </ac:spMkLst>
        </pc:spChg>
        <pc:spChg chg="add mod">
          <ac:chgData name="Sanmukh Kuppannagari" userId="ad215094-da36-4b66-9c79-369a17aea26b" providerId="ADAL" clId="{18DA49F4-CD4F-46E0-AB35-D6CB797BE416}" dt="2025-10-30T14:35:19.201" v="8990" actId="20577"/>
          <ac:spMkLst>
            <pc:docMk/>
            <pc:sldMk cId="2195557778" sldId="1736"/>
            <ac:spMk id="18" creationId="{312E6FF4-8CF0-003E-BB92-321F44D97651}"/>
          </ac:spMkLst>
        </pc:spChg>
        <pc:spChg chg="add mod">
          <ac:chgData name="Sanmukh Kuppannagari" userId="ad215094-da36-4b66-9c79-369a17aea26b" providerId="ADAL" clId="{18DA49F4-CD4F-46E0-AB35-D6CB797BE416}" dt="2025-10-30T14:35:23.805" v="8992" actId="20577"/>
          <ac:spMkLst>
            <pc:docMk/>
            <pc:sldMk cId="2195557778" sldId="1736"/>
            <ac:spMk id="19" creationId="{F0221FB2-94BD-00AF-7C81-2703DEBE3343}"/>
          </ac:spMkLst>
        </pc:spChg>
        <pc:spChg chg="add mod">
          <ac:chgData name="Sanmukh Kuppannagari" userId="ad215094-da36-4b66-9c79-369a17aea26b" providerId="ADAL" clId="{18DA49F4-CD4F-46E0-AB35-D6CB797BE416}" dt="2025-10-30T14:35:26.985" v="8994" actId="20577"/>
          <ac:spMkLst>
            <pc:docMk/>
            <pc:sldMk cId="2195557778" sldId="1736"/>
            <ac:spMk id="20" creationId="{B900B722-8CEE-B998-5E99-5DCA42D1EF08}"/>
          </ac:spMkLst>
        </pc:spChg>
        <pc:spChg chg="add mod">
          <ac:chgData name="Sanmukh Kuppannagari" userId="ad215094-da36-4b66-9c79-369a17aea26b" providerId="ADAL" clId="{18DA49F4-CD4F-46E0-AB35-D6CB797BE416}" dt="2025-10-30T14:35:29.743" v="8996" actId="20577"/>
          <ac:spMkLst>
            <pc:docMk/>
            <pc:sldMk cId="2195557778" sldId="1736"/>
            <ac:spMk id="21" creationId="{7192D180-DD4E-1861-C83D-02B875A28779}"/>
          </ac:spMkLst>
        </pc:spChg>
        <pc:spChg chg="add mod">
          <ac:chgData name="Sanmukh Kuppannagari" userId="ad215094-da36-4b66-9c79-369a17aea26b" providerId="ADAL" clId="{18DA49F4-CD4F-46E0-AB35-D6CB797BE416}" dt="2025-10-30T14:35:37.381" v="9001" actId="122"/>
          <ac:spMkLst>
            <pc:docMk/>
            <pc:sldMk cId="2195557778" sldId="1736"/>
            <ac:spMk id="22" creationId="{B0DB40C1-84D0-38F9-407A-1809D4C449A8}"/>
          </ac:spMkLst>
        </pc:spChg>
        <pc:spChg chg="add mod">
          <ac:chgData name="Sanmukh Kuppannagari" userId="ad215094-da36-4b66-9c79-369a17aea26b" providerId="ADAL" clId="{18DA49F4-CD4F-46E0-AB35-D6CB797BE416}" dt="2025-10-30T14:35:46.466" v="9004" actId="20577"/>
          <ac:spMkLst>
            <pc:docMk/>
            <pc:sldMk cId="2195557778" sldId="1736"/>
            <ac:spMk id="23" creationId="{139ED3CB-6F07-80A1-ACB4-56212D8FD0A2}"/>
          </ac:spMkLst>
        </pc:spChg>
        <pc:spChg chg="add mod">
          <ac:chgData name="Sanmukh Kuppannagari" userId="ad215094-da36-4b66-9c79-369a17aea26b" providerId="ADAL" clId="{18DA49F4-CD4F-46E0-AB35-D6CB797BE416}" dt="2025-10-30T14:36:10.509" v="9010" actId="207"/>
          <ac:spMkLst>
            <pc:docMk/>
            <pc:sldMk cId="2195557778" sldId="1736"/>
            <ac:spMk id="24" creationId="{99470154-BFB9-4C72-58B9-3B542D9C987F}"/>
          </ac:spMkLst>
        </pc:spChg>
        <pc:grpChg chg="mod">
          <ac:chgData name="Sanmukh Kuppannagari" userId="ad215094-da36-4b66-9c79-369a17aea26b" providerId="ADAL" clId="{18DA49F4-CD4F-46E0-AB35-D6CB797BE416}" dt="2025-10-30T14:34:12.056" v="8963" actId="1076"/>
          <ac:grpSpMkLst>
            <pc:docMk/>
            <pc:sldMk cId="2195557778" sldId="1736"/>
            <ac:grpSpMk id="14" creationId="{0BB26FFE-0855-0CEC-29B7-8946D6CBCCA4}"/>
          </ac:grpSpMkLst>
        </pc:grpChg>
      </pc:sldChg>
      <pc:sldChg chg="addSp delSp modSp add mod">
        <pc:chgData name="Sanmukh Kuppannagari" userId="ad215094-da36-4b66-9c79-369a17aea26b" providerId="ADAL" clId="{18DA49F4-CD4F-46E0-AB35-D6CB797BE416}" dt="2025-10-30T14:37:11.895" v="9026" actId="207"/>
        <pc:sldMkLst>
          <pc:docMk/>
          <pc:sldMk cId="3053683100" sldId="1737"/>
        </pc:sldMkLst>
        <pc:spChg chg="add mod">
          <ac:chgData name="Sanmukh Kuppannagari" userId="ad215094-da36-4b66-9c79-369a17aea26b" providerId="ADAL" clId="{18DA49F4-CD4F-46E0-AB35-D6CB797BE416}" dt="2025-10-30T14:36:43.034" v="9015" actId="1076"/>
          <ac:spMkLst>
            <pc:docMk/>
            <pc:sldMk cId="3053683100" sldId="1737"/>
            <ac:spMk id="3" creationId="{A39648E0-B318-6C55-2C95-536CFC4DD898}"/>
          </ac:spMkLst>
        </pc:spChg>
        <pc:spChg chg="del">
          <ac:chgData name="Sanmukh Kuppannagari" userId="ad215094-da36-4b66-9c79-369a17aea26b" providerId="ADAL" clId="{18DA49F4-CD4F-46E0-AB35-D6CB797BE416}" dt="2025-10-30T14:36:38.136" v="9014" actId="478"/>
          <ac:spMkLst>
            <pc:docMk/>
            <pc:sldMk cId="3053683100" sldId="1737"/>
            <ac:spMk id="24" creationId="{1244413D-5F61-8DB2-2DF4-9597012BFA86}"/>
          </ac:spMkLst>
        </pc:spChg>
        <pc:spChg chg="add mod">
          <ac:chgData name="Sanmukh Kuppannagari" userId="ad215094-da36-4b66-9c79-369a17aea26b" providerId="ADAL" clId="{18DA49F4-CD4F-46E0-AB35-D6CB797BE416}" dt="2025-10-30T14:37:11.895" v="9026" actId="207"/>
          <ac:spMkLst>
            <pc:docMk/>
            <pc:sldMk cId="3053683100" sldId="1737"/>
            <ac:spMk id="25" creationId="{B9DF387C-B412-0A60-F06E-F71B01ED1EBD}"/>
          </ac:spMkLst>
        </pc:spChg>
        <pc:spChg chg="add mod">
          <ac:chgData name="Sanmukh Kuppannagari" userId="ad215094-da36-4b66-9c79-369a17aea26b" providerId="ADAL" clId="{18DA49F4-CD4F-46E0-AB35-D6CB797BE416}" dt="2025-10-30T14:37:11.895" v="9026" actId="207"/>
          <ac:spMkLst>
            <pc:docMk/>
            <pc:sldMk cId="3053683100" sldId="1737"/>
            <ac:spMk id="26" creationId="{D9B727A1-54F5-AF4E-62D9-6B458B56A0EB}"/>
          </ac:spMkLst>
        </pc:spChg>
        <pc:spChg chg="add del mod">
          <ac:chgData name="Sanmukh Kuppannagari" userId="ad215094-da36-4b66-9c79-369a17aea26b" providerId="ADAL" clId="{18DA49F4-CD4F-46E0-AB35-D6CB797BE416}" dt="2025-10-30T14:36:46.769" v="9016" actId="478"/>
          <ac:spMkLst>
            <pc:docMk/>
            <pc:sldMk cId="3053683100" sldId="1737"/>
            <ac:spMk id="27" creationId="{5FAA22A1-C303-69EF-19BC-F11100099CC5}"/>
          </ac:spMkLst>
        </pc:spChg>
        <pc:spChg chg="add del mod">
          <ac:chgData name="Sanmukh Kuppannagari" userId="ad215094-da36-4b66-9c79-369a17aea26b" providerId="ADAL" clId="{18DA49F4-CD4F-46E0-AB35-D6CB797BE416}" dt="2025-10-30T14:36:48.486" v="9017" actId="478"/>
          <ac:spMkLst>
            <pc:docMk/>
            <pc:sldMk cId="3053683100" sldId="1737"/>
            <ac:spMk id="28" creationId="{C8401D5D-3B4F-0278-DCBA-E2FECCEC94DC}"/>
          </ac:spMkLst>
        </pc:spChg>
        <pc:spChg chg="add del mod">
          <ac:chgData name="Sanmukh Kuppannagari" userId="ad215094-da36-4b66-9c79-369a17aea26b" providerId="ADAL" clId="{18DA49F4-CD4F-46E0-AB35-D6CB797BE416}" dt="2025-10-30T14:36:50.137" v="9018" actId="478"/>
          <ac:spMkLst>
            <pc:docMk/>
            <pc:sldMk cId="3053683100" sldId="1737"/>
            <ac:spMk id="29" creationId="{63345E58-3476-5CE3-3869-C2CCAFC778A9}"/>
          </ac:spMkLst>
        </pc:spChg>
        <pc:spChg chg="add del mod">
          <ac:chgData name="Sanmukh Kuppannagari" userId="ad215094-da36-4b66-9c79-369a17aea26b" providerId="ADAL" clId="{18DA49F4-CD4F-46E0-AB35-D6CB797BE416}" dt="2025-10-30T14:36:51.898" v="9019" actId="478"/>
          <ac:spMkLst>
            <pc:docMk/>
            <pc:sldMk cId="3053683100" sldId="1737"/>
            <ac:spMk id="30" creationId="{EF76E233-F926-4858-2C7C-27EC7676D58B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0-30T14:37:59.528" v="9048" actId="1076"/>
        <pc:sldMkLst>
          <pc:docMk/>
          <pc:sldMk cId="668168571" sldId="1738"/>
        </pc:sldMkLst>
        <pc:spChg chg="mod">
          <ac:chgData name="Sanmukh Kuppannagari" userId="ad215094-da36-4b66-9c79-369a17aea26b" providerId="ADAL" clId="{18DA49F4-CD4F-46E0-AB35-D6CB797BE416}" dt="2025-10-30T14:37:59.528" v="9048" actId="1076"/>
          <ac:spMkLst>
            <pc:docMk/>
            <pc:sldMk cId="668168571" sldId="1738"/>
            <ac:spMk id="3" creationId="{91FD963C-FD1E-8370-E6D5-2D1AD8ECE046}"/>
          </ac:spMkLst>
        </pc:spChg>
        <pc:spChg chg="add mod">
          <ac:chgData name="Sanmukh Kuppannagari" userId="ad215094-da36-4b66-9c79-369a17aea26b" providerId="ADAL" clId="{18DA49F4-CD4F-46E0-AB35-D6CB797BE416}" dt="2025-10-30T14:37:51.261" v="9045" actId="1076"/>
          <ac:spMkLst>
            <pc:docMk/>
            <pc:sldMk cId="668168571" sldId="1738"/>
            <ac:spMk id="24" creationId="{DA91B2DC-759E-B637-96FA-9322BEF8CDEE}"/>
          </ac:spMkLst>
        </pc:spChg>
        <pc:spChg chg="mod">
          <ac:chgData name="Sanmukh Kuppannagari" userId="ad215094-da36-4b66-9c79-369a17aea26b" providerId="ADAL" clId="{18DA49F4-CD4F-46E0-AB35-D6CB797BE416}" dt="2025-10-30T14:37:44.778" v="9042" actId="1076"/>
          <ac:spMkLst>
            <pc:docMk/>
            <pc:sldMk cId="668168571" sldId="1738"/>
            <ac:spMk id="25" creationId="{D96F25E3-742D-03D8-DA73-0D8A536161D5}"/>
          </ac:spMkLst>
        </pc:spChg>
        <pc:spChg chg="add mod">
          <ac:chgData name="Sanmukh Kuppannagari" userId="ad215094-da36-4b66-9c79-369a17aea26b" providerId="ADAL" clId="{18DA49F4-CD4F-46E0-AB35-D6CB797BE416}" dt="2025-10-30T14:37:55.409" v="9046" actId="1076"/>
          <ac:spMkLst>
            <pc:docMk/>
            <pc:sldMk cId="668168571" sldId="1738"/>
            <ac:spMk id="27" creationId="{26917612-9499-37AC-EF48-9301EA1B01FD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0-30T14:39:16.531" v="9070" actId="1076"/>
        <pc:sldMkLst>
          <pc:docMk/>
          <pc:sldMk cId="769760065" sldId="1739"/>
        </pc:sldMkLst>
        <pc:spChg chg="mod">
          <ac:chgData name="Sanmukh Kuppannagari" userId="ad215094-da36-4b66-9c79-369a17aea26b" providerId="ADAL" clId="{18DA49F4-CD4F-46E0-AB35-D6CB797BE416}" dt="2025-10-30T14:39:05.470" v="9067" actId="14100"/>
          <ac:spMkLst>
            <pc:docMk/>
            <pc:sldMk cId="769760065" sldId="1739"/>
            <ac:spMk id="3" creationId="{B20C06E6-1236-4410-14F4-B9ED2A9DABC3}"/>
          </ac:spMkLst>
        </pc:spChg>
        <pc:spChg chg="mod">
          <ac:chgData name="Sanmukh Kuppannagari" userId="ad215094-da36-4b66-9c79-369a17aea26b" providerId="ADAL" clId="{18DA49F4-CD4F-46E0-AB35-D6CB797BE416}" dt="2025-10-30T14:39:16.531" v="9070" actId="1076"/>
          <ac:spMkLst>
            <pc:docMk/>
            <pc:sldMk cId="769760065" sldId="1739"/>
            <ac:spMk id="26" creationId="{4687AE2C-C5E7-240A-CF56-54BF2B996DAC}"/>
          </ac:spMkLst>
        </pc:spChg>
        <pc:spChg chg="mod">
          <ac:chgData name="Sanmukh Kuppannagari" userId="ad215094-da36-4b66-9c79-369a17aea26b" providerId="ADAL" clId="{18DA49F4-CD4F-46E0-AB35-D6CB797BE416}" dt="2025-10-30T14:39:16.531" v="9070" actId="1076"/>
          <ac:spMkLst>
            <pc:docMk/>
            <pc:sldMk cId="769760065" sldId="1739"/>
            <ac:spMk id="27" creationId="{D37ACE08-50DC-2833-C527-EAE21DF45028}"/>
          </ac:spMkLst>
        </pc:spChg>
        <pc:spChg chg="add mod">
          <ac:chgData name="Sanmukh Kuppannagari" userId="ad215094-da36-4b66-9c79-369a17aea26b" providerId="ADAL" clId="{18DA49F4-CD4F-46E0-AB35-D6CB797BE416}" dt="2025-10-30T14:38:32.454" v="9056" actId="20577"/>
          <ac:spMkLst>
            <pc:docMk/>
            <pc:sldMk cId="769760065" sldId="1739"/>
            <ac:spMk id="28" creationId="{F1FBFC0C-4119-7233-1950-9A15E580E341}"/>
          </ac:spMkLst>
        </pc:spChg>
        <pc:spChg chg="add mod">
          <ac:chgData name="Sanmukh Kuppannagari" userId="ad215094-da36-4b66-9c79-369a17aea26b" providerId="ADAL" clId="{18DA49F4-CD4F-46E0-AB35-D6CB797BE416}" dt="2025-10-30T14:39:16.531" v="9070" actId="1076"/>
          <ac:spMkLst>
            <pc:docMk/>
            <pc:sldMk cId="769760065" sldId="1739"/>
            <ac:spMk id="29" creationId="{5B1D0B44-ED12-A19D-4214-BA00771A49AB}"/>
          </ac:spMkLst>
        </pc:spChg>
        <pc:spChg chg="add mod">
          <ac:chgData name="Sanmukh Kuppannagari" userId="ad215094-da36-4b66-9c79-369a17aea26b" providerId="ADAL" clId="{18DA49F4-CD4F-46E0-AB35-D6CB797BE416}" dt="2025-10-30T14:39:13.051" v="9069" actId="571"/>
          <ac:spMkLst>
            <pc:docMk/>
            <pc:sldMk cId="769760065" sldId="1739"/>
            <ac:spMk id="30" creationId="{0F465DE0-1EEB-7C46-1309-A54A736C9686}"/>
          </ac:spMkLst>
        </pc:spChg>
        <pc:spChg chg="add mod">
          <ac:chgData name="Sanmukh Kuppannagari" userId="ad215094-da36-4b66-9c79-369a17aea26b" providerId="ADAL" clId="{18DA49F4-CD4F-46E0-AB35-D6CB797BE416}" dt="2025-10-30T14:39:13.051" v="9069" actId="571"/>
          <ac:spMkLst>
            <pc:docMk/>
            <pc:sldMk cId="769760065" sldId="1739"/>
            <ac:spMk id="31" creationId="{D37A5442-DB5C-F82C-CFA6-C681001C73D6}"/>
          </ac:spMkLst>
        </pc:spChg>
        <pc:spChg chg="add mod">
          <ac:chgData name="Sanmukh Kuppannagari" userId="ad215094-da36-4b66-9c79-369a17aea26b" providerId="ADAL" clId="{18DA49F4-CD4F-46E0-AB35-D6CB797BE416}" dt="2025-10-30T14:39:13.051" v="9069" actId="571"/>
          <ac:spMkLst>
            <pc:docMk/>
            <pc:sldMk cId="769760065" sldId="1739"/>
            <ac:spMk id="32" creationId="{CE170229-4088-F590-EE80-E931F4B95ACB}"/>
          </ac:spMkLst>
        </pc:spChg>
      </pc:sldChg>
    </pc:docChg>
  </pc:docChgLst>
  <pc:docChgLst>
    <pc:chgData name="Sanmukh Kuppannagari" userId="ad215094-da36-4b66-9c79-369a17aea26b" providerId="ADAL" clId="{B69DB1D5-9C4C-4C25-915D-54B5305EDB7B}"/>
    <pc:docChg chg="custSel addSld delSld modSld">
      <pc:chgData name="Sanmukh Kuppannagari" userId="ad215094-da36-4b66-9c79-369a17aea26b" providerId="ADAL" clId="{B69DB1D5-9C4C-4C25-915D-54B5305EDB7B}" dt="2024-10-17T17:17:35.235" v="938" actId="14100"/>
      <pc:docMkLst>
        <pc:docMk/>
      </pc:docMkLst>
      <pc:sldChg chg="modSp mod">
        <pc:chgData name="Sanmukh Kuppannagari" userId="ad215094-da36-4b66-9c79-369a17aea26b" providerId="ADAL" clId="{B69DB1D5-9C4C-4C25-915D-54B5305EDB7B}" dt="2024-10-17T13:19:32.44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B69DB1D5-9C4C-4C25-915D-54B5305EDB7B}" dt="2024-10-17T13:20:31.092" v="61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B69DB1D5-9C4C-4C25-915D-54B5305EDB7B}" dt="2024-10-17T13:22:00.593" v="88" actId="47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58271014" sldId="1299"/>
        </pc:sldMkLst>
      </pc:sldChg>
      <pc:sldChg chg="modSp mod">
        <pc:chgData name="Sanmukh Kuppannagari" userId="ad215094-da36-4b66-9c79-369a17aea26b" providerId="ADAL" clId="{B69DB1D5-9C4C-4C25-915D-54B5305EDB7B}" dt="2024-10-17T13:21:46.720" v="86" actId="2057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3015343" sldId="132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558153898" sldId="132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6468191" sldId="132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70243835" sldId="133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9707620" sldId="1332"/>
        </pc:sldMkLst>
      </pc:sldChg>
      <pc:sldChg chg="modSp mod">
        <pc:chgData name="Sanmukh Kuppannagari" userId="ad215094-da36-4b66-9c79-369a17aea26b" providerId="ADAL" clId="{B69DB1D5-9C4C-4C25-915D-54B5305EDB7B}" dt="2024-10-17T13:22:08.958" v="96" actId="2057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B69DB1D5-9C4C-4C25-915D-54B5305EDB7B}" dt="2024-10-17T13:22:27.885" v="98" actId="47"/>
        <pc:sldMkLst>
          <pc:docMk/>
          <pc:sldMk cId="4042243871" sldId="1349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4189498737" sldId="1350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540455608" sldId="1351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955974285" sldId="1352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190843385" sldId="1353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949718224" sldId="1354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2944983638" sldId="1355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602010999" sldId="1356"/>
        </pc:sldMkLst>
      </pc:sldChg>
      <pc:sldChg chg="modSp del mod">
        <pc:chgData name="Sanmukh Kuppannagari" userId="ad215094-da36-4b66-9c79-369a17aea26b" providerId="ADAL" clId="{B69DB1D5-9C4C-4C25-915D-54B5305EDB7B}" dt="2024-10-17T13:22:39.236" v="107" actId="47"/>
        <pc:sldMkLst>
          <pc:docMk/>
          <pc:sldMk cId="3928916360" sldId="1357"/>
        </pc:sldMkLst>
      </pc:sldChg>
      <pc:sldChg chg="modSp mod">
        <pc:chgData name="Sanmukh Kuppannagari" userId="ad215094-da36-4b66-9c79-369a17aea26b" providerId="ADAL" clId="{B69DB1D5-9C4C-4C25-915D-54B5305EDB7B}" dt="2024-10-17T13:22:44.968" v="115" actId="2057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1255597569" sldId="1359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255600020" sldId="1360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324345654" sldId="1363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952027562" sldId="1364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2681935685" sldId="1365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694987608" sldId="136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1760047259" sldId="138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3990091177" sldId="1389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798029583" sldId="139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47426298" sldId="141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931076547" sldId="141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99857702" sldId="141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715450416" sldId="141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796868375" sldId="141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4085597991" sldId="141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51372455" sldId="141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65169132" sldId="142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52650841" sldId="1421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777539220" sldId="142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831660177" sldId="142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959762428" sldId="142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018266416" sldId="1425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64869930" sldId="1426"/>
        </pc:sldMkLst>
      </pc:sldChg>
      <pc:sldChg chg="addSp delSp modSp add mod">
        <pc:chgData name="Sanmukh Kuppannagari" userId="ad215094-da36-4b66-9c79-369a17aea26b" providerId="ADAL" clId="{B69DB1D5-9C4C-4C25-915D-54B5305EDB7B}" dt="2024-10-17T17:16:45.932" v="931" actId="122"/>
        <pc:sldMkLst>
          <pc:docMk/>
          <pc:sldMk cId="3229075924" sldId="142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88611062" sldId="142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98700407" sldId="1429"/>
        </pc:sldMkLst>
      </pc:sldChg>
      <pc:sldChg chg="addSp modSp add mod">
        <pc:chgData name="Sanmukh Kuppannagari" userId="ad215094-da36-4b66-9c79-369a17aea26b" providerId="ADAL" clId="{B69DB1D5-9C4C-4C25-915D-54B5305EDB7B}" dt="2024-10-17T17:17:15.113" v="933" actId="1076"/>
        <pc:sldMkLst>
          <pc:docMk/>
          <pc:sldMk cId="381585255" sldId="1430"/>
        </pc:sldMkLst>
      </pc:sldChg>
      <pc:sldChg chg="addSp modSp add">
        <pc:chgData name="Sanmukh Kuppannagari" userId="ad215094-da36-4b66-9c79-369a17aea26b" providerId="ADAL" clId="{B69DB1D5-9C4C-4C25-915D-54B5305EDB7B}" dt="2024-10-17T17:17:21.022" v="934"/>
        <pc:sldMkLst>
          <pc:docMk/>
          <pc:sldMk cId="3320575543" sldId="1431"/>
        </pc:sldMkLst>
      </pc:sldChg>
      <pc:sldChg chg="addSp modSp add">
        <pc:chgData name="Sanmukh Kuppannagari" userId="ad215094-da36-4b66-9c79-369a17aea26b" providerId="ADAL" clId="{B69DB1D5-9C4C-4C25-915D-54B5305EDB7B}" dt="2024-10-17T17:17:23.374" v="935"/>
        <pc:sldMkLst>
          <pc:docMk/>
          <pc:sldMk cId="1263179583" sldId="143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65562540" sldId="1435"/>
        </pc:sldMkLst>
      </pc:sldChg>
      <pc:sldChg chg="addSp delSp modSp add mod">
        <pc:chgData name="Sanmukh Kuppannagari" userId="ad215094-da36-4b66-9c79-369a17aea26b" providerId="ADAL" clId="{B69DB1D5-9C4C-4C25-915D-54B5305EDB7B}" dt="2024-10-17T17:17:35.235" v="938" actId="14100"/>
        <pc:sldMkLst>
          <pc:docMk/>
          <pc:sldMk cId="1868073248" sldId="1436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46537403" sldId="143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588532588" sldId="143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606166730" sldId="143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32541632" sldId="144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439492477" sldId="1441"/>
        </pc:sldMkLst>
      </pc:sldChg>
      <pc:sldChg chg="modSp add mod">
        <pc:chgData name="Sanmukh Kuppannagari" userId="ad215094-da36-4b66-9c79-369a17aea26b" providerId="ADAL" clId="{B69DB1D5-9C4C-4C25-915D-54B5305EDB7B}" dt="2024-10-17T14:44:25.738" v="810" actId="20577"/>
        <pc:sldMkLst>
          <pc:docMk/>
          <pc:sldMk cId="3863061003" sldId="1442"/>
        </pc:sldMkLst>
      </pc:sldChg>
      <pc:sldChg chg="modSp mod">
        <pc:chgData name="Sanmukh Kuppannagari" userId="ad215094-da36-4b66-9c79-369a17aea26b" providerId="ADAL" clId="{B69DB1D5-9C4C-4C25-915D-54B5305EDB7B}" dt="2024-10-17T13:20:46.101" v="74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B69DB1D5-9C4C-4C25-915D-54B5305EDB7B}" dt="2024-10-17T14:42:55.233" v="433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B69DB1D5-9C4C-4C25-915D-54B5305EDB7B}" dt="2024-10-17T13:21:12.569" v="77" actId="47"/>
        <pc:sldMkLst>
          <pc:docMk/>
          <pc:sldMk cId="4030791014" sldId="160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460223335" sldId="160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149257190" sldId="160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55736369" sldId="16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5795403" sldId="16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68471985" sldId="1612"/>
        </pc:sldMkLst>
      </pc:sldChg>
      <pc:sldChg chg="addSp modSp mod">
        <pc:chgData name="Sanmukh Kuppannagari" userId="ad215094-da36-4b66-9c79-369a17aea26b" providerId="ADAL" clId="{B69DB1D5-9C4C-4C25-915D-54B5305EDB7B}" dt="2024-10-17T13:26:24.581" v="297" actId="1076"/>
        <pc:sldMkLst>
          <pc:docMk/>
          <pc:sldMk cId="1500153295" sldId="1613"/>
        </pc:sldMkLst>
      </pc:sldChg>
      <pc:sldChg chg="modSp add mod">
        <pc:chgData name="Sanmukh Kuppannagari" userId="ad215094-da36-4b66-9c79-369a17aea26b" providerId="ADAL" clId="{B69DB1D5-9C4C-4C25-915D-54B5305EDB7B}" dt="2024-10-17T13:21:10.086" v="76" actId="207"/>
        <pc:sldMkLst>
          <pc:docMk/>
          <pc:sldMk cId="3880060560" sldId="1614"/>
        </pc:sldMkLst>
      </pc:sldChg>
      <pc:sldChg chg="modSp add mod">
        <pc:chgData name="Sanmukh Kuppannagari" userId="ad215094-da36-4b66-9c79-369a17aea26b" providerId="ADAL" clId="{B69DB1D5-9C4C-4C25-915D-54B5305EDB7B}" dt="2024-10-17T14:27:13.779" v="302" actId="207"/>
        <pc:sldMkLst>
          <pc:docMk/>
          <pc:sldMk cId="3528850612" sldId="1615"/>
        </pc:sldMkLst>
      </pc:sldChg>
      <pc:sldChg chg="modSp add mod">
        <pc:chgData name="Sanmukh Kuppannagari" userId="ad215094-da36-4b66-9c79-369a17aea26b" providerId="ADAL" clId="{B69DB1D5-9C4C-4C25-915D-54B5305EDB7B}" dt="2024-10-17T14:38:20.106" v="310" actId="207"/>
        <pc:sldMkLst>
          <pc:docMk/>
          <pc:sldMk cId="3587678191" sldId="1616"/>
        </pc:sldMkLst>
      </pc:sldChg>
      <pc:sldChg chg="modSp add mod">
        <pc:chgData name="Sanmukh Kuppannagari" userId="ad215094-da36-4b66-9c79-369a17aea26b" providerId="ADAL" clId="{B69DB1D5-9C4C-4C25-915D-54B5305EDB7B}" dt="2024-10-17T14:38:44.446" v="406" actId="2057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4:18:24.77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2282FFC7-29A6-4174-8285-4717AC3C90CE}"/>
    <pc:docChg chg="undo custSel addSld delSld modSld">
      <pc:chgData name="Sanmukh Kuppannagari" userId="ad215094-da36-4b66-9c79-369a17aea26b" providerId="ADAL" clId="{2282FFC7-29A6-4174-8285-4717AC3C90CE}" dt="2024-10-24T19:29:55.223" v="2576" actId="6549"/>
      <pc:docMkLst>
        <pc:docMk/>
      </pc:docMkLst>
      <pc:sldChg chg="modSp mod">
        <pc:chgData name="Sanmukh Kuppannagari" userId="ad215094-da36-4b66-9c79-369a17aea26b" providerId="ADAL" clId="{2282FFC7-29A6-4174-8285-4717AC3C90CE}" dt="2024-10-24T12:43:45.679" v="2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17305151" sldId="261"/>
        </pc:sldMkLst>
      </pc:sldChg>
      <pc:sldChg chg="add del">
        <pc:chgData name="Sanmukh Kuppannagari" userId="ad215094-da36-4b66-9c79-369a17aea26b" providerId="ADAL" clId="{2282FFC7-29A6-4174-8285-4717AC3C90CE}" dt="2024-10-24T14:46:44.195" v="2194" actId="47"/>
        <pc:sldMkLst>
          <pc:docMk/>
          <pc:sldMk cId="1227806320" sldId="37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3480161" sldId="380"/>
        </pc:sldMkLst>
      </pc:sldChg>
      <pc:sldChg chg="modSp add">
        <pc:chgData name="Sanmukh Kuppannagari" userId="ad215094-da36-4b66-9c79-369a17aea26b" providerId="ADAL" clId="{2282FFC7-29A6-4174-8285-4717AC3C90CE}" dt="2024-10-24T13:03:10.198" v="329" actId="20577"/>
        <pc:sldMkLst>
          <pc:docMk/>
          <pc:sldMk cId="493727002" sldId="38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987569806" sldId="382"/>
        </pc:sldMkLst>
      </pc:sldChg>
      <pc:sldChg chg="modSp add">
        <pc:chgData name="Sanmukh Kuppannagari" userId="ad215094-da36-4b66-9c79-369a17aea26b" providerId="ADAL" clId="{2282FFC7-29A6-4174-8285-4717AC3C90CE}" dt="2024-10-24T13:04:51.711" v="435" actId="207"/>
        <pc:sldMkLst>
          <pc:docMk/>
          <pc:sldMk cId="2314141646" sldId="38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66039725" sldId="384"/>
        </pc:sldMkLst>
      </pc:sldChg>
      <pc:sldChg chg="addSp modSp add mod">
        <pc:chgData name="Sanmukh Kuppannagari" userId="ad215094-da36-4b66-9c79-369a17aea26b" providerId="ADAL" clId="{2282FFC7-29A6-4174-8285-4717AC3C90CE}" dt="2024-10-24T13:26:41.186" v="711" actId="1076"/>
        <pc:sldMkLst>
          <pc:docMk/>
          <pc:sldMk cId="3918348740" sldId="385"/>
        </pc:sldMkLst>
      </pc:sldChg>
      <pc:sldChg chg="modSp add mod">
        <pc:chgData name="Sanmukh Kuppannagari" userId="ad215094-da36-4b66-9c79-369a17aea26b" providerId="ADAL" clId="{2282FFC7-29A6-4174-8285-4717AC3C90CE}" dt="2024-10-24T13:03:43.074" v="431" actId="20577"/>
        <pc:sldMkLst>
          <pc:docMk/>
          <pc:sldMk cId="2501429446" sldId="38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64301062" sldId="387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00441437" sldId="38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207470624" sldId="38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815334288" sldId="390"/>
        </pc:sldMkLst>
      </pc:sldChg>
      <pc:sldChg chg="modSp add">
        <pc:chgData name="Sanmukh Kuppannagari" userId="ad215094-da36-4b66-9c79-369a17aea26b" providerId="ADAL" clId="{2282FFC7-29A6-4174-8285-4717AC3C90CE}" dt="2024-10-24T13:09:32.411" v="464" actId="20577"/>
        <pc:sldMkLst>
          <pc:docMk/>
          <pc:sldMk cId="839902624" sldId="392"/>
        </pc:sldMkLst>
      </pc:sldChg>
      <pc:sldChg chg="add del">
        <pc:chgData name="Sanmukh Kuppannagari" userId="ad215094-da36-4b66-9c79-369a17aea26b" providerId="ADAL" clId="{2282FFC7-29A6-4174-8285-4717AC3C90CE}" dt="2024-10-24T13:09:36.238" v="465" actId="47"/>
        <pc:sldMkLst>
          <pc:docMk/>
          <pc:sldMk cId="1019069846" sldId="393"/>
        </pc:sldMkLst>
      </pc:sldChg>
      <pc:sldChg chg="modSp add">
        <pc:chgData name="Sanmukh Kuppannagari" userId="ad215094-da36-4b66-9c79-369a17aea26b" providerId="ADAL" clId="{2282FFC7-29A6-4174-8285-4717AC3C90CE}" dt="2024-10-24T14:22:30.648" v="1145" actId="20577"/>
        <pc:sldMkLst>
          <pc:docMk/>
          <pc:sldMk cId="769510508" sldId="39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810649952" sldId="39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61232548" sldId="396"/>
        </pc:sldMkLst>
      </pc:sldChg>
      <pc:sldChg chg="add del">
        <pc:chgData name="Sanmukh Kuppannagari" userId="ad215094-da36-4b66-9c79-369a17aea26b" providerId="ADAL" clId="{2282FFC7-29A6-4174-8285-4717AC3C90CE}" dt="2024-10-24T14:47:06.182" v="2199" actId="47"/>
        <pc:sldMkLst>
          <pc:docMk/>
          <pc:sldMk cId="3467862507" sldId="39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086022481" sldId="399"/>
        </pc:sldMkLst>
      </pc:sldChg>
      <pc:sldChg chg="modSp add">
        <pc:chgData name="Sanmukh Kuppannagari" userId="ad215094-da36-4b66-9c79-369a17aea26b" providerId="ADAL" clId="{2282FFC7-29A6-4174-8285-4717AC3C90CE}" dt="2024-10-24T14:31:51.119" v="1277" actId="20577"/>
        <pc:sldMkLst>
          <pc:docMk/>
          <pc:sldMk cId="635767275" sldId="40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01861459" sldId="40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73632280" sldId="402"/>
        </pc:sldMkLst>
      </pc:sldChg>
      <pc:sldChg chg="modSp add mod">
        <pc:chgData name="Sanmukh Kuppannagari" userId="ad215094-da36-4b66-9c79-369a17aea26b" providerId="ADAL" clId="{2282FFC7-29A6-4174-8285-4717AC3C90CE}" dt="2024-10-24T14:32:08.878" v="1280" actId="20577"/>
        <pc:sldMkLst>
          <pc:docMk/>
          <pc:sldMk cId="729842550" sldId="403"/>
        </pc:sldMkLst>
      </pc:sldChg>
      <pc:sldChg chg="modSp add">
        <pc:chgData name="Sanmukh Kuppannagari" userId="ad215094-da36-4b66-9c79-369a17aea26b" providerId="ADAL" clId="{2282FFC7-29A6-4174-8285-4717AC3C90CE}" dt="2024-10-24T14:32:16.513" v="1281" actId="20577"/>
        <pc:sldMkLst>
          <pc:docMk/>
          <pc:sldMk cId="173111426" sldId="40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384020216" sldId="40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893908978" sldId="406"/>
        </pc:sldMkLst>
      </pc:sldChg>
      <pc:sldChg chg="modSp add">
        <pc:chgData name="Sanmukh Kuppannagari" userId="ad215094-da36-4b66-9c79-369a17aea26b" providerId="ADAL" clId="{2282FFC7-29A6-4174-8285-4717AC3C90CE}" dt="2024-10-24T14:32:42.022" v="1283" actId="20577"/>
        <pc:sldMkLst>
          <pc:docMk/>
          <pc:sldMk cId="3967707079" sldId="407"/>
        </pc:sldMkLst>
      </pc:sldChg>
      <pc:sldChg chg="modSp add">
        <pc:chgData name="Sanmukh Kuppannagari" userId="ad215094-da36-4b66-9c79-369a17aea26b" providerId="ADAL" clId="{2282FFC7-29A6-4174-8285-4717AC3C90CE}" dt="2024-10-24T14:32:53.787" v="1285" actId="20577"/>
        <pc:sldMkLst>
          <pc:docMk/>
          <pc:sldMk cId="2134846611" sldId="40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05409593" sldId="40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441650656" sldId="41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966939341" sldId="41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630215837" sldId="412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593562061" sldId="41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79492699" sldId="41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180999186" sldId="41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80168295" sldId="41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306970955" sldId="417"/>
        </pc:sldMkLst>
      </pc:sldChg>
      <pc:sldChg chg="modSp add mod">
        <pc:chgData name="Sanmukh Kuppannagari" userId="ad215094-da36-4b66-9c79-369a17aea26b" providerId="ADAL" clId="{2282FFC7-29A6-4174-8285-4717AC3C90CE}" dt="2024-10-24T14:42:05.704" v="1923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58832422" sldId="13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91206708" sldId="136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60047259" sldId="138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90091177" sldId="138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98029583" sldId="139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89880766" sldId="139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47436486" sldId="139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02618607" sldId="139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6476748" sldId="139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6597970" sldId="139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17642017" sldId="139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17602464" sldId="139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35936496" sldId="14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00221882" sldId="14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96018570" sldId="14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82163347" sldId="140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904800431" sldId="140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92244592" sldId="140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697652818" sldId="140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55634612" sldId="140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9119350" sldId="140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80220527" sldId="140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47426298" sldId="141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09862055" sldId="141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31076547" sldId="141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99857702" sldId="14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15450416" sldId="14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96868375" sldId="141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85597991" sldId="1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51372455" sldId="141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65169132" sldId="142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52650841" sldId="142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77539220" sldId="142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1660177" sldId="142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59762428" sldId="142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18266416" sldId="142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64869930" sldId="142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29075924" sldId="142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88611062" sldId="142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98700407" sldId="142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1585255" sldId="1430"/>
        </pc:sldMkLst>
      </pc:sldChg>
      <pc:sldChg chg="modSp add mod">
        <pc:chgData name="Sanmukh Kuppannagari" userId="ad215094-da36-4b66-9c79-369a17aea26b" providerId="ADAL" clId="{2282FFC7-29A6-4174-8285-4717AC3C90CE}" dt="2024-10-24T18:04:46.781" v="2355" actId="2057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20575543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3924068536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263179583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015219598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2052288365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65562540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868073248" sldId="143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46537403" sldId="143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8532588" sldId="143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606166730" sldId="143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32541632" sldId="144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39492477" sldId="144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63061003" sldId="144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2282FFC7-29A6-4174-8285-4717AC3C90CE}" dt="2024-10-24T13:02:01.872" v="272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8660825" sldId="1552"/>
        </pc:sldMkLst>
      </pc:sldChg>
      <pc:sldChg chg="addSp delSp modSp new mod">
        <pc:chgData name="Sanmukh Kuppannagari" userId="ad215094-da36-4b66-9c79-369a17aea26b" providerId="ADAL" clId="{2282FFC7-29A6-4174-8285-4717AC3C90CE}" dt="2024-10-24T14:21:54.808" v="1141" actId="1076"/>
        <pc:sldMkLst>
          <pc:docMk/>
          <pc:sldMk cId="1668494294" sldId="1553"/>
        </pc:sldMkLst>
      </pc:sldChg>
      <pc:sldChg chg="addSp modSp add mod">
        <pc:chgData name="Sanmukh Kuppannagari" userId="ad215094-da36-4b66-9c79-369a17aea26b" providerId="ADAL" clId="{2282FFC7-29A6-4174-8285-4717AC3C90CE}" dt="2024-10-24T14:22:04.314" v="1142"/>
        <pc:sldMkLst>
          <pc:docMk/>
          <pc:sldMk cId="2501767924" sldId="1554"/>
        </pc:sldMkLst>
      </pc:sldChg>
      <pc:sldChg chg="addSp delSp modSp add mod">
        <pc:chgData name="Sanmukh Kuppannagari" userId="ad215094-da36-4b66-9c79-369a17aea26b" providerId="ADAL" clId="{2282FFC7-29A6-4174-8285-4717AC3C90CE}" dt="2024-10-24T14:23:04.472" v="1150" actId="20577"/>
        <pc:sldMkLst>
          <pc:docMk/>
          <pc:sldMk cId="1362731012" sldId="1555"/>
        </pc:sldMkLst>
      </pc:sldChg>
      <pc:sldChg chg="delSp modSp add mod">
        <pc:chgData name="Sanmukh Kuppannagari" userId="ad215094-da36-4b66-9c79-369a17aea26b" providerId="ADAL" clId="{2282FFC7-29A6-4174-8285-4717AC3C90CE}" dt="2024-10-24T14:14:35.836" v="918" actId="20577"/>
        <pc:sldMkLst>
          <pc:docMk/>
          <pc:sldMk cId="4090303317" sldId="1556"/>
        </pc:sldMkLst>
      </pc:sldChg>
      <pc:sldChg chg="modSp add">
        <pc:chgData name="Sanmukh Kuppannagari" userId="ad215094-da36-4b66-9c79-369a17aea26b" providerId="ADAL" clId="{2282FFC7-29A6-4174-8285-4717AC3C90CE}" dt="2024-10-24T14:22:49.686" v="1148" actId="20577"/>
        <pc:sldMkLst>
          <pc:docMk/>
          <pc:sldMk cId="3429093343" sldId="1557"/>
        </pc:sldMkLst>
      </pc:sldChg>
      <pc:sldChg chg="modSp add">
        <pc:chgData name="Sanmukh Kuppannagari" userId="ad215094-da36-4b66-9c79-369a17aea26b" providerId="ADAL" clId="{2282FFC7-29A6-4174-8285-4717AC3C90CE}" dt="2024-10-24T14:23:16.961" v="1152" actId="20577"/>
        <pc:sldMkLst>
          <pc:docMk/>
          <pc:sldMk cId="400322744" sldId="1558"/>
        </pc:sldMkLst>
      </pc:sldChg>
      <pc:sldChg chg="delSp modSp add mod">
        <pc:chgData name="Sanmukh Kuppannagari" userId="ad215094-da36-4b66-9c79-369a17aea26b" providerId="ADAL" clId="{2282FFC7-29A6-4174-8285-4717AC3C90CE}" dt="2024-10-24T14:23:28.852" v="1153" actId="20577"/>
        <pc:sldMkLst>
          <pc:docMk/>
          <pc:sldMk cId="2084123303" sldId="1559"/>
        </pc:sldMkLst>
      </pc:sldChg>
      <pc:sldChg chg="addSp delSp modSp add mod">
        <pc:chgData name="Sanmukh Kuppannagari" userId="ad215094-da36-4b66-9c79-369a17aea26b" providerId="ADAL" clId="{2282FFC7-29A6-4174-8285-4717AC3C90CE}" dt="2024-10-24T14:23:38.892" v="1155" actId="20577"/>
        <pc:sldMkLst>
          <pc:docMk/>
          <pc:sldMk cId="2891138365" sldId="1560"/>
        </pc:sldMkLst>
      </pc:sldChg>
      <pc:sldChg chg="modSp add">
        <pc:chgData name="Sanmukh Kuppannagari" userId="ad215094-da36-4b66-9c79-369a17aea26b" providerId="ADAL" clId="{2282FFC7-29A6-4174-8285-4717AC3C90CE}" dt="2024-10-24T14:23:48.804" v="1157" actId="20577"/>
        <pc:sldMkLst>
          <pc:docMk/>
          <pc:sldMk cId="735200732" sldId="1561"/>
        </pc:sldMkLst>
      </pc:sldChg>
      <pc:sldChg chg="addSp delSp modSp add mod">
        <pc:chgData name="Sanmukh Kuppannagari" userId="ad215094-da36-4b66-9c79-369a17aea26b" providerId="ADAL" clId="{2282FFC7-29A6-4174-8285-4717AC3C90CE}" dt="2024-10-24T14:24:04.998" v="1160" actId="20577"/>
        <pc:sldMkLst>
          <pc:docMk/>
          <pc:sldMk cId="184633821" sldId="1562"/>
        </pc:sldMkLst>
      </pc:sldChg>
      <pc:sldChg chg="delSp modSp add mod">
        <pc:chgData name="Sanmukh Kuppannagari" userId="ad215094-da36-4b66-9c79-369a17aea26b" providerId="ADAL" clId="{2282FFC7-29A6-4174-8285-4717AC3C90CE}" dt="2024-10-24T14:25:11.973" v="1266" actId="478"/>
        <pc:sldMkLst>
          <pc:docMk/>
          <pc:sldMk cId="3469590337" sldId="1563"/>
        </pc:sldMkLst>
      </pc:sldChg>
      <pc:sldChg chg="modSp new mod">
        <pc:chgData name="Sanmukh Kuppannagari" userId="ad215094-da36-4b66-9c79-369a17aea26b" providerId="ADAL" clId="{2282FFC7-29A6-4174-8285-4717AC3C90CE}" dt="2024-10-24T14:33:47.998" v="1365" actId="207"/>
        <pc:sldMkLst>
          <pc:docMk/>
          <pc:sldMk cId="477277082" sldId="1564"/>
        </pc:sldMkLst>
      </pc:sldChg>
      <pc:sldChg chg="addSp modSp add mod">
        <pc:chgData name="Sanmukh Kuppannagari" userId="ad215094-da36-4b66-9c79-369a17aea26b" providerId="ADAL" clId="{2282FFC7-29A6-4174-8285-4717AC3C90CE}" dt="2024-10-24T14:39:01.465" v="1455" actId="20577"/>
        <pc:sldMkLst>
          <pc:docMk/>
          <pc:sldMk cId="1326569452" sldId="1565"/>
        </pc:sldMkLst>
      </pc:sldChg>
      <pc:sldChg chg="modSp new mod">
        <pc:chgData name="Sanmukh Kuppannagari" userId="ad215094-da36-4b66-9c79-369a17aea26b" providerId="ADAL" clId="{2282FFC7-29A6-4174-8285-4717AC3C90CE}" dt="2024-10-24T14:41:58.247" v="1922" actId="20577"/>
        <pc:sldMkLst>
          <pc:docMk/>
          <pc:sldMk cId="1520463495" sldId="1566"/>
        </pc:sldMkLst>
      </pc:sldChg>
      <pc:sldChg chg="modSp new mod">
        <pc:chgData name="Sanmukh Kuppannagari" userId="ad215094-da36-4b66-9c79-369a17aea26b" providerId="ADAL" clId="{2282FFC7-29A6-4174-8285-4717AC3C90CE}" dt="2024-10-24T14:43:11.030" v="2167" actId="20577"/>
        <pc:sldMkLst>
          <pc:docMk/>
          <pc:sldMk cId="196759949" sldId="1567"/>
        </pc:sldMkLst>
      </pc:sldChg>
      <pc:sldChg chg="modSp add mod">
        <pc:chgData name="Sanmukh Kuppannagari" userId="ad215094-da36-4b66-9c79-369a17aea26b" providerId="ADAL" clId="{2282FFC7-29A6-4174-8285-4717AC3C90CE}" dt="2024-10-24T14:46:27.005" v="2190" actId="14"/>
        <pc:sldMkLst>
          <pc:docMk/>
          <pc:sldMk cId="3183358524" sldId="1568"/>
        </pc:sldMkLst>
      </pc:sldChg>
      <pc:sldChg chg="modSp add mod">
        <pc:chgData name="Sanmukh Kuppannagari" userId="ad215094-da36-4b66-9c79-369a17aea26b" providerId="ADAL" clId="{2282FFC7-29A6-4174-8285-4717AC3C90CE}" dt="2024-10-24T14:46:37.077" v="2192" actId="207"/>
        <pc:sldMkLst>
          <pc:docMk/>
          <pc:sldMk cId="3292789048" sldId="1569"/>
        </pc:sldMkLst>
      </pc:sldChg>
      <pc:sldChg chg="modSp add mod">
        <pc:chgData name="Sanmukh Kuppannagari" userId="ad215094-da36-4b66-9c79-369a17aea26b" providerId="ADAL" clId="{2282FFC7-29A6-4174-8285-4717AC3C90CE}" dt="2024-10-24T14:46:51.195" v="2196" actId="207"/>
        <pc:sldMkLst>
          <pc:docMk/>
          <pc:sldMk cId="3123235236" sldId="1570"/>
        </pc:sldMkLst>
      </pc:sldChg>
      <pc:sldChg chg="modSp add mod">
        <pc:chgData name="Sanmukh Kuppannagari" userId="ad215094-da36-4b66-9c79-369a17aea26b" providerId="ADAL" clId="{2282FFC7-29A6-4174-8285-4717AC3C90CE}" dt="2024-10-24T14:47:02.736" v="2198" actId="207"/>
        <pc:sldMkLst>
          <pc:docMk/>
          <pc:sldMk cId="3645698628" sldId="1571"/>
        </pc:sldMkLst>
      </pc:sldChg>
      <pc:sldChg chg="modSp new mod">
        <pc:chgData name="Sanmukh Kuppannagari" userId="ad215094-da36-4b66-9c79-369a17aea26b" providerId="ADAL" clId="{2282FFC7-29A6-4174-8285-4717AC3C90CE}" dt="2024-10-24T19:29:55.223" v="2576" actId="6549"/>
        <pc:sldMkLst>
          <pc:docMk/>
          <pc:sldMk cId="1878988337" sldId="1572"/>
        </pc:sldMkLst>
      </pc:sldChg>
      <pc:sldChg chg="addSp modSp new mod">
        <pc:chgData name="Sanmukh Kuppannagari" userId="ad215094-da36-4b66-9c79-369a17aea26b" providerId="ADAL" clId="{2282FFC7-29A6-4174-8285-4717AC3C90CE}" dt="2024-10-24T18:03:41.195" v="2353" actId="1076"/>
        <pc:sldMkLst>
          <pc:docMk/>
          <pc:sldMk cId="123768210" sldId="1573"/>
        </pc:sldMkLst>
      </pc:sldChg>
      <pc:sldChg chg="modSp new mod">
        <pc:chgData name="Sanmukh Kuppannagari" userId="ad215094-da36-4b66-9c79-369a17aea26b" providerId="ADAL" clId="{2282FFC7-29A6-4174-8285-4717AC3C90CE}" dt="2024-10-24T18:17:29.465" v="2546" actId="20577"/>
        <pc:sldMkLst>
          <pc:docMk/>
          <pc:sldMk cId="3278008166" sldId="1574"/>
        </pc:sldMkLst>
      </pc:sldChg>
      <pc:sldChg chg="modSp new mod">
        <pc:chgData name="Sanmukh Kuppannagari" userId="ad215094-da36-4b66-9c79-369a17aea26b" providerId="ADAL" clId="{2282FFC7-29A6-4174-8285-4717AC3C90CE}" dt="2024-10-24T18:17:51.597" v="2575"/>
        <pc:sldMkLst>
          <pc:docMk/>
          <pc:sldMk cId="1171121697" sldId="157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00153295" sldId="16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80060560" sldId="16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28850612" sldId="161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7678191" sldId="161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5AD0DD8E-94C3-43F5-AB7F-2D8E935C9CFF}"/>
    <pc:docChg chg="undo custSel addSld delSld modSld">
      <pc:chgData name="Sanmukh Kuppannagari" userId="ad215094-da36-4b66-9c79-369a17aea26b" providerId="ADAL" clId="{5AD0DD8E-94C3-43F5-AB7F-2D8E935C9CFF}" dt="2024-10-15T17:05:34.964" v="891" actId="20577"/>
      <pc:docMkLst>
        <pc:docMk/>
      </pc:docMkLst>
      <pc:sldChg chg="modSp mod">
        <pc:chgData name="Sanmukh Kuppannagari" userId="ad215094-da36-4b66-9c79-369a17aea26b" providerId="ADAL" clId="{5AD0DD8E-94C3-43F5-AB7F-2D8E935C9CFF}" dt="2024-10-15T14:03:20.803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AD0DD8E-94C3-43F5-AB7F-2D8E935C9CFF}" dt="2024-10-15T14:03:29.331" v="12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837546598" sldId="96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4284530624" sldId="125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413064123" sldId="125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574746539" sldId="125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927700788" sldId="125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750676043" sldId="125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329904463" sldId="125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892195865" sldId="126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157439954" sldId="126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769619670" sldId="1262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80733138" sldId="126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938244019" sldId="126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16587120" sldId="126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5148523" sldId="126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7822773" sldId="126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66595346" sldId="126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888322834" sldId="126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981461382" sldId="127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073609131" sldId="127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505794832" sldId="1272"/>
        </pc:sldMkLst>
      </pc:sldChg>
      <pc:sldChg chg="addSp delSp modSp mod">
        <pc:chgData name="Sanmukh Kuppannagari" userId="ad215094-da36-4b66-9c79-369a17aea26b" providerId="ADAL" clId="{5AD0DD8E-94C3-43F5-AB7F-2D8E935C9CFF}" dt="2024-10-15T14:34:28.426" v="617" actId="20577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5AD0DD8E-94C3-43F5-AB7F-2D8E935C9CFF}" dt="2024-10-15T14:36:56.355" v="623"/>
        <pc:sldMkLst>
          <pc:docMk/>
          <pc:sldMk cId="558271014" sldId="1299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8832422" sldId="1300"/>
        </pc:sldMkLst>
      </pc:sldChg>
      <pc:sldChg chg="add">
        <pc:chgData name="Sanmukh Kuppannagari" userId="ad215094-da36-4b66-9c79-369a17aea26b" providerId="ADAL" clId="{5AD0DD8E-94C3-43F5-AB7F-2D8E935C9CFF}" dt="2024-10-15T14:37:31.490" v="624"/>
        <pc:sldMkLst>
          <pc:docMk/>
          <pc:sldMk cId="2120621833" sldId="1301"/>
        </pc:sldMkLst>
      </pc:sldChg>
      <pc:sldChg chg="add del">
        <pc:chgData name="Sanmukh Kuppannagari" userId="ad215094-da36-4b66-9c79-369a17aea26b" providerId="ADAL" clId="{5AD0DD8E-94C3-43F5-AB7F-2D8E935C9CFF}" dt="2024-10-15T14:43:51.572" v="629"/>
        <pc:sldMkLst>
          <pc:docMk/>
          <pc:sldMk cId="761206213" sldId="1302"/>
        </pc:sldMkLst>
      </pc:sldChg>
      <pc:sldChg chg="addSp modSp">
        <pc:chgData name="Sanmukh Kuppannagari" userId="ad215094-da36-4b66-9c79-369a17aea26b" providerId="ADAL" clId="{5AD0DD8E-94C3-43F5-AB7F-2D8E935C9CFF}" dt="2024-10-15T14:20:53.772" v="436"/>
        <pc:sldMkLst>
          <pc:docMk/>
          <pc:sldMk cId="3902944658" sldId="1309"/>
        </pc:sldMkLst>
      </pc:sldChg>
      <pc:sldChg chg="addSp modSp">
        <pc:chgData name="Sanmukh Kuppannagari" userId="ad215094-da36-4b66-9c79-369a17aea26b" providerId="ADAL" clId="{5AD0DD8E-94C3-43F5-AB7F-2D8E935C9CFF}" dt="2024-10-15T14:20:55.611" v="437"/>
        <pc:sldMkLst>
          <pc:docMk/>
          <pc:sldMk cId="2577631310" sldId="1310"/>
        </pc:sldMkLst>
      </pc:sldChg>
      <pc:sldChg chg="addSp modSp">
        <pc:chgData name="Sanmukh Kuppannagari" userId="ad215094-da36-4b66-9c79-369a17aea26b" providerId="ADAL" clId="{5AD0DD8E-94C3-43F5-AB7F-2D8E935C9CFF}" dt="2024-10-15T14:20:57.033" v="438"/>
        <pc:sldMkLst>
          <pc:docMk/>
          <pc:sldMk cId="692720287" sldId="1311"/>
        </pc:sldMkLst>
      </pc:sldChg>
      <pc:sldChg chg="addSp modSp mod">
        <pc:chgData name="Sanmukh Kuppannagari" userId="ad215094-da36-4b66-9c79-369a17aea26b" providerId="ADAL" clId="{5AD0DD8E-94C3-43F5-AB7F-2D8E935C9CFF}" dt="2024-10-15T14:20:46.767" v="435" actId="122"/>
        <pc:sldMkLst>
          <pc:docMk/>
          <pc:sldMk cId="4072723455" sldId="1312"/>
        </pc:sldMkLst>
      </pc:sldChg>
      <pc:sldChg chg="addSp modSp">
        <pc:chgData name="Sanmukh Kuppannagari" userId="ad215094-da36-4b66-9c79-369a17aea26b" providerId="ADAL" clId="{5AD0DD8E-94C3-43F5-AB7F-2D8E935C9CFF}" dt="2024-10-15T14:21:03.744" v="440"/>
        <pc:sldMkLst>
          <pc:docMk/>
          <pc:sldMk cId="830590251" sldId="1313"/>
        </pc:sldMkLst>
      </pc:sldChg>
      <pc:sldChg chg="addSp modSp">
        <pc:chgData name="Sanmukh Kuppannagari" userId="ad215094-da36-4b66-9c79-369a17aea26b" providerId="ADAL" clId="{5AD0DD8E-94C3-43F5-AB7F-2D8E935C9CFF}" dt="2024-10-15T14:21:00.492" v="439"/>
        <pc:sldMkLst>
          <pc:docMk/>
          <pc:sldMk cId="3979417289" sldId="1314"/>
        </pc:sldMkLst>
      </pc:sldChg>
      <pc:sldChg chg="addSp modSp mod">
        <pc:chgData name="Sanmukh Kuppannagari" userId="ad215094-da36-4b66-9c79-369a17aea26b" providerId="ADAL" clId="{5AD0DD8E-94C3-43F5-AB7F-2D8E935C9CFF}" dt="2024-10-15T14:21:09.433" v="442" actId="1076"/>
        <pc:sldMkLst>
          <pc:docMk/>
          <pc:sldMk cId="2062603384" sldId="1315"/>
        </pc:sldMkLst>
      </pc:sldChg>
      <pc:sldChg chg="addSp modSp mod">
        <pc:chgData name="Sanmukh Kuppannagari" userId="ad215094-da36-4b66-9c79-369a17aea26b" providerId="ADAL" clId="{5AD0DD8E-94C3-43F5-AB7F-2D8E935C9CFF}" dt="2024-10-15T14:21:15.186" v="444" actId="1076"/>
        <pc:sldMkLst>
          <pc:docMk/>
          <pc:sldMk cId="3238687387" sldId="1316"/>
        </pc:sldMkLst>
      </pc:sldChg>
      <pc:sldChg chg="addSp modSp mod">
        <pc:chgData name="Sanmukh Kuppannagari" userId="ad215094-da36-4b66-9c79-369a17aea26b" providerId="ADAL" clId="{5AD0DD8E-94C3-43F5-AB7F-2D8E935C9CFF}" dt="2024-10-15T14:21:23.356" v="446" actId="1076"/>
        <pc:sldMkLst>
          <pc:docMk/>
          <pc:sldMk cId="105581169" sldId="1317"/>
        </pc:sldMkLst>
      </pc:sldChg>
      <pc:sldChg chg="addSp modSp mod">
        <pc:chgData name="Sanmukh Kuppannagari" userId="ad215094-da36-4b66-9c79-369a17aea26b" providerId="ADAL" clId="{5AD0DD8E-94C3-43F5-AB7F-2D8E935C9CFF}" dt="2024-10-15T14:21:29.336" v="448" actId="1076"/>
        <pc:sldMkLst>
          <pc:docMk/>
          <pc:sldMk cId="1626710577" sldId="1318"/>
        </pc:sldMkLst>
      </pc:sldChg>
      <pc:sldChg chg="addSp modSp mod">
        <pc:chgData name="Sanmukh Kuppannagari" userId="ad215094-da36-4b66-9c79-369a17aea26b" providerId="ADAL" clId="{5AD0DD8E-94C3-43F5-AB7F-2D8E935C9CFF}" dt="2024-10-15T14:21:37.921" v="450" actId="1076"/>
        <pc:sldMkLst>
          <pc:docMk/>
          <pc:sldMk cId="2589855805" sldId="1319"/>
        </pc:sldMkLst>
      </pc:sldChg>
      <pc:sldChg chg="addSp modSp mod">
        <pc:chgData name="Sanmukh Kuppannagari" userId="ad215094-da36-4b66-9c79-369a17aea26b" providerId="ADAL" clId="{5AD0DD8E-94C3-43F5-AB7F-2D8E935C9CFF}" dt="2024-10-15T14:21:44.233" v="452" actId="1076"/>
        <pc:sldMkLst>
          <pc:docMk/>
          <pc:sldMk cId="3870134566" sldId="132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091206708" sldId="1361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324345654" sldId="1363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2027562" sldId="1364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2681935685" sldId="1365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694987608" sldId="1366"/>
        </pc:sldMkLst>
      </pc:sldChg>
      <pc:sldChg chg="modSp mod">
        <pc:chgData name="Sanmukh Kuppannagari" userId="ad215094-da36-4b66-9c79-369a17aea26b" providerId="ADAL" clId="{5AD0DD8E-94C3-43F5-AB7F-2D8E935C9CFF}" dt="2024-10-15T14:04:41.747" v="252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5AD0DD8E-94C3-43F5-AB7F-2D8E935C9CFF}" dt="2024-10-15T14:46:12.171" v="690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15837963" sldId="1592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224980005" sldId="1593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815668378" sldId="1594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715348697" sldId="159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509833866" sldId="1596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616425618" sldId="1597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573490693" sldId="1598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244126963" sldId="1599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09785814" sldId="1600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645901525" sldId="160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5954888" sldId="1602"/>
        </pc:sldMkLst>
      </pc:sldChg>
      <pc:sldChg chg="del">
        <pc:chgData name="Sanmukh Kuppannagari" userId="ad215094-da36-4b66-9c79-369a17aea26b" providerId="ADAL" clId="{5AD0DD8E-94C3-43F5-AB7F-2D8E935C9CFF}" dt="2024-10-15T14:05:06.434" v="256" actId="47"/>
        <pc:sldMkLst>
          <pc:docMk/>
          <pc:sldMk cId="1139153944" sldId="1603"/>
        </pc:sldMkLst>
      </pc:sldChg>
      <pc:sldChg chg="modSp add mod">
        <pc:chgData name="Sanmukh Kuppannagari" userId="ad215094-da36-4b66-9c79-369a17aea26b" providerId="ADAL" clId="{5AD0DD8E-94C3-43F5-AB7F-2D8E935C9CFF}" dt="2024-10-15T14:05:04.491" v="255" actId="207"/>
        <pc:sldMkLst>
          <pc:docMk/>
          <pc:sldMk cId="4030791014" sldId="1604"/>
        </pc:sldMkLst>
      </pc:sldChg>
      <pc:sldChg chg="addSp modSp add mod">
        <pc:chgData name="Sanmukh Kuppannagari" userId="ad215094-da36-4b66-9c79-369a17aea26b" providerId="ADAL" clId="{5AD0DD8E-94C3-43F5-AB7F-2D8E935C9CFF}" dt="2024-10-15T14:21:55.214" v="454" actId="1076"/>
        <pc:sldMkLst>
          <pc:docMk/>
          <pc:sldMk cId="1460223335" sldId="1605"/>
        </pc:sldMkLst>
      </pc:sldChg>
      <pc:sldChg chg="modSp new mod">
        <pc:chgData name="Sanmukh Kuppannagari" userId="ad215094-da36-4b66-9c79-369a17aea26b" providerId="ADAL" clId="{5AD0DD8E-94C3-43F5-AB7F-2D8E935C9CFF}" dt="2024-10-15T14:15:03.705" v="334" actId="207"/>
        <pc:sldMkLst>
          <pc:docMk/>
          <pc:sldMk cId="95513352" sldId="1606"/>
        </pc:sldMkLst>
      </pc:sldChg>
      <pc:sldChg chg="modSp add">
        <pc:chgData name="Sanmukh Kuppannagari" userId="ad215094-da36-4b66-9c79-369a17aea26b" providerId="ADAL" clId="{5AD0DD8E-94C3-43F5-AB7F-2D8E935C9CFF}" dt="2024-10-15T14:35:10.724" v="620" actId="20577"/>
        <pc:sldMkLst>
          <pc:docMk/>
          <pc:sldMk cId="1256665225" sldId="1607"/>
        </pc:sldMkLst>
      </pc:sldChg>
      <pc:sldChg chg="modSp add mod">
        <pc:chgData name="Sanmukh Kuppannagari" userId="ad215094-da36-4b66-9c79-369a17aea26b" providerId="ADAL" clId="{5AD0DD8E-94C3-43F5-AB7F-2D8E935C9CFF}" dt="2024-10-15T14:22:24.084" v="519" actId="207"/>
        <pc:sldMkLst>
          <pc:docMk/>
          <pc:sldMk cId="4149257190" sldId="1608"/>
        </pc:sldMkLst>
      </pc:sldChg>
      <pc:sldChg chg="modSp add mod">
        <pc:chgData name="Sanmukh Kuppannagari" userId="ad215094-da36-4b66-9c79-369a17aea26b" providerId="ADAL" clId="{5AD0DD8E-94C3-43F5-AB7F-2D8E935C9CFF}" dt="2024-10-15T14:23:16.805" v="521" actId="208"/>
        <pc:sldMkLst>
          <pc:docMk/>
          <pc:sldMk cId="455736369" sldId="1609"/>
        </pc:sldMkLst>
      </pc:sldChg>
      <pc:sldChg chg="addSp delSp modSp add mod">
        <pc:chgData name="Sanmukh Kuppannagari" userId="ad215094-da36-4b66-9c79-369a17aea26b" providerId="ADAL" clId="{5AD0DD8E-94C3-43F5-AB7F-2D8E935C9CFF}" dt="2024-10-15T14:33:43.174" v="613" actId="1076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5AD0DD8E-94C3-43F5-AB7F-2D8E935C9CFF}" dt="2024-10-15T14:30:39.725" v="522"/>
        <pc:sldMkLst>
          <pc:docMk/>
          <pc:sldMk cId="3322584748" sldId="1611"/>
        </pc:sldMkLst>
      </pc:sldChg>
      <pc:sldChg chg="modSp add mod">
        <pc:chgData name="Sanmukh Kuppannagari" userId="ad215094-da36-4b66-9c79-369a17aea26b" providerId="ADAL" clId="{5AD0DD8E-94C3-43F5-AB7F-2D8E935C9CFF}" dt="2024-10-15T14:36:21.806" v="622" actId="207"/>
        <pc:sldMkLst>
          <pc:docMk/>
          <pc:sldMk cId="3968471985" sldId="1612"/>
        </pc:sldMkLst>
      </pc:sldChg>
      <pc:sldChg chg="modSp new mod">
        <pc:chgData name="Sanmukh Kuppannagari" userId="ad215094-da36-4b66-9c79-369a17aea26b" providerId="ADAL" clId="{5AD0DD8E-94C3-43F5-AB7F-2D8E935C9CFF}" dt="2024-10-15T17:05:34.964" v="891" actId="20577"/>
        <pc:sldMkLst>
          <pc:docMk/>
          <pc:sldMk cId="1500153295" sldId="1613"/>
        </pc:sldMkLst>
      </pc:sldChg>
      <pc:sldChg chg="new del">
        <pc:chgData name="Sanmukh Kuppannagari" userId="ad215094-da36-4b66-9c79-369a17aea26b" providerId="ADAL" clId="{5AD0DD8E-94C3-43F5-AB7F-2D8E935C9CFF}" dt="2024-10-15T14:43:09.131" v="628" actId="2696"/>
        <pc:sldMkLst>
          <pc:docMk/>
          <pc:sldMk cId="3394277621" sldId="1613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14DF58E2-5DCD-486C-9091-D93E447591FD}"/>
    <pc:docChg chg="custSel addSld delSld modSld sldOrd">
      <pc:chgData name="Sanmukh Kuppannagari" userId="ad215094-da36-4b66-9c79-369a17aea26b" providerId="ADAL" clId="{14DF58E2-5DCD-486C-9091-D93E447591FD}" dt="2024-10-03T15:17:44.142" v="3678" actId="20577"/>
      <pc:docMkLst>
        <pc:docMk/>
      </pc:docMkLst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402981858" sldId="386"/>
        </pc:sldMkLst>
      </pc:sldChg>
      <pc:sldChg chg="add">
        <pc:chgData name="Sanmukh Kuppannagari" userId="ad215094-da36-4b66-9c79-369a17aea26b" providerId="ADAL" clId="{14DF58E2-5DCD-486C-9091-D93E447591FD}" dt="2024-10-03T13:46:17.043" v="105"/>
        <pc:sldMkLst>
          <pc:docMk/>
          <pc:sldMk cId="1837546598" sldId="965"/>
        </pc:sldMkLst>
      </pc:sldChg>
      <pc:sldChg chg="modSp add mod">
        <pc:chgData name="Sanmukh Kuppannagari" userId="ad215094-da36-4b66-9c79-369a17aea26b" providerId="ADAL" clId="{14DF58E2-5DCD-486C-9091-D93E447591FD}" dt="2024-10-03T13:48:03.639" v="338" actId="20577"/>
        <pc:sldMkLst>
          <pc:docMk/>
          <pc:sldMk cId="3747551071" sldId="9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574746539" sldId="125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927700788" sldId="1257"/>
        </pc:sldMkLst>
      </pc:sldChg>
      <pc:sldChg chg="addSp modSp add mod">
        <pc:chgData name="Sanmukh Kuppannagari" userId="ad215094-da36-4b66-9c79-369a17aea26b" providerId="ADAL" clId="{14DF58E2-5DCD-486C-9091-D93E447591FD}" dt="2024-10-03T15:13:15.224" v="3621" actId="1076"/>
        <pc:sldMkLst>
          <pc:docMk/>
          <pc:sldMk cId="1750676043" sldId="125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80733138" sldId="126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1938244019" sldId="126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14DF58E2-5DCD-486C-9091-D93E447591FD}" dt="2024-10-03T14:40:06.405" v="3595"/>
        <pc:sldMkLst>
          <pc:docMk/>
          <pc:sldMk cId="2899752863" sldId="1280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14DF58E2-5DCD-486C-9091-D93E447591FD}" dt="2024-10-03T15:17:44.142" v="3678" actId="2057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25259238" sldId="1323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10092015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558153898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9066671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44646819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270243835" sldId="1330"/>
        </pc:sldMkLst>
      </pc:sldChg>
      <pc:sldChg chg="modSp add">
        <pc:chgData name="Sanmukh Kuppannagari" userId="ad215094-da36-4b66-9c79-369a17aea26b" providerId="ADAL" clId="{14DF58E2-5DCD-486C-9091-D93E447591FD}" dt="2024-10-03T14:54:13.739" v="3604" actId="2057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14DF58E2-5DCD-486C-9091-D93E447591FD}" dt="2024-10-03T15:10:46.464" v="3611" actId="20577"/>
        <pc:sldMkLst>
          <pc:docMk/>
          <pc:sldMk cId="189707620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48973366" sldId="1514"/>
        </pc:sldMkLst>
      </pc:sldChg>
      <pc:sldChg chg="modSp mod">
        <pc:chgData name="Sanmukh Kuppannagari" userId="ad215094-da36-4b66-9c79-369a17aea26b" providerId="ADAL" clId="{14DF58E2-5DCD-486C-9091-D93E447591FD}" dt="2024-10-03T10:26:04.208" v="35" actId="5793"/>
        <pc:sldMkLst>
          <pc:docMk/>
          <pc:sldMk cId="312789784" sldId="154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93446765" sldId="1550"/>
        </pc:sldMkLst>
      </pc:sldChg>
      <pc:sldChg chg="modSp mod">
        <pc:chgData name="Sanmukh Kuppannagari" userId="ad215094-da36-4b66-9c79-369a17aea26b" providerId="ADAL" clId="{14DF58E2-5DCD-486C-9091-D93E447591FD}" dt="2024-10-03T10:27:23.846" v="104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24305596" sldId="1591"/>
        </pc:sldMkLst>
      </pc:sldChg>
      <pc:sldChg chg="modSp add mod">
        <pc:chgData name="Sanmukh Kuppannagari" userId="ad215094-da36-4b66-9c79-369a17aea26b" providerId="ADAL" clId="{14DF58E2-5DCD-486C-9091-D93E447591FD}" dt="2024-10-03T14:39:17.709" v="3592" actId="207"/>
        <pc:sldMkLst>
          <pc:docMk/>
          <pc:sldMk cId="215837963" sldId="1592"/>
        </pc:sldMkLst>
      </pc:sldChg>
      <pc:sldChg chg="modSp new mod">
        <pc:chgData name="Sanmukh Kuppannagari" userId="ad215094-da36-4b66-9c79-369a17aea26b" providerId="ADAL" clId="{14DF58E2-5DCD-486C-9091-D93E447591FD}" dt="2024-10-03T13:51:31.444" v="1022" actId="20577"/>
        <pc:sldMkLst>
          <pc:docMk/>
          <pc:sldMk cId="2224980005" sldId="1593"/>
        </pc:sldMkLst>
      </pc:sldChg>
      <pc:sldChg chg="modSp new mod">
        <pc:chgData name="Sanmukh Kuppannagari" userId="ad215094-da36-4b66-9c79-369a17aea26b" providerId="ADAL" clId="{14DF58E2-5DCD-486C-9091-D93E447591FD}" dt="2024-10-03T13:53:39.615" v="1359" actId="20577"/>
        <pc:sldMkLst>
          <pc:docMk/>
          <pc:sldMk cId="3815668378" sldId="1594"/>
        </pc:sldMkLst>
      </pc:sldChg>
      <pc:sldChg chg="modSp new mod">
        <pc:chgData name="Sanmukh Kuppannagari" userId="ad215094-da36-4b66-9c79-369a17aea26b" providerId="ADAL" clId="{14DF58E2-5DCD-486C-9091-D93E447591FD}" dt="2024-10-03T13:58:21.495" v="1812" actId="20577"/>
        <pc:sldMkLst>
          <pc:docMk/>
          <pc:sldMk cId="1715348697" sldId="1595"/>
        </pc:sldMkLst>
      </pc:sldChg>
      <pc:sldChg chg="modSp new mod">
        <pc:chgData name="Sanmukh Kuppannagari" userId="ad215094-da36-4b66-9c79-369a17aea26b" providerId="ADAL" clId="{14DF58E2-5DCD-486C-9091-D93E447591FD}" dt="2024-10-03T14:02:41.615" v="2216" actId="20577"/>
        <pc:sldMkLst>
          <pc:docMk/>
          <pc:sldMk cId="2509833866" sldId="1596"/>
        </pc:sldMkLst>
      </pc:sldChg>
      <pc:sldChg chg="modSp new mod ord">
        <pc:chgData name="Sanmukh Kuppannagari" userId="ad215094-da36-4b66-9c79-369a17aea26b" providerId="ADAL" clId="{14DF58E2-5DCD-486C-9091-D93E447591FD}" dt="2024-10-03T14:05:47.216" v="2633" actId="27636"/>
        <pc:sldMkLst>
          <pc:docMk/>
          <pc:sldMk cId="616425618" sldId="1597"/>
        </pc:sldMkLst>
      </pc:sldChg>
      <pc:sldChg chg="modSp new mod">
        <pc:chgData name="Sanmukh Kuppannagari" userId="ad215094-da36-4b66-9c79-369a17aea26b" providerId="ADAL" clId="{14DF58E2-5DCD-486C-9091-D93E447591FD}" dt="2024-10-03T14:07:20.074" v="2794" actId="20577"/>
        <pc:sldMkLst>
          <pc:docMk/>
          <pc:sldMk cId="573490693" sldId="1598"/>
        </pc:sldMkLst>
      </pc:sldChg>
      <pc:sldChg chg="modSp new mod">
        <pc:chgData name="Sanmukh Kuppannagari" userId="ad215094-da36-4b66-9c79-369a17aea26b" providerId="ADAL" clId="{14DF58E2-5DCD-486C-9091-D93E447591FD}" dt="2024-10-03T14:09:16.036" v="3118" actId="20577"/>
        <pc:sldMkLst>
          <pc:docMk/>
          <pc:sldMk cId="3244126963" sldId="1599"/>
        </pc:sldMkLst>
      </pc:sldChg>
      <pc:sldChg chg="modSp new mod">
        <pc:chgData name="Sanmukh Kuppannagari" userId="ad215094-da36-4b66-9c79-369a17aea26b" providerId="ADAL" clId="{14DF58E2-5DCD-486C-9091-D93E447591FD}" dt="2024-10-03T14:14:19.109" v="3383" actId="20577"/>
        <pc:sldMkLst>
          <pc:docMk/>
          <pc:sldMk cId="309785814" sldId="1600"/>
        </pc:sldMkLst>
      </pc:sldChg>
      <pc:sldChg chg="modSp new mod">
        <pc:chgData name="Sanmukh Kuppannagari" userId="ad215094-da36-4b66-9c79-369a17aea26b" providerId="ADAL" clId="{14DF58E2-5DCD-486C-9091-D93E447591FD}" dt="2024-10-03T14:15:43.405" v="3510" actId="20577"/>
        <pc:sldMkLst>
          <pc:docMk/>
          <pc:sldMk cId="1645901525" sldId="1601"/>
        </pc:sldMkLst>
      </pc:sldChg>
      <pc:sldChg chg="modSp new mod">
        <pc:chgData name="Sanmukh Kuppannagari" userId="ad215094-da36-4b66-9c79-369a17aea26b" providerId="ADAL" clId="{14DF58E2-5DCD-486C-9091-D93E447591FD}" dt="2024-10-03T14:16:15.270" v="3590" actId="20577"/>
        <pc:sldMkLst>
          <pc:docMk/>
          <pc:sldMk cId="15954888" sldId="1602"/>
        </pc:sldMkLst>
      </pc:sldChg>
      <pc:sldChg chg="modSp add mod">
        <pc:chgData name="Sanmukh Kuppannagari" userId="ad215094-da36-4b66-9c79-369a17aea26b" providerId="ADAL" clId="{14DF58E2-5DCD-486C-9091-D93E447591FD}" dt="2024-10-03T14:39:35.623" v="3594" actId="207"/>
        <pc:sldMkLst>
          <pc:docMk/>
          <pc:sldMk cId="1139153944" sldId="1603"/>
        </pc:sldMkLst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13CFD19A-1186-4BEA-89CE-73E7B7DE4CDB}"/>
    <pc:docChg chg="custSel addSld modSld">
      <pc:chgData name="Sanmukh Kuppannagari" userId="ad215094-da36-4b66-9c79-369a17aea26b" providerId="ADAL" clId="{13CFD19A-1186-4BEA-89CE-73E7B7DE4CDB}" dt="2025-10-16T18:17:01.300" v="839" actId="20577"/>
      <pc:docMkLst>
        <pc:docMk/>
      </pc:docMkLst>
      <pc:sldChg chg="modSp mod">
        <pc:chgData name="Sanmukh Kuppannagari" userId="ad215094-da36-4b66-9c79-369a17aea26b" providerId="ADAL" clId="{13CFD19A-1186-4BEA-89CE-73E7B7DE4CDB}" dt="2025-10-16T16:08:03.112" v="3" actId="27636"/>
        <pc:sldMkLst>
          <pc:docMk/>
          <pc:sldMk cId="769510508" sldId="394"/>
        </pc:sldMkLst>
      </pc:sldChg>
      <pc:sldChg chg="modSp mod">
        <pc:chgData name="Sanmukh Kuppannagari" userId="ad215094-da36-4b66-9c79-369a17aea26b" providerId="ADAL" clId="{13CFD19A-1186-4BEA-89CE-73E7B7DE4CDB}" dt="2025-10-16T16:08:03.318" v="7" actId="27636"/>
        <pc:sldMkLst>
          <pc:docMk/>
          <pc:sldMk cId="173111426" sldId="404"/>
        </pc:sldMkLst>
      </pc:sldChg>
      <pc:sldChg chg="modSp mod">
        <pc:chgData name="Sanmukh Kuppannagari" userId="ad215094-da36-4b66-9c79-369a17aea26b" providerId="ADAL" clId="{13CFD19A-1186-4BEA-89CE-73E7B7DE4CDB}" dt="2025-10-16T16:27:27.890" v="711" actId="20577"/>
        <pc:sldMkLst>
          <pc:docMk/>
          <pc:sldMk cId="645276164" sldId="418"/>
        </pc:sldMkLst>
      </pc:sldChg>
      <pc:sldChg chg="modSp mod">
        <pc:chgData name="Sanmukh Kuppannagari" userId="ad215094-da36-4b66-9c79-369a17aea26b" providerId="ADAL" clId="{13CFD19A-1186-4BEA-89CE-73E7B7DE4CDB}" dt="2025-10-16T16:20:45.424" v="557" actId="20577"/>
        <pc:sldMkLst>
          <pc:docMk/>
          <pc:sldMk cId="1145942796" sldId="555"/>
        </pc:sldMkLst>
      </pc:sldChg>
      <pc:sldChg chg="modSp mod">
        <pc:chgData name="Sanmukh Kuppannagari" userId="ad215094-da36-4b66-9c79-369a17aea26b" providerId="ADAL" clId="{13CFD19A-1186-4BEA-89CE-73E7B7DE4CDB}" dt="2025-10-16T16:08:03.169" v="4" actId="27636"/>
        <pc:sldMkLst>
          <pc:docMk/>
          <pc:sldMk cId="3429093343" sldId="1557"/>
        </pc:sldMkLst>
      </pc:sldChg>
      <pc:sldChg chg="modSp mod">
        <pc:chgData name="Sanmukh Kuppannagari" userId="ad215094-da36-4b66-9c79-369a17aea26b" providerId="ADAL" clId="{13CFD19A-1186-4BEA-89CE-73E7B7DE4CDB}" dt="2025-10-16T16:08:03.211" v="5" actId="27636"/>
        <pc:sldMkLst>
          <pc:docMk/>
          <pc:sldMk cId="400322744" sldId="1558"/>
        </pc:sldMkLst>
      </pc:sldChg>
      <pc:sldChg chg="modSp mod">
        <pc:chgData name="Sanmukh Kuppannagari" userId="ad215094-da36-4b66-9c79-369a17aea26b" providerId="ADAL" clId="{13CFD19A-1186-4BEA-89CE-73E7B7DE4CDB}" dt="2025-10-16T16:08:03.254" v="6" actId="27636"/>
        <pc:sldMkLst>
          <pc:docMk/>
          <pc:sldMk cId="735200732" sldId="1561"/>
        </pc:sldMkLst>
      </pc:sldChg>
      <pc:sldChg chg="addSp delSp modSp mod">
        <pc:chgData name="Sanmukh Kuppannagari" userId="ad215094-da36-4b66-9c79-369a17aea26b" providerId="ADAL" clId="{13CFD19A-1186-4BEA-89CE-73E7B7DE4CDB}" dt="2025-10-16T18:16:04.932" v="723" actId="20577"/>
        <pc:sldMkLst>
          <pc:docMk/>
          <pc:sldMk cId="123768210" sldId="1573"/>
        </pc:sldMkLst>
      </pc:sldChg>
      <pc:sldChg chg="modSp mod">
        <pc:chgData name="Sanmukh Kuppannagari" userId="ad215094-da36-4b66-9c79-369a17aea26b" providerId="ADAL" clId="{13CFD19A-1186-4BEA-89CE-73E7B7DE4CDB}" dt="2025-10-16T18:17:01.300" v="839" actId="20577"/>
        <pc:sldMkLst>
          <pc:docMk/>
          <pc:sldMk cId="4196385676" sldId="1654"/>
        </pc:sldMkLst>
        <pc:spChg chg="mod">
          <ac:chgData name="Sanmukh Kuppannagari" userId="ad215094-da36-4b66-9c79-369a17aea26b" providerId="ADAL" clId="{13CFD19A-1186-4BEA-89CE-73E7B7DE4CDB}" dt="2025-10-16T18:17:01.300" v="839" actId="20577"/>
          <ac:spMkLst>
            <pc:docMk/>
            <pc:sldMk cId="4196385676" sldId="1654"/>
            <ac:spMk id="3" creationId="{BA686383-F2F5-3E55-940F-988CE19CCA24}"/>
          </ac:spMkLst>
        </pc:spChg>
      </pc:sldChg>
      <pc:sldChg chg="modSp mod">
        <pc:chgData name="Sanmukh Kuppannagari" userId="ad215094-da36-4b66-9c79-369a17aea26b" providerId="ADAL" clId="{13CFD19A-1186-4BEA-89CE-73E7B7DE4CDB}" dt="2025-10-16T16:08:03.053" v="2" actId="27636"/>
        <pc:sldMkLst>
          <pc:docMk/>
          <pc:sldMk cId="1536265715" sldId="1657"/>
        </pc:sldMkLst>
      </pc:sldChg>
      <pc:sldChg chg="addSp modSp add mod">
        <pc:chgData name="Sanmukh Kuppannagari" userId="ad215094-da36-4b66-9c79-369a17aea26b" providerId="ADAL" clId="{13CFD19A-1186-4BEA-89CE-73E7B7DE4CDB}" dt="2025-10-16T18:16:17.958" v="724"/>
        <pc:sldMkLst>
          <pc:docMk/>
          <pc:sldMk cId="589867267" sldId="1661"/>
        </pc:sldMkLst>
      </pc:sldChg>
      <pc:sldChg chg="modSp add mod">
        <pc:chgData name="Sanmukh Kuppannagari" userId="ad215094-da36-4b66-9c79-369a17aea26b" providerId="ADAL" clId="{13CFD19A-1186-4BEA-89CE-73E7B7DE4CDB}" dt="2025-10-16T18:16:22.003" v="725"/>
        <pc:sldMkLst>
          <pc:docMk/>
          <pc:sldMk cId="1583544489" sldId="1662"/>
        </pc:sldMkLst>
      </pc:sldChg>
      <pc:sldChg chg="modSp add mod">
        <pc:chgData name="Sanmukh Kuppannagari" userId="ad215094-da36-4b66-9c79-369a17aea26b" providerId="ADAL" clId="{13CFD19A-1186-4BEA-89CE-73E7B7DE4CDB}" dt="2025-10-16T18:16:26.038" v="726"/>
        <pc:sldMkLst>
          <pc:docMk/>
          <pc:sldMk cId="109981960" sldId="1663"/>
        </pc:sldMkLst>
      </pc:sldChg>
      <pc:sldChg chg="modSp add mod">
        <pc:chgData name="Sanmukh Kuppannagari" userId="ad215094-da36-4b66-9c79-369a17aea26b" providerId="ADAL" clId="{13CFD19A-1186-4BEA-89CE-73E7B7DE4CDB}" dt="2025-10-16T18:16:30.682" v="727"/>
        <pc:sldMkLst>
          <pc:docMk/>
          <pc:sldMk cId="3192982717" sldId="1664"/>
        </pc:sldMkLst>
      </pc:sld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06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FE989-C55D-5340-82EF-E96A597DC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0B514-E6F4-2CCF-2818-68467EEB6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95EE9-A3F5-9ABC-5E12-E91DDEEA2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9FEC2-F94D-12C0-F59F-B0814A336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94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10.png"/><Relationship Id="rId18" Type="http://schemas.openxmlformats.org/officeDocument/2006/relationships/image" Target="../media/image2510.png"/><Relationship Id="rId3" Type="http://schemas.openxmlformats.org/officeDocument/2006/relationships/image" Target="../media/image60.png"/><Relationship Id="rId21" Type="http://schemas.openxmlformats.org/officeDocument/2006/relationships/image" Target="../media/image64.png"/><Relationship Id="rId7" Type="http://schemas.openxmlformats.org/officeDocument/2006/relationships/image" Target="../media/image1410.png"/><Relationship Id="rId12" Type="http://schemas.openxmlformats.org/officeDocument/2006/relationships/image" Target="../media/image1910.png"/><Relationship Id="rId17" Type="http://schemas.openxmlformats.org/officeDocument/2006/relationships/image" Target="../media/image2410.png"/><Relationship Id="rId2" Type="http://schemas.openxmlformats.org/officeDocument/2006/relationships/image" Target="../media/image59.png"/><Relationship Id="rId16" Type="http://schemas.openxmlformats.org/officeDocument/2006/relationships/image" Target="../media/image62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1810.png"/><Relationship Id="rId5" Type="http://schemas.openxmlformats.org/officeDocument/2006/relationships/image" Target="../media/image1210.png"/><Relationship Id="rId15" Type="http://schemas.openxmlformats.org/officeDocument/2006/relationships/image" Target="../media/image2210.png"/><Relationship Id="rId10" Type="http://schemas.openxmlformats.org/officeDocument/2006/relationships/image" Target="../media/image1710.png"/><Relationship Id="rId19" Type="http://schemas.openxmlformats.org/officeDocument/2006/relationships/image" Target="../media/image2610.png"/><Relationship Id="rId4" Type="http://schemas.openxmlformats.org/officeDocument/2006/relationships/image" Target="../media/image1110.png"/><Relationship Id="rId9" Type="http://schemas.openxmlformats.org/officeDocument/2006/relationships/image" Target="../media/image1610.png"/><Relationship Id="rId14" Type="http://schemas.openxmlformats.org/officeDocument/2006/relationships/image" Target="../media/image2110.png"/><Relationship Id="rId22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6.png"/><Relationship Id="rId18" Type="http://schemas.openxmlformats.org/officeDocument/2006/relationships/image" Target="../media/image241.png"/><Relationship Id="rId26" Type="http://schemas.openxmlformats.org/officeDocument/2006/relationships/image" Target="../media/image293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292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291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15" Type="http://schemas.openxmlformats.org/officeDocument/2006/relationships/image" Target="../media/image290.png"/><Relationship Id="rId23" Type="http://schemas.openxmlformats.org/officeDocument/2006/relationships/image" Target="../media/image262.png"/><Relationship Id="rId28" Type="http://schemas.openxmlformats.org/officeDocument/2006/relationships/image" Target="../media/image249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237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6.png"/><Relationship Id="rId18" Type="http://schemas.openxmlformats.org/officeDocument/2006/relationships/image" Target="../media/image241.png"/><Relationship Id="rId26" Type="http://schemas.openxmlformats.org/officeDocument/2006/relationships/image" Target="../media/image329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328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291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15" Type="http://schemas.openxmlformats.org/officeDocument/2006/relationships/image" Target="../media/image290.png"/><Relationship Id="rId23" Type="http://schemas.openxmlformats.org/officeDocument/2006/relationships/image" Target="../media/image327.png"/><Relationship Id="rId28" Type="http://schemas.openxmlformats.org/officeDocument/2006/relationships/image" Target="../media/image249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237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0.png"/><Relationship Id="rId18" Type="http://schemas.openxmlformats.org/officeDocument/2006/relationships/image" Target="../media/image241.png"/><Relationship Id="rId26" Type="http://schemas.openxmlformats.org/officeDocument/2006/relationships/image" Target="../media/image333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332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291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15" Type="http://schemas.openxmlformats.org/officeDocument/2006/relationships/image" Target="../media/image290.png"/><Relationship Id="rId23" Type="http://schemas.openxmlformats.org/officeDocument/2006/relationships/image" Target="../media/image331.png"/><Relationship Id="rId28" Type="http://schemas.openxmlformats.org/officeDocument/2006/relationships/image" Target="../media/image249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237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6.png"/><Relationship Id="rId18" Type="http://schemas.openxmlformats.org/officeDocument/2006/relationships/image" Target="../media/image241.png"/><Relationship Id="rId26" Type="http://schemas.openxmlformats.org/officeDocument/2006/relationships/image" Target="../media/image8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7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6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40" Type="http://schemas.openxmlformats.org/officeDocument/2006/relationships/image" Target="../media/image10.png"/><Relationship Id="rId5" Type="http://schemas.openxmlformats.org/officeDocument/2006/relationships/image" Target="../media/image234.png"/><Relationship Id="rId23" Type="http://schemas.openxmlformats.org/officeDocument/2006/relationships/image" Target="../media/image5.png"/><Relationship Id="rId28" Type="http://schemas.openxmlformats.org/officeDocument/2006/relationships/image" Target="../media/image9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4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241.png"/><Relationship Id="rId26" Type="http://schemas.openxmlformats.org/officeDocument/2006/relationships/image" Target="../media/image329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328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13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23" Type="http://schemas.openxmlformats.org/officeDocument/2006/relationships/image" Target="../media/image327.png"/><Relationship Id="rId28" Type="http://schemas.openxmlformats.org/officeDocument/2006/relationships/image" Target="../media/image14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12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41.png"/><Relationship Id="rId26" Type="http://schemas.openxmlformats.org/officeDocument/2006/relationships/image" Target="../media/image8.png"/><Relationship Id="rId39" Type="http://schemas.openxmlformats.org/officeDocument/2006/relationships/image" Target="../media/image324.png"/><Relationship Id="rId21" Type="http://schemas.openxmlformats.org/officeDocument/2006/relationships/image" Target="../media/image245.png"/><Relationship Id="rId34" Type="http://schemas.openxmlformats.org/officeDocument/2006/relationships/image" Target="../media/image319.png"/><Relationship Id="rId7" Type="http://schemas.openxmlformats.org/officeDocument/2006/relationships/image" Target="../media/image325.png"/><Relationship Id="rId12" Type="http://schemas.openxmlformats.org/officeDocument/2006/relationships/image" Target="../media/image215.png"/><Relationship Id="rId17" Type="http://schemas.openxmlformats.org/officeDocument/2006/relationships/image" Target="../media/image240.png"/><Relationship Id="rId25" Type="http://schemas.openxmlformats.org/officeDocument/2006/relationships/image" Target="../media/image7.png"/><Relationship Id="rId33" Type="http://schemas.openxmlformats.org/officeDocument/2006/relationships/image" Target="../media/image318.png"/><Relationship Id="rId38" Type="http://schemas.openxmlformats.org/officeDocument/2006/relationships/image" Target="../media/image323.png"/><Relationship Id="rId2" Type="http://schemas.openxmlformats.org/officeDocument/2006/relationships/image" Target="../media/image231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11" Type="http://schemas.openxmlformats.org/officeDocument/2006/relationships/image" Target="../media/image214.png"/><Relationship Id="rId24" Type="http://schemas.openxmlformats.org/officeDocument/2006/relationships/image" Target="../media/image17.png"/><Relationship Id="rId32" Type="http://schemas.openxmlformats.org/officeDocument/2006/relationships/image" Target="../media/image317.png"/><Relationship Id="rId37" Type="http://schemas.openxmlformats.org/officeDocument/2006/relationships/image" Target="../media/image322.png"/><Relationship Id="rId5" Type="http://schemas.openxmlformats.org/officeDocument/2006/relationships/image" Target="../media/image234.png"/><Relationship Id="rId23" Type="http://schemas.openxmlformats.org/officeDocument/2006/relationships/image" Target="../media/image331.png"/><Relationship Id="rId28" Type="http://schemas.openxmlformats.org/officeDocument/2006/relationships/image" Target="../media/image18.png"/><Relationship Id="rId36" Type="http://schemas.openxmlformats.org/officeDocument/2006/relationships/image" Target="../media/image321.png"/><Relationship Id="rId10" Type="http://schemas.openxmlformats.org/officeDocument/2006/relationships/image" Target="../media/image213.png"/><Relationship Id="rId19" Type="http://schemas.openxmlformats.org/officeDocument/2006/relationships/image" Target="../media/image242.png"/><Relationship Id="rId31" Type="http://schemas.openxmlformats.org/officeDocument/2006/relationships/image" Target="../media/image316.png"/><Relationship Id="rId4" Type="http://schemas.openxmlformats.org/officeDocument/2006/relationships/image" Target="../media/image233.png"/><Relationship Id="rId9" Type="http://schemas.openxmlformats.org/officeDocument/2006/relationships/image" Target="../media/image212.png"/><Relationship Id="rId14" Type="http://schemas.openxmlformats.org/officeDocument/2006/relationships/image" Target="../media/image16.png"/><Relationship Id="rId22" Type="http://schemas.openxmlformats.org/officeDocument/2006/relationships/image" Target="../media/image246.png"/><Relationship Id="rId27" Type="http://schemas.openxmlformats.org/officeDocument/2006/relationships/image" Target="../media/image248.png"/><Relationship Id="rId30" Type="http://schemas.openxmlformats.org/officeDocument/2006/relationships/image" Target="../media/image295.png"/><Relationship Id="rId35" Type="http://schemas.openxmlformats.org/officeDocument/2006/relationships/image" Target="../media/image320.png"/><Relationship Id="rId8" Type="http://schemas.openxmlformats.org/officeDocument/2006/relationships/image" Target="../media/image236.png"/><Relationship Id="rId3" Type="http://schemas.openxmlformats.org/officeDocument/2006/relationships/image" Target="../media/image2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44.png"/><Relationship Id="rId18" Type="http://schemas.openxmlformats.org/officeDocument/2006/relationships/image" Target="../media/image690.png"/><Relationship Id="rId3" Type="http://schemas.openxmlformats.org/officeDocument/2006/relationships/image" Target="../media/image50.png"/><Relationship Id="rId21" Type="http://schemas.openxmlformats.org/officeDocument/2006/relationships/image" Target="../media/image660.png"/><Relationship Id="rId7" Type="http://schemas.openxmlformats.org/officeDocument/2006/relationships/image" Target="../media/image55.png"/><Relationship Id="rId12" Type="http://schemas.openxmlformats.org/officeDocument/2006/relationships/image" Target="../media/image600.png"/><Relationship Id="rId17" Type="http://schemas.openxmlformats.org/officeDocument/2006/relationships/image" Target="../media/image45.png"/><Relationship Id="rId2" Type="http://schemas.openxmlformats.org/officeDocument/2006/relationships/image" Target="../media/image42.png"/><Relationship Id="rId16" Type="http://schemas.openxmlformats.org/officeDocument/2006/relationships/image" Target="../media/image640.png"/><Relationship Id="rId20" Type="http://schemas.openxmlformats.org/officeDocument/2006/relationships/image" Target="../media/image6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0.png"/><Relationship Id="rId5" Type="http://schemas.openxmlformats.org/officeDocument/2006/relationships/image" Target="../media/image53.png"/><Relationship Id="rId15" Type="http://schemas.openxmlformats.org/officeDocument/2006/relationships/image" Target="../media/image630.png"/><Relationship Id="rId10" Type="http://schemas.openxmlformats.org/officeDocument/2006/relationships/image" Target="../media/image58.png"/><Relationship Id="rId19" Type="http://schemas.openxmlformats.org/officeDocument/2006/relationships/image" Target="../media/image670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13" Type="http://schemas.openxmlformats.org/officeDocument/2006/relationships/image" Target="../media/image812.png"/><Relationship Id="rId18" Type="http://schemas.openxmlformats.org/officeDocument/2006/relationships/image" Target="../media/image146.png"/><Relationship Id="rId3" Type="http://schemas.openxmlformats.org/officeDocument/2006/relationships/image" Target="../media/image711.png"/><Relationship Id="rId7" Type="http://schemas.openxmlformats.org/officeDocument/2006/relationships/image" Target="../media/image750.png"/><Relationship Id="rId12" Type="http://schemas.openxmlformats.org/officeDocument/2006/relationships/image" Target="../media/image801.png"/><Relationship Id="rId17" Type="http://schemas.openxmlformats.org/officeDocument/2006/relationships/image" Target="../media/image851.png"/><Relationship Id="rId2" Type="http://schemas.openxmlformats.org/officeDocument/2006/relationships/image" Target="../media/image700.png"/><Relationship Id="rId16" Type="http://schemas.openxmlformats.org/officeDocument/2006/relationships/image" Target="../media/image841.png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0.png"/><Relationship Id="rId11" Type="http://schemas.openxmlformats.org/officeDocument/2006/relationships/image" Target="../media/image791.png"/><Relationship Id="rId5" Type="http://schemas.openxmlformats.org/officeDocument/2006/relationships/image" Target="../media/image142.png"/><Relationship Id="rId15" Type="http://schemas.openxmlformats.org/officeDocument/2006/relationships/image" Target="../media/image831.png"/><Relationship Id="rId10" Type="http://schemas.openxmlformats.org/officeDocument/2006/relationships/image" Target="../media/image144.png"/><Relationship Id="rId19" Type="http://schemas.openxmlformats.org/officeDocument/2006/relationships/image" Target="../media/image660.png"/><Relationship Id="rId4" Type="http://schemas.openxmlformats.org/officeDocument/2006/relationships/image" Target="../media/image720.png"/><Relationship Id="rId9" Type="http://schemas.openxmlformats.org/officeDocument/2006/relationships/image" Target="../media/image143.png"/><Relationship Id="rId14" Type="http://schemas.openxmlformats.org/officeDocument/2006/relationships/image" Target="../media/image14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13" Type="http://schemas.openxmlformats.org/officeDocument/2006/relationships/image" Target="../media/image801.png"/><Relationship Id="rId18" Type="http://schemas.openxmlformats.org/officeDocument/2006/relationships/image" Target="../media/image851.png"/><Relationship Id="rId3" Type="http://schemas.openxmlformats.org/officeDocument/2006/relationships/image" Target="../media/image711.png"/><Relationship Id="rId7" Type="http://schemas.openxmlformats.org/officeDocument/2006/relationships/image" Target="../media/image750.png"/><Relationship Id="rId12" Type="http://schemas.openxmlformats.org/officeDocument/2006/relationships/image" Target="../media/image791.png"/><Relationship Id="rId17" Type="http://schemas.openxmlformats.org/officeDocument/2006/relationships/image" Target="../media/image841.png"/><Relationship Id="rId2" Type="http://schemas.openxmlformats.org/officeDocument/2006/relationships/image" Target="../media/image700.png"/><Relationship Id="rId16" Type="http://schemas.openxmlformats.org/officeDocument/2006/relationships/image" Target="../media/image831.png"/><Relationship Id="rId20" Type="http://schemas.openxmlformats.org/officeDocument/2006/relationships/image" Target="../media/image8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0.png"/><Relationship Id="rId11" Type="http://schemas.openxmlformats.org/officeDocument/2006/relationships/image" Target="../media/image660.png"/><Relationship Id="rId5" Type="http://schemas.openxmlformats.org/officeDocument/2006/relationships/image" Target="../media/image142.png"/><Relationship Id="rId15" Type="http://schemas.openxmlformats.org/officeDocument/2006/relationships/image" Target="../media/image145.png"/><Relationship Id="rId10" Type="http://schemas.openxmlformats.org/officeDocument/2006/relationships/image" Target="../media/image147.png"/><Relationship Id="rId19" Type="http://schemas.openxmlformats.org/officeDocument/2006/relationships/image" Target="../media/image146.png"/><Relationship Id="rId4" Type="http://schemas.openxmlformats.org/officeDocument/2006/relationships/image" Target="../media/image720.png"/><Relationship Id="rId9" Type="http://schemas.openxmlformats.org/officeDocument/2006/relationships/image" Target="../media/image143.png"/><Relationship Id="rId14" Type="http://schemas.openxmlformats.org/officeDocument/2006/relationships/image" Target="../media/image8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0.png"/><Relationship Id="rId13" Type="http://schemas.openxmlformats.org/officeDocument/2006/relationships/image" Target="../media/image1010.png"/><Relationship Id="rId3" Type="http://schemas.openxmlformats.org/officeDocument/2006/relationships/image" Target="../media/image910.png"/><Relationship Id="rId7" Type="http://schemas.openxmlformats.org/officeDocument/2006/relationships/image" Target="../media/image950.png"/><Relationship Id="rId12" Type="http://schemas.openxmlformats.org/officeDocument/2006/relationships/image" Target="../media/image1000.png"/><Relationship Id="rId17" Type="http://schemas.openxmlformats.org/officeDocument/2006/relationships/image" Target="../media/image1050.png"/><Relationship Id="rId2" Type="http://schemas.openxmlformats.org/officeDocument/2006/relationships/image" Target="../media/image901.png"/><Relationship Id="rId16" Type="http://schemas.openxmlformats.org/officeDocument/2006/relationships/image" Target="../media/image10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0.png"/><Relationship Id="rId11" Type="http://schemas.openxmlformats.org/officeDocument/2006/relationships/image" Target="../media/image990.png"/><Relationship Id="rId5" Type="http://schemas.openxmlformats.org/officeDocument/2006/relationships/image" Target="../media/image148.png"/><Relationship Id="rId15" Type="http://schemas.openxmlformats.org/officeDocument/2006/relationships/image" Target="../media/image1030.png"/><Relationship Id="rId10" Type="http://schemas.openxmlformats.org/officeDocument/2006/relationships/image" Target="../media/image150.png"/><Relationship Id="rId4" Type="http://schemas.openxmlformats.org/officeDocument/2006/relationships/image" Target="../media/image920.png"/><Relationship Id="rId9" Type="http://schemas.openxmlformats.org/officeDocument/2006/relationships/image" Target="../media/image149.png"/><Relationship Id="rId14" Type="http://schemas.openxmlformats.org/officeDocument/2006/relationships/image" Target="../media/image10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25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image" Target="../media/image90.png"/><Relationship Id="rId16" Type="http://schemas.openxmlformats.org/officeDocument/2006/relationships/image" Target="../media/image810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710.png"/><Relationship Id="rId5" Type="http://schemas.openxmlformats.org/officeDocument/2006/relationships/image" Target="../media/image22.png"/><Relationship Id="rId15" Type="http://schemas.openxmlformats.org/officeDocument/2006/relationships/image" Target="../media/image103.png"/><Relationship Id="rId10" Type="http://schemas.openxmlformats.org/officeDocument/2006/relationships/image" Target="../media/image24.png"/><Relationship Id="rId19" Type="http://schemas.openxmlformats.org/officeDocument/2006/relationships/image" Target="../media/image26.png"/><Relationship Id="rId4" Type="http://schemas.openxmlformats.org/officeDocument/2006/relationships/image" Target="../media/image92.png"/><Relationship Id="rId9" Type="http://schemas.openxmlformats.org/officeDocument/2006/relationships/image" Target="../media/image23.png"/><Relationship Id="rId14" Type="http://schemas.openxmlformats.org/officeDocument/2006/relationships/image" Target="../media/image10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9.png"/><Relationship Id="rId5" Type="http://schemas.openxmlformats.org/officeDocument/2006/relationships/image" Target="../media/image39.png"/><Relationship Id="rId10" Type="http://schemas.openxmlformats.org/officeDocument/2006/relationships/image" Target="../media/image48.png"/><Relationship Id="rId4" Type="http://schemas.openxmlformats.org/officeDocument/2006/relationships/image" Target="../media/image38.png"/><Relationship Id="rId9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68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6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66.png"/><Relationship Id="rId5" Type="http://schemas.openxmlformats.org/officeDocument/2006/relationships/image" Target="../media/image39.png"/><Relationship Id="rId10" Type="http://schemas.openxmlformats.org/officeDocument/2006/relationships/image" Target="../media/image48.png"/><Relationship Id="rId4" Type="http://schemas.openxmlformats.org/officeDocument/2006/relationships/image" Target="../media/image38.png"/><Relationship Id="rId9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30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2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openxmlformats.org/officeDocument/2006/relationships/image" Target="../media/image810.png"/><Relationship Id="rId4" Type="http://schemas.openxmlformats.org/officeDocument/2006/relationships/image" Target="../media/image92.png"/><Relationship Id="rId9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26.png"/><Relationship Id="rId3" Type="http://schemas.openxmlformats.org/officeDocument/2006/relationships/image" Target="../media/image73.png"/><Relationship Id="rId7" Type="http://schemas.openxmlformats.org/officeDocument/2006/relationships/image" Target="../media/image76.png"/><Relationship Id="rId12" Type="http://schemas.openxmlformats.org/officeDocument/2006/relationships/image" Target="../media/image25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79.png"/><Relationship Id="rId5" Type="http://schemas.openxmlformats.org/officeDocument/2006/relationships/image" Target="../media/image75.png"/><Relationship Id="rId10" Type="http://schemas.openxmlformats.org/officeDocument/2006/relationships/image" Target="../media/image23.png"/><Relationship Id="rId4" Type="http://schemas.openxmlformats.org/officeDocument/2006/relationships/image" Target="../media/image74.png"/><Relationship Id="rId9" Type="http://schemas.openxmlformats.org/officeDocument/2006/relationships/image" Target="../media/image7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26.png"/><Relationship Id="rId3" Type="http://schemas.openxmlformats.org/officeDocument/2006/relationships/image" Target="../media/image73.png"/><Relationship Id="rId7" Type="http://schemas.openxmlformats.org/officeDocument/2006/relationships/image" Target="../media/image76.png"/><Relationship Id="rId12" Type="http://schemas.openxmlformats.org/officeDocument/2006/relationships/image" Target="../media/image2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79.png"/><Relationship Id="rId5" Type="http://schemas.openxmlformats.org/officeDocument/2006/relationships/image" Target="../media/image75.png"/><Relationship Id="rId10" Type="http://schemas.openxmlformats.org/officeDocument/2006/relationships/image" Target="../media/image23.png"/><Relationship Id="rId4" Type="http://schemas.openxmlformats.org/officeDocument/2006/relationships/image" Target="../media/image74.png"/><Relationship Id="rId9" Type="http://schemas.openxmlformats.org/officeDocument/2006/relationships/image" Target="../media/image7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26.png"/><Relationship Id="rId3" Type="http://schemas.openxmlformats.org/officeDocument/2006/relationships/image" Target="../media/image73.png"/><Relationship Id="rId7" Type="http://schemas.openxmlformats.org/officeDocument/2006/relationships/image" Target="../media/image76.png"/><Relationship Id="rId12" Type="http://schemas.openxmlformats.org/officeDocument/2006/relationships/image" Target="../media/image25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79.png"/><Relationship Id="rId5" Type="http://schemas.openxmlformats.org/officeDocument/2006/relationships/image" Target="../media/image75.png"/><Relationship Id="rId10" Type="http://schemas.openxmlformats.org/officeDocument/2006/relationships/image" Target="../media/image23.png"/><Relationship Id="rId4" Type="http://schemas.openxmlformats.org/officeDocument/2006/relationships/image" Target="../media/image74.png"/><Relationship Id="rId9" Type="http://schemas.openxmlformats.org/officeDocument/2006/relationships/image" Target="../media/image7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nvidia.com/cuda/cusparse/index.html#matrix-formats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8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7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3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hyperlink" Target="https://people.eecs.berkeley.edu/~aydin/spmm_europar2018.pdf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0.png"/><Relationship Id="rId3" Type="http://schemas.openxmlformats.org/officeDocument/2006/relationships/image" Target="../media/image311.png"/><Relationship Id="rId7" Type="http://schemas.openxmlformats.org/officeDocument/2006/relationships/image" Target="../media/image221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5" Type="http://schemas.openxmlformats.org/officeDocument/2006/relationships/image" Target="../media/image511.png"/><Relationship Id="rId4" Type="http://schemas.openxmlformats.org/officeDocument/2006/relationships/image" Target="../media/image41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png"/><Relationship Id="rId4" Type="http://schemas.openxmlformats.org/officeDocument/2006/relationships/image" Target="../media/image40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18</a:t>
            </a:r>
          </a:p>
          <a:p>
            <a:r>
              <a:rPr lang="en-US" dirty="0"/>
              <a:t>10/30/2025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Accelerating Sparse Transformers – Part I</a:t>
            </a:r>
          </a:p>
        </p:txBody>
      </p:sp>
    </p:spTree>
    <p:extLst>
      <p:ext uri="{BB962C8B-B14F-4D97-AF65-F5344CB8AC3E}">
        <p14:creationId xmlns:p14="http://schemas.microsoft.com/office/powerpoint/2010/main" val="318335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8B0B-DD77-D587-4EA3-5CCD5ACD7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9EA17-ED0D-C0D7-396C-7C20617F4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 2 due this Saturday</a:t>
            </a:r>
          </a:p>
          <a:p>
            <a:endParaRPr lang="en-US" dirty="0"/>
          </a:p>
          <a:p>
            <a:r>
              <a:rPr lang="en-US" dirty="0"/>
              <a:t>WA 3 will be out by Saturday</a:t>
            </a:r>
          </a:p>
        </p:txBody>
      </p:sp>
    </p:spTree>
    <p:extLst>
      <p:ext uri="{BB962C8B-B14F-4D97-AF65-F5344CB8AC3E}">
        <p14:creationId xmlns:p14="http://schemas.microsoft.com/office/powerpoint/2010/main" val="1046170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9EC13-21A1-58EE-9166-65C0F65E8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EA93A-3AAF-D595-514B-2BF3E52E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EFF3E-888E-B6C9-31D3-0E2097065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Accelerating Sparse Transformers – Part I</a:t>
            </a:r>
          </a:p>
        </p:txBody>
      </p:sp>
    </p:spTree>
    <p:extLst>
      <p:ext uri="{BB962C8B-B14F-4D97-AF65-F5344CB8AC3E}">
        <p14:creationId xmlns:p14="http://schemas.microsoft.com/office/powerpoint/2010/main" val="1007127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AB6F-E373-B586-6E78-BEDC11DBA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Mechanism – Fast Facts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2588EC-CFEF-33A5-8B83-EBE75C3183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pPr lvl="1"/>
                <a:r>
                  <a:rPr lang="en-US" dirty="0"/>
                  <a:t>Operation #1: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Operation #2: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: Dense matrices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2588EC-CFEF-33A5-8B83-EBE75C3183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2022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E9996-9686-0C95-F70B-B26A036A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3D9047-E8CA-3BFA-EDE6-336C0B12A2C4}"/>
              </a:ext>
            </a:extLst>
          </p:cNvPr>
          <p:cNvSpPr/>
          <p:nvPr/>
        </p:nvSpPr>
        <p:spPr>
          <a:xfrm>
            <a:off x="1702979" y="258733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9EAFB2-2293-0137-033C-2FAA9A864AF3}"/>
              </a:ext>
            </a:extLst>
          </p:cNvPr>
          <p:cNvSpPr/>
          <p:nvPr/>
        </p:nvSpPr>
        <p:spPr>
          <a:xfrm>
            <a:off x="5087676" y="258733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7BAC20-E486-A645-6F62-B7E2B650973F}"/>
              </a:ext>
            </a:extLst>
          </p:cNvPr>
          <p:cNvCxnSpPr/>
          <p:nvPr/>
        </p:nvCxnSpPr>
        <p:spPr>
          <a:xfrm>
            <a:off x="1908544" y="285484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AAE771-1CF3-FCBB-24EC-B61D004631C1}"/>
              </a:ext>
            </a:extLst>
          </p:cNvPr>
          <p:cNvCxnSpPr/>
          <p:nvPr/>
        </p:nvCxnSpPr>
        <p:spPr>
          <a:xfrm>
            <a:off x="1908544" y="30976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F6D229-0000-C32A-C11A-0DCA18216F42}"/>
              </a:ext>
            </a:extLst>
          </p:cNvPr>
          <p:cNvCxnSpPr/>
          <p:nvPr/>
        </p:nvCxnSpPr>
        <p:spPr>
          <a:xfrm>
            <a:off x="1908544" y="338292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115D93-F462-BF48-71FF-E870CC6D5C20}"/>
              </a:ext>
            </a:extLst>
          </p:cNvPr>
          <p:cNvCxnSpPr/>
          <p:nvPr/>
        </p:nvCxnSpPr>
        <p:spPr>
          <a:xfrm>
            <a:off x="1908544" y="464288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7B60C6-0A40-60CA-9E96-C9AD6A2B36FE}"/>
                  </a:ext>
                </a:extLst>
              </p:cNvPr>
              <p:cNvSpPr txBox="1"/>
              <p:nvPr/>
            </p:nvSpPr>
            <p:spPr>
              <a:xfrm>
                <a:off x="871870" y="3551276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7B60C6-0A40-60CA-9E96-C9AD6A2B3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870" y="3551276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0AC651-F1CE-EAB4-7F57-5F7BC3AF6C7B}"/>
              </a:ext>
            </a:extLst>
          </p:cNvPr>
          <p:cNvCxnSpPr>
            <a:cxnSpLocks/>
          </p:cNvCxnSpPr>
          <p:nvPr/>
        </p:nvCxnSpPr>
        <p:spPr>
          <a:xfrm>
            <a:off x="5322477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F97FC8-D92A-B6BD-5997-EC91AE5BAB5A}"/>
              </a:ext>
            </a:extLst>
          </p:cNvPr>
          <p:cNvCxnSpPr>
            <a:cxnSpLocks/>
          </p:cNvCxnSpPr>
          <p:nvPr/>
        </p:nvCxnSpPr>
        <p:spPr>
          <a:xfrm>
            <a:off x="5565254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7F2B7A-5A4A-ACBD-A165-2A4953517217}"/>
              </a:ext>
            </a:extLst>
          </p:cNvPr>
          <p:cNvCxnSpPr>
            <a:cxnSpLocks/>
          </p:cNvCxnSpPr>
          <p:nvPr/>
        </p:nvCxnSpPr>
        <p:spPr>
          <a:xfrm>
            <a:off x="5823980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0E9C35C-252C-E425-7940-37FC58E91FF5}"/>
              </a:ext>
            </a:extLst>
          </p:cNvPr>
          <p:cNvCxnSpPr>
            <a:cxnSpLocks/>
          </p:cNvCxnSpPr>
          <p:nvPr/>
        </p:nvCxnSpPr>
        <p:spPr>
          <a:xfrm>
            <a:off x="7151277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19D24A-992A-28F4-D61A-AC49686A4214}"/>
              </a:ext>
            </a:extLst>
          </p:cNvPr>
          <p:cNvCxnSpPr>
            <a:cxnSpLocks/>
          </p:cNvCxnSpPr>
          <p:nvPr/>
        </p:nvCxnSpPr>
        <p:spPr>
          <a:xfrm>
            <a:off x="7431268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913C15-BB26-89F1-99EF-8137C91A42EE}"/>
              </a:ext>
            </a:extLst>
          </p:cNvPr>
          <p:cNvCxnSpPr>
            <a:cxnSpLocks/>
          </p:cNvCxnSpPr>
          <p:nvPr/>
        </p:nvCxnSpPr>
        <p:spPr>
          <a:xfrm>
            <a:off x="7721891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2A5FC5-DDAD-8C07-5CB4-DA41FC5F93CA}"/>
                  </a:ext>
                </a:extLst>
              </p:cNvPr>
              <p:cNvSpPr txBox="1"/>
              <p:nvPr/>
            </p:nvSpPr>
            <p:spPr>
              <a:xfrm>
                <a:off x="6414977" y="5186918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2A5FC5-DDAD-8C07-5CB4-DA41FC5F9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977" y="5186918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0F74EC-8D43-816A-44F1-062833CD0EF1}"/>
                  </a:ext>
                </a:extLst>
              </p:cNvPr>
              <p:cNvSpPr txBox="1"/>
              <p:nvPr/>
            </p:nvSpPr>
            <p:spPr>
              <a:xfrm>
                <a:off x="2854321" y="1975226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0F74EC-8D43-816A-44F1-062833CD0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321" y="1975226"/>
                <a:ext cx="4876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E1A369-E77D-88FD-B01B-4F8C865C5C1D}"/>
                  </a:ext>
                </a:extLst>
              </p:cNvPr>
              <p:cNvSpPr txBox="1"/>
              <p:nvPr/>
            </p:nvSpPr>
            <p:spPr>
              <a:xfrm>
                <a:off x="7984675" y="362094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E1A369-E77D-88FD-B01B-4F8C865C5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675" y="3620943"/>
                <a:ext cx="4876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eft Bracket 21">
            <a:extLst>
              <a:ext uri="{FF2B5EF4-FFF2-40B4-BE49-F238E27FC236}">
                <a16:creationId xmlns:a16="http://schemas.microsoft.com/office/drawing/2014/main" id="{27F5E8B6-1421-3B1E-4540-A77E095BE94C}"/>
              </a:ext>
            </a:extLst>
          </p:cNvPr>
          <p:cNvSpPr/>
          <p:nvPr/>
        </p:nvSpPr>
        <p:spPr>
          <a:xfrm>
            <a:off x="933896" y="1990062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CC3ED531-E301-FB63-E055-BD76643DB689}"/>
              </a:ext>
            </a:extLst>
          </p:cNvPr>
          <p:cNvSpPr/>
          <p:nvPr/>
        </p:nvSpPr>
        <p:spPr>
          <a:xfrm rot="10800000">
            <a:off x="7906343" y="1990062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00AF4D-CF32-D80F-99CC-3CDE775F2EBE}"/>
              </a:ext>
            </a:extLst>
          </p:cNvPr>
          <p:cNvSpPr txBox="1"/>
          <p:nvPr/>
        </p:nvSpPr>
        <p:spPr>
          <a:xfrm>
            <a:off x="41369" y="3569552"/>
            <a:ext cx="9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55A643-5D7A-8841-2A03-B48E113FD28A}"/>
              </a:ext>
            </a:extLst>
          </p:cNvPr>
          <p:cNvSpPr/>
          <p:nvPr/>
        </p:nvSpPr>
        <p:spPr>
          <a:xfrm>
            <a:off x="9171091" y="2469818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/>
              <p:nvPr/>
            </p:nvSpPr>
            <p:spPr>
              <a:xfrm>
                <a:off x="8749218" y="350446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218" y="3504465"/>
                <a:ext cx="3657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/>
              <p:nvPr/>
            </p:nvSpPr>
            <p:spPr>
              <a:xfrm>
                <a:off x="10384788" y="2052552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4788" y="2052552"/>
                <a:ext cx="48769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A0721B-0BE6-0A8D-E198-EEF38DAF8E08}"/>
                  </a:ext>
                </a:extLst>
              </p:cNvPr>
              <p:cNvSpPr txBox="1"/>
              <p:nvPr/>
            </p:nvSpPr>
            <p:spPr>
              <a:xfrm>
                <a:off x="2868107" y="2510795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A0721B-0BE6-0A8D-E198-EEF38DAF8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107" y="2510795"/>
                <a:ext cx="428130" cy="338554"/>
              </a:xfrm>
              <a:prstGeom prst="rect">
                <a:avLst/>
              </a:prstGeom>
              <a:blipFill>
                <a:blip r:embed="rId9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1D5D9C-B201-0EEF-318D-40B0AC6E3235}"/>
                  </a:ext>
                </a:extLst>
              </p:cNvPr>
              <p:cNvSpPr txBox="1"/>
              <p:nvPr/>
            </p:nvSpPr>
            <p:spPr>
              <a:xfrm>
                <a:off x="2868107" y="279066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1D5D9C-B201-0EEF-318D-40B0AC6E3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107" y="2790660"/>
                <a:ext cx="432874" cy="338554"/>
              </a:xfrm>
              <a:prstGeom prst="rect">
                <a:avLst/>
              </a:prstGeom>
              <a:blipFill>
                <a:blip r:embed="rId1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482A6F4-EA27-16FB-228C-A2C8F0D72E13}"/>
                  </a:ext>
                </a:extLst>
              </p:cNvPr>
              <p:cNvSpPr txBox="1"/>
              <p:nvPr/>
            </p:nvSpPr>
            <p:spPr>
              <a:xfrm>
                <a:off x="2865446" y="3051176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482A6F4-EA27-16FB-228C-A2C8F0D72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446" y="3051176"/>
                <a:ext cx="432874" cy="338554"/>
              </a:xfrm>
              <a:prstGeom prst="rect">
                <a:avLst/>
              </a:prstGeom>
              <a:blipFill>
                <a:blip r:embed="rId11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DF7D068-0EDF-D9B3-CFAB-8BBFD3C24E01}"/>
                  </a:ext>
                </a:extLst>
              </p:cNvPr>
              <p:cNvSpPr txBox="1"/>
              <p:nvPr/>
            </p:nvSpPr>
            <p:spPr>
              <a:xfrm>
                <a:off x="5004429" y="349034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DF7D068-0EDF-D9B3-CFAB-8BBFD3C24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429" y="3490342"/>
                <a:ext cx="435311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5F2338-91E9-01D2-F6AD-DDE79B8B6C47}"/>
                  </a:ext>
                </a:extLst>
              </p:cNvPr>
              <p:cNvSpPr txBox="1"/>
              <p:nvPr/>
            </p:nvSpPr>
            <p:spPr>
              <a:xfrm>
                <a:off x="5237538" y="350342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5F2338-91E9-01D2-F6AD-DDE79B8B6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38" y="3503428"/>
                <a:ext cx="440056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E04C29F-30EA-7D27-4894-6F0CF65C07F7}"/>
                  </a:ext>
                </a:extLst>
              </p:cNvPr>
              <p:cNvSpPr txBox="1"/>
              <p:nvPr/>
            </p:nvSpPr>
            <p:spPr>
              <a:xfrm>
                <a:off x="5504435" y="350342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E04C29F-30EA-7D27-4894-6F0CF65C0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435" y="3503428"/>
                <a:ext cx="440056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/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C6B86F-0C8A-6FC9-D209-DBC98A359E2A}"/>
              </a:ext>
            </a:extLst>
          </p:cNvPr>
          <p:cNvCxnSpPr>
            <a:cxnSpLocks/>
          </p:cNvCxnSpPr>
          <p:nvPr/>
        </p:nvCxnSpPr>
        <p:spPr>
          <a:xfrm flipH="1">
            <a:off x="3802935" y="1737132"/>
            <a:ext cx="1077902" cy="73268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4FE1B3-A67D-6837-9EE6-1BAA38A03BE1}"/>
              </a:ext>
            </a:extLst>
          </p:cNvPr>
          <p:cNvCxnSpPr>
            <a:cxnSpLocks/>
          </p:cNvCxnSpPr>
          <p:nvPr/>
        </p:nvCxnSpPr>
        <p:spPr>
          <a:xfrm>
            <a:off x="5138688" y="1717592"/>
            <a:ext cx="1276289" cy="86974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8BE19BD-AE3C-7232-CEEE-29BE6A819BC7}"/>
              </a:ext>
            </a:extLst>
          </p:cNvPr>
          <p:cNvCxnSpPr>
            <a:cxnSpLocks/>
          </p:cNvCxnSpPr>
          <p:nvPr/>
        </p:nvCxnSpPr>
        <p:spPr>
          <a:xfrm>
            <a:off x="5484289" y="1648436"/>
            <a:ext cx="3661840" cy="140274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1341A86-BF14-30A4-4854-6410AB3BD3CA}"/>
                  </a:ext>
                </a:extLst>
              </p:cNvPr>
              <p:cNvSpPr txBox="1"/>
              <p:nvPr/>
            </p:nvSpPr>
            <p:spPr>
              <a:xfrm>
                <a:off x="2288606" y="5805524"/>
                <a:ext cx="391841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 Matrix: Each row is a query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Matrix: Each column is a key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Matrix: Each row is a value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1341A86-BF14-30A4-4854-6410AB3BD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606" y="5805524"/>
                <a:ext cx="3918414" cy="923330"/>
              </a:xfrm>
              <a:prstGeom prst="rect">
                <a:avLst/>
              </a:prstGeom>
              <a:blipFill>
                <a:blip r:embed="rId16"/>
                <a:stretch>
                  <a:fillRect l="-1244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C8D83B-7218-6109-3F1B-B4176EC0A58D}"/>
              </a:ext>
            </a:extLst>
          </p:cNvPr>
          <p:cNvCxnSpPr/>
          <p:nvPr/>
        </p:nvCxnSpPr>
        <p:spPr>
          <a:xfrm>
            <a:off x="9430908" y="280717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51F18-991B-8137-7591-471497E524B4}"/>
              </a:ext>
            </a:extLst>
          </p:cNvPr>
          <p:cNvCxnSpPr/>
          <p:nvPr/>
        </p:nvCxnSpPr>
        <p:spPr>
          <a:xfrm>
            <a:off x="9430908" y="304995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4D85CC-080E-68EF-1082-C99BC33006CC}"/>
              </a:ext>
            </a:extLst>
          </p:cNvPr>
          <p:cNvCxnSpPr/>
          <p:nvPr/>
        </p:nvCxnSpPr>
        <p:spPr>
          <a:xfrm>
            <a:off x="9430908" y="333526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CA0708-5842-0EA5-7F63-A672425978B9}"/>
              </a:ext>
            </a:extLst>
          </p:cNvPr>
          <p:cNvCxnSpPr/>
          <p:nvPr/>
        </p:nvCxnSpPr>
        <p:spPr>
          <a:xfrm>
            <a:off x="9430908" y="459522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/>
              <p:nvPr/>
            </p:nvSpPr>
            <p:spPr>
              <a:xfrm>
                <a:off x="10390471" y="2463131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0471" y="2463131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/>
              <p:nvPr/>
            </p:nvSpPr>
            <p:spPr>
              <a:xfrm>
                <a:off x="10390471" y="2742996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0471" y="2742996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/>
              <p:nvPr/>
            </p:nvSpPr>
            <p:spPr>
              <a:xfrm>
                <a:off x="10387810" y="300351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810" y="3003512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C6C34B83-315E-6233-51F8-898C6F42D304}"/>
              </a:ext>
            </a:extLst>
          </p:cNvPr>
          <p:cNvSpPr txBox="1"/>
          <p:nvPr/>
        </p:nvSpPr>
        <p:spPr>
          <a:xfrm>
            <a:off x="4674767" y="3569552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E13FD1-550E-D732-0069-7BE2B688AA97}"/>
              </a:ext>
            </a:extLst>
          </p:cNvPr>
          <p:cNvSpPr txBox="1"/>
          <p:nvPr/>
        </p:nvSpPr>
        <p:spPr>
          <a:xfrm>
            <a:off x="8437162" y="3581846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B1C61B-0364-1DEE-BA2E-613BEF456114}"/>
              </a:ext>
            </a:extLst>
          </p:cNvPr>
          <p:cNvSpPr txBox="1"/>
          <p:nvPr/>
        </p:nvSpPr>
        <p:spPr>
          <a:xfrm>
            <a:off x="7490010" y="6145906"/>
            <a:ext cx="194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X: Matrix MM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6589BD-9612-9D40-00F8-8AEF9ECAB34A}"/>
                  </a:ext>
                </a:extLst>
              </p:cNvPr>
              <p:cNvSpPr txBox="1"/>
              <p:nvPr/>
            </p:nvSpPr>
            <p:spPr>
              <a:xfrm>
                <a:off x="2868107" y="432118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6589BD-9612-9D40-00F8-8AEF9ECA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107" y="4321186"/>
                <a:ext cx="428130" cy="338554"/>
              </a:xfrm>
              <a:prstGeom prst="rect">
                <a:avLst/>
              </a:prstGeom>
              <a:blipFill>
                <a:blip r:embed="rId2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EC5354-D7F1-FB6D-81B6-50459992C313}"/>
                  </a:ext>
                </a:extLst>
              </p:cNvPr>
              <p:cNvSpPr txBox="1"/>
              <p:nvPr/>
            </p:nvSpPr>
            <p:spPr>
              <a:xfrm>
                <a:off x="7410155" y="356955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EC5354-D7F1-FB6D-81B6-50459992C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155" y="3569552"/>
                <a:ext cx="440056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19F867F-6AF7-A4D2-F87A-343A0A5B3EDB}"/>
                  </a:ext>
                </a:extLst>
              </p:cNvPr>
              <p:cNvSpPr txBox="1"/>
              <p:nvPr/>
            </p:nvSpPr>
            <p:spPr>
              <a:xfrm>
                <a:off x="10412200" y="4302785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19F867F-6AF7-A4D2-F87A-343A0A5B3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2200" y="4302785"/>
                <a:ext cx="432874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348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2982A-A245-CB48-84C7-68C35FCF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9C20-C165-3BAF-4F64-5A506043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8E92BE-5A13-33A7-C578-C10F96CADF2A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9250D7-E24B-0D47-CA17-D940FD60B59D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9250D7-E24B-0D47-CA17-D940FD60B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5CF343-9E72-729A-672B-05AA81E4A40D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5CF343-9E72-729A-672B-05AA81E4A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9D2F6A-BE3D-9EE7-ABC7-C4E4E2AD47C6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0186A76-796B-2EBA-680F-87D5E0DED00C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2B2C31-225E-F530-7DA4-4AED573C9054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2B2C31-225E-F530-7DA4-4AED573C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0A4D7F8-F6ED-07F5-83B8-A0BA75420A27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8F9F94-CD70-A57E-55D5-D6A769158B12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8F9F94-CD70-A57E-55D5-D6A769158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041D804-99B0-A9A4-ABEE-C4436830F94D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41D3C5-906D-D1CF-FB14-2E50B4BE6E1E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41D3C5-906D-D1CF-FB14-2E50B4BE6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EA1BD83-A4A3-5FC6-F4C6-07C302023974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055925B-7094-6B36-0E89-0C58997EA6BA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</a:t>
                </a:r>
                <a:r>
                  <a:rPr lang="en-US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055925B-7094-6B36-0E89-0C58997EA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1C52D748-7D97-4456-9777-7708E6837E91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AFEBE4-E41E-BDC5-9763-7419E87F34E0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00B81F-FC5D-5291-A527-12FCC3E39DE5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00B81F-FC5D-5291-A527-12FCC3E39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5AF0178D-08A7-CDDA-6764-C97B399E2DFD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9428DA-BAD4-F0BC-184F-CCBFBA90166E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DCC09BA-FC28-C4AF-18AB-5D11C8A371F2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D408AFA-45C6-8400-9554-5F9D0848C5BA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66514D-6A36-095A-CE79-D31A206C29F2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C197CC5-8D35-6740-F21A-EEE22D2F1696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C449DCB-F865-3E19-2348-A90239C4F533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0A72F0A-D506-6F99-539D-919774AC9C24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0A72F0A-D506-6F99-539D-919774AC9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D39B7D4-9590-59C7-C216-CA62F9121445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D39B7D4-9590-59C7-C216-CA62F9121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E0C89DE-328B-FA90-91C1-D477C011C9E5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E0C89DE-328B-FA90-91C1-D477C011C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9912BF-0BB8-172C-D6E8-B04318C6C361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9912BF-0BB8-172C-D6E8-B04318C6C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4B055349-8C7F-E4BD-AA4E-BC6F9EA7E760}"/>
              </a:ext>
            </a:extLst>
          </p:cNvPr>
          <p:cNvSpPr/>
          <p:nvPr/>
        </p:nvSpPr>
        <p:spPr>
          <a:xfrm>
            <a:off x="4298461" y="3838677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607204B-FFB2-2715-2FC5-C196643C21DA}"/>
                  </a:ext>
                </a:extLst>
              </p:cNvPr>
              <p:cNvSpPr txBox="1"/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607204B-FFB2-2715-2FC5-C196643C2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156C474-0888-8EED-89BB-638C034FEACE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EE52E05-81D5-A823-9A13-2056C80AB23D}"/>
              </a:ext>
            </a:extLst>
          </p:cNvPr>
          <p:cNvCxnSpPr>
            <a:cxnSpLocks/>
          </p:cNvCxnSpPr>
          <p:nvPr/>
        </p:nvCxnSpPr>
        <p:spPr>
          <a:xfrm flipH="1">
            <a:off x="4257028" y="3767018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62A3AF-8EA0-72D9-DFAB-3EC78ADC2DFD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62A3AF-8EA0-72D9-DFAB-3EC78ADC2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80BAAB7-7789-4C00-37DC-231A845C7597}"/>
                  </a:ext>
                </a:extLst>
              </p:cNvPr>
              <p:cNvSpPr txBox="1"/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80BAAB7-7789-4C00-37DC-231A845C7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blipFill>
                <a:blip r:embed="rId15"/>
                <a:stretch>
                  <a:fillRect l="-8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9A69F12-2633-1616-46E1-DB1DB0C8CC54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13A5055-306E-ACBC-A392-B26E154C12DC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DE06CDE-5A72-69F5-F2C9-C063410EAD39}"/>
              </a:ext>
            </a:extLst>
          </p:cNvPr>
          <p:cNvSpPr/>
          <p:nvPr/>
        </p:nvSpPr>
        <p:spPr>
          <a:xfrm>
            <a:off x="4199344" y="471473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40380A0-4A6D-A7C2-2F78-A8597A117099}"/>
              </a:ext>
            </a:extLst>
          </p:cNvPr>
          <p:cNvCxnSpPr>
            <a:cxnSpLocks/>
          </p:cNvCxnSpPr>
          <p:nvPr/>
        </p:nvCxnSpPr>
        <p:spPr>
          <a:xfrm flipH="1">
            <a:off x="4170638" y="3094546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7F17300-B821-0ACF-7F44-608CF0E3A53E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2F3633F-968E-FFA7-2C91-B0599545320D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2F3633F-968E-FFA7-2C91-B05995453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F95930C-A0D7-F415-C3D5-1DC656CD64AE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92BC701-53C9-0B95-D419-836C745C9D77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85AB824-BF2F-0DB0-EE2E-A4AEF7F6C121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9455ED9-EB67-FCC3-D5F5-9A7B7B0CD313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D462785-DF36-D5DB-AB30-22A26A20AF59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D462785-DF36-D5DB-AB30-22A26A20A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707D01E-C8A8-4E14-1FA0-283E9B03A093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707D01E-C8A8-4E14-1FA0-283E9B03A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833CF4C-1A77-20AD-2F79-2757C3354070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833CF4C-1A77-20AD-2F79-2757C3354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F98FC41-0E65-CACD-250E-F0A44C2AA379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F98FC41-0E65-CACD-250E-F0A44C2AA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71095BD-E08B-7CBA-FAC2-E121F6403A8D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214ECC6-5D4E-78DC-18AE-780BA1B13CF0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E87B83F2-9D2F-9651-7C4F-E740BB0230AA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B5B56D9-6CFE-2997-FD36-0DA19619D4DD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7C93616-BF7C-E0D4-622C-543183FF7668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A56D35B-160D-8C41-B322-1A810F221FEC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70E19F4-65F8-8297-0389-9535491E05E9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08512A0-6B1B-1F54-F238-377A9BB8B179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7E9A4BF-8FD7-3C7A-E5A9-CAE417C03D8F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7E9A4BF-8FD7-3C7A-E5A9-CAE417C03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663726B-773F-77D9-BCE8-6F6C7E4290D8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BAACCA8-61DC-701B-212E-CC1951B1B4ED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BAACCA8-61DC-701B-212E-CC1951B1B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AD8E74B8-1179-089E-41D6-97914F235DF0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1755D9-15FD-06CA-AB57-36C6765A2F93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AE12ED1-6E2B-8785-0E0E-ACBA7BA4FDB6}"/>
              </a:ext>
            </a:extLst>
          </p:cNvPr>
          <p:cNvSpPr/>
          <p:nvPr/>
        </p:nvSpPr>
        <p:spPr>
          <a:xfrm>
            <a:off x="7996469" y="3836442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21157C1-D9DC-FF6D-59BF-F12440ABFF12}"/>
              </a:ext>
            </a:extLst>
          </p:cNvPr>
          <p:cNvSpPr/>
          <p:nvPr/>
        </p:nvSpPr>
        <p:spPr>
          <a:xfrm>
            <a:off x="7755517" y="488142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BF1E53C-489C-B0E2-E1E0-658FF05E3505}"/>
                  </a:ext>
                </a:extLst>
              </p:cNvPr>
              <p:cNvSpPr txBox="1"/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BF1E53C-489C-B0E2-E1E0-658FF05E3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9051" y="4210922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8C0497B-EA27-9DF2-5D72-13358FA66DD0}"/>
              </a:ext>
            </a:extLst>
          </p:cNvPr>
          <p:cNvCxnSpPr>
            <a:cxnSpLocks/>
          </p:cNvCxnSpPr>
          <p:nvPr/>
        </p:nvCxnSpPr>
        <p:spPr>
          <a:xfrm>
            <a:off x="11442188" y="3846914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47EBA8A-94AD-AFE8-EBDF-6F10359B5794}"/>
                  </a:ext>
                </a:extLst>
              </p:cNvPr>
              <p:cNvSpPr txBox="1"/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47EBA8A-94AD-AFE8-EBDF-6F10359B5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8FB0636-B543-94F7-8208-8558DC928392}"/>
              </a:ext>
            </a:extLst>
          </p:cNvPr>
          <p:cNvCxnSpPr>
            <a:cxnSpLocks/>
          </p:cNvCxnSpPr>
          <p:nvPr/>
        </p:nvCxnSpPr>
        <p:spPr>
          <a:xfrm>
            <a:off x="11200288" y="482308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6566629-014D-9C6A-B2B6-B856B76D1EBD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6566629-014D-9C6A-B2B6-B856B76D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9A4297F-C8BD-C653-CFA3-55064FF7EF4A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9A4297F-C8BD-C653-CFA3-55064FF7E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40CA86F-DBF2-143B-FAEE-73AA0ECEDCC2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40CA86F-DBF2-143B-FAEE-73AA0ECED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23F52B1-C92C-3591-8645-6F52F09A060C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23F52B1-C92C-3591-8645-6F52F09A0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28C3F65-CBFB-C4ED-38AE-4C6D95059E82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C2E99CB-9F56-8050-ADF8-9EBF5B57C77A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8BF02BE-24E3-8028-9C73-73742CE9B424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8BF02BE-24E3-8028-9C73-73742CE9B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02C3621-A0E0-B516-85CC-FBEE8B7D3DDC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02C3621-A0E0-B516-85CC-FBEE8B7D3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52C458-B812-BD6A-CEAC-C8F6D934E837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52C458-B812-BD6A-CEAC-C8F6D934E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388967-75D8-1B68-870B-E83176E5961B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388967-75D8-1B68-870B-E83176E59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A4B3390-394D-EFAC-5CDE-D26C432AD1D0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A4B3390-394D-EFAC-5CDE-D26C432AD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4B8333-2EC1-5C1E-8661-384778AB3F76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4B8333-2EC1-5C1E-8661-384778AB3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D1429C-FE96-3C4C-D6E6-22D579D3C3B5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D1429C-FE96-3C4C-D6E6-22D579D3C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F7AAE52-A105-16E1-B483-89CB07E801C4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F7AAE52-A105-16E1-B483-89CB07E80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161E296-4B09-6353-C44E-8E9BCDBEADB4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161E296-4B09-6353-C44E-8E9BCDBEA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F636900-226F-7B73-B957-AD067BE04DBA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F636900-226F-7B73-B957-AD067BE04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F65A3BF-CC79-1D25-8460-2204F67EA6E0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F65A3BF-CC79-1D25-8460-2204F67EA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8649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56385-544C-9C21-128C-09FA7240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6514-6CFF-2058-286B-D2769D1DB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FE9204-8699-EA6D-A913-6F555B7C77A3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AE1E81-FC7E-0CDF-92AB-AC7196BA0B0F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AE1E81-FC7E-0CDF-92AB-AC7196BA0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8E9178-8C1F-D249-FD21-D15C6F0D58D6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8E9178-8C1F-D249-FD21-D15C6F0D5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133B2B-2F03-0C72-F784-44E293A91C43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EC1C14-23AC-1B65-B96E-0DE1B9C02D83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4A77A3-24BD-F5A7-3962-83A0C8984542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4A77A3-24BD-F5A7-3962-83A0C8984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653F6CD-D292-05BF-DE4D-ECDA520EBC67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D535CE-48EC-CD02-E779-6B0271161707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D535CE-48EC-CD02-E779-6B0271161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7E226B6-71D1-40D6-BE42-06D341B60A2A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6C0102D-D4BA-CCF9-14C4-ACE22A0A5AC6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6C0102D-D4BA-CCF9-14C4-ACE22A0A5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51DAC169-02E2-DDCF-F441-394C82093170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1834DB-F9DF-B22F-B7C2-BA36C8CC1823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1834DB-F9DF-B22F-B7C2-BA36C8CC1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6AD29457-0D4D-B8D8-B48B-FD32FD4E5389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89DA283-1287-2004-0F2D-368F4C3FFC5D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7E8F71B-5474-AEDF-9548-8A6EFAC1B865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7E8F71B-5474-AEDF-9548-8A6EFAC1B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6140FDF0-44C6-6F9F-6D55-39E36A56F19A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DC53B9E-6A8F-BB9E-5C40-0EF1FDABD42A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4C1ED6D-7BB1-E7BE-0D8F-7AC04B6EE34B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DF64A92-EC18-5C8E-D76E-01CE64B205F1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146C6E2-9644-5F07-45D5-087BE06FB80F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9EB66C-640E-7761-4006-446063F4EA92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859EEF8-0633-5B68-6565-5C0B5D3830DD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CFFD16-A97D-F6D5-AA30-6B37D42529B9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CFFD16-A97D-F6D5-AA30-6B37D4252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C0484D3-DA9C-E30B-104F-D2C09660630F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C0484D3-DA9C-E30B-104F-D2C096606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A5114A-AC19-A929-278A-E3100B3FEAC5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A5114A-AC19-A929-278A-E3100B3FE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3C94CCB-2361-5138-9BD0-7B6D25490315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3C94CCB-2361-5138-9BD0-7B6D25490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7AF73441-38A1-FA6C-E5FB-03C418A1E3B1}"/>
              </a:ext>
            </a:extLst>
          </p:cNvPr>
          <p:cNvSpPr/>
          <p:nvPr/>
        </p:nvSpPr>
        <p:spPr>
          <a:xfrm>
            <a:off x="5810916" y="3764638"/>
            <a:ext cx="848729" cy="125230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2F5772B-9DDE-1313-C892-9FA0C2A43905}"/>
                  </a:ext>
                </a:extLst>
              </p:cNvPr>
              <p:cNvSpPr txBox="1"/>
              <p:nvPr/>
            </p:nvSpPr>
            <p:spPr>
              <a:xfrm>
                <a:off x="5908316" y="322415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2F5772B-9DDE-1313-C892-9FA0C2A43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316" y="3224151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57671D0-E507-7DAC-A904-7A9716F9BCC5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A8D2120-6875-4B57-CD1A-14AC1672B3E2}"/>
              </a:ext>
            </a:extLst>
          </p:cNvPr>
          <p:cNvCxnSpPr>
            <a:cxnSpLocks/>
          </p:cNvCxnSpPr>
          <p:nvPr/>
        </p:nvCxnSpPr>
        <p:spPr>
          <a:xfrm flipH="1">
            <a:off x="5731981" y="3696929"/>
            <a:ext cx="97996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08D35E-3C72-3B2D-097C-3FCE875DDC24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08D35E-3C72-3B2D-097C-3FCE875D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3120680-154D-1CF7-D902-17B0CED0C30D}"/>
                  </a:ext>
                </a:extLst>
              </p:cNvPr>
              <p:cNvSpPr txBox="1"/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3120680-154D-1CF7-D902-17B0CED0C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blipFill>
                <a:blip r:embed="rId15"/>
                <a:stretch>
                  <a:fillRect l="-8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C68D53B-B509-E702-B5A0-A2C8BE7E807B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49F2860-2B45-4447-A3FE-446A898C6860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049351AA-AD97-24BF-A134-420A7750F451}"/>
              </a:ext>
            </a:extLst>
          </p:cNvPr>
          <p:cNvSpPr/>
          <p:nvPr/>
        </p:nvSpPr>
        <p:spPr>
          <a:xfrm>
            <a:off x="5705217" y="550283"/>
            <a:ext cx="100950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02BB601-9C32-6313-84CE-F58221C5AEEA}"/>
              </a:ext>
            </a:extLst>
          </p:cNvPr>
          <p:cNvCxnSpPr>
            <a:cxnSpLocks/>
          </p:cNvCxnSpPr>
          <p:nvPr/>
        </p:nvCxnSpPr>
        <p:spPr>
          <a:xfrm flipH="1">
            <a:off x="5702442" y="3207197"/>
            <a:ext cx="100950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C9B6EE5-5A87-E439-5BE9-7E35B0B6CD68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D5D0B3-5CDF-5161-71B5-259E70DFCFE1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D5D0B3-5CDF-5161-71B5-259E70DFC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B709564-A5FC-7BBD-A77F-894800E4DBA7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26A36B8-3311-C3C6-2BCB-C09EA5C7DA98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4370A17-A609-E5FB-638A-D7169EA6673E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6D8F76C-D855-3528-3DB2-96BD5FCD94D0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27EF670-CEE8-3CCA-0FBE-D6C999FF5A79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27EF670-CEE8-3CCA-0FBE-D6C999FF5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B65D439-D250-4B82-9936-9537BCAFC6AE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B65D439-D250-4B82-9936-9537BCAFC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B5C01E5-7A14-68AD-0B15-84FAAAB62990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B5C01E5-7A14-68AD-0B15-84FAAAB62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554A3E-14E0-CA02-E609-34B8BEB1C9E3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554A3E-14E0-CA02-E609-34B8BEB1C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4A63150-6E25-7244-5E62-5A1A76492EA6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2C76A75-8231-2782-8FE8-363624E7A6D7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39C5A83C-6D07-59FA-2602-C27EAE652E61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A3D7E93-2110-CA16-C5B7-64DADABCC713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BAF7571-B4A3-BC95-613C-D80A22B57BBE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07CEBCC-C9CB-E1AD-40DB-C2B250CDFB93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1698363-6FD5-FD84-769A-952F001EF1CA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59DF57C-9985-07B5-4D90-78A35E62F260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A8B4E2-D823-F5D1-DA78-B06E819D8698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A8B4E2-D823-F5D1-DA78-B06E819D8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2BCCA78-17B3-070E-38F4-334480E5DDCF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21FEBA-FFB0-2C15-938B-6862E3658954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21FEBA-FFB0-2C15-938B-6862E3658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CD33BBDF-721E-CAFF-9985-4160897A5CDE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0C8AB3-C814-ABD5-3900-D572F26BD0ED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B7F3D3E-BBA0-67A2-7FAF-25BCA5C3071D}"/>
              </a:ext>
            </a:extLst>
          </p:cNvPr>
          <p:cNvSpPr/>
          <p:nvPr/>
        </p:nvSpPr>
        <p:spPr>
          <a:xfrm>
            <a:off x="8034731" y="4808087"/>
            <a:ext cx="3267450" cy="90362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4A4963D-6081-0579-06D6-03D198D3146D}"/>
              </a:ext>
            </a:extLst>
          </p:cNvPr>
          <p:cNvSpPr/>
          <p:nvPr/>
        </p:nvSpPr>
        <p:spPr>
          <a:xfrm>
            <a:off x="7755517" y="488142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CDA76BA-DED4-5A1F-964C-DF7B6AE54D2C}"/>
                  </a:ext>
                </a:extLst>
              </p:cNvPr>
              <p:cNvSpPr txBox="1"/>
              <p:nvPr/>
            </p:nvSpPr>
            <p:spPr>
              <a:xfrm>
                <a:off x="11404550" y="508549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CDA76BA-DED4-5A1F-964C-DF7B6AE54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4550" y="5085492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744C908-76C1-1CEF-4499-42652DAC4868}"/>
              </a:ext>
            </a:extLst>
          </p:cNvPr>
          <p:cNvCxnSpPr>
            <a:cxnSpLocks/>
          </p:cNvCxnSpPr>
          <p:nvPr/>
        </p:nvCxnSpPr>
        <p:spPr>
          <a:xfrm>
            <a:off x="11427687" y="4721484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047CA72-EB78-E7D0-FBBB-B0E0AD674B7B}"/>
                  </a:ext>
                </a:extLst>
              </p:cNvPr>
              <p:cNvSpPr txBox="1"/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047CA72-EB78-E7D0-FBBB-B0E0AD674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4375BF0-E5B4-8640-6FB1-B9C908BCE5CE}"/>
              </a:ext>
            </a:extLst>
          </p:cNvPr>
          <p:cNvCxnSpPr>
            <a:cxnSpLocks/>
          </p:cNvCxnSpPr>
          <p:nvPr/>
        </p:nvCxnSpPr>
        <p:spPr>
          <a:xfrm>
            <a:off x="11200288" y="482308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E293286-F8E8-E981-CEC6-7AEC29AB50CA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E293286-F8E8-E981-CEC6-7AEC29AB5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5950F79-E29B-7F91-3600-5E2D2B430EB5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5950F79-E29B-7F91-3600-5E2D2B430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3AAF372-62DB-EFD1-9781-5CE76DFB2140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3AAF372-62DB-EFD1-9781-5CE76DFB2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C0D2A78-292B-66F7-C0B7-DF62F669DA91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C0D2A78-292B-66F7-C0B7-DF62F669D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58068F1-732A-60A2-A387-79B92915AF59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DE5FEFD-6DCA-D65A-67F4-505BA268D2F2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8C951A2-7B11-B66B-9AE4-D38BEC1546CF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8C951A2-7B11-B66B-9AE4-D38BEC154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3E80B77-1583-0AC7-9AB9-F03DED47C59B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3E80B77-1583-0AC7-9AB9-F03DED47C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86A6619-A03E-FFD3-4A0C-28CE8DD9A43F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86A6619-A03E-FFD3-4A0C-28CE8DD9A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2364E32-B2C7-AA28-783A-81D1483D8836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2364E32-B2C7-AA28-783A-81D1483D8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4EC921-ACEC-0747-F7CB-8040B16B113C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4EC921-ACEC-0747-F7CB-8040B16B1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A79885-E963-B702-F780-B875F914BFD8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A79885-E963-B702-F780-B875F914B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1C9210-6152-E84F-561C-173975E6618F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1C9210-6152-E84F-561C-173975E66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B7556C-BD99-5195-B36A-4836A7142DC8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B7556C-BD99-5195-B36A-4836A7142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C257230-6478-83E3-42C0-D1576FB82BC3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C257230-6478-83E3-42C0-D1576FB82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88D400-E3C2-06D5-38B0-4D1051DFDCBC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88D400-E3C2-06D5-38B0-4D1051DFD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701E590-A938-B51C-93C7-F47B6F4B45B0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701E590-A938-B51C-93C7-F47B6F4B4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881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8B491-A8DC-486A-7F0E-8B48981B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C8F3-6E7C-6F25-79BF-2D278ED73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7F09B6-0951-2753-C0F9-F700C5C4FCE0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D64EDE-04AA-E29C-2EA6-6E251DFD04B0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D64EDE-04AA-E29C-2EA6-6E251DFD0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3581EA-D1AB-F547-C79A-12B1B857609D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3581EA-D1AB-F547-C79A-12B1B8576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7E026A-6023-4ABE-1256-88643108FEC9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81C896-ADFA-5177-7844-3443EC969C6E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078452-ECD0-A79C-A01A-6ECE15EA72DC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078452-ECD0-A79C-A01A-6ECE15EA7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B24C262-C296-90D4-8EC1-D766D1C0BA9E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639BD1-43E2-1310-4C5C-AA1E57ABFEDE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639BD1-43E2-1310-4C5C-AA1E57ABF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253504C-C60F-8C5F-BCC1-B071CE37C80A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4F0D54-988F-CEE3-CBF9-BFB5E6D92C05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4F0D54-988F-CEE3-CBF9-BFB5E6D92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6267805-0223-7D48-0078-8C4AB061E4DF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FD1ACE-4CBB-8242-B40E-328BA9450400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FD1ACE-4CBB-8242-B40E-328BA9450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7AADFF45-00A5-5B31-94CD-53DA7632B0F3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395DE45-DA4C-D598-E78D-45F6048124C9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0FE01FC-D49B-BA9E-F3DC-5A1816CDA937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0FE01FC-D49B-BA9E-F3DC-5A1816CD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DB824A4A-321D-8B1F-1110-C72BC1A267D9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93D19C0-8F05-63B2-F343-96A0B6CD121F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E454862-7EE6-A700-C1EF-41B37560270F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E69E35C-AC14-DFAA-EDDD-7745725FD201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5FC6F9B-62D3-8EAC-A0C4-9113604454F3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369AB38-88DB-F695-DCB8-813770A6E568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62319-0D98-B255-8586-8177BFF51800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CE4CA20-EB84-E09F-5CCE-5E67E150CC3A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CE4CA20-EB84-E09F-5CCE-5E67E150C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F787CC5-F097-6582-5307-015B9F846307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F787CC5-F097-6582-5307-015B9F846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991A34-BA67-084B-E799-DEC251D9F42A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991A34-BA67-084B-E799-DEC251D9F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1F78D-1B64-42AD-6F25-1240EC92DD53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1F78D-1B64-42AD-6F25-1240EC92D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A2D03DD7-B626-FFBC-0FF0-2EECABF7EA92}"/>
              </a:ext>
            </a:extLst>
          </p:cNvPr>
          <p:cNvSpPr/>
          <p:nvPr/>
        </p:nvSpPr>
        <p:spPr>
          <a:xfrm>
            <a:off x="6258531" y="3769546"/>
            <a:ext cx="1023418" cy="125230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6145ED3-83E9-1F94-B761-9F57343F2343}"/>
                  </a:ext>
                </a:extLst>
              </p:cNvPr>
              <p:cNvSpPr txBox="1"/>
              <p:nvPr/>
            </p:nvSpPr>
            <p:spPr>
              <a:xfrm>
                <a:off x="6389090" y="3212723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6145ED3-83E9-1F94-B761-9F57343F2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090" y="3212723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E475E05-D9DA-AEE9-A9AD-01C124A46FCD}"/>
              </a:ext>
            </a:extLst>
          </p:cNvPr>
          <p:cNvCxnSpPr>
            <a:cxnSpLocks/>
          </p:cNvCxnSpPr>
          <p:nvPr/>
        </p:nvCxnSpPr>
        <p:spPr>
          <a:xfrm flipV="1">
            <a:off x="4183405" y="3795736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B3DD53E-7204-4710-DEF1-0BC7DC76F9D0}"/>
              </a:ext>
            </a:extLst>
          </p:cNvPr>
          <p:cNvCxnSpPr>
            <a:cxnSpLocks/>
          </p:cNvCxnSpPr>
          <p:nvPr/>
        </p:nvCxnSpPr>
        <p:spPr>
          <a:xfrm flipH="1">
            <a:off x="6212755" y="3685501"/>
            <a:ext cx="97996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8D5AA35-47B8-7DDF-0890-126C24A34061}"/>
                  </a:ext>
                </a:extLst>
              </p:cNvPr>
              <p:cNvSpPr txBox="1"/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8D5AA35-47B8-7DDF-0890-126C24A34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16" y="4191871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FE959CE-A19D-5676-7BAA-56D0B0120CFD}"/>
                  </a:ext>
                </a:extLst>
              </p:cNvPr>
              <p:cNvSpPr txBox="1"/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Needed: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FE959CE-A19D-5676-7BAA-56D0B0120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" y="6446760"/>
                <a:ext cx="5820574" cy="369332"/>
              </a:xfrm>
              <a:prstGeom prst="rect">
                <a:avLst/>
              </a:prstGeom>
              <a:blipFill>
                <a:blip r:embed="rId15"/>
                <a:stretch>
                  <a:fillRect l="-8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5250FD6-2017-35FC-46C7-B5D5786E3CB9}"/>
              </a:ext>
            </a:extLst>
          </p:cNvPr>
          <p:cNvSpPr/>
          <p:nvPr/>
        </p:nvSpPr>
        <p:spPr>
          <a:xfrm>
            <a:off x="374334" y="3825955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079BFE-5FC0-EDF1-292E-77A50C91CD55}"/>
              </a:ext>
            </a:extLst>
          </p:cNvPr>
          <p:cNvCxnSpPr>
            <a:cxnSpLocks/>
          </p:cNvCxnSpPr>
          <p:nvPr/>
        </p:nvCxnSpPr>
        <p:spPr>
          <a:xfrm flipV="1">
            <a:off x="3745970" y="3824153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296CC069-1C5B-FCAE-4C69-D31F2AC9B943}"/>
              </a:ext>
            </a:extLst>
          </p:cNvPr>
          <p:cNvSpPr/>
          <p:nvPr/>
        </p:nvSpPr>
        <p:spPr>
          <a:xfrm>
            <a:off x="6183216" y="529403"/>
            <a:ext cx="100950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9DD8357-7059-E0DD-016B-3ABC09A850C7}"/>
              </a:ext>
            </a:extLst>
          </p:cNvPr>
          <p:cNvCxnSpPr>
            <a:cxnSpLocks/>
          </p:cNvCxnSpPr>
          <p:nvPr/>
        </p:nvCxnSpPr>
        <p:spPr>
          <a:xfrm flipH="1">
            <a:off x="6183216" y="3195769"/>
            <a:ext cx="100950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90D3B0C-E408-E573-63CB-026612F45F10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7612CD2-9B15-A2C9-FFA7-76712D086B22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7612CD2-9B15-A2C9-FFA7-76712D086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2156692-D347-875A-CCC3-BE54F95B7120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2879204-9601-1083-7BE3-B051A909B798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3EB6816-E580-60F7-13D0-DD4F7DE4EFFB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CE9DB54-3201-9E2B-9EC0-B0EF34957C59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26E6FC-87A8-1E05-FD2F-88D3FA662737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26E6FC-87A8-1E05-FD2F-88D3FA662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C149010-7B3A-CEB9-8A3B-A267FA3614AA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C149010-7B3A-CEB9-8A3B-A267FA361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0F54F5A-8426-CCB1-0282-3391A97D2938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0F54F5A-8426-CCB1-0282-3391A97D2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CBD473-9741-A0A4-861E-C1F158C59932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CBD473-9741-A0A4-861E-C1F158C59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C45247F-3190-5957-7833-B43DC5D6AD6A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613E94C-6106-D866-5395-C0358537EBA3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2C5B552F-D13A-6DC8-1E2E-23775AFAF0F8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3906AB6-C41E-8978-0792-DAC55997B25B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7A75B22-0AA3-9EF5-82E4-30F939B250AC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170071C-5980-7E49-2EF6-0D990D7C03CB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F84010D-90A9-C150-C479-D1EFA34741EC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A62BFD4-16F7-6814-0AE2-CCCD2C21B111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E66AE39-E693-B976-9992-DE2D9C2186AB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E66AE39-E693-B976-9992-DE2D9C218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E49C7DA-5084-5302-C866-C8DC296DEB78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D6B4D3F-FC03-0CBF-A385-D710ED927771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D6B4D3F-FC03-0CBF-A385-D710ED927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A01F5AAB-41E1-38A4-CD8A-3ACB41470187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FE1944-A22C-730A-7F83-8F9E33B9448F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AB754C6-4498-DC57-B8AD-7D27DD4E3279}"/>
              </a:ext>
            </a:extLst>
          </p:cNvPr>
          <p:cNvSpPr/>
          <p:nvPr/>
        </p:nvSpPr>
        <p:spPr>
          <a:xfrm>
            <a:off x="7999366" y="5497180"/>
            <a:ext cx="3267450" cy="80956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F3BD885-BB86-FAA4-E36D-D7A3502ABAE1}"/>
              </a:ext>
            </a:extLst>
          </p:cNvPr>
          <p:cNvSpPr/>
          <p:nvPr/>
        </p:nvSpPr>
        <p:spPr>
          <a:xfrm>
            <a:off x="7755517" y="488142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6D0B414-1014-F567-3AC3-201F7069803B}"/>
                  </a:ext>
                </a:extLst>
              </p:cNvPr>
              <p:cNvSpPr txBox="1"/>
              <p:nvPr/>
            </p:nvSpPr>
            <p:spPr>
              <a:xfrm>
                <a:off x="11459965" y="5699204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6D0B414-1014-F567-3AC3-201F70698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9965" y="5699204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DCFEE4E-CB19-0EC7-68AB-EBFFBC459673}"/>
              </a:ext>
            </a:extLst>
          </p:cNvPr>
          <p:cNvCxnSpPr>
            <a:cxnSpLocks/>
          </p:cNvCxnSpPr>
          <p:nvPr/>
        </p:nvCxnSpPr>
        <p:spPr>
          <a:xfrm>
            <a:off x="11443939" y="5497180"/>
            <a:ext cx="0" cy="8243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19A3F47-C418-3FEC-8CE5-DB4CE0A47232}"/>
                  </a:ext>
                </a:extLst>
              </p:cNvPr>
              <p:cNvSpPr txBox="1"/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19A3F47-C418-3FEC-8CE5-DB4CE0A47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627947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6BE3591-5376-800C-8F82-44A25A08262C}"/>
              </a:ext>
            </a:extLst>
          </p:cNvPr>
          <p:cNvCxnSpPr>
            <a:cxnSpLocks/>
          </p:cNvCxnSpPr>
          <p:nvPr/>
        </p:nvCxnSpPr>
        <p:spPr>
          <a:xfrm>
            <a:off x="11200288" y="482308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E477C46-9006-3BB7-DEE2-43B81AC29B49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E477C46-9006-3BB7-DEE2-43B81AC29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53B1316-9612-6D85-DD3C-9D69381FDF6A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53B1316-9612-6D85-DD3C-9D69381FD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99E2221-10B8-9227-37C8-2614CCC8E0F4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99E2221-10B8-9227-37C8-2614CCC8E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607F929-597F-703E-7A1A-04D9B4DBB11F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607F929-597F-703E-7A1A-04D9B4DBB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4423BF8-364B-3CA0-4C61-5906D87D7D6E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9C43C7F-5636-C664-5F20-7309D99FE46D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FD84DBE-F02B-7658-AAF9-F22DD3FDBF58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FD84DBE-F02B-7658-AAF9-F22DD3FDB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AD855FC-FBF3-A5B7-0E8B-3E9F79FCD4A3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AD855FC-FBF3-A5B7-0E8B-3E9F79FCD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259507-8EB4-6562-091A-173169951688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259507-8EB4-6562-091A-173169951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7E3DD5-F00E-2FAA-021A-9BA0FE7F9FE6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7E3DD5-F00E-2FAA-021A-9BA0FE7F9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28744C-55E6-83E0-0182-4B0978863ADF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28744C-55E6-83E0-0182-4B0978863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800C1F-7197-583C-8AEA-A3B8359A4384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800C1F-7197-583C-8AEA-A3B8359A4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1FFF7E-0E37-68FB-EDE3-F5BCEBFCB81D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1FFF7E-0E37-68FB-EDE3-F5BCEBFCB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9B32547-D8EE-BAF4-DBF2-7B4883A15A1A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9B32547-D8EE-BAF4-DBF2-7B4883A15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ACF61DA-20DE-C8F8-6EA9-205F79A3383F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ACF61DA-20DE-C8F8-6EA9-205F79A33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0AB19E6-2F8C-A956-70CC-C7430A4840D9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0AB19E6-2F8C-A956-70CC-C7430A484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5D41354-1172-E740-B6CC-B277074B6CBF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5D41354-1172-E740-B6CC-B277074B6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825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62B2-6E89-9A74-3615-6787D8348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027A-EC23-E824-A1AC-2B68499CB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A7CBC9-1309-8230-9CB5-763FE1198AD5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AD7FF4-4010-6EC8-90D6-DB2FB4498B94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9250D7-E24B-0D47-CA17-D940FD60B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177656-2E43-3C24-7DFF-E79C57A99E33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5CF343-9E72-729A-672B-05AA81E4A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731A8A-B7D2-EB67-4F32-1B2372276E9D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3D12F9-AE32-B9B7-E4AA-7893E28904D6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F728B8-E3FD-D42D-83F9-895E1F8BD211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2B2C31-225E-F530-7DA4-4AED573C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9C39BBE-BE20-9283-E56B-BC71E9909DAA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FFFCD8-4ADE-CEC3-88B8-A98D2A4BD6A3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8F9F94-CD70-A57E-55D5-D6A769158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ABDAADE-1A42-B1D5-B9F6-51DFE0EA419D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F6F214-9DE4-AD67-6505-92E5D402D349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41D3C5-906D-D1CF-FB14-2E50B4BE6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530D04BD-0C51-AAAE-CE64-A6906A73C7E6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BD2CE8-E7F7-9B87-A710-9CB4703E06B9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</a:t>
                </a:r>
                <a:r>
                  <a:rPr lang="en-US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055925B-7094-6B36-0E89-0C58997EA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6A2BA089-E67A-31F4-CF17-617835D85376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C94F8E6-CDF9-7721-6072-372524DF5D3D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4C4876-6C43-7A16-BE73-37481C9D9457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00B81F-FC5D-5291-A527-12FCC3E39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FA373A72-9B1D-C64D-0672-ECF8F26EEE83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77D0879-DF64-D1A4-2E0F-B829B65E4F7C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CF1C1E-17E2-9424-9F90-F7D1D2732311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5C758F8-C275-8F68-0196-72DCE4ED2327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AC1DBAD-4790-E5C8-4E62-9EE89A37983D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E755DF4-21D9-F9B9-93A4-D2026A84B361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0B6CB11-1140-F323-9F5C-E19CBB4CB7EC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05273C5-5C51-F7C8-B3E1-FD36DB250C31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0A72F0A-D506-6F99-539D-919774AC9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E79A450-D3B1-0A69-7466-5F69090006D5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D39B7D4-9590-59C7-C216-CA62F9121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A7866ED-05F5-131C-2E99-1C18A3D8D7CB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E0C89DE-328B-FA90-91C1-D477C011C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D7FECFE-EE8E-BBEC-8CFA-3E51F14F83E2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9912BF-0BB8-172C-D6E8-B04318C6C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31C6C4D9-30C5-6478-8A94-43F5468C67F4}"/>
              </a:ext>
            </a:extLst>
          </p:cNvPr>
          <p:cNvSpPr/>
          <p:nvPr/>
        </p:nvSpPr>
        <p:spPr>
          <a:xfrm>
            <a:off x="4336434" y="5267416"/>
            <a:ext cx="1478478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5C97DC5-4068-063A-7180-5ED7AA28AE9C}"/>
                  </a:ext>
                </a:extLst>
              </p:cNvPr>
              <p:cNvSpPr txBox="1"/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607204B-FFB2-2715-2FC5-C196643C2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3094546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0DD0B7B-C10B-FE80-98BA-009C0B4A1C99}"/>
              </a:ext>
            </a:extLst>
          </p:cNvPr>
          <p:cNvCxnSpPr>
            <a:cxnSpLocks/>
          </p:cNvCxnSpPr>
          <p:nvPr/>
        </p:nvCxnSpPr>
        <p:spPr>
          <a:xfrm flipV="1">
            <a:off x="4221378" y="5224475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D7CF626-9C93-7A55-C70F-D6C2AADC94C3}"/>
              </a:ext>
            </a:extLst>
          </p:cNvPr>
          <p:cNvCxnSpPr>
            <a:cxnSpLocks/>
          </p:cNvCxnSpPr>
          <p:nvPr/>
        </p:nvCxnSpPr>
        <p:spPr>
          <a:xfrm flipH="1">
            <a:off x="4271567" y="5135590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C81E5F1-8DA9-063F-A3AE-5A1C490159DA}"/>
                  </a:ext>
                </a:extLst>
              </p:cNvPr>
              <p:cNvSpPr txBox="1"/>
              <p:nvPr/>
            </p:nvSpPr>
            <p:spPr>
              <a:xfrm>
                <a:off x="3765189" y="5620610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C81E5F1-8DA9-063F-A3AE-5A1C49015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189" y="5620610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77812F7-5D5B-A5E9-8F1F-DA7EF32691F4}"/>
              </a:ext>
            </a:extLst>
          </p:cNvPr>
          <p:cNvSpPr/>
          <p:nvPr/>
        </p:nvSpPr>
        <p:spPr>
          <a:xfrm>
            <a:off x="412307" y="5254694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EDD0CF-B939-646A-330C-29F17F4A0200}"/>
              </a:ext>
            </a:extLst>
          </p:cNvPr>
          <p:cNvCxnSpPr>
            <a:cxnSpLocks/>
          </p:cNvCxnSpPr>
          <p:nvPr/>
        </p:nvCxnSpPr>
        <p:spPr>
          <a:xfrm flipV="1">
            <a:off x="3783943" y="5252892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34CC839D-37E4-9202-1D5A-14B2F3D657C8}"/>
              </a:ext>
            </a:extLst>
          </p:cNvPr>
          <p:cNvSpPr/>
          <p:nvPr/>
        </p:nvSpPr>
        <p:spPr>
          <a:xfrm>
            <a:off x="4199344" y="471473"/>
            <a:ext cx="147847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769E6E2-16CE-E35D-BB7D-DA5118B83AC0}"/>
              </a:ext>
            </a:extLst>
          </p:cNvPr>
          <p:cNvCxnSpPr>
            <a:cxnSpLocks/>
          </p:cNvCxnSpPr>
          <p:nvPr/>
        </p:nvCxnSpPr>
        <p:spPr>
          <a:xfrm flipH="1">
            <a:off x="4170638" y="3094546"/>
            <a:ext cx="156134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04652D4-3FD1-AD82-7D23-9AD2DF133025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2D3D489-2BBD-72BC-DBFA-28BD78F9742B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2F3633F-968E-FFA7-2C91-B05995453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C72395E-CD5E-4E65-C5B0-6577D0702255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CBF8938-9AC5-033A-E05F-A8F2EAE9641F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759FBB-F970-C71A-4203-8FFB0C59B477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CAAE2A3-11FA-CCFD-AE35-90D80EDED353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9F94E11-812D-61D0-7094-82C9475A50E8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D462785-DF36-D5DB-AB30-22A26A20A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9203209-6534-0D5A-0AD5-904EF780E6BA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707D01E-C8A8-4E14-1FA0-283E9B03A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3852B7A-1CD8-A595-9211-5BF9C67200C3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833CF4C-1A77-20AD-2F79-2757C3354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5B8D48C-8E89-6AAB-54ED-C67BCC3D5121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F98FC41-0E65-CACD-250E-F0A44C2AA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C3131A9-D89D-6360-3DA0-AE7738B31104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C2523B9-DECB-8E19-F999-97F0DBC14224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2782C854-2CAD-C673-C4B5-04C020275219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718C1EC-75A1-0146-BC7E-0EB23E6E9F51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60B0889-3DFB-E2D2-7293-C6CF37216596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60D0B96-2C9B-B065-3968-F9C619B5833D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F864601-07EA-23DC-9C66-6284FB015457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E9C34EC-D898-533B-C73F-9BAF0EA2E4FE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1FC2161-54BD-B1BF-AF8D-29D4D034653F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7E9A4BF-8FD7-3C7A-E5A9-CAE417C03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605FF2E-21B7-C4BB-828E-82955326459B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08F2B8F-0068-3AB6-72C6-2155969924AD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BAACCA8-61DC-701B-212E-CC1951B1B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5D1ECC01-379A-DA47-D370-0DD0B7D75A35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DC40713-40B4-9DB6-1A91-D0334E5DE4D5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E30F62F-0480-EAB4-D6E2-78A14A3F36DA}"/>
              </a:ext>
            </a:extLst>
          </p:cNvPr>
          <p:cNvSpPr/>
          <p:nvPr/>
        </p:nvSpPr>
        <p:spPr>
          <a:xfrm>
            <a:off x="7963988" y="3897456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CC2510E-C1BC-06B0-EAE7-C6DF29DBF7BE}"/>
              </a:ext>
            </a:extLst>
          </p:cNvPr>
          <p:cNvSpPr/>
          <p:nvPr/>
        </p:nvSpPr>
        <p:spPr>
          <a:xfrm>
            <a:off x="7755517" y="2220936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CCB9DC6-E9BA-07E3-F6D1-3C157D07723F}"/>
                  </a:ext>
                </a:extLst>
              </p:cNvPr>
              <p:cNvSpPr txBox="1"/>
              <p:nvPr/>
            </p:nvSpPr>
            <p:spPr>
              <a:xfrm>
                <a:off x="11386570" y="427193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CCB9DC6-E9BA-07E3-F6D1-3C157D077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570" y="4271936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ED5DA1E-63A1-3022-9D92-1A9D46F8A8B8}"/>
              </a:ext>
            </a:extLst>
          </p:cNvPr>
          <p:cNvCxnSpPr>
            <a:cxnSpLocks/>
          </p:cNvCxnSpPr>
          <p:nvPr/>
        </p:nvCxnSpPr>
        <p:spPr>
          <a:xfrm>
            <a:off x="11409707" y="3907928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742EAFE-5F79-7B98-77E5-571C7520A0E5}"/>
                  </a:ext>
                </a:extLst>
              </p:cNvPr>
              <p:cNvSpPr txBox="1"/>
              <p:nvPr/>
            </p:nvSpPr>
            <p:spPr>
              <a:xfrm>
                <a:off x="11216587" y="2360741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742EAFE-5F79-7B98-77E5-571C7520A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587" y="2360741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3A2627F-D60E-E36A-8CE3-643166B8E24C}"/>
              </a:ext>
            </a:extLst>
          </p:cNvPr>
          <p:cNvCxnSpPr>
            <a:cxnSpLocks/>
          </p:cNvCxnSpPr>
          <p:nvPr/>
        </p:nvCxnSpPr>
        <p:spPr>
          <a:xfrm>
            <a:off x="11200288" y="2215102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2BDC98F-DE8C-E6CA-D137-81BFE316C926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2BDC98F-DE8C-E6CA-D137-81BFE316C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09C2906-C311-E30F-FBC0-C47CAC6B857F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09C2906-C311-E30F-FBC0-C47CAC6B8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26389FE-F1A6-916A-BFD0-AC5D2B0DE642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40CA86F-DBF2-143B-FAEE-73AA0ECED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4170988-9644-818A-0B31-3F9ADD59B319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4170988-9644-818A-0B31-3F9ADD59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F23BEF6-7711-8938-CA66-197389C89E42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3E2E448-1F18-5EED-3EC4-68EC855E8629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676B1A4-D281-84E6-A99A-EF5F36C44ACD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8BF02BE-24E3-8028-9C73-73742CE9B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DEB5359-65DB-7D11-F1FE-157ED5B468CC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02C3621-A0E0-B516-85CC-FBEE8B7D3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8B0A9A-C4B0-9573-EC0B-027BAFA2EB3A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52C458-B812-BD6A-CEAC-C8F6D934E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08574AC-162F-F856-937C-FFA03B704324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388967-75D8-1B68-870B-E83176E59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494E499-1AA2-A27D-09AB-A9D3F5D70727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A4B3390-394D-EFAC-5CDE-D26C432AD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08C49AB-1D93-BF54-AAF0-B1CE138D45A9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4B8333-2EC1-5C1E-8661-384778AB3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F516136-01C1-222B-0432-6E640ED2AD62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D1429C-FE96-3C4C-D6E6-22D579D3C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76D7009-0772-595D-BBDA-A41111949BBE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F7AAE52-A105-16E1-B483-89CB07E80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2B16A34-1EC9-17ED-B04C-BDD248BEA290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161E296-4B09-6353-C44E-8E9BCDBEA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FF7C88E-A356-472B-0E3C-151BB5E2EB73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F636900-226F-7B73-B957-AD067BE04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C43F3B4-F130-C34F-6533-53FA57DD21A6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F65A3BF-CC79-1D25-8460-2204F67EA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15E436-6E4A-CEEC-F57A-520A2AFEFC38}"/>
                  </a:ext>
                </a:extLst>
              </p:cNvPr>
              <p:cNvSpPr txBox="1"/>
              <p:nvPr/>
            </p:nvSpPr>
            <p:spPr>
              <a:xfrm>
                <a:off x="4778294" y="4766258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15E436-6E4A-CEEC-F57A-520A2AFEF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4" y="4766258"/>
                <a:ext cx="549801" cy="36933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0196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4DD1A-4580-E1B6-45AD-3E879B9C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030C4-C697-3F6F-806E-21ECA495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F9BA9D-F1C9-A62E-A0AF-15E495096121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49C791-DC9D-C796-825D-A3A4FD8D90D8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AE1E81-FC7E-0CDF-92AB-AC7196BA0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CD410C-67D1-1BCA-7A9F-D827838C5FCB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8E9178-8C1F-D249-FD21-D15C6F0D5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621B6C-D8FB-E6EA-579F-A6CF78571D52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E9E4D3-BCE3-254D-7238-AF7DAE324C73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616593-957B-552D-0F79-A461FDD3527A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4A77A3-24BD-F5A7-3962-83A0C8984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EC2D120-CE4D-9EBF-D1DA-8B4C6036B0C2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ACC943-A47D-B01E-A4EE-46F20CB6997C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D535CE-48EC-CD02-E779-6B0271161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C9A810E-58BB-78DC-54AB-A15E3955B58C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7C13E0-A3BF-D888-6888-3F2A60A81E68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6C0102D-D4BA-CCF9-14C4-ACE22A0A5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3F3ED18-EAA8-D419-7325-11C703878E1D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BBCB56-1638-BEFA-B8D0-2E13DEDB0979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1834DB-F9DF-B22F-B7C2-BA36C8CC1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6F687843-C06F-122D-EDA9-70332CC4B174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1747D8-F629-6BC7-7F83-7CCCA1BBD94A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6397CA-9D9E-9F8E-061B-7DE31DB0EFFA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7E8F71B-5474-AEDF-9548-8A6EFAC1B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1AAE0845-1304-6C39-D696-8E20595BFE6F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F0A3230-9A63-24EA-C6E0-06020A57906E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B8FFFC5-0E70-2F32-26DE-C8B5A1BD0834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8943FB2-AA68-EE6A-9B18-C8D66810A87F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619F963-3982-04FE-943E-3677934E41AC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34467D-2B85-AF09-587F-DCBBE90E9AF3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EABEF3E-F7D9-EFD0-5F42-4FFEB73448AE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D1EAD95-2F64-1A46-F03B-AA8824AA5517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CFFD16-A97D-F6D5-AA30-6B37D4252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EF3F27-1D8E-009D-7D36-F442BDA07C21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C0484D3-DA9C-E30B-104F-D2C096606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4F179BA-FB08-2FB6-7705-61898849F2A5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A5114A-AC19-A929-278A-E3100B3FE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2F24557-9A98-0E12-D72B-35E6C0062F1C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3C94CCB-2361-5138-9BD0-7B6D25490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4C6A4A6F-97C6-BA58-C6D2-921E6BBC4A1A}"/>
              </a:ext>
            </a:extLst>
          </p:cNvPr>
          <p:cNvSpPr/>
          <p:nvPr/>
        </p:nvSpPr>
        <p:spPr>
          <a:xfrm>
            <a:off x="5842522" y="5109305"/>
            <a:ext cx="848729" cy="125230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92C1E9B-9D9F-8EA1-EA46-E2D7CF622950}"/>
                  </a:ext>
                </a:extLst>
              </p:cNvPr>
              <p:cNvSpPr txBox="1"/>
              <p:nvPr/>
            </p:nvSpPr>
            <p:spPr>
              <a:xfrm>
                <a:off x="5939922" y="4568818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92C1E9B-9D9F-8EA1-EA46-E2D7CF622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922" y="4568818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33EE50D-F37F-C0A3-5BE6-2F93257EDA74}"/>
              </a:ext>
            </a:extLst>
          </p:cNvPr>
          <p:cNvCxnSpPr>
            <a:cxnSpLocks/>
          </p:cNvCxnSpPr>
          <p:nvPr/>
        </p:nvCxnSpPr>
        <p:spPr>
          <a:xfrm flipV="1">
            <a:off x="4215011" y="5140403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8EE3AA5-2142-1D1C-F8E3-B0835CE5EC24}"/>
              </a:ext>
            </a:extLst>
          </p:cNvPr>
          <p:cNvCxnSpPr>
            <a:cxnSpLocks/>
          </p:cNvCxnSpPr>
          <p:nvPr/>
        </p:nvCxnSpPr>
        <p:spPr>
          <a:xfrm flipH="1">
            <a:off x="5736125" y="5011000"/>
            <a:ext cx="97996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24B6A23-3C13-5162-FDF5-E64EE32F5E7E}"/>
                  </a:ext>
                </a:extLst>
              </p:cNvPr>
              <p:cNvSpPr txBox="1"/>
              <p:nvPr/>
            </p:nvSpPr>
            <p:spPr>
              <a:xfrm>
                <a:off x="3758822" y="5536538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24B6A23-3C13-5162-FDF5-E64EE32F5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822" y="5536538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C9043C0-7FE5-3060-65CE-9144EFC91F58}"/>
              </a:ext>
            </a:extLst>
          </p:cNvPr>
          <p:cNvSpPr/>
          <p:nvPr/>
        </p:nvSpPr>
        <p:spPr>
          <a:xfrm>
            <a:off x="405940" y="5170622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3A7D4B3-84EB-7321-4AD2-F3FF6900FED7}"/>
              </a:ext>
            </a:extLst>
          </p:cNvPr>
          <p:cNvCxnSpPr>
            <a:cxnSpLocks/>
          </p:cNvCxnSpPr>
          <p:nvPr/>
        </p:nvCxnSpPr>
        <p:spPr>
          <a:xfrm flipV="1">
            <a:off x="3777576" y="5168820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42B2F7B-C4B7-7E2A-41C0-F5E0BBC8BD3F}"/>
              </a:ext>
            </a:extLst>
          </p:cNvPr>
          <p:cNvSpPr/>
          <p:nvPr/>
        </p:nvSpPr>
        <p:spPr>
          <a:xfrm>
            <a:off x="5705217" y="550283"/>
            <a:ext cx="100950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F731B67-4B0B-359C-74AF-E1FB53EB7CA2}"/>
              </a:ext>
            </a:extLst>
          </p:cNvPr>
          <p:cNvCxnSpPr>
            <a:cxnSpLocks/>
          </p:cNvCxnSpPr>
          <p:nvPr/>
        </p:nvCxnSpPr>
        <p:spPr>
          <a:xfrm flipH="1">
            <a:off x="5702442" y="3207197"/>
            <a:ext cx="100950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A1FDD294-6A5A-1DAC-BE7E-0962AE0D79F7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5D887CB-348A-DDB4-DE38-DB5CA9A16032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D5D0B3-5CDF-5161-71B5-259E70DFC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A7C3276-3A3B-36E2-84F4-F7E321A8C6B2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54849AF-2BDF-7F77-BCD0-88863448F688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10A4460-6EE4-D802-205A-AE0BA9524630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E6F4021-D643-E930-FB0F-1150ACAE254F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BF20D83-30EA-A8CB-A995-E0AD2FD8C0CC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27EF670-CEE8-3CCA-0FBE-D6C999FF5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4C8071C-4900-1693-28D0-8F5ECEBC1F77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B65D439-D250-4B82-9936-9537BCAFC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D89C72B-FF13-4D10-F48B-DB4B6B40EE35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B5C01E5-7A14-68AD-0B15-84FAAAB62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DB53A4B-4E2B-03D3-B01C-EFA17A1C208A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554A3E-14E0-CA02-E609-34B8BEB1C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C7182CE-9738-6D8A-798B-3AF722B0C5A8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B8B5CAC-46CC-ECF9-7F8F-63B48A008181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109FECDC-7765-0F03-BD1A-4C3E696C422B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FAA7B8A-0D83-CCE9-A9FD-48EC064F2941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FA1D496-179F-C822-D1BB-DAB5F9E27EBD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C2CB2A6-F206-F598-3683-C608F7B77A4C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976A7E7-830B-B602-FD65-DA968C7B132F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FF4223E-D020-EC7B-98D0-F73034B2E401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9753D95-9FC6-9C57-74A1-9A2F8BDAFB3B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A8B4E2-D823-F5D1-DA78-B06E819D8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5C69C4F-5ED6-264A-0A2B-311F37B17642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896EA0-1B17-8BA5-CDC3-E254AE41D4D8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21FEBA-FFB0-2C15-938B-6862E3658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A254E881-37A6-B8F7-FF31-E5BD0122F1D9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E9D402-F03D-7E40-5EBF-CF99B66DA246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9BFC62A-C851-16AF-6BD3-20CFCAFCEE12}"/>
              </a:ext>
            </a:extLst>
          </p:cNvPr>
          <p:cNvSpPr/>
          <p:nvPr/>
        </p:nvSpPr>
        <p:spPr>
          <a:xfrm>
            <a:off x="8034731" y="4808087"/>
            <a:ext cx="3267450" cy="90362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25D7310-E790-CCBF-D35A-8305E73B1BE4}"/>
              </a:ext>
            </a:extLst>
          </p:cNvPr>
          <p:cNvSpPr/>
          <p:nvPr/>
        </p:nvSpPr>
        <p:spPr>
          <a:xfrm>
            <a:off x="7847454" y="2189871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7F0788F-60B5-4D9E-3A45-BAEBCCAE7C42}"/>
                  </a:ext>
                </a:extLst>
              </p:cNvPr>
              <p:cNvSpPr txBox="1"/>
              <p:nvPr/>
            </p:nvSpPr>
            <p:spPr>
              <a:xfrm>
                <a:off x="11404550" y="508549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CDA76BA-DED4-5A1F-964C-DF7B6AE54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4550" y="5085492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9F6EADC-79C5-10AA-066F-1A396078CF8C}"/>
              </a:ext>
            </a:extLst>
          </p:cNvPr>
          <p:cNvCxnSpPr>
            <a:cxnSpLocks/>
          </p:cNvCxnSpPr>
          <p:nvPr/>
        </p:nvCxnSpPr>
        <p:spPr>
          <a:xfrm>
            <a:off x="11427687" y="4721484"/>
            <a:ext cx="0" cy="108020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BB04B6B-5B4D-6173-7487-2FD9F194D603}"/>
                  </a:ext>
                </a:extLst>
              </p:cNvPr>
              <p:cNvSpPr txBox="1"/>
              <p:nvPr/>
            </p:nvSpPr>
            <p:spPr>
              <a:xfrm>
                <a:off x="11308524" y="2329676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BB04B6B-5B4D-6173-7487-2FD9F194D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8524" y="2329676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9CBB009-A0A0-8E94-75D8-F8C14BBE10AA}"/>
              </a:ext>
            </a:extLst>
          </p:cNvPr>
          <p:cNvCxnSpPr>
            <a:cxnSpLocks/>
          </p:cNvCxnSpPr>
          <p:nvPr/>
        </p:nvCxnSpPr>
        <p:spPr>
          <a:xfrm>
            <a:off x="11292225" y="2184037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9A0EE42-4926-E038-67A3-4190735030DD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E293286-F8E8-E981-CEC6-7AEC29AB5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39DC51C-A93C-4BE2-9F54-598886CDC576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5950F79-E29B-7F91-3600-5E2D2B430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08BFB33-CA09-7FA5-5B14-A56DEF5D7B01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3AAF372-62DB-EFD1-9781-5CE76DFB2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2007CAC-93A7-CD40-62FF-BA5B04459538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2007CAC-93A7-CD40-62FF-BA5B04459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0466312-5EA6-E2D9-D4E0-CA4CD4C9C819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D91247D-4F47-350B-E401-58E982746B62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6B3B47A-08F0-7F58-9225-0EF2EDAE3BFA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8C951A2-7B11-B66B-9AE4-D38BEC154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95A50E7-1773-B9A9-20F6-587033DA2E84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3E80B77-1583-0AC7-9AB9-F03DED47C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56B197-BC56-4026-F501-52C1A37E420D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86A6619-A03E-FFD3-4A0C-28CE8DD9A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FE1F92A-FF1E-3B3D-B8A0-7C369C7F10C4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2364E32-B2C7-AA28-783A-81D1483D8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938EFFA-7434-AAD2-26CD-ED6187E04197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4EC921-ACEC-0747-F7CB-8040B16B1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189DCBA-0E6F-85ED-FF00-BE0A89FD7BC9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A79885-E963-B702-F780-B875F914B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38C861A-95B6-2198-22CB-30926F2856CE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1C9210-6152-E84F-561C-173975E66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A39D6BA-5640-333C-0042-A8DC20F94E49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B7556C-BD99-5195-B36A-4836A7142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9E4C67D-EC7E-3F6E-2937-37BEFE6AE7ED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C257230-6478-83E3-42C0-D1576FB82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AA48A4B-4F44-56CD-568D-6071F76AB126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88D400-E3C2-06D5-38B0-4D1051DFD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75336A1-3C2D-AB2C-93A7-8E2F47427979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701E590-A938-B51C-93C7-F47B6F4B4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4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04186-1AC9-7B3E-BB9E-EBCF6C182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16263-073E-FE0F-D4DA-F73FB0E2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FlashAttention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039FCA-C610-1946-6177-3561C20B2288}"/>
              </a:ext>
            </a:extLst>
          </p:cNvPr>
          <p:cNvSpPr/>
          <p:nvPr/>
        </p:nvSpPr>
        <p:spPr>
          <a:xfrm>
            <a:off x="4376443" y="3832627"/>
            <a:ext cx="2915093" cy="2436553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0C24D3-5C9F-964B-5447-CDE541FAEC38}"/>
                  </a:ext>
                </a:extLst>
              </p:cNvPr>
              <p:cNvSpPr txBox="1"/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D64EDE-04AA-E29C-2EA6-6E251DFD0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263" y="4845625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992B3D-0DB6-07F9-D841-475020322340}"/>
                  </a:ext>
                </a:extLst>
              </p:cNvPr>
              <p:cNvSpPr txBox="1"/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3581EA-D1AB-F547-C79A-12B1B8576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04" y="6569214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AB53B2-D4FC-2025-0064-28841C4EF643}"/>
              </a:ext>
            </a:extLst>
          </p:cNvPr>
          <p:cNvCxnSpPr>
            <a:cxnSpLocks/>
          </p:cNvCxnSpPr>
          <p:nvPr/>
        </p:nvCxnSpPr>
        <p:spPr>
          <a:xfrm flipH="1">
            <a:off x="4376443" y="6452410"/>
            <a:ext cx="291509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A95319-712B-4C75-F2F5-44FDA11D402E}"/>
              </a:ext>
            </a:extLst>
          </p:cNvPr>
          <p:cNvCxnSpPr>
            <a:cxnSpLocks/>
          </p:cNvCxnSpPr>
          <p:nvPr/>
        </p:nvCxnSpPr>
        <p:spPr>
          <a:xfrm>
            <a:off x="7480263" y="3845153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EC9B4A-11BE-636E-6B73-ADAC27A23E88}"/>
                  </a:ext>
                </a:extLst>
              </p:cNvPr>
              <p:cNvSpPr txBox="1"/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078452-ECD0-A79C-A01A-6ECE15EA7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3897456"/>
                <a:ext cx="6358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EB026E5-B323-6E60-1C39-3ECCD713D790}"/>
              </a:ext>
            </a:extLst>
          </p:cNvPr>
          <p:cNvSpPr txBox="1"/>
          <p:nvPr/>
        </p:nvSpPr>
        <p:spPr>
          <a:xfrm>
            <a:off x="5857834" y="3832627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1196EF-FD15-4596-D1EE-771F9AACE057}"/>
                  </a:ext>
                </a:extLst>
              </p:cNvPr>
              <p:cNvSpPr txBox="1"/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639BD1-43E2-1310-4C5C-AA1E57ABF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61" y="4416981"/>
                <a:ext cx="6358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0717B37-A6EE-0B9A-E42F-5D4C38F648DE}"/>
              </a:ext>
            </a:extLst>
          </p:cNvPr>
          <p:cNvSpPr txBox="1"/>
          <p:nvPr/>
        </p:nvSpPr>
        <p:spPr>
          <a:xfrm>
            <a:off x="5857834" y="4352152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310D011-CC15-FCE7-7111-CF5C3340A025}"/>
                  </a:ext>
                </a:extLst>
              </p:cNvPr>
              <p:cNvSpPr txBox="1"/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4F0D54-988F-CEE3-CBF9-BFB5E6D92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11" y="5826257"/>
                <a:ext cx="6358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CC20746-77A9-9044-2E14-8B26B34502E9}"/>
              </a:ext>
            </a:extLst>
          </p:cNvPr>
          <p:cNvSpPr txBox="1"/>
          <p:nvPr/>
        </p:nvSpPr>
        <p:spPr>
          <a:xfrm>
            <a:off x="5866684" y="5761428"/>
            <a:ext cx="59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A1FB2C-E26C-D6ED-5B81-F253753844F8}"/>
                  </a:ext>
                </a:extLst>
              </p:cNvPr>
              <p:cNvSpPr txBox="1"/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Ignore </a:t>
                </a:r>
                <a:r>
                  <a:rPr lang="en-US" dirty="0" err="1"/>
                  <a:t>softmax</a:t>
                </a:r>
                <a:r>
                  <a:rPr lang="en-US" dirty="0"/>
                  <a:t> for now</a:t>
                </a:r>
              </a:p>
              <a:p>
                <a:endParaRPr lang="en-US" dirty="0"/>
              </a:p>
              <a:p>
                <a:r>
                  <a:rPr lang="en-US" dirty="0"/>
                  <a:t>How to produce the full output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rows of O? </a:t>
                </a:r>
                <a:r>
                  <a:rPr lang="en-US" dirty="0">
                    <a:solidFill>
                      <a:srgbClr val="C00000"/>
                    </a:solidFill>
                  </a:rPr>
                  <a:t>Iterate over columns of K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FD1ACE-4CBB-8242-B40E-328BA9450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7" y="1241943"/>
                <a:ext cx="3222162" cy="1477328"/>
              </a:xfrm>
              <a:prstGeom prst="rect">
                <a:avLst/>
              </a:prstGeom>
              <a:blipFill>
                <a:blip r:embed="rId7"/>
                <a:stretch>
                  <a:fillRect l="-1512" t="-2479" b="-5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F96AF16F-C55B-45B9-EB75-47EABED12606}"/>
              </a:ext>
            </a:extLst>
          </p:cNvPr>
          <p:cNvSpPr/>
          <p:nvPr/>
        </p:nvSpPr>
        <p:spPr>
          <a:xfrm>
            <a:off x="560498" y="3837304"/>
            <a:ext cx="2915093" cy="2436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6B1FBB7-F874-AAD8-8D26-8F43493E3894}"/>
              </a:ext>
            </a:extLst>
          </p:cNvPr>
          <p:cNvCxnSpPr/>
          <p:nvPr/>
        </p:nvCxnSpPr>
        <p:spPr>
          <a:xfrm>
            <a:off x="766063" y="589285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B834D07-3EBD-956A-2608-FF04CE0394AB}"/>
                  </a:ext>
                </a:extLst>
              </p:cNvPr>
              <p:cNvSpPr txBox="1"/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0FE01FC-D49B-BA9E-F3DC-5A1816CD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626" y="5571156"/>
                <a:ext cx="428130" cy="338554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E1CA096B-849D-714A-061C-CE95F8BA2112}"/>
              </a:ext>
            </a:extLst>
          </p:cNvPr>
          <p:cNvSpPr/>
          <p:nvPr/>
        </p:nvSpPr>
        <p:spPr>
          <a:xfrm>
            <a:off x="4271567" y="530813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76535FD-3F6E-49F1-FD67-255172558E3F}"/>
              </a:ext>
            </a:extLst>
          </p:cNvPr>
          <p:cNvCxnSpPr>
            <a:cxnSpLocks/>
          </p:cNvCxnSpPr>
          <p:nvPr/>
        </p:nvCxnSpPr>
        <p:spPr>
          <a:xfrm>
            <a:off x="4506368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423613E-9FEE-967B-C225-C358C5A58BB4}"/>
              </a:ext>
            </a:extLst>
          </p:cNvPr>
          <p:cNvCxnSpPr>
            <a:cxnSpLocks/>
          </p:cNvCxnSpPr>
          <p:nvPr/>
        </p:nvCxnSpPr>
        <p:spPr>
          <a:xfrm>
            <a:off x="4749145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C8C06E6-9596-DE78-4426-91C5F0D664DF}"/>
              </a:ext>
            </a:extLst>
          </p:cNvPr>
          <p:cNvCxnSpPr>
            <a:cxnSpLocks/>
          </p:cNvCxnSpPr>
          <p:nvPr/>
        </p:nvCxnSpPr>
        <p:spPr>
          <a:xfrm>
            <a:off x="5007871" y="74338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15E57BB-7E89-54F3-0A95-DAD6F85FE4A1}"/>
              </a:ext>
            </a:extLst>
          </p:cNvPr>
          <p:cNvCxnSpPr>
            <a:cxnSpLocks/>
          </p:cNvCxnSpPr>
          <p:nvPr/>
        </p:nvCxnSpPr>
        <p:spPr>
          <a:xfrm>
            <a:off x="6335168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4520A5-46A4-9520-A7CB-7BC4E8EC8E50}"/>
              </a:ext>
            </a:extLst>
          </p:cNvPr>
          <p:cNvCxnSpPr>
            <a:cxnSpLocks/>
          </p:cNvCxnSpPr>
          <p:nvPr/>
        </p:nvCxnSpPr>
        <p:spPr>
          <a:xfrm>
            <a:off x="6615159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9E8E076-BD96-750F-E314-6A6E33B28797}"/>
              </a:ext>
            </a:extLst>
          </p:cNvPr>
          <p:cNvCxnSpPr>
            <a:cxnSpLocks/>
          </p:cNvCxnSpPr>
          <p:nvPr/>
        </p:nvCxnSpPr>
        <p:spPr>
          <a:xfrm>
            <a:off x="6905782" y="79832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D7C01B7-C0AD-CD93-88E5-DF1F1D4F9850}"/>
                  </a:ext>
                </a:extLst>
              </p:cNvPr>
              <p:cNvSpPr txBox="1"/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CE4CA20-EB84-E09F-5CCE-5E67E150C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320" y="1433822"/>
                <a:ext cx="4353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129618E-9F23-7BD0-0EA6-604DC009826C}"/>
                  </a:ext>
                </a:extLst>
              </p:cNvPr>
              <p:cNvSpPr txBox="1"/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F787CC5-F097-6582-5307-015B9F846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29" y="1446908"/>
                <a:ext cx="440056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244C264-ED99-F435-BBDB-3E76CC3651C3}"/>
                  </a:ext>
                </a:extLst>
              </p:cNvPr>
              <p:cNvSpPr txBox="1"/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991A34-BA67-084B-E799-DEC251D9F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26" y="1446908"/>
                <a:ext cx="440056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FAA6694-A83A-FEBD-F197-8EE3DFC880C0}"/>
                  </a:ext>
                </a:extLst>
              </p:cNvPr>
              <p:cNvSpPr txBox="1"/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1F78D-1B64-42AD-6F25-1240EC92D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46" y="1513032"/>
                <a:ext cx="44005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A94DE440-225C-4209-8C4D-3D4E00C85B57}"/>
              </a:ext>
            </a:extLst>
          </p:cNvPr>
          <p:cNvSpPr/>
          <p:nvPr/>
        </p:nvSpPr>
        <p:spPr>
          <a:xfrm>
            <a:off x="6289657" y="5067698"/>
            <a:ext cx="1023418" cy="125230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F93D56D-F705-5CDC-CE9E-F6D9C02E6713}"/>
                  </a:ext>
                </a:extLst>
              </p:cNvPr>
              <p:cNvSpPr txBox="1"/>
              <p:nvPr/>
            </p:nvSpPr>
            <p:spPr>
              <a:xfrm>
                <a:off x="6420216" y="4510875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F93D56D-F705-5CDC-CE9E-F6D9C02E6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216" y="4510875"/>
                <a:ext cx="5498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77F6D2A-71D5-A56A-255D-3826C1D25793}"/>
              </a:ext>
            </a:extLst>
          </p:cNvPr>
          <p:cNvCxnSpPr>
            <a:cxnSpLocks/>
          </p:cNvCxnSpPr>
          <p:nvPr/>
        </p:nvCxnSpPr>
        <p:spPr>
          <a:xfrm flipV="1">
            <a:off x="4214531" y="5093888"/>
            <a:ext cx="0" cy="118704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AE48DA8-25E4-53A9-1DE6-61D076321C8E}"/>
              </a:ext>
            </a:extLst>
          </p:cNvPr>
          <p:cNvCxnSpPr>
            <a:cxnSpLocks/>
          </p:cNvCxnSpPr>
          <p:nvPr/>
        </p:nvCxnSpPr>
        <p:spPr>
          <a:xfrm flipH="1">
            <a:off x="6243881" y="4983653"/>
            <a:ext cx="97996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5BD17E3-863D-CF3B-2D9C-E433C9C8E663}"/>
                  </a:ext>
                </a:extLst>
              </p:cNvPr>
              <p:cNvSpPr txBox="1"/>
              <p:nvPr/>
            </p:nvSpPr>
            <p:spPr>
              <a:xfrm>
                <a:off x="3758342" y="5490023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5BD17E3-863D-CF3B-2D9C-E433C9C8E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342" y="5490023"/>
                <a:ext cx="54980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56A1945-0BC9-29CB-B3A5-41711C735DD5}"/>
              </a:ext>
            </a:extLst>
          </p:cNvPr>
          <p:cNvSpPr/>
          <p:nvPr/>
        </p:nvSpPr>
        <p:spPr>
          <a:xfrm>
            <a:off x="405460" y="5124107"/>
            <a:ext cx="3267450" cy="11011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09245CC-6812-A56F-55A9-793F7793FAA3}"/>
              </a:ext>
            </a:extLst>
          </p:cNvPr>
          <p:cNvCxnSpPr>
            <a:cxnSpLocks/>
          </p:cNvCxnSpPr>
          <p:nvPr/>
        </p:nvCxnSpPr>
        <p:spPr>
          <a:xfrm flipV="1">
            <a:off x="3777096" y="5122305"/>
            <a:ext cx="18344" cy="111568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332DFA69-9A25-C64E-B7A8-E0C513A83CD0}"/>
              </a:ext>
            </a:extLst>
          </p:cNvPr>
          <p:cNvSpPr/>
          <p:nvPr/>
        </p:nvSpPr>
        <p:spPr>
          <a:xfrm>
            <a:off x="6183216" y="529403"/>
            <a:ext cx="1009508" cy="2551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CDCC9F6-2ECE-FADD-C432-4C272B69DC13}"/>
              </a:ext>
            </a:extLst>
          </p:cNvPr>
          <p:cNvCxnSpPr>
            <a:cxnSpLocks/>
          </p:cNvCxnSpPr>
          <p:nvPr/>
        </p:nvCxnSpPr>
        <p:spPr>
          <a:xfrm flipH="1">
            <a:off x="6183216" y="3195769"/>
            <a:ext cx="100950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EEF51C5-3516-CC46-3FFC-1FB83B87C5CC}"/>
              </a:ext>
            </a:extLst>
          </p:cNvPr>
          <p:cNvSpPr/>
          <p:nvPr/>
        </p:nvSpPr>
        <p:spPr>
          <a:xfrm>
            <a:off x="8060796" y="3897456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3DEB959-C21D-C51F-C0C4-4D214C957658}"/>
                  </a:ext>
                </a:extLst>
              </p:cNvPr>
              <p:cNvSpPr txBox="1"/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7612CD2-9B15-A2C9-FFA7-76712D086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242" y="3348013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EE6BF7C-58DA-9FD5-D38A-75D129E448B9}"/>
              </a:ext>
            </a:extLst>
          </p:cNvPr>
          <p:cNvCxnSpPr/>
          <p:nvPr/>
        </p:nvCxnSpPr>
        <p:spPr>
          <a:xfrm>
            <a:off x="8320613" y="4234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4329083-3841-C38F-FCC9-387D4AF23222}"/>
              </a:ext>
            </a:extLst>
          </p:cNvPr>
          <p:cNvCxnSpPr/>
          <p:nvPr/>
        </p:nvCxnSpPr>
        <p:spPr>
          <a:xfrm>
            <a:off x="8320613" y="4477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FB5671E-AB5F-C46E-E6DA-3850018D3174}"/>
              </a:ext>
            </a:extLst>
          </p:cNvPr>
          <p:cNvCxnSpPr/>
          <p:nvPr/>
        </p:nvCxnSpPr>
        <p:spPr>
          <a:xfrm>
            <a:off x="8320613" y="4762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45E0DD0-CE13-35D3-0F34-A96200B7C8D5}"/>
              </a:ext>
            </a:extLst>
          </p:cNvPr>
          <p:cNvCxnSpPr/>
          <p:nvPr/>
        </p:nvCxnSpPr>
        <p:spPr>
          <a:xfrm>
            <a:off x="8320613" y="6022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F564045-8D40-D769-27A6-9A61891EE321}"/>
                  </a:ext>
                </a:extLst>
              </p:cNvPr>
              <p:cNvSpPr txBox="1"/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26E6FC-87A8-1E05-FD2F-88D3FA662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3890769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DDBBB52-2653-303D-85A1-E91A8EB78998}"/>
                  </a:ext>
                </a:extLst>
              </p:cNvPr>
              <p:cNvSpPr txBox="1"/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C149010-7B3A-CEB9-8A3B-A267FA361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176" y="4170634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CD76051-D4CA-6222-19BA-F3E550467D4F}"/>
                  </a:ext>
                </a:extLst>
              </p:cNvPr>
              <p:cNvSpPr txBox="1"/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0F54F5A-8426-CCB1-0282-3391A97D2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515" y="4431150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7D8F792-FC56-F934-D96F-BF7C8B89CF7F}"/>
                  </a:ext>
                </a:extLst>
              </p:cNvPr>
              <p:cNvSpPr txBox="1"/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CBD473-9741-A0A4-861E-C1F158C59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905" y="573042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1D919B1-E562-AEC9-7663-1E947DC64E51}"/>
              </a:ext>
            </a:extLst>
          </p:cNvPr>
          <p:cNvCxnSpPr>
            <a:cxnSpLocks/>
          </p:cNvCxnSpPr>
          <p:nvPr/>
        </p:nvCxnSpPr>
        <p:spPr>
          <a:xfrm>
            <a:off x="7932361" y="3897456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D7101D8-11EA-077D-EF6E-6FDF85EE5598}"/>
              </a:ext>
            </a:extLst>
          </p:cNvPr>
          <p:cNvCxnSpPr>
            <a:cxnSpLocks/>
          </p:cNvCxnSpPr>
          <p:nvPr/>
        </p:nvCxnSpPr>
        <p:spPr>
          <a:xfrm>
            <a:off x="8077066" y="3764638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1B256C12-1743-1148-DF22-D38492F4519D}"/>
              </a:ext>
            </a:extLst>
          </p:cNvPr>
          <p:cNvSpPr/>
          <p:nvPr/>
        </p:nvSpPr>
        <p:spPr>
          <a:xfrm>
            <a:off x="7956211" y="495375"/>
            <a:ext cx="2915093" cy="24365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6956C98-F597-70EB-5506-AA787ACC3C0B}"/>
              </a:ext>
            </a:extLst>
          </p:cNvPr>
          <p:cNvCxnSpPr/>
          <p:nvPr/>
        </p:nvCxnSpPr>
        <p:spPr>
          <a:xfrm>
            <a:off x="8216028" y="83273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49AAAD9-48EA-C9F5-B77B-D1BDB3CD60FE}"/>
              </a:ext>
            </a:extLst>
          </p:cNvPr>
          <p:cNvCxnSpPr/>
          <p:nvPr/>
        </p:nvCxnSpPr>
        <p:spPr>
          <a:xfrm>
            <a:off x="8216028" y="107551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6452937-7C94-DF1E-757C-07DE5CF70275}"/>
              </a:ext>
            </a:extLst>
          </p:cNvPr>
          <p:cNvCxnSpPr/>
          <p:nvPr/>
        </p:nvCxnSpPr>
        <p:spPr>
          <a:xfrm>
            <a:off x="8216028" y="13608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D110B47-9B5C-6A09-8A6D-B4FDFF7C480A}"/>
              </a:ext>
            </a:extLst>
          </p:cNvPr>
          <p:cNvCxnSpPr/>
          <p:nvPr/>
        </p:nvCxnSpPr>
        <p:spPr>
          <a:xfrm>
            <a:off x="8216028" y="262077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CC0C9CE-443D-4539-50E1-17B0DC25C76C}"/>
              </a:ext>
            </a:extLst>
          </p:cNvPr>
          <p:cNvCxnSpPr>
            <a:cxnSpLocks/>
          </p:cNvCxnSpPr>
          <p:nvPr/>
        </p:nvCxnSpPr>
        <p:spPr>
          <a:xfrm>
            <a:off x="7827776" y="495375"/>
            <a:ext cx="0" cy="24240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63D68F6-4A01-B34B-7539-3900FF691C6A}"/>
                  </a:ext>
                </a:extLst>
              </p:cNvPr>
              <p:cNvSpPr txBox="1"/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E66AE39-E693-B976-9992-DE2D9C218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872" y="6480067"/>
                <a:ext cx="487698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43EC390-D794-5DB0-0F07-A16D0DB295E4}"/>
              </a:ext>
            </a:extLst>
          </p:cNvPr>
          <p:cNvCxnSpPr>
            <a:cxnSpLocks/>
          </p:cNvCxnSpPr>
          <p:nvPr/>
        </p:nvCxnSpPr>
        <p:spPr>
          <a:xfrm>
            <a:off x="8060795" y="6492875"/>
            <a:ext cx="284268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25527BD-95B1-4905-8410-1BCBBE159DD0}"/>
                  </a:ext>
                </a:extLst>
              </p:cNvPr>
              <p:cNvSpPr txBox="1"/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D6B4D3F-FC03-0CBF-A385-D710ED927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035" y="1562514"/>
                <a:ext cx="3657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B44407D9-D688-7B9E-222D-7CF3CC605F7E}"/>
              </a:ext>
            </a:extLst>
          </p:cNvPr>
          <p:cNvSpPr txBox="1"/>
          <p:nvPr/>
        </p:nvSpPr>
        <p:spPr>
          <a:xfrm>
            <a:off x="7263785" y="524875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205ECB8-70A5-7879-501E-EADA51131437}"/>
              </a:ext>
            </a:extLst>
          </p:cNvPr>
          <p:cNvSpPr txBox="1"/>
          <p:nvPr/>
        </p:nvSpPr>
        <p:spPr>
          <a:xfrm rot="16200000">
            <a:off x="9074852" y="306543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5EA6514-662A-4945-2778-5058FBA3EF05}"/>
              </a:ext>
            </a:extLst>
          </p:cNvPr>
          <p:cNvSpPr/>
          <p:nvPr/>
        </p:nvSpPr>
        <p:spPr>
          <a:xfrm>
            <a:off x="7999366" y="5497180"/>
            <a:ext cx="3267450" cy="80956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ECF3D50-E88D-0893-1022-964BEFDC88F5}"/>
              </a:ext>
            </a:extLst>
          </p:cNvPr>
          <p:cNvSpPr/>
          <p:nvPr/>
        </p:nvSpPr>
        <p:spPr>
          <a:xfrm>
            <a:off x="7708439" y="2139417"/>
            <a:ext cx="3267450" cy="648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CA70D08-C1E3-4C39-902D-0462759971B6}"/>
                  </a:ext>
                </a:extLst>
              </p:cNvPr>
              <p:cNvSpPr txBox="1"/>
              <p:nvPr/>
            </p:nvSpPr>
            <p:spPr>
              <a:xfrm>
                <a:off x="11459965" y="5699204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6D0B414-1014-F567-3AC3-201F70698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9965" y="5699204"/>
                <a:ext cx="54980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76DF3FB-31B6-D29E-54B6-C8A8B5BD4C70}"/>
              </a:ext>
            </a:extLst>
          </p:cNvPr>
          <p:cNvCxnSpPr>
            <a:cxnSpLocks/>
          </p:cNvCxnSpPr>
          <p:nvPr/>
        </p:nvCxnSpPr>
        <p:spPr>
          <a:xfrm>
            <a:off x="11443939" y="5497180"/>
            <a:ext cx="0" cy="8243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6D16E32-7C4C-B830-5C72-6F7D44406A4C}"/>
                  </a:ext>
                </a:extLst>
              </p:cNvPr>
              <p:cNvSpPr txBox="1"/>
              <p:nvPr/>
            </p:nvSpPr>
            <p:spPr>
              <a:xfrm>
                <a:off x="11169509" y="2279222"/>
                <a:ext cx="549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6D16E32-7C4C-B830-5C72-6F7D44406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9509" y="2279222"/>
                <a:ext cx="54980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399AE1D-D6B6-85B5-3E63-1FEEEAA8ECA0}"/>
              </a:ext>
            </a:extLst>
          </p:cNvPr>
          <p:cNvCxnSpPr>
            <a:cxnSpLocks/>
          </p:cNvCxnSpPr>
          <p:nvPr/>
        </p:nvCxnSpPr>
        <p:spPr>
          <a:xfrm>
            <a:off x="11153210" y="2133583"/>
            <a:ext cx="16299" cy="75963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151ACBC-37D3-7F64-EA23-12F25BC85009}"/>
                  </a:ext>
                </a:extLst>
              </p:cNvPr>
              <p:cNvSpPr txBox="1"/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151ACBC-37D3-7F64-EA23-12F25BC85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42" y="487380"/>
                <a:ext cx="273055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732ADDA-75CF-612D-843E-455B85041719}"/>
                  </a:ext>
                </a:extLst>
              </p:cNvPr>
              <p:cNvSpPr txBox="1"/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732ADDA-75CF-612D-843E-455B85041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751434"/>
                <a:ext cx="274004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8E99E92-1C5F-EC63-9694-D238277418FF}"/>
                  </a:ext>
                </a:extLst>
              </p:cNvPr>
              <p:cNvSpPr txBox="1"/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99E2221-10B8-9227-37C8-2614CCC8E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5" y="1031068"/>
                <a:ext cx="274004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6C2A2D4-5DDB-42F8-064C-8708C35B7561}"/>
                  </a:ext>
                </a:extLst>
              </p:cNvPr>
              <p:cNvSpPr txBox="1"/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𝐿𝐿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6C2A2D4-5DDB-42F8-064C-8708C35B7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94" y="2263984"/>
                <a:ext cx="2740045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89B18EA-B359-A7A7-1CDD-B98A35A0DEF9}"/>
              </a:ext>
            </a:extLst>
          </p:cNvPr>
          <p:cNvCxnSpPr/>
          <p:nvPr/>
        </p:nvCxnSpPr>
        <p:spPr>
          <a:xfrm>
            <a:off x="696500" y="419136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DECA8D5-E28A-15C8-5A0C-C29A9BCA07A6}"/>
              </a:ext>
            </a:extLst>
          </p:cNvPr>
          <p:cNvCxnSpPr/>
          <p:nvPr/>
        </p:nvCxnSpPr>
        <p:spPr>
          <a:xfrm>
            <a:off x="729029" y="45715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B56EE12-E179-A04E-30CB-9F86C33EE79E}"/>
                  </a:ext>
                </a:extLst>
              </p:cNvPr>
              <p:cNvSpPr txBox="1"/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FD84DBE-F02B-7658-AAF9-F22DD3FDB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63" y="3884400"/>
                <a:ext cx="428131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47539D9-99D6-A252-977C-7ECC6C5F95C4}"/>
                  </a:ext>
                </a:extLst>
              </p:cNvPr>
              <p:cNvSpPr txBox="1"/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AD855FC-FBF3-A5B7-0E8B-3E9F79FCD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31" y="4239808"/>
                <a:ext cx="432874" cy="338554"/>
              </a:xfrm>
              <a:prstGeom prst="rect">
                <a:avLst/>
              </a:prstGeom>
              <a:blipFill>
                <a:blip r:embed="rId3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12038C9-BC73-DAD6-94BD-793935BB2D3C}"/>
                  </a:ext>
                </a:extLst>
              </p:cNvPr>
              <p:cNvSpPr txBox="1"/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259507-8EB4-6562-091A-173169951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3955805"/>
                <a:ext cx="63584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D39E27-6E8D-1C04-C5E9-3D80AF36649D}"/>
                  </a:ext>
                </a:extLst>
              </p:cNvPr>
              <p:cNvSpPr txBox="1"/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7E3DD5-F00E-2FAA-021A-9BA0FE7F9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3969253"/>
                <a:ext cx="63584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04DA32-CC60-24B2-5352-0C335696809D}"/>
                  </a:ext>
                </a:extLst>
              </p:cNvPr>
              <p:cNvSpPr txBox="1"/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28744C-55E6-83E0-0182-4B0978863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982" y="4475330"/>
                <a:ext cx="63584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8FB8EDF-8FC5-53C0-F688-20B4E8852445}"/>
                  </a:ext>
                </a:extLst>
              </p:cNvPr>
              <p:cNvSpPr txBox="1"/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800C1F-7197-583C-8AEA-A3B8359A4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4492571"/>
                <a:ext cx="63584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57F3E7-35E7-E1CA-5AAC-E3863E3192D9}"/>
                  </a:ext>
                </a:extLst>
              </p:cNvPr>
              <p:cNvSpPr txBox="1"/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1FFF7E-0E37-68FB-EDE3-F5BCEBFCB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832" y="5884606"/>
                <a:ext cx="63584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F6F6428-3924-D70E-C53E-E4CA397FDD06}"/>
                  </a:ext>
                </a:extLst>
              </p:cNvPr>
              <p:cNvSpPr txBox="1"/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9B32547-D8EE-BAF4-DBF2-7B4883A15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85" y="5901190"/>
                <a:ext cx="63584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4D87AB3-F22D-F4ED-A2CA-DC4894CF1ECA}"/>
                  </a:ext>
                </a:extLst>
              </p:cNvPr>
              <p:cNvSpPr txBox="1"/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ACF61DA-20DE-C8F8-6EA9-205F79A33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87" y="3955701"/>
                <a:ext cx="63584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DC1CDF1-A3EF-7BA4-62DE-3012E748D8F8}"/>
                  </a:ext>
                </a:extLst>
              </p:cNvPr>
              <p:cNvSpPr txBox="1"/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0AB19E6-2F8C-A956-70CC-C7430A484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59" y="4509812"/>
                <a:ext cx="63584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97F6DDB-C3D9-82CC-FEDF-122411D05A67}"/>
                  </a:ext>
                </a:extLst>
              </p:cNvPr>
              <p:cNvSpPr txBox="1"/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5D41354-1172-E740-B6CC-B277074B6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732" y="5908958"/>
                <a:ext cx="63584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528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D001-BD5C-2876-4403-6A4A48FF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3B2E-21AE-545E-EF32-6D528601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5C8A25-5B7A-69C2-F365-B87BFA3EBE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Fuse and tile the three Key Operations</a:t>
                </a:r>
              </a:p>
              <a:p>
                <a:pPr lvl="1"/>
                <a:r>
                  <a:rPr lang="en-US" dirty="0"/>
                  <a:t>Operation #1: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Operation #2: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: Dense matrices</a:t>
                </a:r>
              </a:p>
              <a:p>
                <a:endParaRPr lang="en-US" dirty="0"/>
              </a:p>
              <a:p>
                <a:r>
                  <a:rPr lang="en-US" dirty="0"/>
                  <a:t>Notice how you are taking a tile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and producing a partial sum for a tile of the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This is also known as Fused attention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5C8A25-5B7A-69C2-F365-B87BFA3EBE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556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E40A1-35DF-315B-201C-72DB77892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DE3E-9DDD-B4EA-DF0C-1CBF87086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with Sparse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8D46F6-4D15-9327-81F8-2023F13DD0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endParaRPr lang="en-US" dirty="0"/>
              </a:p>
              <a:p>
                <a:r>
                  <a:rPr lang="en-US" b="0" dirty="0"/>
                  <a:t>Operation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matrices under mask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Operation #2: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: Dense matrices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b="0" dirty="0"/>
                  <a:t>: Sparse matrix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5954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08FE-9DC3-6D5A-B656-67535EA8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QK Product with Attention Mask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49C7D-D14B-41CC-8221-B672E1447A0E}"/>
              </a:ext>
            </a:extLst>
          </p:cNvPr>
          <p:cNvSpPr/>
          <p:nvPr/>
        </p:nvSpPr>
        <p:spPr>
          <a:xfrm>
            <a:off x="4954852" y="3180786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49B067-FACF-E4CA-3BD8-178226675A20}"/>
              </a:ext>
            </a:extLst>
          </p:cNvPr>
          <p:cNvSpPr/>
          <p:nvPr/>
        </p:nvSpPr>
        <p:spPr>
          <a:xfrm>
            <a:off x="8339549" y="3180785"/>
            <a:ext cx="2915093" cy="24365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C08F7F-C46D-68CC-F251-76C38C6FDF0C}"/>
              </a:ext>
            </a:extLst>
          </p:cNvPr>
          <p:cNvCxnSpPr/>
          <p:nvPr/>
        </p:nvCxnSpPr>
        <p:spPr>
          <a:xfrm>
            <a:off x="5160417" y="344829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4B0872-E730-F5C6-BAB9-9EF98E27DDEE}"/>
              </a:ext>
            </a:extLst>
          </p:cNvPr>
          <p:cNvCxnSpPr/>
          <p:nvPr/>
        </p:nvCxnSpPr>
        <p:spPr>
          <a:xfrm>
            <a:off x="5160417" y="369107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BE43BA-94D2-DD39-1A58-F07B930EC971}"/>
              </a:ext>
            </a:extLst>
          </p:cNvPr>
          <p:cNvCxnSpPr/>
          <p:nvPr/>
        </p:nvCxnSpPr>
        <p:spPr>
          <a:xfrm>
            <a:off x="5160417" y="397637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F48847-BC93-8DC8-43CB-4E7E6B58B082}"/>
              </a:ext>
            </a:extLst>
          </p:cNvPr>
          <p:cNvCxnSpPr/>
          <p:nvPr/>
        </p:nvCxnSpPr>
        <p:spPr>
          <a:xfrm>
            <a:off x="5160417" y="523633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5BEAC-0504-1C62-A55A-650F4BB09CFA}"/>
                  </a:ext>
                </a:extLst>
              </p:cNvPr>
              <p:cNvSpPr txBox="1"/>
              <p:nvPr/>
            </p:nvSpPr>
            <p:spPr>
              <a:xfrm>
                <a:off x="4492531" y="40979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5BEAC-0504-1C62-A55A-650F4BB09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531" y="4097917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CE0F0D-F9E8-509B-3B22-1586DA2F7C90}"/>
              </a:ext>
            </a:extLst>
          </p:cNvPr>
          <p:cNvCxnSpPr>
            <a:cxnSpLocks/>
          </p:cNvCxnSpPr>
          <p:nvPr/>
        </p:nvCxnSpPr>
        <p:spPr>
          <a:xfrm>
            <a:off x="8574350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2C8CF2-E824-FC01-39DE-572ED60A2307}"/>
              </a:ext>
            </a:extLst>
          </p:cNvPr>
          <p:cNvCxnSpPr>
            <a:cxnSpLocks/>
          </p:cNvCxnSpPr>
          <p:nvPr/>
        </p:nvCxnSpPr>
        <p:spPr>
          <a:xfrm>
            <a:off x="8817127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9339CE-BEAB-35BE-68B3-CF1ADB41E562}"/>
              </a:ext>
            </a:extLst>
          </p:cNvPr>
          <p:cNvCxnSpPr>
            <a:cxnSpLocks/>
          </p:cNvCxnSpPr>
          <p:nvPr/>
        </p:nvCxnSpPr>
        <p:spPr>
          <a:xfrm>
            <a:off x="9075853" y="3393360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95AD08-7875-AA10-4544-4DF090D958F8}"/>
              </a:ext>
            </a:extLst>
          </p:cNvPr>
          <p:cNvCxnSpPr>
            <a:cxnSpLocks/>
          </p:cNvCxnSpPr>
          <p:nvPr/>
        </p:nvCxnSpPr>
        <p:spPr>
          <a:xfrm>
            <a:off x="10403150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1F7BFE-AA35-EEEE-E3E6-3A506727AD66}"/>
              </a:ext>
            </a:extLst>
          </p:cNvPr>
          <p:cNvCxnSpPr>
            <a:cxnSpLocks/>
          </p:cNvCxnSpPr>
          <p:nvPr/>
        </p:nvCxnSpPr>
        <p:spPr>
          <a:xfrm>
            <a:off x="10683141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FC73561-7A70-B7F4-1EC8-4347E005B7D0}"/>
              </a:ext>
            </a:extLst>
          </p:cNvPr>
          <p:cNvCxnSpPr>
            <a:cxnSpLocks/>
          </p:cNvCxnSpPr>
          <p:nvPr/>
        </p:nvCxnSpPr>
        <p:spPr>
          <a:xfrm>
            <a:off x="10973764" y="3448295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6BE7DB-D43A-0A8F-AF27-69544695C0DC}"/>
                  </a:ext>
                </a:extLst>
              </p:cNvPr>
              <p:cNvSpPr txBox="1"/>
              <p:nvPr/>
            </p:nvSpPr>
            <p:spPr>
              <a:xfrm>
                <a:off x="9691073" y="5768259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6BE7DB-D43A-0A8F-AF27-69544695C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73" y="5768259"/>
                <a:ext cx="31701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D4EDA0-6860-BF21-735E-275F6E502CFC}"/>
                  </a:ext>
                </a:extLst>
              </p:cNvPr>
              <p:cNvSpPr txBox="1"/>
              <p:nvPr/>
            </p:nvSpPr>
            <p:spPr>
              <a:xfrm>
                <a:off x="6119980" y="3104247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D4EDA0-6860-BF21-735E-275F6E502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80" y="3104247"/>
                <a:ext cx="428130" cy="338554"/>
              </a:xfrm>
              <a:prstGeom prst="rect">
                <a:avLst/>
              </a:prstGeom>
              <a:blipFill>
                <a:blip r:embed="rId4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04CEA2-A97E-AF3E-DF52-FDEB3E4A8962}"/>
                  </a:ext>
                </a:extLst>
              </p:cNvPr>
              <p:cNvSpPr txBox="1"/>
              <p:nvPr/>
            </p:nvSpPr>
            <p:spPr>
              <a:xfrm>
                <a:off x="6119980" y="338411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04CEA2-A97E-AF3E-DF52-FDEB3E4A8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80" y="3384112"/>
                <a:ext cx="432874" cy="338554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03FE62-839E-F0B4-0655-6B0BE25E979B}"/>
                  </a:ext>
                </a:extLst>
              </p:cNvPr>
              <p:cNvSpPr txBox="1"/>
              <p:nvPr/>
            </p:nvSpPr>
            <p:spPr>
              <a:xfrm>
                <a:off x="6117319" y="3644628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03FE62-839E-F0B4-0655-6B0BE25E9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319" y="3644628"/>
                <a:ext cx="432874" cy="338554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2926C6-80D2-2498-89BA-AF7A6E1BD3D0}"/>
                  </a:ext>
                </a:extLst>
              </p:cNvPr>
              <p:cNvSpPr txBox="1"/>
              <p:nvPr/>
            </p:nvSpPr>
            <p:spPr>
              <a:xfrm>
                <a:off x="8256302" y="4083794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2926C6-80D2-2498-89BA-AF7A6E1BD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302" y="4083794"/>
                <a:ext cx="43531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8BE425-FF25-9352-325E-70A69E3340CF}"/>
                  </a:ext>
                </a:extLst>
              </p:cNvPr>
              <p:cNvSpPr txBox="1"/>
              <p:nvPr/>
            </p:nvSpPr>
            <p:spPr>
              <a:xfrm>
                <a:off x="8489411" y="409688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8BE425-FF25-9352-325E-70A69E334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411" y="4096880"/>
                <a:ext cx="440056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08A9B0-4239-6AEA-61C6-45CF651C1314}"/>
                  </a:ext>
                </a:extLst>
              </p:cNvPr>
              <p:cNvSpPr txBox="1"/>
              <p:nvPr/>
            </p:nvSpPr>
            <p:spPr>
              <a:xfrm>
                <a:off x="8756308" y="4096880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08A9B0-4239-6AEA-61C6-45CF651C1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308" y="4096880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B03B450-B509-EBD0-76D3-09D3724D70B5}"/>
              </a:ext>
            </a:extLst>
          </p:cNvPr>
          <p:cNvSpPr txBox="1"/>
          <p:nvPr/>
        </p:nvSpPr>
        <p:spPr>
          <a:xfrm>
            <a:off x="7926640" y="4163004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4CBFEF-661C-8874-9A83-175C66369548}"/>
              </a:ext>
            </a:extLst>
          </p:cNvPr>
          <p:cNvGrpSpPr/>
          <p:nvPr/>
        </p:nvGrpSpPr>
        <p:grpSpPr>
          <a:xfrm>
            <a:off x="778391" y="2467259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EBA3F75-746C-1C95-EB2B-F93E472BEF76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E81FEB-AFB6-4397-6EF4-701C6D62F8A0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B53742-A461-31FB-91C9-8F4BBAF4C38C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CB9171-91D3-B3C3-12C8-00B54243874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97D9BA-A651-BAD9-2494-7D38F7735E50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226E1EC-AF38-FB95-B9FD-8154671E8442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971501-3E85-3086-C585-7CFB02578A3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DDDE2CC-4E70-B472-A9F4-9D97A9F775A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C49AB80-E536-271F-F6B8-4FE7555CDD4D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9EF1F2D-0C33-C04E-DEDA-A3E8398EC0FA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A30AD6-FB54-637B-4F86-1E1BE05C500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72E87A-25CE-EF4F-7EB7-6A5B43CF5A5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0E7FB4F-D7BC-8F9F-973C-682611A5896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4611445-E0BB-CB46-B685-6D92252225E3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E96AFF-DC86-A10F-E757-879DAC9056E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837F0C-E3F9-904B-2CCB-A6AB65F34F84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2365F6-66C3-4E1C-E139-357E728C7DCD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9F2DC85-58FB-1BA7-CB74-0D36453706B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B9A57E-631D-9FC0-993D-C37D28D9205E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0C96A7C-4804-4973-93DF-FB843968F385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CDE3B92-4E9F-A529-D75A-FEEEC0D22BF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49C3C1-B89C-D665-1F3F-BC5328EE7C51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9F2D36-8BF5-9E4B-E116-45651843CD2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9D7DBEE-0DC4-D86B-FF34-06C0380B42C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9837D2-C34F-5B35-C6E7-190D94DA0874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648DEFF-F18D-08ED-1D5E-A782C95B34CE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83E083-9849-248C-BEE0-ED76EEACEE8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5B3C540-30A5-C7AF-AFD8-6B654BD2273A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E86A71C-4AC6-6F97-B9CC-D0F7688D086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293D68-93CD-304D-17F7-DBE71FBE021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90F9C8-EAA7-7EBD-80C2-4090E69F086A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E5939DA-8385-1572-68FD-2DDF01D315ED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F5F62F-AE45-6DF2-F70D-606FE030212B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F8967A-BC92-1DAD-1AFF-D13037EAD875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6C5D3E0-9558-FD43-CBE2-70EDEFF5DE4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2CDAD6C-C526-7A80-F195-62D27462274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3124DD8-1E4A-D716-0A04-A2C0DB4ED824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31F7300-3639-0717-3BD4-73DE679AE83D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D8EF843-EF83-DE8F-B993-95EF466FDAE9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5ED18E0-DABF-2652-2072-AFB809F27A04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7163AE8-5D75-AFA9-CC2B-BC57E64857E9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D6E9887-8004-10D2-1DB9-2EA542BE7C90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A75C36E-7C1C-2A10-9D8F-1110B86F2E5B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9BBB64-FA22-C56D-51C1-037AC86D18DA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C24DF-AD59-9471-DB99-38E1F47C46F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C807649-D1FC-03F7-B1FB-2B64D0C93DD4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805C607-20C2-222B-4340-F244D0A93454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833ACCA-DCDD-FC4C-AF10-2446D60811B7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93836F2-2C4A-ED61-7170-B3DB355F624D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F270A45-B903-F9BE-C2D5-B518ACEE6FDA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D638433-4A78-D23B-05BB-2C884DF637B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E429045-5B4F-CDC6-3456-9351AD82439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90C4CB8-398C-4301-764D-65A894C52AB3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32AC517-9A66-EBA8-0041-F657942CA6A7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2048903-DFC8-5359-3853-1A51A1850D7C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5F3C4BE-0F83-C6C2-86DC-BA5AE6948B7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B55C8DA-F7D4-228C-B0FD-06C3C0B6E9BD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DEA3E8-1FCB-F925-6C05-3F8708639ECC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81ED425-073B-1734-774C-E0F0783B8EE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F1735A9-607C-78D4-D4A2-F32AA954009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1A80FB5-C3C2-3BE8-2643-411E0CB97C9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13046D6-5C58-CE94-8FF0-474306AC563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0231167-76B9-B47B-C037-2E6D960D1E01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5A37CEB-24C4-6C25-6374-CC8DA1884B8B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/>
              <p:nvPr/>
            </p:nvSpPr>
            <p:spPr>
              <a:xfrm>
                <a:off x="127567" y="2467259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7" y="2467259"/>
                <a:ext cx="46076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/>
              <p:nvPr/>
            </p:nvSpPr>
            <p:spPr>
              <a:xfrm>
                <a:off x="85911" y="293776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1" y="2937769"/>
                <a:ext cx="46609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/>
              <p:nvPr/>
            </p:nvSpPr>
            <p:spPr>
              <a:xfrm>
                <a:off x="85911" y="3408279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1" y="3408279"/>
                <a:ext cx="46609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/>
              <p:nvPr/>
            </p:nvSpPr>
            <p:spPr>
              <a:xfrm>
                <a:off x="127567" y="5524747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7" y="5524747"/>
                <a:ext cx="46416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/>
              <p:nvPr/>
            </p:nvSpPr>
            <p:spPr>
              <a:xfrm>
                <a:off x="738064" y="1947223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64" y="1947223"/>
                <a:ext cx="46076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/>
              <p:nvPr/>
            </p:nvSpPr>
            <p:spPr>
              <a:xfrm>
                <a:off x="1115517" y="194722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517" y="1947223"/>
                <a:ext cx="46609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/>
              <p:nvPr/>
            </p:nvSpPr>
            <p:spPr>
              <a:xfrm>
                <a:off x="1538619" y="1947223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619" y="1947223"/>
                <a:ext cx="4660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/>
              <p:nvPr/>
            </p:nvSpPr>
            <p:spPr>
              <a:xfrm>
                <a:off x="3383830" y="1947223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830" y="1947223"/>
                <a:ext cx="46416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/>
              <p:nvPr/>
            </p:nvSpPr>
            <p:spPr>
              <a:xfrm>
                <a:off x="4360053" y="5701724"/>
                <a:ext cx="684614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Each entry in the attention mask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corresponds to 1 dot-product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entries in total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Sparsity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determines how many dot-products actually need to be computed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053" y="5701724"/>
                <a:ext cx="6846144" cy="1200329"/>
              </a:xfrm>
              <a:prstGeom prst="rect">
                <a:avLst/>
              </a:prstGeom>
              <a:blipFill>
                <a:blip r:embed="rId18"/>
                <a:stretch>
                  <a:fillRect l="-712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F89B46-0392-0F76-95A9-A4E57C18E187}"/>
                  </a:ext>
                </a:extLst>
              </p:cNvPr>
              <p:cNvSpPr txBox="1"/>
              <p:nvPr/>
            </p:nvSpPr>
            <p:spPr>
              <a:xfrm>
                <a:off x="5740736" y="2234527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F89B46-0392-0F76-95A9-A4E57C18E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736" y="2234527"/>
                <a:ext cx="1205071" cy="369332"/>
              </a:xfrm>
              <a:prstGeom prst="rect">
                <a:avLst/>
              </a:prstGeom>
              <a:blipFill>
                <a:blip r:embed="rId1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C1484E6-45A4-FBFD-ECCF-4F3FE182265C}"/>
                  </a:ext>
                </a:extLst>
              </p:cNvPr>
              <p:cNvSpPr txBox="1"/>
              <p:nvPr/>
            </p:nvSpPr>
            <p:spPr>
              <a:xfrm>
                <a:off x="9027591" y="2234527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C1484E6-45A4-FBFD-ECCF-4F3FE1822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591" y="2234527"/>
                <a:ext cx="120507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75A20F7-176E-574A-55F9-310857963B5B}"/>
                  </a:ext>
                </a:extLst>
              </p:cNvPr>
              <p:cNvSpPr txBox="1"/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75A20F7-176E-574A-55F9-310857963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999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08FE-9DC3-6D5A-B656-67535EA8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QK Product with Attention Mask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4CBFEF-661C-8874-9A83-175C66369548}"/>
              </a:ext>
            </a:extLst>
          </p:cNvPr>
          <p:cNvGrpSpPr/>
          <p:nvPr/>
        </p:nvGrpSpPr>
        <p:grpSpPr>
          <a:xfrm>
            <a:off x="953949" y="2143272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EBA3F75-746C-1C95-EB2B-F93E472BEF76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E81FEB-AFB6-4397-6EF4-701C6D62F8A0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B53742-A461-31FB-91C9-8F4BBAF4C38C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CB9171-91D3-B3C3-12C8-00B54243874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97D9BA-A651-BAD9-2494-7D38F7735E50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226E1EC-AF38-FB95-B9FD-8154671E8442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971501-3E85-3086-C585-7CFB02578A3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DDDE2CC-4E70-B472-A9F4-9D97A9F775A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C49AB80-E536-271F-F6B8-4FE7555CDD4D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9EF1F2D-0C33-C04E-DEDA-A3E8398EC0FA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A30AD6-FB54-637B-4F86-1E1BE05C500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72E87A-25CE-EF4F-7EB7-6A5B43CF5A5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0E7FB4F-D7BC-8F9F-973C-682611A5896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4611445-E0BB-CB46-B685-6D92252225E3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E96AFF-DC86-A10F-E757-879DAC9056E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837F0C-E3F9-904B-2CCB-A6AB65F34F84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2365F6-66C3-4E1C-E139-357E728C7DCD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9F2DC85-58FB-1BA7-CB74-0D36453706B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B9A57E-631D-9FC0-993D-C37D28D9205E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0C96A7C-4804-4973-93DF-FB843968F385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CDE3B92-4E9F-A529-D75A-FEEEC0D22BF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49C3C1-B89C-D665-1F3F-BC5328EE7C51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9F2D36-8BF5-9E4B-E116-45651843CD2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9D7DBEE-0DC4-D86B-FF34-06C0380B42C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9837D2-C34F-5B35-C6E7-190D94DA0874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648DEFF-F18D-08ED-1D5E-A782C95B34CE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83E083-9849-248C-BEE0-ED76EEACEE8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5B3C540-30A5-C7AF-AFD8-6B654BD2273A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E86A71C-4AC6-6F97-B9CC-D0F7688D086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293D68-93CD-304D-17F7-DBE71FBE021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90F9C8-EAA7-7EBD-80C2-4090E69F086A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E5939DA-8385-1572-68FD-2DDF01D315ED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F5F62F-AE45-6DF2-F70D-606FE030212B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F8967A-BC92-1DAD-1AFF-D13037EAD875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6C5D3E0-9558-FD43-CBE2-70EDEFF5DE4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2CDAD6C-C526-7A80-F195-62D27462274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3124DD8-1E4A-D716-0A04-A2C0DB4ED824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31F7300-3639-0717-3BD4-73DE679AE83D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D8EF843-EF83-DE8F-B993-95EF466FDAE9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5ED18E0-DABF-2652-2072-AFB809F27A04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7163AE8-5D75-AFA9-CC2B-BC57E64857E9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D6E9887-8004-10D2-1DB9-2EA542BE7C90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A75C36E-7C1C-2A10-9D8F-1110B86F2E5B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9BBB64-FA22-C56D-51C1-037AC86D18DA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C24DF-AD59-9471-DB99-38E1F47C46F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C807649-D1FC-03F7-B1FB-2B64D0C93DD4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805C607-20C2-222B-4340-F244D0A93454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833ACCA-DCDD-FC4C-AF10-2446D60811B7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93836F2-2C4A-ED61-7170-B3DB355F624D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F270A45-B903-F9BE-C2D5-B518ACEE6FDA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D638433-4A78-D23B-05BB-2C884DF637B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E429045-5B4F-CDC6-3456-9351AD82439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90C4CB8-398C-4301-764D-65A894C52AB3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32AC517-9A66-EBA8-0041-F657942CA6A7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2048903-DFC8-5359-3853-1A51A1850D7C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5F3C4BE-0F83-C6C2-86DC-BA5AE6948B7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B55C8DA-F7D4-228C-B0FD-06C3C0B6E9BD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DEA3E8-1FCB-F925-6C05-3F8708639ECC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81ED425-073B-1734-774C-E0F0783B8EE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F1735A9-607C-78D4-D4A2-F32AA954009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1A80FB5-C3C2-3BE8-2643-411E0CB97C9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13046D6-5C58-CE94-8FF0-474306AC563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0231167-76B9-B47B-C037-2E6D960D1E01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5A37CEB-24C4-6C25-6374-CC8DA1884B8B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/>
              <p:nvPr/>
            </p:nvSpPr>
            <p:spPr>
              <a:xfrm>
                <a:off x="303125" y="2143272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5" y="2143272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/>
              <p:nvPr/>
            </p:nvSpPr>
            <p:spPr>
              <a:xfrm>
                <a:off x="261469" y="2613782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69" y="2613782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/>
              <p:nvPr/>
            </p:nvSpPr>
            <p:spPr>
              <a:xfrm>
                <a:off x="261469" y="3084292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69" y="3084292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/>
              <p:nvPr/>
            </p:nvSpPr>
            <p:spPr>
              <a:xfrm>
                <a:off x="303125" y="5200760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5" y="5200760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/>
              <p:nvPr/>
            </p:nvSpPr>
            <p:spPr>
              <a:xfrm>
                <a:off x="913622" y="1623236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2" y="1623236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/>
              <p:nvPr/>
            </p:nvSpPr>
            <p:spPr>
              <a:xfrm>
                <a:off x="1291075" y="16232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075" y="1623236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/>
              <p:nvPr/>
            </p:nvSpPr>
            <p:spPr>
              <a:xfrm>
                <a:off x="1714177" y="16232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177" y="1623236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/>
              <p:nvPr/>
            </p:nvSpPr>
            <p:spPr>
              <a:xfrm>
                <a:off x="3559388" y="1623236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388" y="1623236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/>
              <p:nvPr/>
            </p:nvSpPr>
            <p:spPr>
              <a:xfrm>
                <a:off x="3261591" y="5855700"/>
                <a:ext cx="832548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Product will lead to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sized matrix with 0 and non-zero elements similar to mask: How? Will ask in WA 3. </a:t>
                </a:r>
              </a:p>
              <a:p>
                <a:r>
                  <a:rPr lang="en-US" dirty="0"/>
                  <a:t>In practice, elements corresponding to 0 mask are set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 Why? Will ask in WA 3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591" y="5855700"/>
                <a:ext cx="8325481" cy="923330"/>
              </a:xfrm>
              <a:prstGeom prst="rect">
                <a:avLst/>
              </a:prstGeom>
              <a:blipFill>
                <a:blip r:embed="rId10"/>
                <a:stretch>
                  <a:fillRect l="-586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8B074743-E80C-0B38-FD68-D553BBB729C8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08E5BF3D-4B11-6CF6-75A9-E01C43BA92A4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EF1F96F0-1365-DFBB-00B4-72CE342038DF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531F135C-BEC5-58A0-4FB9-24921A26D12D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B99BA596-BF26-7F8A-06D1-22FCE0D38B92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0522A529-422A-0FAD-EA8E-40D5809228B2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33210BA-21CD-CE28-2B0A-ED280ABA7327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0753F00-E9B8-0974-68F6-F2325C8D3FF1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706AED3-117D-7541-A37E-E2A689456C4F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844D568-9FF9-F05D-95A2-EB3FAF3E8FAC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229C5E19-52D7-8F87-C243-6B8E5321AD88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15CF7B6-FD61-6174-A053-19DA1F1FDFC3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764622E-1C22-6E9B-87AF-30356D643CFA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B6E5FDF-DEB4-BB85-A11F-573D34FF08DB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399C50C-426F-15E5-E043-E46AE15570A6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7A1D8C9-8340-BCC8-65E1-9A88C30D3F27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7FD1D71-D5E3-506B-BBBB-36245CE6C989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9456EB7-B1C5-001A-40BF-5810BF64143C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17F2F2F-7735-EA9F-D989-87973092E883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E8DCAF8-CEFD-B733-254B-F8EB539AF6F3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167AF3C-40D6-2D58-A96D-133CA7780691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5E703C08-E659-41C2-F7CF-59E3C5D4EE0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49233FE-3B7C-CB18-1012-0CC21A8AB0CE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3E82EE42-9248-1F3B-F964-D97166A1486E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CD85F82-D24E-1E74-D7CD-AA8FB40E3801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A615D64-7A3C-9453-95F6-411D1216FDA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7EF043A-216E-269E-A602-7D4203C258BB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AE4BE7F1-8E2E-2457-1CDF-DCE83973A5B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6394BFA-603F-4905-E5BB-5E803E7B8D37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1210B4EE-5BE2-7E10-464F-E2FF078C4267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94B5BD2-731D-EB0E-A904-05768D6BF7F5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EA96FD3-2BAD-8558-AEB0-841B94E3D48E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A185EDA-87AE-8D77-E4D2-B6EE708D59FA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A7125E5-949D-7759-E385-A89C21E3FF03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BC3AB7C6-5CC5-A26A-A4E9-BA4F7A4267A2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E630719-0387-44C5-92D0-20D7BD45172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1D8B9C4-0AF2-6D73-CCDB-0C4C728B01B2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E9660344-F2DD-8AB1-6850-A07C8C3E0FE1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1907921-ECA7-4530-8CF5-16F92576F61B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8F9D32D4-365C-3B2F-F9C5-6A870FB6FC01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DAD8C13-FA23-B984-8D5D-B26031F5DE20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F0AF6041-3039-BE15-4179-62DE084D34CC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DBBB8D30-9258-483F-CD26-D36E71179E44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DFA1DE7-739C-9104-F2AC-F3811EC0618E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AED58D1E-952B-3FA2-569F-76CE8DC3C44E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B229F1C-60E1-8814-D780-98C35A2CEC89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D2ECB162-E32F-3155-134C-42A8F2C6DAE2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981C78E3-6D93-1EE6-2B4C-48D592679C2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6FC1C49-6C6B-5855-FC4C-2E73F72D9F04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6E6636A7-E10A-0F3E-F5B9-D39DA090F0D0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0B33861A-8812-DA90-E80D-3412C1DF25C5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6E71518-8211-CFF7-EFD3-BAECBDCB522F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B26DE09-D855-ACB9-9E56-73F59AA4938E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AC08B473-0A7D-9DAD-E7BD-ECE217A32BCC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8FA7F55-2DB3-C076-D423-882B422DCB0E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0B5F70A8-04F5-62AC-FCEF-28D95271B7AD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C67ED4A2-708B-59FF-3BCC-6B09D0804681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A5C55C23-796A-B898-555D-2C1F6A62B451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4CA6B63E-5A6C-AC58-1A62-04CF613E3A7B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8F747EA2-0F36-FCF9-2809-D5FF101DB8DB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1D742236-4553-FE3B-57CF-88BA00557C3B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AEC60891-AD66-BB09-B90F-E9CC76B2A906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701DBFDE-7F78-3B75-F87B-B658231E1525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AB033FE1-C69C-BCCC-434E-749D7EB2467E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E8E27D71-7122-CBA4-ABA3-0BAA369947E2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FF194A87-F84F-2E0A-EA94-32F74A6DEE34}"/>
                  </a:ext>
                </a:extLst>
              </p:cNvPr>
              <p:cNvSpPr txBox="1"/>
              <p:nvPr/>
            </p:nvSpPr>
            <p:spPr>
              <a:xfrm>
                <a:off x="6013280" y="221072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FF194A87-F84F-2E0A-EA94-32F74A6DE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80" y="2210724"/>
                <a:ext cx="46076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3880DE5-106E-2C2C-135C-85BDD083D428}"/>
                  </a:ext>
                </a:extLst>
              </p:cNvPr>
              <p:cNvSpPr txBox="1"/>
              <p:nvPr/>
            </p:nvSpPr>
            <p:spPr>
              <a:xfrm>
                <a:off x="5971624" y="268123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3880DE5-106E-2C2C-135C-85BDD083D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24" y="2681234"/>
                <a:ext cx="46609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C40E9AD-E1B7-58A7-F912-21B568944151}"/>
                  </a:ext>
                </a:extLst>
              </p:cNvPr>
              <p:cNvSpPr txBox="1"/>
              <p:nvPr/>
            </p:nvSpPr>
            <p:spPr>
              <a:xfrm>
                <a:off x="5971624" y="315174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C40E9AD-E1B7-58A7-F912-21B568944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24" y="3151744"/>
                <a:ext cx="46609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3F1D6FEF-7783-67E8-7907-E8ACE4201DD7}"/>
                  </a:ext>
                </a:extLst>
              </p:cNvPr>
              <p:cNvSpPr txBox="1"/>
              <p:nvPr/>
            </p:nvSpPr>
            <p:spPr>
              <a:xfrm>
                <a:off x="6013280" y="5268212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3F1D6FEF-7783-67E8-7907-E8ACE4201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80" y="5268212"/>
                <a:ext cx="46416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9C081AB-D939-2633-79D4-DAF26628DDF6}"/>
                  </a:ext>
                </a:extLst>
              </p:cNvPr>
              <p:cNvSpPr txBox="1"/>
              <p:nvPr/>
            </p:nvSpPr>
            <p:spPr>
              <a:xfrm>
                <a:off x="6623777" y="1690688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9C081AB-D939-2633-79D4-DAF26628D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777" y="1690688"/>
                <a:ext cx="46076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0E24B886-6661-7DD8-832E-2F2ACD28DDDF}"/>
                  </a:ext>
                </a:extLst>
              </p:cNvPr>
              <p:cNvSpPr txBox="1"/>
              <p:nvPr/>
            </p:nvSpPr>
            <p:spPr>
              <a:xfrm>
                <a:off x="7001230" y="1690688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0E24B886-6661-7DD8-832E-2F2ACD28D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230" y="1690688"/>
                <a:ext cx="4660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EB4A61D5-D1C7-3A96-9B96-AAC7A9AA77DC}"/>
                  </a:ext>
                </a:extLst>
              </p:cNvPr>
              <p:cNvSpPr txBox="1"/>
              <p:nvPr/>
            </p:nvSpPr>
            <p:spPr>
              <a:xfrm>
                <a:off x="7424332" y="1690688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EB4A61D5-D1C7-3A96-9B96-AAC7A9AA7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332" y="1690688"/>
                <a:ext cx="4660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74EAC24-AF46-394A-C19B-1BE0038F7A18}"/>
                  </a:ext>
                </a:extLst>
              </p:cNvPr>
              <p:cNvSpPr txBox="1"/>
              <p:nvPr/>
            </p:nvSpPr>
            <p:spPr>
              <a:xfrm>
                <a:off x="9269543" y="16906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74EAC24-AF46-394A-C19B-1BE0038F7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9543" y="1690688"/>
                <a:ext cx="46416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FF9D9DC-CE9E-1FAB-68EA-646F165AB107}"/>
                  </a:ext>
                </a:extLst>
              </p:cNvPr>
              <p:cNvSpPr txBox="1"/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FF9D9DC-CE9E-1FAB-68EA-646F165AB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BE145D1-CA6A-0BFF-26D8-7A9E202AAF81}"/>
                  </a:ext>
                </a:extLst>
              </p:cNvPr>
              <p:cNvSpPr txBox="1"/>
              <p:nvPr/>
            </p:nvSpPr>
            <p:spPr>
              <a:xfrm>
                <a:off x="7690219" y="1362982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BE145D1-CA6A-0BFF-26D8-7A9E202AA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219" y="1362982"/>
                <a:ext cx="1205071" cy="369332"/>
              </a:xfrm>
              <a:prstGeom prst="rect">
                <a:avLst/>
              </a:prstGeom>
              <a:blipFill>
                <a:blip r:embed="rId2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213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08FE-9DC3-6D5A-B656-67535EA8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Softmax</a:t>
            </a:r>
            <a:r>
              <a:rPr lang="en-US" dirty="0"/>
              <a:t> with Attention Mask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4CBFEF-661C-8874-9A83-175C66369548}"/>
              </a:ext>
            </a:extLst>
          </p:cNvPr>
          <p:cNvGrpSpPr/>
          <p:nvPr/>
        </p:nvGrpSpPr>
        <p:grpSpPr>
          <a:xfrm>
            <a:off x="953949" y="2143272"/>
            <a:ext cx="3035594" cy="3494272"/>
            <a:chOff x="4638454" y="2210724"/>
            <a:chExt cx="3035594" cy="3494272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EBA3F75-746C-1C95-EB2B-F93E472BEF76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E81FEB-AFB6-4397-6EF4-701C6D62F8A0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B53742-A461-31FB-91C9-8F4BBAF4C38C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CB9171-91D3-B3C3-12C8-00B54243874B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97D9BA-A651-BAD9-2494-7D38F7735E50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226E1EC-AF38-FB95-B9FD-8154671E8442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971501-3E85-3086-C585-7CFB02578A3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DDDE2CC-4E70-B472-A9F4-9D97A9F775A1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C49AB80-E536-271F-F6B8-4FE7555CDD4D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9EF1F2D-0C33-C04E-DEDA-A3E8398EC0FA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A30AD6-FB54-637B-4F86-1E1BE05C500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72E87A-25CE-EF4F-7EB7-6A5B43CF5A5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0E7FB4F-D7BC-8F9F-973C-682611A58969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4611445-E0BB-CB46-B685-6D92252225E3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E96AFF-DC86-A10F-E757-879DAC9056E9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837F0C-E3F9-904B-2CCB-A6AB65F34F84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2365F6-66C3-4E1C-E139-357E728C7DCD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9F2DC85-58FB-1BA7-CB74-0D36453706B5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B9A57E-631D-9FC0-993D-C37D28D9205E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0C96A7C-4804-4973-93DF-FB843968F385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CDE3B92-4E9F-A529-D75A-FEEEC0D22BF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49C3C1-B89C-D665-1F3F-BC5328EE7C51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9F2D36-8BF5-9E4B-E116-45651843CD2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9D7DBEE-0DC4-D86B-FF34-06C0380B42CE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9837D2-C34F-5B35-C6E7-190D94DA0874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648DEFF-F18D-08ED-1D5E-A782C95B34CE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83E083-9849-248C-BEE0-ED76EEACEE8A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5B3C540-30A5-C7AF-AFD8-6B654BD2273A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E86A71C-4AC6-6F97-B9CC-D0F7688D086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293D68-93CD-304D-17F7-DBE71FBE021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90F9C8-EAA7-7EBD-80C2-4090E69F086A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E5939DA-8385-1572-68FD-2DDF01D315ED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F5F62F-AE45-6DF2-F70D-606FE030212B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F8967A-BC92-1DAD-1AFF-D13037EAD875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6C5D3E0-9558-FD43-CBE2-70EDEFF5DE4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2CDAD6C-C526-7A80-F195-62D27462274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3124DD8-1E4A-D716-0A04-A2C0DB4ED824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31F7300-3639-0717-3BD4-73DE679AE83D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D8EF843-EF83-DE8F-B993-95EF466FDAE9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5ED18E0-DABF-2652-2072-AFB809F27A04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7163AE8-5D75-AFA9-CC2B-BC57E64857E9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D6E9887-8004-10D2-1DB9-2EA542BE7C90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A75C36E-7C1C-2A10-9D8F-1110B86F2E5B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9BBB64-FA22-C56D-51C1-037AC86D18DA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2FC24DF-AD59-9471-DB99-38E1F47C46FB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C807649-D1FC-03F7-B1FB-2B64D0C93DD4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805C607-20C2-222B-4340-F244D0A93454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833ACCA-DCDD-FC4C-AF10-2446D60811B7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93836F2-2C4A-ED61-7170-B3DB355F624D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F270A45-B903-F9BE-C2D5-B518ACEE6FDA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D638433-4A78-D23B-05BB-2C884DF637B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E429045-5B4F-CDC6-3456-9351AD824397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90C4CB8-398C-4301-764D-65A894C52AB3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32AC517-9A66-EBA8-0041-F657942CA6A7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2048903-DFC8-5359-3853-1A51A1850D7C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5F3C4BE-0F83-C6C2-86DC-BA5AE6948B74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B55C8DA-F7D4-228C-B0FD-06C3C0B6E9BD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DEA3E8-1FCB-F925-6C05-3F8708639ECC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81ED425-073B-1734-774C-E0F0783B8EE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F1735A9-607C-78D4-D4A2-F32AA9540097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1A80FB5-C3C2-3BE8-2643-411E0CB97C9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13046D6-5C58-CE94-8FF0-474306AC563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0231167-76B9-B47B-C037-2E6D960D1E01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5A37CEB-24C4-6C25-6374-CC8DA1884B8B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/>
              <p:nvPr/>
            </p:nvSpPr>
            <p:spPr>
              <a:xfrm>
                <a:off x="303125" y="2143272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BB2C47-21AE-01DA-00B8-96E74F667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5" y="2143272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/>
              <p:nvPr/>
            </p:nvSpPr>
            <p:spPr>
              <a:xfrm>
                <a:off x="261469" y="2613782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C29CF07-92A1-3088-8BA5-EF17FADE5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69" y="2613782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/>
              <p:nvPr/>
            </p:nvSpPr>
            <p:spPr>
              <a:xfrm>
                <a:off x="261469" y="3084292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04E11D6-EEA1-FF10-1F66-4C5C469FD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69" y="3084292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/>
              <p:nvPr/>
            </p:nvSpPr>
            <p:spPr>
              <a:xfrm>
                <a:off x="303125" y="5200760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C9A9A70-4C63-A11F-487C-D51803B8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5" y="5200760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/>
              <p:nvPr/>
            </p:nvSpPr>
            <p:spPr>
              <a:xfrm>
                <a:off x="913622" y="1623236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FE2A9D3-75E9-A584-212A-889FAAD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2" y="1623236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/>
              <p:nvPr/>
            </p:nvSpPr>
            <p:spPr>
              <a:xfrm>
                <a:off x="1291075" y="16232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068D45-0D40-DD63-B135-AB0A36089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075" y="1623236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/>
              <p:nvPr/>
            </p:nvSpPr>
            <p:spPr>
              <a:xfrm>
                <a:off x="1714177" y="16232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3B992B-3A8F-0101-AE83-0E21199F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177" y="1623236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/>
              <p:nvPr/>
            </p:nvSpPr>
            <p:spPr>
              <a:xfrm>
                <a:off x="3559388" y="1623236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B24AD36-0B32-A972-E71B-6B52B5B98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388" y="1623236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/>
              <p:nvPr/>
            </p:nvSpPr>
            <p:spPr>
              <a:xfrm>
                <a:off x="3718157" y="6063992"/>
                <a:ext cx="68461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Softmax will replace all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elements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 How? Will ask in WA 3.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The pattern of 0 and non-zero still remains the same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636213-1BF0-465C-2A39-115D24CF7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157" y="6063992"/>
                <a:ext cx="6846144" cy="646331"/>
              </a:xfrm>
              <a:prstGeom prst="rect">
                <a:avLst/>
              </a:prstGeom>
              <a:blipFill>
                <a:blip r:embed="rId10"/>
                <a:stretch>
                  <a:fillRect l="-801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FD11F2-DEB4-37A9-F08C-1C54BF0273BC}"/>
                  </a:ext>
                </a:extLst>
              </p:cNvPr>
              <p:cNvSpPr txBox="1"/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FD11F2-DEB4-37A9-F08C-1C54BF027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21" y="6202492"/>
                <a:ext cx="87808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70EE2A6-33DB-709D-E67E-43CBDD6E7E22}"/>
              </a:ext>
            </a:extLst>
          </p:cNvPr>
          <p:cNvGrpSpPr/>
          <p:nvPr/>
        </p:nvGrpSpPr>
        <p:grpSpPr>
          <a:xfrm>
            <a:off x="6664104" y="2210724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99EB06F-6A34-4A22-A2FE-8505F91DC079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961E12A-1C31-E180-6073-A271B7CD41BA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635AA7-4A37-CB7A-0777-79ABD588688A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7D691A1-C893-5747-918C-0D912478DF13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E7844D-C2B7-9B66-F3C1-F8DA4782808C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28336-7EC3-87AC-0C55-FF50CA8B199E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CFB2C5B-316F-7C86-3B42-BC60BF1F069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DBF8E6-4F90-1798-20C8-E4C7B41A87E6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6E4964-389C-A4F8-7D61-2556AE6E8809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6271F-6ABF-6C4E-8CCC-7F84306B7DB8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1DFCDB-0504-4DEE-DC72-D7A06E847FD8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DC85F05-4049-CAA2-E5E8-D922A23AF003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4E62B6F-B94B-AEF6-B220-594D734AEFA7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BADBDF2-BB83-CC8B-3229-3A16A798935F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0FFCB54-A2E7-F709-7E41-54F2FBE53E2A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33C6B2-AA37-A0D0-34E5-74609A01961B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1D35803-0070-E687-C22A-760EE789A8D2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37DA89B-92A0-D457-4FE6-D3D4713B1782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ADAB2CC-FAA0-4DDC-6CE9-602E6C637DBC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CF3270D-1917-737F-5B73-74F2D7CDC6D3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BE76EB0-236D-2314-9831-3AE9B9B7DAC7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58D8FD18-C760-8118-6865-96E686EAA969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9357C47B-0CA8-41A5-B166-A919F3BD03F6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853A7824-DE80-5385-F433-8CA8228E3139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3731E0EB-0D83-4D57-07EC-F9CC7B45566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2BC857E2-75A7-FD3D-AEC5-0F6912BDD18B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CCA42A3F-32F2-293C-3307-6224B400D3AB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EA5D9EAE-FC12-A4D9-ACF5-98BA9636FAA1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FA70221B-CD94-5D15-F726-7C8616897E2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2C7DD021-74DB-1FFE-401F-ECC37B46BD82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1C4B3933-EE0E-EF0F-A193-32E81A383080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C19B4BBC-0210-70A4-46DF-AF4D98D1E532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A5A104F-BFC4-410A-DFF8-0BFA2E2C78C3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E28AACB5-BE54-AA35-D733-C7ED23199625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FCB426E7-8A01-4664-9376-0F3CC31782F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E69870DB-361B-A189-152F-ED23C8E2D4BD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E42771A-56E9-FC78-9D16-8B0865943D66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5C7E607C-B840-5B6F-D415-BF135480038A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513C484F-D18C-4756-6E19-A4BFB06F8D5D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B2AA82E0-A862-EEFA-A8FA-46F9860F7ECA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9BDF9986-D209-745F-1C2D-5AEF007DC540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22E5305-ADBF-BCB8-793E-176A6C234648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00C5460F-F717-C6CE-F0D4-18A26A6F3D43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D25C982E-0D3D-0892-1319-B11F7798D454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1D3F7137-2899-85B4-6EF9-CC789F2A064C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E74580C6-341A-B10D-5C6C-183B255952F6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AD4FEA06-95F5-2565-140B-975D4A8D80C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92E2F42E-10A9-E25E-31EB-82F5116E3EFF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43F81CAB-C7A8-8CC0-1EE9-4A4DEDAE99F4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03662E34-660D-D42B-1EE5-E3E4A89821F7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843832C9-6574-9DB0-E42A-8BE2C5D6797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7914CC9F-815F-63A8-E67C-0FC39404EDBC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0D807D4-2C36-C2D5-2E29-0D11BEA8EC9D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21846F93-9CA7-E131-FD86-92EC3D228A33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3525BC9A-811A-A5CA-D76F-0CA118808BF3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486F1B2E-3B65-0C10-0A33-9C45E3724738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C3421EF9-944C-B05F-07EA-2FE0BA68BBD0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8361B91E-7C94-106B-8AFC-25ED0D9ABF8A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0A2FDC7F-C26C-0E91-EB7D-FFBBE66A7A23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318967CD-6F56-B3B0-8EF1-5D2D065FF3B8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DCE9AA34-01CB-C614-AA05-7A1C1242C17E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42B0746A-3F3D-6485-78F1-577A19826621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D8053F39-DCAF-1F28-A9F3-B8D2FF70AC40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37333814-60A5-5DE2-CF1A-EAC668FF0A64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0D0D896A-3375-4D77-B422-0A47FAAEE56F}"/>
                  </a:ext>
                </a:extLst>
              </p:cNvPr>
              <p:cNvSpPr txBox="1"/>
              <p:nvPr/>
            </p:nvSpPr>
            <p:spPr>
              <a:xfrm>
                <a:off x="6013280" y="221072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0D0D896A-3375-4D77-B422-0A47FAAEE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80" y="2210724"/>
                <a:ext cx="46076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D5217728-FB0E-6EF4-B8E1-DB5768C2F3B0}"/>
                  </a:ext>
                </a:extLst>
              </p:cNvPr>
              <p:cNvSpPr txBox="1"/>
              <p:nvPr/>
            </p:nvSpPr>
            <p:spPr>
              <a:xfrm>
                <a:off x="5971624" y="268123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D5217728-FB0E-6EF4-B8E1-DB5768C2F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24" y="2681234"/>
                <a:ext cx="46609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25FA380E-E674-CDC9-1B94-378EA3B4C31E}"/>
                  </a:ext>
                </a:extLst>
              </p:cNvPr>
              <p:cNvSpPr txBox="1"/>
              <p:nvPr/>
            </p:nvSpPr>
            <p:spPr>
              <a:xfrm>
                <a:off x="5971624" y="315174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25FA380E-E674-CDC9-1B94-378EA3B4C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24" y="3151744"/>
                <a:ext cx="46609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03228814-766F-33D3-BB48-C6E8C376C50E}"/>
                  </a:ext>
                </a:extLst>
              </p:cNvPr>
              <p:cNvSpPr txBox="1"/>
              <p:nvPr/>
            </p:nvSpPr>
            <p:spPr>
              <a:xfrm>
                <a:off x="6013280" y="5268212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03228814-766F-33D3-BB48-C6E8C376C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80" y="5268212"/>
                <a:ext cx="46416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4EE5903E-15EB-B139-0156-D30587573B75}"/>
                  </a:ext>
                </a:extLst>
              </p:cNvPr>
              <p:cNvSpPr txBox="1"/>
              <p:nvPr/>
            </p:nvSpPr>
            <p:spPr>
              <a:xfrm>
                <a:off x="6623777" y="1690688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4EE5903E-15EB-B139-0156-D30587573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777" y="1690688"/>
                <a:ext cx="46076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5B869B92-6128-65E0-4009-0ECEA083F74D}"/>
                  </a:ext>
                </a:extLst>
              </p:cNvPr>
              <p:cNvSpPr txBox="1"/>
              <p:nvPr/>
            </p:nvSpPr>
            <p:spPr>
              <a:xfrm>
                <a:off x="7001230" y="1690688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5B869B92-6128-65E0-4009-0ECEA083F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230" y="1690688"/>
                <a:ext cx="4660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C18AA37F-59F4-B9C7-0021-0AA0885B00A6}"/>
                  </a:ext>
                </a:extLst>
              </p:cNvPr>
              <p:cNvSpPr txBox="1"/>
              <p:nvPr/>
            </p:nvSpPr>
            <p:spPr>
              <a:xfrm>
                <a:off x="7424332" y="1690688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C18AA37F-59F4-B9C7-0021-0AA0885B0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332" y="1690688"/>
                <a:ext cx="46609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1386BE7-6462-0F99-9E84-B6AA2131A273}"/>
                  </a:ext>
                </a:extLst>
              </p:cNvPr>
              <p:cNvSpPr txBox="1"/>
              <p:nvPr/>
            </p:nvSpPr>
            <p:spPr>
              <a:xfrm>
                <a:off x="9269543" y="16906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81386BE7-6462-0F99-9E84-B6AA2131A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9543" y="1690688"/>
                <a:ext cx="46416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F97A7E3-BE90-F080-2F76-A515945A0F4B}"/>
                  </a:ext>
                </a:extLst>
              </p:cNvPr>
              <p:cNvSpPr txBox="1"/>
              <p:nvPr/>
            </p:nvSpPr>
            <p:spPr>
              <a:xfrm>
                <a:off x="6897362" y="1340690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F97A7E3-BE90-F080-2F76-A515945A0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362" y="1340690"/>
                <a:ext cx="2688699" cy="369332"/>
              </a:xfrm>
              <a:prstGeom prst="rect">
                <a:avLst/>
              </a:prstGeom>
              <a:blipFill>
                <a:blip r:embed="rId2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75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891D-EBCB-C48B-502C-999143DE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with V Matrix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C080B9F-8A69-D76A-0B4D-2FA544323BBE}"/>
              </a:ext>
            </a:extLst>
          </p:cNvPr>
          <p:cNvGrpSpPr/>
          <p:nvPr/>
        </p:nvGrpSpPr>
        <p:grpSpPr>
          <a:xfrm>
            <a:off x="1530680" y="2077500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23A4909-14E1-7538-865E-C9C265AF1B3F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C140629-5288-CEC7-1B92-4FCF283E068D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4EBA522-AEEA-21D8-0384-96DB85ECC5A2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D1A5A5C-1AE7-5917-2A0C-F165186C475D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2DFD83C-0CAD-7932-8586-BEED30EBE595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DC90472-DF7F-1479-AD19-569F6314274E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29F47A5-580A-F43E-F337-11EE0F695BA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EFB6805-65F2-4E86-5F6B-5E41FE693175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93D1BC5-7374-BC46-5C2B-97D1C9BDA511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42423D4-F393-CDF9-E2BA-671D5CF3FA4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E7C9A2F-9AE0-CDAC-4BA6-4C81B0D8FD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AB90B0C-C430-2B9F-2F06-B2161D58D73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DABFEEE-2DE3-A971-F48B-6B99A03F3718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BC5FB86-424C-DE1B-22AA-5781C4E6D6DB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12F9D0E-9FB5-C5F2-40EA-D6081E8C655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0288F30-AB02-E2DC-7209-261F771839D5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CB06D9C-632B-3984-F0C6-AF094A81C948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16D7CCF-2491-484E-86EC-48746B1AE5CF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6035B0A-67E8-C9BF-4EC7-8ADA94B4DC3C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630BFDF7-5BAC-C3BC-60B5-31F53AB961BD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EE3863E-03A1-4661-3A92-04A8E54BEA18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8EE9F87-7131-C7EA-D9B1-66AC8EF964E8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03C8D81-B79B-0248-73E1-CA9FB9040998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B2FC33E-3678-02DB-616D-655DEED4D6F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4BCE65D-4EBB-B6B1-551A-205B302AD8A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5448909-49C0-3F54-3EFD-D6DE3FD74F0A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738FE39-DAE8-9BFB-C51B-A02C48B7F4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07AA080-2722-145C-DE23-CD9B809C1FF6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03B5B54-8347-9A49-4A58-260ACFDAD33A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5EA8BA5-7F50-EF9B-86DF-D2A355CE4ECB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0EAE84F-4D80-81A8-BABA-CDF0A4144C0E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41417C2-9F63-810C-EEA4-F97AACB40336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CE8255D-4E20-5562-B1C8-27AF8E36B3F5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E834E34-0151-7654-44E2-5C42DA5D1944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A9752BF-D926-816D-6650-DD2E662EDF85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A815B1A-0E26-88C5-C36D-10B1163DAE25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84BB3373-18B4-9A01-99F1-FD71A06FBD7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E94FC14-88A8-FDB7-01A1-134D32065296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4F9ADB6-0E1C-B9BC-FEE3-4A873E43471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282501E-C93A-18D7-21FE-36AF80D7911B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1BA19A-BF0C-71BC-6534-69C2E2444CAF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0E2ECE1-1674-42C1-E3E4-6C85222E7A6C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AD3DC8A-F56C-A6E9-E567-7211A5F9D07A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FDD8D76-C4E5-CCAF-1AE1-42A8C1F0217B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4CF21C8-A45E-5502-9A22-9B4CB0BDEEEC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5860D7B-5A78-B298-4187-D04EB4034C4D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4C2DCAAF-262C-DE53-B7AF-3DA83953FA5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4BA726F-2B1D-D7FD-C98B-03C35E55F29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2C73C55-DAB0-0FD9-4D86-1C9D31E8946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139DAA7-CB54-1D91-F9B7-2A73C4B9123C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96D269D-B586-7A12-74F5-84D1DE334EA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D4D16F8-861B-DC23-A59B-4B41E40782A8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4A0475CF-FCA2-E74D-B349-DFB40C4AF5AE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A2BE6AE-3D3B-5D8D-94AA-231C2513060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D220007C-373E-2004-3997-0F3E3C4DE458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0A1B003-0785-49E3-D575-ACD06059AF16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3CAC0C3-7026-99EB-656F-F0181C664929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CFE2579-F5A9-0EE8-6A1A-636E7204BC7A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C39A169-2C0E-0758-C530-078E7342E1CE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EC7E466-906C-4223-B37D-B51F14F3EE11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694699D9-1405-35B8-53DF-487EF13E99B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C1EFB07-2DE1-15A0-F336-CAEC40E898B7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1E4A8EE-31CB-4E55-EC34-D11EF81A3477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2B4D636-F502-24F2-2B1C-40F33730A4B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45E57FD0-70F9-9658-48E1-F20449C5F746}"/>
                  </a:ext>
                </a:extLst>
              </p:cNvPr>
              <p:cNvSpPr txBox="1"/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45E57FD0-70F9-9658-48E1-F20449C5F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126F110-70E2-91AC-BC1B-D6EB6B073A94}"/>
                  </a:ext>
                </a:extLst>
              </p:cNvPr>
              <p:cNvSpPr txBox="1"/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126F110-70E2-91AC-BC1B-D6EB6B073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0FC29B3-9EBA-F21D-0817-F800B36B25D8}"/>
                  </a:ext>
                </a:extLst>
              </p:cNvPr>
              <p:cNvSpPr txBox="1"/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0FC29B3-9EBA-F21D-0817-F800B36B2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F8D9DB7-A791-D8C6-5C4B-BEC523044273}"/>
                  </a:ext>
                </a:extLst>
              </p:cNvPr>
              <p:cNvSpPr txBox="1"/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F8D9DB7-A791-D8C6-5C4B-BEC523044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E9180E5-5D64-6617-2B0C-C97D335F6CBE}"/>
                  </a:ext>
                </a:extLst>
              </p:cNvPr>
              <p:cNvSpPr txBox="1"/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E9180E5-5D64-6617-2B0C-C97D335F6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DC7ADFE-2EE6-CCD4-5E4A-ED4161CECB22}"/>
                  </a:ext>
                </a:extLst>
              </p:cNvPr>
              <p:cNvSpPr txBox="1"/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DC7ADFE-2EE6-CCD4-5E4A-ED4161CEC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46C79BE-1FFF-62D1-EEC7-44CB87C45E25}"/>
                  </a:ext>
                </a:extLst>
              </p:cNvPr>
              <p:cNvSpPr txBox="1"/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46C79BE-1FFF-62D1-EEC7-44CB87C4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1DA8FAC-306E-19A9-4A1B-AAB3BBB47A0E}"/>
                  </a:ext>
                </a:extLst>
              </p:cNvPr>
              <p:cNvSpPr txBox="1"/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1DA8FAC-306E-19A9-4A1B-AAB3BBB47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Rectangle 150">
            <a:extLst>
              <a:ext uri="{FF2B5EF4-FFF2-40B4-BE49-F238E27FC236}">
                <a16:creationId xmlns:a16="http://schemas.microsoft.com/office/drawing/2014/main" id="{1CD293F7-FCCC-14A8-9BF5-A4768F30C1A9}"/>
              </a:ext>
            </a:extLst>
          </p:cNvPr>
          <p:cNvSpPr/>
          <p:nvPr/>
        </p:nvSpPr>
        <p:spPr>
          <a:xfrm>
            <a:off x="6096000" y="2698435"/>
            <a:ext cx="2915093" cy="243655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13CC2A8-5851-C4FC-759A-5355215C5FE3}"/>
                  </a:ext>
                </a:extLst>
              </p:cNvPr>
              <p:cNvSpPr txBox="1"/>
              <p:nvPr/>
            </p:nvSpPr>
            <p:spPr>
              <a:xfrm>
                <a:off x="5528571" y="3710783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13CC2A8-5851-C4FC-759A-5355215C5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571" y="3710783"/>
                <a:ext cx="3657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1AECEEE7-C3A8-6E81-49F3-3460931DE434}"/>
                  </a:ext>
                </a:extLst>
              </p:cNvPr>
              <p:cNvSpPr txBox="1"/>
              <p:nvPr/>
            </p:nvSpPr>
            <p:spPr>
              <a:xfrm>
                <a:off x="7309697" y="2281169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1AECEEE7-C3A8-6E81-49F3-3460931DE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697" y="2281169"/>
                <a:ext cx="48769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401D699C-DF0B-70C3-43EA-014D1A35AF37}"/>
              </a:ext>
            </a:extLst>
          </p:cNvPr>
          <p:cNvCxnSpPr/>
          <p:nvPr/>
        </p:nvCxnSpPr>
        <p:spPr>
          <a:xfrm>
            <a:off x="6355817" y="303579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E05263EF-4A45-6C23-7646-7BA26DA05835}"/>
              </a:ext>
            </a:extLst>
          </p:cNvPr>
          <p:cNvCxnSpPr/>
          <p:nvPr/>
        </p:nvCxnSpPr>
        <p:spPr>
          <a:xfrm>
            <a:off x="6355817" y="327857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3AB00E3-0D35-710D-43DD-02B8FB861AE9}"/>
              </a:ext>
            </a:extLst>
          </p:cNvPr>
          <p:cNvCxnSpPr/>
          <p:nvPr/>
        </p:nvCxnSpPr>
        <p:spPr>
          <a:xfrm>
            <a:off x="6355817" y="356388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BAD8163D-B087-7D86-155F-1533744A9882}"/>
              </a:ext>
            </a:extLst>
          </p:cNvPr>
          <p:cNvCxnSpPr/>
          <p:nvPr/>
        </p:nvCxnSpPr>
        <p:spPr>
          <a:xfrm>
            <a:off x="6355817" y="482383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AB8749DC-E3DF-C2C5-3FD3-09F6015219EF}"/>
                  </a:ext>
                </a:extLst>
              </p:cNvPr>
              <p:cNvSpPr txBox="1"/>
              <p:nvPr/>
            </p:nvSpPr>
            <p:spPr>
              <a:xfrm>
                <a:off x="7315380" y="2691748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AB8749DC-E3DF-C2C5-3FD3-09F601521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380" y="2691748"/>
                <a:ext cx="428130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0A0CBC3-E2FA-CDC9-76EF-71883AA47A11}"/>
                  </a:ext>
                </a:extLst>
              </p:cNvPr>
              <p:cNvSpPr txBox="1"/>
              <p:nvPr/>
            </p:nvSpPr>
            <p:spPr>
              <a:xfrm>
                <a:off x="7315380" y="2971613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0A0CBC3-E2FA-CDC9-76EF-71883AA47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380" y="2971613"/>
                <a:ext cx="436465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A38C6EA2-0A6F-F278-229B-CA4D73E4FA6E}"/>
                  </a:ext>
                </a:extLst>
              </p:cNvPr>
              <p:cNvSpPr txBox="1"/>
              <p:nvPr/>
            </p:nvSpPr>
            <p:spPr>
              <a:xfrm>
                <a:off x="7312719" y="3232129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A38C6EA2-0A6F-F278-229B-CA4D73E4F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719" y="3232129"/>
                <a:ext cx="432874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260496D3-E1F5-A817-E48C-A25A85C9B6A8}"/>
                  </a:ext>
                </a:extLst>
              </p:cNvPr>
              <p:cNvSpPr txBox="1"/>
              <p:nvPr/>
            </p:nvSpPr>
            <p:spPr>
              <a:xfrm>
                <a:off x="2082685" y="6317061"/>
                <a:ext cx="6976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Product of a sparse matrix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 and dense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matrix</a:t>
                </a:r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260496D3-E1F5-A817-E48C-A25A85C9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685" y="6317061"/>
                <a:ext cx="6976084" cy="369332"/>
              </a:xfrm>
              <a:prstGeom prst="rect">
                <a:avLst/>
              </a:prstGeom>
              <a:blipFill>
                <a:blip r:embed="rId15"/>
                <a:stretch>
                  <a:fillRect l="-78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0F7F667-9D14-A7F0-E1AF-346DC7D4983E}"/>
                  </a:ext>
                </a:extLst>
              </p:cNvPr>
              <p:cNvSpPr txBox="1"/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0F7F667-9D14-A7F0-E1AF-346DC7D49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D962B3CF-F4B4-18CF-DE21-A53A6724E77A}"/>
                  </a:ext>
                </a:extLst>
              </p:cNvPr>
              <p:cNvSpPr txBox="1"/>
              <p:nvPr/>
            </p:nvSpPr>
            <p:spPr>
              <a:xfrm>
                <a:off x="6234211" y="5692353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D962B3CF-F4B4-18CF-DE21-A53A6724E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211" y="5692353"/>
                <a:ext cx="268869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900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CA-8C95-6CBF-F01C-FAEC519F3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with Sparse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endParaRPr lang="en-US" dirty="0"/>
              </a:p>
              <a:p>
                <a:r>
                  <a:rPr lang="en-US" b="0" dirty="0"/>
                  <a:t>Operation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matrices under mask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Operation #2: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: Dense matrices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b="0" dirty="0"/>
                  <a:t>: Sparse matrix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402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494D6-6635-0E87-A12A-1C843EB2D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1DF1F-C428-9636-14D5-FAAC0E46C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with Sparse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117301-FB2D-26CE-1420-4BCB7DDFEE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endParaRPr lang="en-US" dirty="0"/>
              </a:p>
              <a:p>
                <a:r>
                  <a:rPr lang="en-US" b="0" dirty="0"/>
                  <a:t>Operation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/>
                  <a:t>Product of two dense matrices under a mask </a:t>
                </a:r>
              </a:p>
              <a:p>
                <a:r>
                  <a:rPr lang="en-US" b="0" dirty="0"/>
                  <a:t>Operation #2: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 </a:t>
                </a:r>
                <a:r>
                  <a:rPr lang="en-US" b="1" dirty="0"/>
                  <a:t>Product of a sparse and dense matrix</a:t>
                </a:r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: Dense matrices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b="0" dirty="0"/>
                  <a:t>: Sparse matrix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117301-FB2D-26CE-1420-4BCB7DDFEE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518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9C116-4060-76D2-A3C2-F74B088E1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6A10-B502-412C-B4DA-BCA6E9AF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with Sparse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238188-1862-1E66-83EE-5D1AFE2063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endParaRPr lang="en-US" dirty="0"/>
              </a:p>
              <a:p>
                <a:r>
                  <a:rPr lang="en-US" b="0" dirty="0"/>
                  <a:t>Operation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/>
                  <a:t>Product of two dense matrices under a mask </a:t>
                </a:r>
              </a:p>
              <a:p>
                <a:r>
                  <a:rPr lang="en-US" b="0" dirty="0"/>
                  <a:t>Operation #2: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 </a:t>
                </a:r>
                <a:r>
                  <a:rPr lang="en-US" b="1" dirty="0"/>
                  <a:t>Product of a sparse and dense matrix</a:t>
                </a:r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: Dense matrices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b="0" dirty="0"/>
                  <a:t>: Sparse matrix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238188-1862-1E66-83EE-5D1AFE206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57AE2FA-0DE6-8825-D47B-4602F5BD363C}"/>
              </a:ext>
            </a:extLst>
          </p:cNvPr>
          <p:cNvSpPr/>
          <p:nvPr/>
        </p:nvSpPr>
        <p:spPr>
          <a:xfrm>
            <a:off x="760991" y="2670532"/>
            <a:ext cx="10839576" cy="6782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4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DD4B68B-A4C0-532C-DC46-4C7CE015FBF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/>
                  <a:t>Product of two dense matrices under a mask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DD4B68B-A4C0-532C-DC46-4C7CE015F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2903" r="-1159" b="-2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466B2-1C10-3AA5-4D86-9F2A2E055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Known as Sampled Dense </a:t>
            </a:r>
            <a:r>
              <a:rPr lang="en-US" dirty="0" err="1"/>
              <a:t>Dense</a:t>
            </a:r>
            <a:r>
              <a:rPr lang="en-US" dirty="0"/>
              <a:t> Matrix Multiplication</a:t>
            </a:r>
          </a:p>
          <a:p>
            <a:endParaRPr lang="en-US" dirty="0"/>
          </a:p>
          <a:p>
            <a:r>
              <a:rPr lang="en-US" dirty="0"/>
              <a:t>Just a handful of papers on accelerating this kernel – we will discuss in next class</a:t>
            </a:r>
          </a:p>
        </p:txBody>
      </p:sp>
    </p:spTree>
    <p:extLst>
      <p:ext uri="{BB962C8B-B14F-4D97-AF65-F5344CB8AC3E}">
        <p14:creationId xmlns:p14="http://schemas.microsoft.com/office/powerpoint/2010/main" val="444335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CA-8C95-6CBF-F01C-FAEC519F3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with Sparse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endParaRPr lang="en-US" dirty="0"/>
              </a:p>
              <a:p>
                <a:r>
                  <a:rPr lang="en-US" b="0" dirty="0"/>
                  <a:t>Operation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/>
                  <a:t>Product of dense matrices under a sparse mask</a:t>
                </a:r>
              </a:p>
              <a:p>
                <a:r>
                  <a:rPr lang="en-US" b="0" dirty="0"/>
                  <a:t>Operation #2: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matrices: </a:t>
                </a:r>
                <a:r>
                  <a:rPr lang="en-US" b="1" dirty="0"/>
                  <a:t>Product of a sparse and dense matrix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: Dense matrices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b="0" dirty="0"/>
                  <a:t>: Sparse matrix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C3EB890-B3C3-1DBD-5ABD-B88F5C6A3899}"/>
              </a:ext>
            </a:extLst>
          </p:cNvPr>
          <p:cNvSpPr/>
          <p:nvPr/>
        </p:nvSpPr>
        <p:spPr>
          <a:xfrm>
            <a:off x="676212" y="3849668"/>
            <a:ext cx="10839576" cy="80105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3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BC74-19E6-E50A-7BF1-BD7B0A8A4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Sparse-Dense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CCB26-DA72-E9AC-1B6A-1E2AA1124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important kernel in scientific computing</a:t>
            </a:r>
          </a:p>
          <a:p>
            <a:endParaRPr lang="en-US" dirty="0"/>
          </a:p>
          <a:p>
            <a:r>
              <a:rPr lang="en-US" dirty="0"/>
              <a:t>In machine learning, an important kernel in Graph Neural Networks (GNNs), pruned CNNs, and Sparse Transformers</a:t>
            </a:r>
          </a:p>
          <a:p>
            <a:endParaRPr lang="en-US" dirty="0"/>
          </a:p>
          <a:p>
            <a:r>
              <a:rPr lang="en-US" dirty="0"/>
              <a:t>Extensive Research has been performed (and still continuing) on accelerating </a:t>
            </a:r>
            <a:r>
              <a:rPr lang="en-US" dirty="0" err="1"/>
              <a:t>SpMM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456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891D-EBCB-C48B-502C-999143DE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C080B9F-8A69-D76A-0B4D-2FA544323BBE}"/>
              </a:ext>
            </a:extLst>
          </p:cNvPr>
          <p:cNvGrpSpPr/>
          <p:nvPr/>
        </p:nvGrpSpPr>
        <p:grpSpPr>
          <a:xfrm>
            <a:off x="1530680" y="2077500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23A4909-14E1-7538-865E-C9C265AF1B3F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C140629-5288-CEC7-1B92-4FCF283E068D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4EBA522-AEEA-21D8-0384-96DB85ECC5A2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D1A5A5C-1AE7-5917-2A0C-F165186C475D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2DFD83C-0CAD-7932-8586-BEED30EBE595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DC90472-DF7F-1479-AD19-569F6314274E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29F47A5-580A-F43E-F337-11EE0F695BA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EFB6805-65F2-4E86-5F6B-5E41FE693175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93D1BC5-7374-BC46-5C2B-97D1C9BDA511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42423D4-F393-CDF9-E2BA-671D5CF3FA4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E7C9A2F-9AE0-CDAC-4BA6-4C81B0D8FD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AB90B0C-C430-2B9F-2F06-B2161D58D73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DABFEEE-2DE3-A971-F48B-6B99A03F3718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BC5FB86-424C-DE1B-22AA-5781C4E6D6DB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12F9D0E-9FB5-C5F2-40EA-D6081E8C655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0288F30-AB02-E2DC-7209-261F771839D5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CB06D9C-632B-3984-F0C6-AF094A81C948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16D7CCF-2491-484E-86EC-48746B1AE5CF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6035B0A-67E8-C9BF-4EC7-8ADA94B4DC3C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630BFDF7-5BAC-C3BC-60B5-31F53AB961BD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EE3863E-03A1-4661-3A92-04A8E54BEA18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8EE9F87-7131-C7EA-D9B1-66AC8EF964E8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03C8D81-B79B-0248-73E1-CA9FB9040998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B2FC33E-3678-02DB-616D-655DEED4D6F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4BCE65D-4EBB-B6B1-551A-205B302AD8A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5448909-49C0-3F54-3EFD-D6DE3FD74F0A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738FE39-DAE8-9BFB-C51B-A02C48B7F4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07AA080-2722-145C-DE23-CD9B809C1FF6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03B5B54-8347-9A49-4A58-260ACFDAD33A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5EA8BA5-7F50-EF9B-86DF-D2A355CE4ECB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0EAE84F-4D80-81A8-BABA-CDF0A4144C0E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41417C2-9F63-810C-EEA4-F97AACB40336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CE8255D-4E20-5562-B1C8-27AF8E36B3F5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E834E34-0151-7654-44E2-5C42DA5D1944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A9752BF-D926-816D-6650-DD2E662EDF85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A815B1A-0E26-88C5-C36D-10B1163DAE25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84BB3373-18B4-9A01-99F1-FD71A06FBD7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E94FC14-88A8-FDB7-01A1-134D32065296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4F9ADB6-0E1C-B9BC-FEE3-4A873E43471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282501E-C93A-18D7-21FE-36AF80D7911B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1BA19A-BF0C-71BC-6534-69C2E2444CAF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0E2ECE1-1674-42C1-E3E4-6C85222E7A6C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AD3DC8A-F56C-A6E9-E567-7211A5F9D07A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FDD8D76-C4E5-CCAF-1AE1-42A8C1F0217B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4CF21C8-A45E-5502-9A22-9B4CB0BDEEEC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5860D7B-5A78-B298-4187-D04EB4034C4D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4C2DCAAF-262C-DE53-B7AF-3DA83953FA5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4BA726F-2B1D-D7FD-C98B-03C35E55F29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2C73C55-DAB0-0FD9-4D86-1C9D31E8946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139DAA7-CB54-1D91-F9B7-2A73C4B9123C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96D269D-B586-7A12-74F5-84D1DE334EA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D4D16F8-861B-DC23-A59B-4B41E40782A8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4A0475CF-FCA2-E74D-B349-DFB40C4AF5AE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A2BE6AE-3D3B-5D8D-94AA-231C2513060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D220007C-373E-2004-3997-0F3E3C4DE458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0A1B003-0785-49E3-D575-ACD06059AF16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3CAC0C3-7026-99EB-656F-F0181C664929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CFE2579-F5A9-0EE8-6A1A-636E7204BC7A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C39A169-2C0E-0758-C530-078E7342E1CE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EC7E466-906C-4223-B37D-B51F14F3EE11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694699D9-1405-35B8-53DF-487EF13E99B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C1EFB07-2DE1-15A0-F336-CAEC40E898B7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1E4A8EE-31CB-4E55-EC34-D11EF81A3477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2B4D636-F502-24F2-2B1C-40F33730A4B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45E57FD0-70F9-9658-48E1-F20449C5F746}"/>
                  </a:ext>
                </a:extLst>
              </p:cNvPr>
              <p:cNvSpPr txBox="1"/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45E57FD0-70F9-9658-48E1-F20449C5F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126F110-70E2-91AC-BC1B-D6EB6B073A94}"/>
                  </a:ext>
                </a:extLst>
              </p:cNvPr>
              <p:cNvSpPr txBox="1"/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126F110-70E2-91AC-BC1B-D6EB6B073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0FC29B3-9EBA-F21D-0817-F800B36B25D8}"/>
                  </a:ext>
                </a:extLst>
              </p:cNvPr>
              <p:cNvSpPr txBox="1"/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0FC29B3-9EBA-F21D-0817-F800B36B2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F8D9DB7-A791-D8C6-5C4B-BEC523044273}"/>
                  </a:ext>
                </a:extLst>
              </p:cNvPr>
              <p:cNvSpPr txBox="1"/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F8D9DB7-A791-D8C6-5C4B-BEC523044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E9180E5-5D64-6617-2B0C-C97D335F6CBE}"/>
                  </a:ext>
                </a:extLst>
              </p:cNvPr>
              <p:cNvSpPr txBox="1"/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E9180E5-5D64-6617-2B0C-C97D335F6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DC7ADFE-2EE6-CCD4-5E4A-ED4161CECB22}"/>
                  </a:ext>
                </a:extLst>
              </p:cNvPr>
              <p:cNvSpPr txBox="1"/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DC7ADFE-2EE6-CCD4-5E4A-ED4161CEC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46C79BE-1FFF-62D1-EEC7-44CB87C45E25}"/>
                  </a:ext>
                </a:extLst>
              </p:cNvPr>
              <p:cNvSpPr txBox="1"/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46C79BE-1FFF-62D1-EEC7-44CB87C4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1DA8FAC-306E-19A9-4A1B-AAB3BBB47A0E}"/>
                  </a:ext>
                </a:extLst>
              </p:cNvPr>
              <p:cNvSpPr txBox="1"/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1DA8FAC-306E-19A9-4A1B-AAB3BBB47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Rectangle 150">
            <a:extLst>
              <a:ext uri="{FF2B5EF4-FFF2-40B4-BE49-F238E27FC236}">
                <a16:creationId xmlns:a16="http://schemas.microsoft.com/office/drawing/2014/main" id="{1CD293F7-FCCC-14A8-9BF5-A4768F30C1A9}"/>
              </a:ext>
            </a:extLst>
          </p:cNvPr>
          <p:cNvSpPr/>
          <p:nvPr/>
        </p:nvSpPr>
        <p:spPr>
          <a:xfrm>
            <a:off x="6096000" y="2698435"/>
            <a:ext cx="2915093" cy="243655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13CC2A8-5851-C4FC-759A-5355215C5FE3}"/>
                  </a:ext>
                </a:extLst>
              </p:cNvPr>
              <p:cNvSpPr txBox="1"/>
              <p:nvPr/>
            </p:nvSpPr>
            <p:spPr>
              <a:xfrm>
                <a:off x="5528571" y="3710783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13CC2A8-5851-C4FC-759A-5355215C5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571" y="3710783"/>
                <a:ext cx="3657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1AECEEE7-C3A8-6E81-49F3-3460931DE434}"/>
                  </a:ext>
                </a:extLst>
              </p:cNvPr>
              <p:cNvSpPr txBox="1"/>
              <p:nvPr/>
            </p:nvSpPr>
            <p:spPr>
              <a:xfrm>
                <a:off x="7312719" y="209981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1AECEEE7-C3A8-6E81-49F3-3460931DE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719" y="2099813"/>
                <a:ext cx="48769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401D699C-DF0B-70C3-43EA-014D1A35AF37}"/>
              </a:ext>
            </a:extLst>
          </p:cNvPr>
          <p:cNvCxnSpPr/>
          <p:nvPr/>
        </p:nvCxnSpPr>
        <p:spPr>
          <a:xfrm>
            <a:off x="6355817" y="303579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E05263EF-4A45-6C23-7646-7BA26DA05835}"/>
              </a:ext>
            </a:extLst>
          </p:cNvPr>
          <p:cNvCxnSpPr/>
          <p:nvPr/>
        </p:nvCxnSpPr>
        <p:spPr>
          <a:xfrm>
            <a:off x="6355817" y="327857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3AB00E3-0D35-710D-43DD-02B8FB861AE9}"/>
              </a:ext>
            </a:extLst>
          </p:cNvPr>
          <p:cNvCxnSpPr/>
          <p:nvPr/>
        </p:nvCxnSpPr>
        <p:spPr>
          <a:xfrm>
            <a:off x="6355817" y="356388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BAD8163D-B087-7D86-155F-1533744A9882}"/>
              </a:ext>
            </a:extLst>
          </p:cNvPr>
          <p:cNvCxnSpPr/>
          <p:nvPr/>
        </p:nvCxnSpPr>
        <p:spPr>
          <a:xfrm>
            <a:off x="6355817" y="482383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AB8749DC-E3DF-C2C5-3FD3-09F6015219EF}"/>
                  </a:ext>
                </a:extLst>
              </p:cNvPr>
              <p:cNvSpPr txBox="1"/>
              <p:nvPr/>
            </p:nvSpPr>
            <p:spPr>
              <a:xfrm>
                <a:off x="7315380" y="2691748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AB8749DC-E3DF-C2C5-3FD3-09F601521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380" y="2691748"/>
                <a:ext cx="428130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0A0CBC3-E2FA-CDC9-76EF-71883AA47A11}"/>
                  </a:ext>
                </a:extLst>
              </p:cNvPr>
              <p:cNvSpPr txBox="1"/>
              <p:nvPr/>
            </p:nvSpPr>
            <p:spPr>
              <a:xfrm>
                <a:off x="7315380" y="2971613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0A0CBC3-E2FA-CDC9-76EF-71883AA47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380" y="2971613"/>
                <a:ext cx="436465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A38C6EA2-0A6F-F278-229B-CA4D73E4FA6E}"/>
                  </a:ext>
                </a:extLst>
              </p:cNvPr>
              <p:cNvSpPr txBox="1"/>
              <p:nvPr/>
            </p:nvSpPr>
            <p:spPr>
              <a:xfrm>
                <a:off x="7312719" y="3232129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A38C6EA2-0A6F-F278-229B-CA4D73E4F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719" y="3232129"/>
                <a:ext cx="432874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260496D3-E1F5-A817-E48C-A25A85C9B6A8}"/>
                  </a:ext>
                </a:extLst>
              </p:cNvPr>
              <p:cNvSpPr txBox="1"/>
              <p:nvPr/>
            </p:nvSpPr>
            <p:spPr>
              <a:xfrm>
                <a:off x="2082685" y="6317061"/>
                <a:ext cx="6976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Product of a sparse matrix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 and dense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matrix</a:t>
                </a:r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260496D3-E1F5-A817-E48C-A25A85C9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685" y="6317061"/>
                <a:ext cx="6976084" cy="369332"/>
              </a:xfrm>
              <a:prstGeom prst="rect">
                <a:avLst/>
              </a:prstGeom>
              <a:blipFill>
                <a:blip r:embed="rId15"/>
                <a:stretch>
                  <a:fillRect l="-78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0F7F667-9D14-A7F0-E1AF-346DC7D4983E}"/>
                  </a:ext>
                </a:extLst>
              </p:cNvPr>
              <p:cNvSpPr txBox="1"/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0F7F667-9D14-A7F0-E1AF-346DC7D49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D962B3CF-F4B4-18CF-DE21-A53A6724E77A}"/>
                  </a:ext>
                </a:extLst>
              </p:cNvPr>
              <p:cNvSpPr txBox="1"/>
              <p:nvPr/>
            </p:nvSpPr>
            <p:spPr>
              <a:xfrm>
                <a:off x="6234211" y="5692353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D962B3CF-F4B4-18CF-DE21-A53A6724E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211" y="5692353"/>
                <a:ext cx="268869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EA1C42-E9C0-59D8-12DF-9EB6E126A159}"/>
                  </a:ext>
                </a:extLst>
              </p:cNvPr>
              <p:cNvSpPr txBox="1"/>
              <p:nvPr/>
            </p:nvSpPr>
            <p:spPr>
              <a:xfrm>
                <a:off x="446806" y="35261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EA1C42-E9C0-59D8-12DF-9EB6E126A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06" y="3526117"/>
                <a:ext cx="36574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E34BAC-B1A8-2ED1-3039-CEED26F1A3E6}"/>
                  </a:ext>
                </a:extLst>
              </p:cNvPr>
              <p:cNvSpPr txBox="1"/>
              <p:nvPr/>
            </p:nvSpPr>
            <p:spPr>
              <a:xfrm>
                <a:off x="2861079" y="124718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E34BAC-B1A8-2ED1-3039-CEED26F1A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079" y="1247185"/>
                <a:ext cx="36574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9312219-3DEC-9250-91CF-A8E549A4E19B}"/>
              </a:ext>
            </a:extLst>
          </p:cNvPr>
          <p:cNvCxnSpPr/>
          <p:nvPr/>
        </p:nvCxnSpPr>
        <p:spPr>
          <a:xfrm>
            <a:off x="763816" y="2262166"/>
            <a:ext cx="0" cy="324215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28FF25-D86C-7CB2-DA44-8EE79F9728A4}"/>
              </a:ext>
            </a:extLst>
          </p:cNvPr>
          <p:cNvCxnSpPr>
            <a:cxnSpLocks/>
          </p:cNvCxnSpPr>
          <p:nvPr/>
        </p:nvCxnSpPr>
        <p:spPr>
          <a:xfrm>
            <a:off x="1502218" y="1557464"/>
            <a:ext cx="298500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E8B13F-E28D-7E53-B583-7C763014B49B}"/>
              </a:ext>
            </a:extLst>
          </p:cNvPr>
          <p:cNvCxnSpPr>
            <a:cxnSpLocks/>
          </p:cNvCxnSpPr>
          <p:nvPr/>
        </p:nvCxnSpPr>
        <p:spPr>
          <a:xfrm>
            <a:off x="6073766" y="2516461"/>
            <a:ext cx="298500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21FAFF-6398-58E8-2C90-DBCEDA493B78}"/>
              </a:ext>
            </a:extLst>
          </p:cNvPr>
          <p:cNvCxnSpPr>
            <a:cxnSpLocks/>
          </p:cNvCxnSpPr>
          <p:nvPr/>
        </p:nvCxnSpPr>
        <p:spPr>
          <a:xfrm>
            <a:off x="5847480" y="2743116"/>
            <a:ext cx="0" cy="2391872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306961-49BB-23C9-7CA9-49DC6B00B8E9}"/>
                  </a:ext>
                </a:extLst>
              </p:cNvPr>
              <p:cNvSpPr txBox="1"/>
              <p:nvPr/>
            </p:nvSpPr>
            <p:spPr>
              <a:xfrm>
                <a:off x="7367543" y="447158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306961-49BB-23C9-7CA9-49DC6B00B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543" y="4471583"/>
                <a:ext cx="4328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3005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065B-D776-DF09-6FEC-F4C984140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6BEE1-9707-2208-BCB8-EFC43F9653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94703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r>
                  <a:rPr lang="en-US" dirty="0"/>
                  <a:t> be the number of non-zero elements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rgbClr val="C00000"/>
                    </a:solidFill>
                  </a:rPr>
                  <a:t>what is the time complexity of performing dense </a:t>
                </a:r>
                <a:r>
                  <a:rPr lang="en-US" dirty="0" err="1">
                    <a:solidFill>
                      <a:srgbClr val="C00000"/>
                    </a:solidFill>
                  </a:rPr>
                  <a:t>dense</a:t>
                </a:r>
                <a:r>
                  <a:rPr lang="en-US" dirty="0">
                    <a:solidFill>
                      <a:srgbClr val="C00000"/>
                    </a:solidFill>
                  </a:rPr>
                  <a:t> matrix multiplication on these matrices?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6BEE1-9707-2208-BCB8-EFC43F9653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947032"/>
              </a:xfrm>
              <a:blipFill>
                <a:blip r:embed="rId2"/>
                <a:stretch>
                  <a:fillRect l="-1043" t="-5000" b="-5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5A996D2-0C68-130D-0C9D-A895FED24BC1}"/>
              </a:ext>
            </a:extLst>
          </p:cNvPr>
          <p:cNvSpPr/>
          <p:nvPr/>
        </p:nvSpPr>
        <p:spPr>
          <a:xfrm>
            <a:off x="3469875" y="4263162"/>
            <a:ext cx="2246639" cy="20468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7192FB-BBA7-2682-54B7-4A3BD2692FF8}"/>
              </a:ext>
            </a:extLst>
          </p:cNvPr>
          <p:cNvSpPr/>
          <p:nvPr/>
        </p:nvSpPr>
        <p:spPr>
          <a:xfrm>
            <a:off x="6668256" y="4263163"/>
            <a:ext cx="1028449" cy="204680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DB9B3-60A2-1D69-41B0-A83BF36A4052}"/>
                  </a:ext>
                </a:extLst>
              </p:cNvPr>
              <p:cNvSpPr txBox="1"/>
              <p:nvPr/>
            </p:nvSpPr>
            <p:spPr>
              <a:xfrm>
                <a:off x="2878260" y="49673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DB9B3-60A2-1D69-41B0-A83BF36A4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260" y="4967357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16A51B-D687-81FB-DD71-4B066F2BCDB7}"/>
              </a:ext>
            </a:extLst>
          </p:cNvPr>
          <p:cNvCxnSpPr>
            <a:cxnSpLocks/>
          </p:cNvCxnSpPr>
          <p:nvPr/>
        </p:nvCxnSpPr>
        <p:spPr>
          <a:xfrm>
            <a:off x="3319292" y="4263162"/>
            <a:ext cx="0" cy="20468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C37367-DE6F-A31B-A571-91EB3170373D}"/>
              </a:ext>
            </a:extLst>
          </p:cNvPr>
          <p:cNvCxnSpPr>
            <a:cxnSpLocks/>
          </p:cNvCxnSpPr>
          <p:nvPr/>
        </p:nvCxnSpPr>
        <p:spPr>
          <a:xfrm>
            <a:off x="3469875" y="4128621"/>
            <a:ext cx="224663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445375-5C8D-2BD1-6ECC-49B88D619FE8}"/>
                  </a:ext>
                </a:extLst>
              </p:cNvPr>
              <p:cNvSpPr txBox="1"/>
              <p:nvPr/>
            </p:nvSpPr>
            <p:spPr>
              <a:xfrm>
                <a:off x="4410323" y="3722531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445375-5C8D-2BD1-6ECC-49B88D619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323" y="3722531"/>
                <a:ext cx="3657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14A61E9-6A7D-A78E-325E-F89D7511C128}"/>
                  </a:ext>
                </a:extLst>
              </p:cNvPr>
              <p:cNvSpPr txBox="1"/>
              <p:nvPr/>
            </p:nvSpPr>
            <p:spPr>
              <a:xfrm>
                <a:off x="6034456" y="49673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14A61E9-6A7D-A78E-325E-F89D7511C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456" y="4967357"/>
                <a:ext cx="3657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F5C0EF-A958-C225-1E50-046B62B9E349}"/>
              </a:ext>
            </a:extLst>
          </p:cNvPr>
          <p:cNvCxnSpPr>
            <a:cxnSpLocks/>
          </p:cNvCxnSpPr>
          <p:nvPr/>
        </p:nvCxnSpPr>
        <p:spPr>
          <a:xfrm>
            <a:off x="6475488" y="4263162"/>
            <a:ext cx="0" cy="20468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CCC42A-8F0A-45F4-7263-685319AE0C6F}"/>
              </a:ext>
            </a:extLst>
          </p:cNvPr>
          <p:cNvCxnSpPr>
            <a:cxnSpLocks/>
          </p:cNvCxnSpPr>
          <p:nvPr/>
        </p:nvCxnSpPr>
        <p:spPr>
          <a:xfrm>
            <a:off x="6668256" y="4098342"/>
            <a:ext cx="102844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EC14F1-4BAD-1A59-6968-2E7B3591B16D}"/>
                  </a:ext>
                </a:extLst>
              </p:cNvPr>
              <p:cNvSpPr txBox="1"/>
              <p:nvPr/>
            </p:nvSpPr>
            <p:spPr>
              <a:xfrm>
                <a:off x="6944412" y="3729010"/>
                <a:ext cx="479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EC14F1-4BAD-1A59-6968-2E7B3591B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412" y="3729010"/>
                <a:ext cx="47904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7905B86-4F03-968E-000F-B0EFD5601073}"/>
              </a:ext>
            </a:extLst>
          </p:cNvPr>
          <p:cNvSpPr txBox="1"/>
          <p:nvPr/>
        </p:nvSpPr>
        <p:spPr>
          <a:xfrm>
            <a:off x="5541429" y="4967357"/>
            <a:ext cx="79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836A54-D4A2-C78F-5559-F8FB98C4F0F3}"/>
              </a:ext>
            </a:extLst>
          </p:cNvPr>
          <p:cNvSpPr txBox="1"/>
          <p:nvPr/>
        </p:nvSpPr>
        <p:spPr>
          <a:xfrm>
            <a:off x="4281330" y="6444505"/>
            <a:ext cx="71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D1D21A-7DA5-4B20-C505-C3C53C0E9CB5}"/>
              </a:ext>
            </a:extLst>
          </p:cNvPr>
          <p:cNvSpPr txBox="1"/>
          <p:nvPr/>
        </p:nvSpPr>
        <p:spPr>
          <a:xfrm>
            <a:off x="6838826" y="6444505"/>
            <a:ext cx="71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3313563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20504-F6A9-B979-3924-28F025D6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BC24E-3F14-72D6-2E80-C64EE9C8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608269-3988-6215-6977-6E19D095C2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94703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r>
                  <a:rPr lang="en-US" dirty="0"/>
                  <a:t> be the number of non-zero elements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,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608269-3988-6215-6977-6E19D095C2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947032"/>
              </a:xfrm>
              <a:blipFill>
                <a:blip r:embed="rId2"/>
                <a:stretch>
                  <a:fillRect l="-1043"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60DBFD3-10EC-885A-3FD5-ECA830AD4938}"/>
              </a:ext>
            </a:extLst>
          </p:cNvPr>
          <p:cNvSpPr/>
          <p:nvPr/>
        </p:nvSpPr>
        <p:spPr>
          <a:xfrm>
            <a:off x="3469875" y="4263162"/>
            <a:ext cx="2246639" cy="20468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465727-D9D1-5328-D84A-1D2C81CA59FC}"/>
              </a:ext>
            </a:extLst>
          </p:cNvPr>
          <p:cNvSpPr/>
          <p:nvPr/>
        </p:nvSpPr>
        <p:spPr>
          <a:xfrm>
            <a:off x="6668256" y="4263163"/>
            <a:ext cx="1028449" cy="204680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6BDE42-25E8-7B51-2185-C29C3655B389}"/>
                  </a:ext>
                </a:extLst>
              </p:cNvPr>
              <p:cNvSpPr txBox="1"/>
              <p:nvPr/>
            </p:nvSpPr>
            <p:spPr>
              <a:xfrm>
                <a:off x="2878260" y="49673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6BDE42-25E8-7B51-2185-C29C3655B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260" y="4967357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3DDB882-BDF6-CF36-D835-5E8CFF640CA9}"/>
              </a:ext>
            </a:extLst>
          </p:cNvPr>
          <p:cNvCxnSpPr>
            <a:cxnSpLocks/>
          </p:cNvCxnSpPr>
          <p:nvPr/>
        </p:nvCxnSpPr>
        <p:spPr>
          <a:xfrm>
            <a:off x="3319292" y="4263162"/>
            <a:ext cx="0" cy="20468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7925DA-7B22-8FEB-3A8B-46888DE80EE6}"/>
              </a:ext>
            </a:extLst>
          </p:cNvPr>
          <p:cNvCxnSpPr>
            <a:cxnSpLocks/>
          </p:cNvCxnSpPr>
          <p:nvPr/>
        </p:nvCxnSpPr>
        <p:spPr>
          <a:xfrm>
            <a:off x="3469875" y="4128621"/>
            <a:ext cx="224663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DDD5A7-AC1B-ED23-9209-2C33D2B66F4E}"/>
                  </a:ext>
                </a:extLst>
              </p:cNvPr>
              <p:cNvSpPr txBox="1"/>
              <p:nvPr/>
            </p:nvSpPr>
            <p:spPr>
              <a:xfrm>
                <a:off x="4410323" y="3722531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DDD5A7-AC1B-ED23-9209-2C33D2B66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323" y="3722531"/>
                <a:ext cx="3657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C34BFD-643D-EBCC-11E5-6AA9E80FFCE1}"/>
                  </a:ext>
                </a:extLst>
              </p:cNvPr>
              <p:cNvSpPr txBox="1"/>
              <p:nvPr/>
            </p:nvSpPr>
            <p:spPr>
              <a:xfrm>
                <a:off x="6034456" y="49673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C34BFD-643D-EBCC-11E5-6AA9E80FF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456" y="4967357"/>
                <a:ext cx="3657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6C9BCF-7120-9896-B0CC-1514A69CDE62}"/>
              </a:ext>
            </a:extLst>
          </p:cNvPr>
          <p:cNvCxnSpPr>
            <a:cxnSpLocks/>
          </p:cNvCxnSpPr>
          <p:nvPr/>
        </p:nvCxnSpPr>
        <p:spPr>
          <a:xfrm>
            <a:off x="6475488" y="4263162"/>
            <a:ext cx="0" cy="20468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3A1466-AA00-0E35-677E-F70012DF289B}"/>
              </a:ext>
            </a:extLst>
          </p:cNvPr>
          <p:cNvCxnSpPr>
            <a:cxnSpLocks/>
          </p:cNvCxnSpPr>
          <p:nvPr/>
        </p:nvCxnSpPr>
        <p:spPr>
          <a:xfrm>
            <a:off x="6668256" y="4098342"/>
            <a:ext cx="102844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531C2B-12B8-70AE-B5DF-7A23457ED159}"/>
                  </a:ext>
                </a:extLst>
              </p:cNvPr>
              <p:cNvSpPr txBox="1"/>
              <p:nvPr/>
            </p:nvSpPr>
            <p:spPr>
              <a:xfrm>
                <a:off x="6944412" y="3729010"/>
                <a:ext cx="479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531C2B-12B8-70AE-B5DF-7A23457ED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412" y="3729010"/>
                <a:ext cx="47904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125D9E8-8F1C-B7C6-48BD-98F3C9BF0DBB}"/>
              </a:ext>
            </a:extLst>
          </p:cNvPr>
          <p:cNvSpPr txBox="1"/>
          <p:nvPr/>
        </p:nvSpPr>
        <p:spPr>
          <a:xfrm>
            <a:off x="5541429" y="4967357"/>
            <a:ext cx="79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0AD8C-AEE0-6FED-DFB1-EFEFD6B74DC4}"/>
              </a:ext>
            </a:extLst>
          </p:cNvPr>
          <p:cNvSpPr txBox="1"/>
          <p:nvPr/>
        </p:nvSpPr>
        <p:spPr>
          <a:xfrm>
            <a:off x="4281330" y="6444505"/>
            <a:ext cx="71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F4D60A-1FC5-0940-0584-46F911A52B4F}"/>
              </a:ext>
            </a:extLst>
          </p:cNvPr>
          <p:cNvSpPr txBox="1"/>
          <p:nvPr/>
        </p:nvSpPr>
        <p:spPr>
          <a:xfrm>
            <a:off x="6838826" y="6444505"/>
            <a:ext cx="71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567262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5B5CE-945D-7F45-D659-719970ED1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0596D-F30D-9FEE-4C8D-276063E20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0ED442-901E-972A-0EED-23822C7DDB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94703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What will be the time complexity of the best sequential algorithm?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0ED442-901E-972A-0EED-23822C7DD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947032"/>
              </a:xfrm>
              <a:blipFill>
                <a:blip r:embed="rId2"/>
                <a:stretch>
                  <a:fillRect l="-1043"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C2D0DC5-9A28-5543-3D43-F56BAA3E699F}"/>
              </a:ext>
            </a:extLst>
          </p:cNvPr>
          <p:cNvSpPr/>
          <p:nvPr/>
        </p:nvSpPr>
        <p:spPr>
          <a:xfrm>
            <a:off x="3469875" y="4263162"/>
            <a:ext cx="2246639" cy="20468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257708-8E5D-CDBC-2755-C6D7C769C2D2}"/>
              </a:ext>
            </a:extLst>
          </p:cNvPr>
          <p:cNvSpPr/>
          <p:nvPr/>
        </p:nvSpPr>
        <p:spPr>
          <a:xfrm>
            <a:off x="6668256" y="4263163"/>
            <a:ext cx="1028449" cy="204680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30D836-B6BF-1C89-3BB8-7693FD3CF8A2}"/>
                  </a:ext>
                </a:extLst>
              </p:cNvPr>
              <p:cNvSpPr txBox="1"/>
              <p:nvPr/>
            </p:nvSpPr>
            <p:spPr>
              <a:xfrm>
                <a:off x="2878260" y="49673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30D836-B6BF-1C89-3BB8-7693FD3CF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260" y="4967357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B60774-6D7D-1859-5B0C-05F218D4F703}"/>
              </a:ext>
            </a:extLst>
          </p:cNvPr>
          <p:cNvCxnSpPr>
            <a:cxnSpLocks/>
          </p:cNvCxnSpPr>
          <p:nvPr/>
        </p:nvCxnSpPr>
        <p:spPr>
          <a:xfrm>
            <a:off x="3319292" y="4263162"/>
            <a:ext cx="0" cy="20468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CCDC03-E189-4BD2-C28F-B0CB54D87602}"/>
              </a:ext>
            </a:extLst>
          </p:cNvPr>
          <p:cNvCxnSpPr>
            <a:cxnSpLocks/>
          </p:cNvCxnSpPr>
          <p:nvPr/>
        </p:nvCxnSpPr>
        <p:spPr>
          <a:xfrm>
            <a:off x="3469875" y="4128621"/>
            <a:ext cx="224663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6277FD-064D-8053-E994-AFAB9E6432AB}"/>
                  </a:ext>
                </a:extLst>
              </p:cNvPr>
              <p:cNvSpPr txBox="1"/>
              <p:nvPr/>
            </p:nvSpPr>
            <p:spPr>
              <a:xfrm>
                <a:off x="4410323" y="3722531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6277FD-064D-8053-E994-AFAB9E643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323" y="3722531"/>
                <a:ext cx="3657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8065AD-242D-2777-321A-E736F1649A72}"/>
                  </a:ext>
                </a:extLst>
              </p:cNvPr>
              <p:cNvSpPr txBox="1"/>
              <p:nvPr/>
            </p:nvSpPr>
            <p:spPr>
              <a:xfrm>
                <a:off x="6034456" y="49673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8065AD-242D-2777-321A-E736F1649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456" y="4967357"/>
                <a:ext cx="3657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6333E3-A54F-AA56-159F-E5B98CAC015C}"/>
              </a:ext>
            </a:extLst>
          </p:cNvPr>
          <p:cNvCxnSpPr>
            <a:cxnSpLocks/>
          </p:cNvCxnSpPr>
          <p:nvPr/>
        </p:nvCxnSpPr>
        <p:spPr>
          <a:xfrm>
            <a:off x="6475488" y="4263162"/>
            <a:ext cx="0" cy="20468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EDDD13-EE4C-1891-61F8-E2293AD27280}"/>
              </a:ext>
            </a:extLst>
          </p:cNvPr>
          <p:cNvCxnSpPr>
            <a:cxnSpLocks/>
          </p:cNvCxnSpPr>
          <p:nvPr/>
        </p:nvCxnSpPr>
        <p:spPr>
          <a:xfrm>
            <a:off x="6668256" y="4098342"/>
            <a:ext cx="102844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551025B-835A-0B20-984F-BDEED1EB3F8A}"/>
                  </a:ext>
                </a:extLst>
              </p:cNvPr>
              <p:cNvSpPr txBox="1"/>
              <p:nvPr/>
            </p:nvSpPr>
            <p:spPr>
              <a:xfrm>
                <a:off x="6944412" y="3729010"/>
                <a:ext cx="479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551025B-835A-0B20-984F-BDEED1EB3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412" y="3729010"/>
                <a:ext cx="47904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547B9B4-488E-B3C5-994B-05E5CFE1BFB3}"/>
              </a:ext>
            </a:extLst>
          </p:cNvPr>
          <p:cNvSpPr txBox="1"/>
          <p:nvPr/>
        </p:nvSpPr>
        <p:spPr>
          <a:xfrm>
            <a:off x="5541429" y="4967357"/>
            <a:ext cx="79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21BD5D-38B4-1280-E133-5452F156B943}"/>
              </a:ext>
            </a:extLst>
          </p:cNvPr>
          <p:cNvSpPr txBox="1"/>
          <p:nvPr/>
        </p:nvSpPr>
        <p:spPr>
          <a:xfrm>
            <a:off x="4281330" y="6444505"/>
            <a:ext cx="71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41E481-DE80-3CE7-4BD8-4BBA59B96AD6}"/>
              </a:ext>
            </a:extLst>
          </p:cNvPr>
          <p:cNvSpPr txBox="1"/>
          <p:nvPr/>
        </p:nvSpPr>
        <p:spPr>
          <a:xfrm>
            <a:off x="6838826" y="6444505"/>
            <a:ext cx="71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910555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7F39F-679A-1686-4703-306E86ED0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B144-7ED4-5033-22FC-8BB3DD4F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3A3942-5FCA-6F14-9E65-D6A193EFE2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947032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What will be the time complexity of the best sequential algorithm?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Sequential Algorithm: Iterate through non-zeros of Z and scale and add the rows of the second matrix V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3A3942-5FCA-6F14-9E65-D6A193EFE2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947032"/>
              </a:xfrm>
              <a:blipFill>
                <a:blip r:embed="rId2"/>
                <a:stretch>
                  <a:fillRect l="-522" t="-5625" b="-2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A8811C4-EAE3-3C5F-0AC6-E090A8FC8F6C}"/>
              </a:ext>
            </a:extLst>
          </p:cNvPr>
          <p:cNvSpPr/>
          <p:nvPr/>
        </p:nvSpPr>
        <p:spPr>
          <a:xfrm>
            <a:off x="3469875" y="4263162"/>
            <a:ext cx="2246639" cy="20468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9F3BBF-5736-31ED-BEAE-0BD7A1B3992E}"/>
              </a:ext>
            </a:extLst>
          </p:cNvPr>
          <p:cNvSpPr/>
          <p:nvPr/>
        </p:nvSpPr>
        <p:spPr>
          <a:xfrm>
            <a:off x="6668256" y="4263163"/>
            <a:ext cx="1028449" cy="204680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35E993-967F-DD38-9C44-FEA7B6A1DE82}"/>
                  </a:ext>
                </a:extLst>
              </p:cNvPr>
              <p:cNvSpPr txBox="1"/>
              <p:nvPr/>
            </p:nvSpPr>
            <p:spPr>
              <a:xfrm>
                <a:off x="2878260" y="49673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35E993-967F-DD38-9C44-FEA7B6A1D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260" y="4967357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F59C0A-95BA-3186-2E89-2A3353670256}"/>
              </a:ext>
            </a:extLst>
          </p:cNvPr>
          <p:cNvCxnSpPr>
            <a:cxnSpLocks/>
          </p:cNvCxnSpPr>
          <p:nvPr/>
        </p:nvCxnSpPr>
        <p:spPr>
          <a:xfrm>
            <a:off x="3319292" y="4263162"/>
            <a:ext cx="0" cy="20468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E65570-E300-2DDF-D6DB-958A1FD62EE9}"/>
              </a:ext>
            </a:extLst>
          </p:cNvPr>
          <p:cNvCxnSpPr>
            <a:cxnSpLocks/>
          </p:cNvCxnSpPr>
          <p:nvPr/>
        </p:nvCxnSpPr>
        <p:spPr>
          <a:xfrm>
            <a:off x="3469875" y="4128621"/>
            <a:ext cx="224663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6982E7-A9D8-9929-B469-D4627B872EF2}"/>
                  </a:ext>
                </a:extLst>
              </p:cNvPr>
              <p:cNvSpPr txBox="1"/>
              <p:nvPr/>
            </p:nvSpPr>
            <p:spPr>
              <a:xfrm>
                <a:off x="4410323" y="3722531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6982E7-A9D8-9929-B469-D4627B87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323" y="3722531"/>
                <a:ext cx="3657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954E04-EE79-911A-BED3-96478C27F880}"/>
                  </a:ext>
                </a:extLst>
              </p:cNvPr>
              <p:cNvSpPr txBox="1"/>
              <p:nvPr/>
            </p:nvSpPr>
            <p:spPr>
              <a:xfrm>
                <a:off x="6034456" y="49673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954E04-EE79-911A-BED3-96478C27F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456" y="4967357"/>
                <a:ext cx="3657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F8C153-4222-87E3-2EDE-3CB5785E977B}"/>
              </a:ext>
            </a:extLst>
          </p:cNvPr>
          <p:cNvCxnSpPr>
            <a:cxnSpLocks/>
          </p:cNvCxnSpPr>
          <p:nvPr/>
        </p:nvCxnSpPr>
        <p:spPr>
          <a:xfrm>
            <a:off x="6475488" y="4263162"/>
            <a:ext cx="0" cy="20468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9D98F3-93CB-1A28-D686-EDCDD1C91E40}"/>
              </a:ext>
            </a:extLst>
          </p:cNvPr>
          <p:cNvCxnSpPr>
            <a:cxnSpLocks/>
          </p:cNvCxnSpPr>
          <p:nvPr/>
        </p:nvCxnSpPr>
        <p:spPr>
          <a:xfrm>
            <a:off x="6668256" y="4098342"/>
            <a:ext cx="102844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F823C0-5F6A-3921-3E4A-ABA30E91622A}"/>
                  </a:ext>
                </a:extLst>
              </p:cNvPr>
              <p:cNvSpPr txBox="1"/>
              <p:nvPr/>
            </p:nvSpPr>
            <p:spPr>
              <a:xfrm>
                <a:off x="6944412" y="3729010"/>
                <a:ext cx="479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F823C0-5F6A-3921-3E4A-ABA30E916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412" y="3729010"/>
                <a:ext cx="47904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7B591D9-DEA1-7DB8-512C-765AF4582F04}"/>
              </a:ext>
            </a:extLst>
          </p:cNvPr>
          <p:cNvSpPr txBox="1"/>
          <p:nvPr/>
        </p:nvSpPr>
        <p:spPr>
          <a:xfrm>
            <a:off x="5541429" y="4967357"/>
            <a:ext cx="79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3DC77B-F2F5-451D-0320-CD6C4D6D8264}"/>
              </a:ext>
            </a:extLst>
          </p:cNvPr>
          <p:cNvSpPr txBox="1"/>
          <p:nvPr/>
        </p:nvSpPr>
        <p:spPr>
          <a:xfrm>
            <a:off x="4281330" y="6444505"/>
            <a:ext cx="71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0AA24E-57E1-5208-78F4-DCC93818FCFA}"/>
              </a:ext>
            </a:extLst>
          </p:cNvPr>
          <p:cNvSpPr txBox="1"/>
          <p:nvPr/>
        </p:nvSpPr>
        <p:spPr>
          <a:xfrm>
            <a:off x="6838826" y="6444505"/>
            <a:ext cx="71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022294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FE8D-5A21-8444-D5A9-1857E115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B26FFE-0855-0CEC-29B7-8946D6CBCCA4}"/>
              </a:ext>
            </a:extLst>
          </p:cNvPr>
          <p:cNvGrpSpPr/>
          <p:nvPr/>
        </p:nvGrpSpPr>
        <p:grpSpPr>
          <a:xfrm>
            <a:off x="1094949" y="2312208"/>
            <a:ext cx="2341329" cy="2050119"/>
            <a:chOff x="1100774" y="2073416"/>
            <a:chExt cx="2341329" cy="20501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3EADBB1-AD40-441C-916F-6D31299205E3}"/>
                </a:ext>
              </a:extLst>
            </p:cNvPr>
            <p:cNvSpPr/>
            <p:nvPr/>
          </p:nvSpPr>
          <p:spPr>
            <a:xfrm>
              <a:off x="1100774" y="2073416"/>
              <a:ext cx="2341329" cy="20501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07B8D23-71F2-3004-FC59-DC269AE504FC}"/>
                </a:ext>
              </a:extLst>
            </p:cNvPr>
            <p:cNvSpPr txBox="1"/>
            <p:nvPr/>
          </p:nvSpPr>
          <p:spPr>
            <a:xfrm>
              <a:off x="1182314" y="221902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E05E55B-2319-2461-FD7E-8CD79627821B}"/>
                </a:ext>
              </a:extLst>
            </p:cNvPr>
            <p:cNvSpPr txBox="1"/>
            <p:nvPr/>
          </p:nvSpPr>
          <p:spPr>
            <a:xfrm>
              <a:off x="2015660" y="221902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278964-A4AD-513A-F4C6-3003A40E1CD2}"/>
                </a:ext>
              </a:extLst>
            </p:cNvPr>
            <p:cNvSpPr txBox="1"/>
            <p:nvPr/>
          </p:nvSpPr>
          <p:spPr>
            <a:xfrm>
              <a:off x="2849007" y="221902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C52CA9-4F7B-C270-E8AA-50CC0D029DAC}"/>
                </a:ext>
              </a:extLst>
            </p:cNvPr>
            <p:cNvSpPr txBox="1"/>
            <p:nvPr/>
          </p:nvSpPr>
          <p:spPr>
            <a:xfrm>
              <a:off x="1182314" y="2927167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2C0BDD-EE9D-A917-2814-D53EB153BEB7}"/>
                </a:ext>
              </a:extLst>
            </p:cNvPr>
            <p:cNvSpPr txBox="1"/>
            <p:nvPr/>
          </p:nvSpPr>
          <p:spPr>
            <a:xfrm>
              <a:off x="2015660" y="2927167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33515D-DEE8-F573-A1C5-A06D46C3D08C}"/>
                </a:ext>
              </a:extLst>
            </p:cNvPr>
            <p:cNvSpPr txBox="1"/>
            <p:nvPr/>
          </p:nvSpPr>
          <p:spPr>
            <a:xfrm>
              <a:off x="2849007" y="2927167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24EBA68-68FB-C938-F205-B2246C5968E6}"/>
                </a:ext>
              </a:extLst>
            </p:cNvPr>
            <p:cNvSpPr txBox="1"/>
            <p:nvPr/>
          </p:nvSpPr>
          <p:spPr>
            <a:xfrm>
              <a:off x="1182314" y="356150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175F7F-5ED9-8036-7271-E5A8312EC32D}"/>
                </a:ext>
              </a:extLst>
            </p:cNvPr>
            <p:cNvSpPr txBox="1"/>
            <p:nvPr/>
          </p:nvSpPr>
          <p:spPr>
            <a:xfrm>
              <a:off x="2015660" y="356150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3CC306-ED19-7478-7231-EE2E5539FC6A}"/>
                </a:ext>
              </a:extLst>
            </p:cNvPr>
            <p:cNvSpPr txBox="1"/>
            <p:nvPr/>
          </p:nvSpPr>
          <p:spPr>
            <a:xfrm>
              <a:off x="2849007" y="356150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9EB1F23-706D-7E7C-AB45-5B5BBA0A6313}"/>
              </a:ext>
            </a:extLst>
          </p:cNvPr>
          <p:cNvSpPr/>
          <p:nvPr/>
        </p:nvSpPr>
        <p:spPr>
          <a:xfrm>
            <a:off x="4583649" y="2312207"/>
            <a:ext cx="1212161" cy="20501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F1A046-2106-0BA8-125C-D0BAB1B71608}"/>
                  </a:ext>
                </a:extLst>
              </p:cNvPr>
              <p:cNvSpPr txBox="1"/>
              <p:nvPr/>
            </p:nvSpPr>
            <p:spPr>
              <a:xfrm>
                <a:off x="4662761" y="245781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F1A046-2106-0BA8-125C-D0BAB1B71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761" y="2457814"/>
                <a:ext cx="47758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6F3512D-980E-6A7D-D930-13C667ACA707}"/>
                  </a:ext>
                </a:extLst>
              </p:cNvPr>
              <p:cNvSpPr txBox="1"/>
              <p:nvPr/>
            </p:nvSpPr>
            <p:spPr>
              <a:xfrm>
                <a:off x="5318226" y="245781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6F3512D-980E-6A7D-D930-13C667ACA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226" y="2457814"/>
                <a:ext cx="4775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2E6FF4-8CF0-003E-BB92-321F44D97651}"/>
                  </a:ext>
                </a:extLst>
              </p:cNvPr>
              <p:cNvSpPr txBox="1"/>
              <p:nvPr/>
            </p:nvSpPr>
            <p:spPr>
              <a:xfrm>
                <a:off x="4662761" y="3161105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2E6FF4-8CF0-003E-BB92-321F44D97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761" y="3161105"/>
                <a:ext cx="4775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221FB2-94BD-00AF-7C81-2703DEBE3343}"/>
                  </a:ext>
                </a:extLst>
              </p:cNvPr>
              <p:cNvSpPr txBox="1"/>
              <p:nvPr/>
            </p:nvSpPr>
            <p:spPr>
              <a:xfrm>
                <a:off x="5318226" y="3161105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221FB2-94BD-00AF-7C81-2703DEBE3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226" y="3161105"/>
                <a:ext cx="4775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00B722-8CEE-B998-5E99-5DCA42D1EF08}"/>
                  </a:ext>
                </a:extLst>
              </p:cNvPr>
              <p:cNvSpPr txBox="1"/>
              <p:nvPr/>
            </p:nvSpPr>
            <p:spPr>
              <a:xfrm>
                <a:off x="4662761" y="380029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00B722-8CEE-B998-5E99-5DCA42D1E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761" y="3800294"/>
                <a:ext cx="4775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92D180-DD4E-1861-C83D-02B875A28779}"/>
                  </a:ext>
                </a:extLst>
              </p:cNvPr>
              <p:cNvSpPr txBox="1"/>
              <p:nvPr/>
            </p:nvSpPr>
            <p:spPr>
              <a:xfrm>
                <a:off x="5318226" y="380029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92D180-DD4E-1861-C83D-02B875A28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226" y="3800294"/>
                <a:ext cx="4775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B0DB40C1-84D0-38F9-407A-1809D4C449A8}"/>
              </a:ext>
            </a:extLst>
          </p:cNvPr>
          <p:cNvSpPr txBox="1"/>
          <p:nvPr/>
        </p:nvSpPr>
        <p:spPr>
          <a:xfrm>
            <a:off x="3803205" y="3104301"/>
            <a:ext cx="413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9ED3CB-6F07-80A1-ACB4-56212D8FD0A2}"/>
              </a:ext>
            </a:extLst>
          </p:cNvPr>
          <p:cNvSpPr txBox="1"/>
          <p:nvPr/>
        </p:nvSpPr>
        <p:spPr>
          <a:xfrm>
            <a:off x="6736421" y="3141186"/>
            <a:ext cx="413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470154-BFB9-4C72-58B9-3B542D9C987F}"/>
              </a:ext>
            </a:extLst>
          </p:cNvPr>
          <p:cNvSpPr txBox="1"/>
          <p:nvPr/>
        </p:nvSpPr>
        <p:spPr>
          <a:xfrm>
            <a:off x="8392678" y="3163049"/>
            <a:ext cx="1048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2195557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4CF78-E4A3-3203-C0E4-36AE12D57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CDDD0-E336-7FCC-A4CA-558358B63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0710E2-FCFA-C21F-A463-AED0063BBCBE}"/>
              </a:ext>
            </a:extLst>
          </p:cNvPr>
          <p:cNvGrpSpPr/>
          <p:nvPr/>
        </p:nvGrpSpPr>
        <p:grpSpPr>
          <a:xfrm>
            <a:off x="1094949" y="2312208"/>
            <a:ext cx="2341329" cy="2050119"/>
            <a:chOff x="1100774" y="2073416"/>
            <a:chExt cx="2341329" cy="20501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43AB980-9B75-080C-19A6-111B6D72E97D}"/>
                </a:ext>
              </a:extLst>
            </p:cNvPr>
            <p:cNvSpPr/>
            <p:nvPr/>
          </p:nvSpPr>
          <p:spPr>
            <a:xfrm>
              <a:off x="1100774" y="2073416"/>
              <a:ext cx="2341329" cy="20501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75E2F2-63F0-D2D5-3B40-45A126236A87}"/>
                </a:ext>
              </a:extLst>
            </p:cNvPr>
            <p:cNvSpPr txBox="1"/>
            <p:nvPr/>
          </p:nvSpPr>
          <p:spPr>
            <a:xfrm>
              <a:off x="1182314" y="221902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A57596-BF3E-264C-EA1B-93829B947F91}"/>
                </a:ext>
              </a:extLst>
            </p:cNvPr>
            <p:cNvSpPr txBox="1"/>
            <p:nvPr/>
          </p:nvSpPr>
          <p:spPr>
            <a:xfrm>
              <a:off x="2015660" y="221902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A631A82-7038-E0C4-922D-CC730118A835}"/>
                </a:ext>
              </a:extLst>
            </p:cNvPr>
            <p:cNvSpPr txBox="1"/>
            <p:nvPr/>
          </p:nvSpPr>
          <p:spPr>
            <a:xfrm>
              <a:off x="2849007" y="221902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C9ADA1-0D11-FA0F-E250-E88154537B8A}"/>
                </a:ext>
              </a:extLst>
            </p:cNvPr>
            <p:cNvSpPr txBox="1"/>
            <p:nvPr/>
          </p:nvSpPr>
          <p:spPr>
            <a:xfrm>
              <a:off x="1182314" y="2927167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E4831E6-B4EE-9C75-7629-0647BA26595D}"/>
                </a:ext>
              </a:extLst>
            </p:cNvPr>
            <p:cNvSpPr txBox="1"/>
            <p:nvPr/>
          </p:nvSpPr>
          <p:spPr>
            <a:xfrm>
              <a:off x="2015660" y="2927167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E48C90-9427-B955-DFEA-168E9478AC06}"/>
                </a:ext>
              </a:extLst>
            </p:cNvPr>
            <p:cNvSpPr txBox="1"/>
            <p:nvPr/>
          </p:nvSpPr>
          <p:spPr>
            <a:xfrm>
              <a:off x="2849007" y="2927167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9336D3-E64A-A766-F9F0-5A9AAA6B9E7B}"/>
                </a:ext>
              </a:extLst>
            </p:cNvPr>
            <p:cNvSpPr txBox="1"/>
            <p:nvPr/>
          </p:nvSpPr>
          <p:spPr>
            <a:xfrm>
              <a:off x="1182314" y="356150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355778-1F87-AE25-A730-5E43201970F0}"/>
                </a:ext>
              </a:extLst>
            </p:cNvPr>
            <p:cNvSpPr txBox="1"/>
            <p:nvPr/>
          </p:nvSpPr>
          <p:spPr>
            <a:xfrm>
              <a:off x="2015660" y="356150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65690F-CADA-4B47-6449-F5A3A76B2256}"/>
                </a:ext>
              </a:extLst>
            </p:cNvPr>
            <p:cNvSpPr txBox="1"/>
            <p:nvPr/>
          </p:nvSpPr>
          <p:spPr>
            <a:xfrm>
              <a:off x="2849007" y="356150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9465E19-6374-3E3B-1568-8AC6DE3A385E}"/>
              </a:ext>
            </a:extLst>
          </p:cNvPr>
          <p:cNvSpPr/>
          <p:nvPr/>
        </p:nvSpPr>
        <p:spPr>
          <a:xfrm>
            <a:off x="4583649" y="2312207"/>
            <a:ext cx="1212161" cy="20501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AEDE57-8604-72B2-6ECF-FC4952652866}"/>
                  </a:ext>
                </a:extLst>
              </p:cNvPr>
              <p:cNvSpPr txBox="1"/>
              <p:nvPr/>
            </p:nvSpPr>
            <p:spPr>
              <a:xfrm>
                <a:off x="4662761" y="245781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AEDE57-8604-72B2-6ECF-FC4952652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761" y="2457814"/>
                <a:ext cx="47758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10150B2-0B26-8779-EA1F-76A98702A661}"/>
                  </a:ext>
                </a:extLst>
              </p:cNvPr>
              <p:cNvSpPr txBox="1"/>
              <p:nvPr/>
            </p:nvSpPr>
            <p:spPr>
              <a:xfrm>
                <a:off x="5318226" y="245781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10150B2-0B26-8779-EA1F-76A98702A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226" y="2457814"/>
                <a:ext cx="4775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508054-FE67-8FE6-3C3D-17B92B0EC728}"/>
                  </a:ext>
                </a:extLst>
              </p:cNvPr>
              <p:cNvSpPr txBox="1"/>
              <p:nvPr/>
            </p:nvSpPr>
            <p:spPr>
              <a:xfrm>
                <a:off x="4662761" y="3161105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508054-FE67-8FE6-3C3D-17B92B0EC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761" y="3161105"/>
                <a:ext cx="4775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B3445D-F8CE-64FD-48C2-06B338DC5AF1}"/>
                  </a:ext>
                </a:extLst>
              </p:cNvPr>
              <p:cNvSpPr txBox="1"/>
              <p:nvPr/>
            </p:nvSpPr>
            <p:spPr>
              <a:xfrm>
                <a:off x="5318226" y="3161105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B3445D-F8CE-64FD-48C2-06B338DC5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226" y="3161105"/>
                <a:ext cx="4775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67A8D7-5BAF-D331-FD4D-15D0029B3F0A}"/>
                  </a:ext>
                </a:extLst>
              </p:cNvPr>
              <p:cNvSpPr txBox="1"/>
              <p:nvPr/>
            </p:nvSpPr>
            <p:spPr>
              <a:xfrm>
                <a:off x="4662761" y="380029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67A8D7-5BAF-D331-FD4D-15D0029B3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761" y="3800294"/>
                <a:ext cx="4775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C5B986-AB1D-91BB-9DFC-376C8F269938}"/>
                  </a:ext>
                </a:extLst>
              </p:cNvPr>
              <p:cNvSpPr txBox="1"/>
              <p:nvPr/>
            </p:nvSpPr>
            <p:spPr>
              <a:xfrm>
                <a:off x="5318226" y="380029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C5B986-AB1D-91BB-9DFC-376C8F269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226" y="3800294"/>
                <a:ext cx="4775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F1927F7-234A-8249-849A-3434FDD4717F}"/>
              </a:ext>
            </a:extLst>
          </p:cNvPr>
          <p:cNvSpPr txBox="1"/>
          <p:nvPr/>
        </p:nvSpPr>
        <p:spPr>
          <a:xfrm>
            <a:off x="3803205" y="3104301"/>
            <a:ext cx="413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2367A6-CA3E-94C6-E95D-D4AB75F8F1B3}"/>
              </a:ext>
            </a:extLst>
          </p:cNvPr>
          <p:cNvSpPr txBox="1"/>
          <p:nvPr/>
        </p:nvSpPr>
        <p:spPr>
          <a:xfrm>
            <a:off x="6736421" y="3141186"/>
            <a:ext cx="413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=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9648E0-B318-6C55-2C95-536CFC4DD898}"/>
              </a:ext>
            </a:extLst>
          </p:cNvPr>
          <p:cNvSpPr/>
          <p:nvPr/>
        </p:nvSpPr>
        <p:spPr>
          <a:xfrm>
            <a:off x="8090551" y="2403940"/>
            <a:ext cx="1212161" cy="20501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9DF387C-B412-0A60-F06E-F71B01ED1EBD}"/>
                  </a:ext>
                </a:extLst>
              </p:cNvPr>
              <p:cNvSpPr txBox="1"/>
              <p:nvPr/>
            </p:nvSpPr>
            <p:spPr>
              <a:xfrm>
                <a:off x="8169663" y="2549547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9DF387C-B412-0A60-F06E-F71B01ED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663" y="2549547"/>
                <a:ext cx="477584" cy="369332"/>
              </a:xfrm>
              <a:prstGeom prst="rect">
                <a:avLst/>
              </a:prstGeom>
              <a:blipFill>
                <a:blip r:embed="rId8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9B727A1-54F5-AF4E-62D9-6B458B56A0EB}"/>
                  </a:ext>
                </a:extLst>
              </p:cNvPr>
              <p:cNvSpPr txBox="1"/>
              <p:nvPr/>
            </p:nvSpPr>
            <p:spPr>
              <a:xfrm>
                <a:off x="8825128" y="2549547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9B727A1-54F5-AF4E-62D9-6B458B56A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128" y="2549547"/>
                <a:ext cx="477584" cy="369332"/>
              </a:xfrm>
              <a:prstGeom prst="rect">
                <a:avLst/>
              </a:prstGeom>
              <a:blipFill>
                <a:blip r:embed="rId9"/>
                <a:stretch>
                  <a:fillRect l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683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2B5A-A118-BFD6-AEB9-F62A94F4B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D2A8A-0910-9F4F-1F0B-58EFF3F80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D0F8B3-8EF9-8D01-6B7E-83BB48534780}"/>
              </a:ext>
            </a:extLst>
          </p:cNvPr>
          <p:cNvGrpSpPr/>
          <p:nvPr/>
        </p:nvGrpSpPr>
        <p:grpSpPr>
          <a:xfrm>
            <a:off x="1094949" y="2312208"/>
            <a:ext cx="2341329" cy="2050119"/>
            <a:chOff x="1100774" y="2073416"/>
            <a:chExt cx="2341329" cy="20501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E91B079-C980-1B59-FDC2-A6819F430D7A}"/>
                </a:ext>
              </a:extLst>
            </p:cNvPr>
            <p:cNvSpPr/>
            <p:nvPr/>
          </p:nvSpPr>
          <p:spPr>
            <a:xfrm>
              <a:off x="1100774" y="2073416"/>
              <a:ext cx="2341329" cy="20501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7007440-4B4D-AA32-58C9-9027F6AA9401}"/>
                </a:ext>
              </a:extLst>
            </p:cNvPr>
            <p:cNvSpPr txBox="1"/>
            <p:nvPr/>
          </p:nvSpPr>
          <p:spPr>
            <a:xfrm>
              <a:off x="1182314" y="221902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5472992-F7F2-EC45-3EC7-F08738F4FF57}"/>
                </a:ext>
              </a:extLst>
            </p:cNvPr>
            <p:cNvSpPr txBox="1"/>
            <p:nvPr/>
          </p:nvSpPr>
          <p:spPr>
            <a:xfrm>
              <a:off x="2015660" y="221902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5A0A64-9419-55EC-839C-A03347FB97C8}"/>
                </a:ext>
              </a:extLst>
            </p:cNvPr>
            <p:cNvSpPr txBox="1"/>
            <p:nvPr/>
          </p:nvSpPr>
          <p:spPr>
            <a:xfrm>
              <a:off x="2849007" y="221902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3F854C-7392-C787-4821-EBB202D78CD7}"/>
                </a:ext>
              </a:extLst>
            </p:cNvPr>
            <p:cNvSpPr txBox="1"/>
            <p:nvPr/>
          </p:nvSpPr>
          <p:spPr>
            <a:xfrm>
              <a:off x="1182314" y="2927167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09CD89-BC4C-D4C6-A90B-68AFC43FD641}"/>
                </a:ext>
              </a:extLst>
            </p:cNvPr>
            <p:cNvSpPr txBox="1"/>
            <p:nvPr/>
          </p:nvSpPr>
          <p:spPr>
            <a:xfrm>
              <a:off x="2015660" y="2927167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7711668-CD4E-B7DD-3200-67189EDEA2B3}"/>
                </a:ext>
              </a:extLst>
            </p:cNvPr>
            <p:cNvSpPr txBox="1"/>
            <p:nvPr/>
          </p:nvSpPr>
          <p:spPr>
            <a:xfrm>
              <a:off x="2849007" y="2927167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F12A3B-34F4-66B7-8672-9DC6CDE1E37B}"/>
                </a:ext>
              </a:extLst>
            </p:cNvPr>
            <p:cNvSpPr txBox="1"/>
            <p:nvPr/>
          </p:nvSpPr>
          <p:spPr>
            <a:xfrm>
              <a:off x="1182314" y="356150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5679EB9-A5D5-9A32-4C15-2A92FE3EC01C}"/>
                </a:ext>
              </a:extLst>
            </p:cNvPr>
            <p:cNvSpPr txBox="1"/>
            <p:nvPr/>
          </p:nvSpPr>
          <p:spPr>
            <a:xfrm>
              <a:off x="2015660" y="356150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94AEF6B-13A8-4D16-ADDA-EF5CBFC0D593}"/>
                </a:ext>
              </a:extLst>
            </p:cNvPr>
            <p:cNvSpPr txBox="1"/>
            <p:nvPr/>
          </p:nvSpPr>
          <p:spPr>
            <a:xfrm>
              <a:off x="2849007" y="356150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D5DBFE9-AE51-8C42-1002-96D3DAAF81E8}"/>
              </a:ext>
            </a:extLst>
          </p:cNvPr>
          <p:cNvSpPr/>
          <p:nvPr/>
        </p:nvSpPr>
        <p:spPr>
          <a:xfrm>
            <a:off x="4583649" y="2312207"/>
            <a:ext cx="1212161" cy="20501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9D880C-C80B-1B23-C420-379F94A6CCDF}"/>
                  </a:ext>
                </a:extLst>
              </p:cNvPr>
              <p:cNvSpPr txBox="1"/>
              <p:nvPr/>
            </p:nvSpPr>
            <p:spPr>
              <a:xfrm>
                <a:off x="4662761" y="245781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9D880C-C80B-1B23-C420-379F94A6C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761" y="2457814"/>
                <a:ext cx="47758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EE82C7-B0A8-0059-DB25-12FF3877A2D1}"/>
                  </a:ext>
                </a:extLst>
              </p:cNvPr>
              <p:cNvSpPr txBox="1"/>
              <p:nvPr/>
            </p:nvSpPr>
            <p:spPr>
              <a:xfrm>
                <a:off x="5318226" y="245781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EE82C7-B0A8-0059-DB25-12FF3877A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226" y="2457814"/>
                <a:ext cx="4775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AA055A-CE6E-47F4-92EC-62C866689A1B}"/>
                  </a:ext>
                </a:extLst>
              </p:cNvPr>
              <p:cNvSpPr txBox="1"/>
              <p:nvPr/>
            </p:nvSpPr>
            <p:spPr>
              <a:xfrm>
                <a:off x="4662761" y="3161105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AA055A-CE6E-47F4-92EC-62C866689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761" y="3161105"/>
                <a:ext cx="4775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BE855C-7800-98A3-BA90-47C60D6AEEAF}"/>
                  </a:ext>
                </a:extLst>
              </p:cNvPr>
              <p:cNvSpPr txBox="1"/>
              <p:nvPr/>
            </p:nvSpPr>
            <p:spPr>
              <a:xfrm>
                <a:off x="5318226" y="3161105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BE855C-7800-98A3-BA90-47C60D6AE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226" y="3161105"/>
                <a:ext cx="4775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2EBD47-3658-4C31-A347-7C8C20922973}"/>
                  </a:ext>
                </a:extLst>
              </p:cNvPr>
              <p:cNvSpPr txBox="1"/>
              <p:nvPr/>
            </p:nvSpPr>
            <p:spPr>
              <a:xfrm>
                <a:off x="4662761" y="380029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2EBD47-3658-4C31-A347-7C8C20922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761" y="3800294"/>
                <a:ext cx="4775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7FA5C86-0EDC-FD9C-6ECA-431E8B998FDB}"/>
                  </a:ext>
                </a:extLst>
              </p:cNvPr>
              <p:cNvSpPr txBox="1"/>
              <p:nvPr/>
            </p:nvSpPr>
            <p:spPr>
              <a:xfrm>
                <a:off x="5318226" y="380029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7FA5C86-0EDC-FD9C-6ECA-431E8B998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226" y="3800294"/>
                <a:ext cx="4775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56AA6608-917A-C4A5-A52F-0B44F6DCF86E}"/>
              </a:ext>
            </a:extLst>
          </p:cNvPr>
          <p:cNvSpPr txBox="1"/>
          <p:nvPr/>
        </p:nvSpPr>
        <p:spPr>
          <a:xfrm>
            <a:off x="3803205" y="3104301"/>
            <a:ext cx="413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F23500-2FD8-4A38-7FBD-570EF92B499B}"/>
              </a:ext>
            </a:extLst>
          </p:cNvPr>
          <p:cNvSpPr txBox="1"/>
          <p:nvPr/>
        </p:nvSpPr>
        <p:spPr>
          <a:xfrm>
            <a:off x="6736421" y="3141186"/>
            <a:ext cx="413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=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FD963C-FD1E-8370-E6D5-2D1AD8ECE046}"/>
              </a:ext>
            </a:extLst>
          </p:cNvPr>
          <p:cNvSpPr/>
          <p:nvPr/>
        </p:nvSpPr>
        <p:spPr>
          <a:xfrm>
            <a:off x="7641355" y="2403940"/>
            <a:ext cx="2009350" cy="20501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96F25E3-742D-03D8-DA73-0D8A536161D5}"/>
                  </a:ext>
                </a:extLst>
              </p:cNvPr>
              <p:cNvSpPr txBox="1"/>
              <p:nvPr/>
            </p:nvSpPr>
            <p:spPr>
              <a:xfrm>
                <a:off x="7871781" y="2531082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96F25E3-742D-03D8-DA73-0D8A53616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781" y="2531082"/>
                <a:ext cx="477584" cy="369332"/>
              </a:xfrm>
              <a:prstGeom prst="rect">
                <a:avLst/>
              </a:prstGeom>
              <a:blipFill>
                <a:blip r:embed="rId8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269F4A-10D5-E82D-7463-31E3C89966D7}"/>
                  </a:ext>
                </a:extLst>
              </p:cNvPr>
              <p:cNvSpPr txBox="1"/>
              <p:nvPr/>
            </p:nvSpPr>
            <p:spPr>
              <a:xfrm>
                <a:off x="8825128" y="2549547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269F4A-10D5-E82D-7463-31E3C8996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128" y="2549547"/>
                <a:ext cx="477584" cy="369332"/>
              </a:xfrm>
              <a:prstGeom prst="rect">
                <a:avLst/>
              </a:prstGeom>
              <a:blipFill>
                <a:blip r:embed="rId9"/>
                <a:stretch>
                  <a:fillRect l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91B2DC-759E-B637-96FA-9322BEF8CDEE}"/>
                  </a:ext>
                </a:extLst>
              </p:cNvPr>
              <p:cNvSpPr txBox="1"/>
              <p:nvPr/>
            </p:nvSpPr>
            <p:spPr>
              <a:xfrm>
                <a:off x="7926745" y="3285802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91B2DC-759E-B637-96FA-9322BEF8C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745" y="3285802"/>
                <a:ext cx="477584" cy="369332"/>
              </a:xfrm>
              <a:prstGeom prst="rect">
                <a:avLst/>
              </a:prstGeom>
              <a:blipFill>
                <a:blip r:embed="rId10"/>
                <a:stretch>
                  <a:fillRect l="-55696" r="-41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6917612-9499-37AC-EF48-9301EA1B01FD}"/>
                  </a:ext>
                </a:extLst>
              </p:cNvPr>
              <p:cNvSpPr txBox="1"/>
              <p:nvPr/>
            </p:nvSpPr>
            <p:spPr>
              <a:xfrm>
                <a:off x="8912491" y="3262799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+ 2</m:t>
                          </m:r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6917612-9499-37AC-EF48-9301EA1B0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2491" y="3262799"/>
                <a:ext cx="477584" cy="369332"/>
              </a:xfrm>
              <a:prstGeom prst="rect">
                <a:avLst/>
              </a:prstGeom>
              <a:blipFill>
                <a:blip r:embed="rId11"/>
                <a:stretch>
                  <a:fillRect l="-62821" r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168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E8A68-CA55-AAD0-C18B-DB901888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4B9F0-30D7-96E5-6D42-37EC41F87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CF3921-022A-F746-093A-0DD82F7212E7}"/>
              </a:ext>
            </a:extLst>
          </p:cNvPr>
          <p:cNvGrpSpPr/>
          <p:nvPr/>
        </p:nvGrpSpPr>
        <p:grpSpPr>
          <a:xfrm>
            <a:off x="1094949" y="2312208"/>
            <a:ext cx="2341329" cy="2050119"/>
            <a:chOff x="1100774" y="2073416"/>
            <a:chExt cx="2341329" cy="20501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D20FF44-CB06-D11F-A046-E80FBA6BE91B}"/>
                </a:ext>
              </a:extLst>
            </p:cNvPr>
            <p:cNvSpPr/>
            <p:nvPr/>
          </p:nvSpPr>
          <p:spPr>
            <a:xfrm>
              <a:off x="1100774" y="2073416"/>
              <a:ext cx="2341329" cy="20501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5B9DFD7-1C69-ED5A-5B8D-A9331B9BF58D}"/>
                </a:ext>
              </a:extLst>
            </p:cNvPr>
            <p:cNvSpPr txBox="1"/>
            <p:nvPr/>
          </p:nvSpPr>
          <p:spPr>
            <a:xfrm>
              <a:off x="1182314" y="221902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D713F8-7E51-6B70-6F6A-CD970A737219}"/>
                </a:ext>
              </a:extLst>
            </p:cNvPr>
            <p:cNvSpPr txBox="1"/>
            <p:nvPr/>
          </p:nvSpPr>
          <p:spPr>
            <a:xfrm>
              <a:off x="2015660" y="221902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2CAC544-C943-34A2-2F82-7AAC8812A3CD}"/>
                </a:ext>
              </a:extLst>
            </p:cNvPr>
            <p:cNvSpPr txBox="1"/>
            <p:nvPr/>
          </p:nvSpPr>
          <p:spPr>
            <a:xfrm>
              <a:off x="2849007" y="221902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EC6097-8F25-F2F1-912C-A63908EE9CA9}"/>
                </a:ext>
              </a:extLst>
            </p:cNvPr>
            <p:cNvSpPr txBox="1"/>
            <p:nvPr/>
          </p:nvSpPr>
          <p:spPr>
            <a:xfrm>
              <a:off x="1182314" y="2927167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6470A6-5AFC-25BB-5C35-57D03706BA02}"/>
                </a:ext>
              </a:extLst>
            </p:cNvPr>
            <p:cNvSpPr txBox="1"/>
            <p:nvPr/>
          </p:nvSpPr>
          <p:spPr>
            <a:xfrm>
              <a:off x="2015660" y="2927167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4375CD-A487-3600-B3AE-95DD139FBC73}"/>
                </a:ext>
              </a:extLst>
            </p:cNvPr>
            <p:cNvSpPr txBox="1"/>
            <p:nvPr/>
          </p:nvSpPr>
          <p:spPr>
            <a:xfrm>
              <a:off x="2849007" y="2927167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70DB1A-3824-0E15-CC00-1DF7D17B6776}"/>
                </a:ext>
              </a:extLst>
            </p:cNvPr>
            <p:cNvSpPr txBox="1"/>
            <p:nvPr/>
          </p:nvSpPr>
          <p:spPr>
            <a:xfrm>
              <a:off x="1182314" y="356150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37EA3D-6509-630F-6CC7-F903A7C40424}"/>
                </a:ext>
              </a:extLst>
            </p:cNvPr>
            <p:cNvSpPr txBox="1"/>
            <p:nvPr/>
          </p:nvSpPr>
          <p:spPr>
            <a:xfrm>
              <a:off x="2015660" y="356150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B1D7420-2821-B28E-01DB-5A42E62DEC7C}"/>
                </a:ext>
              </a:extLst>
            </p:cNvPr>
            <p:cNvSpPr txBox="1"/>
            <p:nvPr/>
          </p:nvSpPr>
          <p:spPr>
            <a:xfrm>
              <a:off x="2849007" y="3561502"/>
              <a:ext cx="47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9EDA532F-E743-199D-257E-5D5DB9C213FD}"/>
              </a:ext>
            </a:extLst>
          </p:cNvPr>
          <p:cNvSpPr/>
          <p:nvPr/>
        </p:nvSpPr>
        <p:spPr>
          <a:xfrm>
            <a:off x="4583649" y="2312207"/>
            <a:ext cx="1212161" cy="20501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8A2688-CACC-B8CB-9D92-B7D874554799}"/>
                  </a:ext>
                </a:extLst>
              </p:cNvPr>
              <p:cNvSpPr txBox="1"/>
              <p:nvPr/>
            </p:nvSpPr>
            <p:spPr>
              <a:xfrm>
                <a:off x="4662761" y="245781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8A2688-CACC-B8CB-9D92-B7D874554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761" y="2457814"/>
                <a:ext cx="47758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939783-D31F-EDE9-DE63-420079C357EF}"/>
                  </a:ext>
                </a:extLst>
              </p:cNvPr>
              <p:cNvSpPr txBox="1"/>
              <p:nvPr/>
            </p:nvSpPr>
            <p:spPr>
              <a:xfrm>
                <a:off x="5318226" y="245781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939783-D31F-EDE9-DE63-420079C35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226" y="2457814"/>
                <a:ext cx="4775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E29E4C-2787-5906-05D7-8336700BA2DE}"/>
                  </a:ext>
                </a:extLst>
              </p:cNvPr>
              <p:cNvSpPr txBox="1"/>
              <p:nvPr/>
            </p:nvSpPr>
            <p:spPr>
              <a:xfrm>
                <a:off x="4662761" y="3161105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E29E4C-2787-5906-05D7-8336700BA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761" y="3161105"/>
                <a:ext cx="4775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7C1A01-BA3C-977E-E26D-1EF6698C1FC4}"/>
                  </a:ext>
                </a:extLst>
              </p:cNvPr>
              <p:cNvSpPr txBox="1"/>
              <p:nvPr/>
            </p:nvSpPr>
            <p:spPr>
              <a:xfrm>
                <a:off x="5318226" y="3161105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7C1A01-BA3C-977E-E26D-1EF6698C1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226" y="3161105"/>
                <a:ext cx="4775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39DA8B7-9A2D-A5ED-E152-111C276C4F89}"/>
                  </a:ext>
                </a:extLst>
              </p:cNvPr>
              <p:cNvSpPr txBox="1"/>
              <p:nvPr/>
            </p:nvSpPr>
            <p:spPr>
              <a:xfrm>
                <a:off x="4662761" y="380029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39DA8B7-9A2D-A5ED-E152-111C276C4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761" y="3800294"/>
                <a:ext cx="4775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AE988F7-1734-FA04-1753-5E9103353468}"/>
                  </a:ext>
                </a:extLst>
              </p:cNvPr>
              <p:cNvSpPr txBox="1"/>
              <p:nvPr/>
            </p:nvSpPr>
            <p:spPr>
              <a:xfrm>
                <a:off x="5318226" y="3800294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AE988F7-1734-FA04-1753-5E9103353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226" y="3800294"/>
                <a:ext cx="4775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6633508-20A9-F6A0-C12E-C46F863B6AA1}"/>
              </a:ext>
            </a:extLst>
          </p:cNvPr>
          <p:cNvSpPr txBox="1"/>
          <p:nvPr/>
        </p:nvSpPr>
        <p:spPr>
          <a:xfrm>
            <a:off x="3803205" y="3104301"/>
            <a:ext cx="413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253233-6964-E660-8985-63B27C8124A4}"/>
              </a:ext>
            </a:extLst>
          </p:cNvPr>
          <p:cNvSpPr txBox="1"/>
          <p:nvPr/>
        </p:nvSpPr>
        <p:spPr>
          <a:xfrm>
            <a:off x="6736421" y="3141186"/>
            <a:ext cx="413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=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0C06E6-1236-4410-14F4-B9ED2A9DABC3}"/>
              </a:ext>
            </a:extLst>
          </p:cNvPr>
          <p:cNvSpPr/>
          <p:nvPr/>
        </p:nvSpPr>
        <p:spPr>
          <a:xfrm>
            <a:off x="7635531" y="2422405"/>
            <a:ext cx="2277264" cy="20501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CA27DB3-8E5C-3F3E-30E1-423661BAD460}"/>
                  </a:ext>
                </a:extLst>
              </p:cNvPr>
              <p:cNvSpPr txBox="1"/>
              <p:nvPr/>
            </p:nvSpPr>
            <p:spPr>
              <a:xfrm>
                <a:off x="7871781" y="2531082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CA27DB3-8E5C-3F3E-30E1-423661BAD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781" y="2531082"/>
                <a:ext cx="477584" cy="369332"/>
              </a:xfrm>
              <a:prstGeom prst="rect">
                <a:avLst/>
              </a:prstGeom>
              <a:blipFill>
                <a:blip r:embed="rId8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687AE2C-C5E7-240A-CF56-54BF2B996DAC}"/>
                  </a:ext>
                </a:extLst>
              </p:cNvPr>
              <p:cNvSpPr txBox="1"/>
              <p:nvPr/>
            </p:nvSpPr>
            <p:spPr>
              <a:xfrm>
                <a:off x="8943308" y="2544676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687AE2C-C5E7-240A-CF56-54BF2B996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308" y="2544676"/>
                <a:ext cx="477584" cy="369332"/>
              </a:xfrm>
              <a:prstGeom prst="rect">
                <a:avLst/>
              </a:prstGeom>
              <a:blipFill>
                <a:blip r:embed="rId9"/>
                <a:stretch>
                  <a:fillRect l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3C6720-C0F7-DFEE-1689-0EDB447380CE}"/>
                  </a:ext>
                </a:extLst>
              </p:cNvPr>
              <p:cNvSpPr txBox="1"/>
              <p:nvPr/>
            </p:nvSpPr>
            <p:spPr>
              <a:xfrm>
                <a:off x="7926745" y="3285802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3C6720-C0F7-DFEE-1689-0EDB44738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745" y="3285802"/>
                <a:ext cx="477584" cy="369332"/>
              </a:xfrm>
              <a:prstGeom prst="rect">
                <a:avLst/>
              </a:prstGeom>
              <a:blipFill>
                <a:blip r:embed="rId10"/>
                <a:stretch>
                  <a:fillRect l="-55696" r="-41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37ACE08-50DC-2833-C527-EAE21DF45028}"/>
                  </a:ext>
                </a:extLst>
              </p:cNvPr>
              <p:cNvSpPr txBox="1"/>
              <p:nvPr/>
            </p:nvSpPr>
            <p:spPr>
              <a:xfrm>
                <a:off x="9030671" y="3257928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+ 2</m:t>
                          </m:r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37ACE08-50DC-2833-C527-EAE21DF45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671" y="3257928"/>
                <a:ext cx="477584" cy="369332"/>
              </a:xfrm>
              <a:prstGeom prst="rect">
                <a:avLst/>
              </a:prstGeom>
              <a:blipFill>
                <a:blip r:embed="rId11"/>
                <a:stretch>
                  <a:fillRect l="-62025" r="-48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1FBFC0C-4119-7233-1950-9A15E580E341}"/>
                  </a:ext>
                </a:extLst>
              </p:cNvPr>
              <p:cNvSpPr txBox="1"/>
              <p:nvPr/>
            </p:nvSpPr>
            <p:spPr>
              <a:xfrm>
                <a:off x="7980133" y="3933259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+5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1FBFC0C-4119-7233-1950-9A15E580E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133" y="3933259"/>
                <a:ext cx="477584" cy="369332"/>
              </a:xfrm>
              <a:prstGeom prst="rect">
                <a:avLst/>
              </a:prstGeom>
              <a:blipFill>
                <a:blip r:embed="rId12"/>
                <a:stretch>
                  <a:fillRect l="-73077" r="-5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B1D0B44-ED12-A19D-4214-BA00771A49AB}"/>
                  </a:ext>
                </a:extLst>
              </p:cNvPr>
              <p:cNvSpPr txBox="1"/>
              <p:nvPr/>
            </p:nvSpPr>
            <p:spPr>
              <a:xfrm>
                <a:off x="9067312" y="3928388"/>
                <a:ext cx="477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+5</m:t>
                          </m:r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B1D0B44-ED12-A19D-4214-BA00771A4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312" y="3928388"/>
                <a:ext cx="477584" cy="369332"/>
              </a:xfrm>
              <a:prstGeom prst="rect">
                <a:avLst/>
              </a:prstGeom>
              <a:blipFill>
                <a:blip r:embed="rId13"/>
                <a:stretch>
                  <a:fillRect l="-72152" r="-53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760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45E5D-AE9F-8AC2-AD65-20BC8C02B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99A0C-75B0-BB35-D39F-883FD9BF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5263B-6A67-6BDA-7494-C078AB3287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94703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What will be the time complexity of the best sequential algorithm?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5263B-6A67-6BDA-7494-C078AB328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947032"/>
              </a:xfrm>
              <a:blipFill>
                <a:blip r:embed="rId2"/>
                <a:stretch>
                  <a:fillRect l="-1043"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AE77558-0FF5-7FCB-B2EF-5C2A3BC26BFF}"/>
              </a:ext>
            </a:extLst>
          </p:cNvPr>
          <p:cNvSpPr/>
          <p:nvPr/>
        </p:nvSpPr>
        <p:spPr>
          <a:xfrm>
            <a:off x="3469875" y="4263162"/>
            <a:ext cx="2246639" cy="20468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B1CC55-1B81-D7A0-F35D-5631481283A2}"/>
              </a:ext>
            </a:extLst>
          </p:cNvPr>
          <p:cNvSpPr/>
          <p:nvPr/>
        </p:nvSpPr>
        <p:spPr>
          <a:xfrm>
            <a:off x="6668256" y="4263163"/>
            <a:ext cx="1028449" cy="204680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6A397E-0AA3-664C-B5BD-E9C94089054A}"/>
                  </a:ext>
                </a:extLst>
              </p:cNvPr>
              <p:cNvSpPr txBox="1"/>
              <p:nvPr/>
            </p:nvSpPr>
            <p:spPr>
              <a:xfrm>
                <a:off x="2878260" y="49673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6A397E-0AA3-664C-B5BD-E9C940890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260" y="4967357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DC44C9-8A98-C98F-E162-08D0FE69A556}"/>
              </a:ext>
            </a:extLst>
          </p:cNvPr>
          <p:cNvCxnSpPr>
            <a:cxnSpLocks/>
          </p:cNvCxnSpPr>
          <p:nvPr/>
        </p:nvCxnSpPr>
        <p:spPr>
          <a:xfrm>
            <a:off x="3319292" y="4263162"/>
            <a:ext cx="0" cy="20468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61BB7C-F409-E076-45EA-340F99C1C190}"/>
              </a:ext>
            </a:extLst>
          </p:cNvPr>
          <p:cNvCxnSpPr>
            <a:cxnSpLocks/>
          </p:cNvCxnSpPr>
          <p:nvPr/>
        </p:nvCxnSpPr>
        <p:spPr>
          <a:xfrm>
            <a:off x="3469875" y="4128621"/>
            <a:ext cx="224663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DF58C4-18E1-7387-C6DB-52412F5AD169}"/>
                  </a:ext>
                </a:extLst>
              </p:cNvPr>
              <p:cNvSpPr txBox="1"/>
              <p:nvPr/>
            </p:nvSpPr>
            <p:spPr>
              <a:xfrm>
                <a:off x="4410323" y="3722531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DF58C4-18E1-7387-C6DB-52412F5AD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323" y="3722531"/>
                <a:ext cx="3657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B69CD0-7D55-5973-D282-A73E20AB7771}"/>
                  </a:ext>
                </a:extLst>
              </p:cNvPr>
              <p:cNvSpPr txBox="1"/>
              <p:nvPr/>
            </p:nvSpPr>
            <p:spPr>
              <a:xfrm>
                <a:off x="6034456" y="49673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B69CD0-7D55-5973-D282-A73E20AB7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456" y="4967357"/>
                <a:ext cx="3657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FD599A-E112-BB8D-A30F-C93E146890F4}"/>
              </a:ext>
            </a:extLst>
          </p:cNvPr>
          <p:cNvCxnSpPr>
            <a:cxnSpLocks/>
          </p:cNvCxnSpPr>
          <p:nvPr/>
        </p:nvCxnSpPr>
        <p:spPr>
          <a:xfrm>
            <a:off x="6475488" y="4263162"/>
            <a:ext cx="0" cy="20468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1C2063-C2F3-F8F6-D472-47BF01F52E3C}"/>
              </a:ext>
            </a:extLst>
          </p:cNvPr>
          <p:cNvCxnSpPr>
            <a:cxnSpLocks/>
          </p:cNvCxnSpPr>
          <p:nvPr/>
        </p:nvCxnSpPr>
        <p:spPr>
          <a:xfrm>
            <a:off x="6668256" y="4098342"/>
            <a:ext cx="102844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9B53A5D-597D-1BD2-E9AB-69597C1910F6}"/>
                  </a:ext>
                </a:extLst>
              </p:cNvPr>
              <p:cNvSpPr txBox="1"/>
              <p:nvPr/>
            </p:nvSpPr>
            <p:spPr>
              <a:xfrm>
                <a:off x="6944412" y="3729010"/>
                <a:ext cx="479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9B53A5D-597D-1BD2-E9AB-69597C191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412" y="3729010"/>
                <a:ext cx="47904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2B0F031-AC8A-CAF5-059A-42B5043FF5F8}"/>
              </a:ext>
            </a:extLst>
          </p:cNvPr>
          <p:cNvSpPr txBox="1"/>
          <p:nvPr/>
        </p:nvSpPr>
        <p:spPr>
          <a:xfrm>
            <a:off x="5541429" y="4967357"/>
            <a:ext cx="79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AC3ACF-608C-0C89-24C2-68FEEDBA206D}"/>
              </a:ext>
            </a:extLst>
          </p:cNvPr>
          <p:cNvSpPr txBox="1"/>
          <p:nvPr/>
        </p:nvSpPr>
        <p:spPr>
          <a:xfrm>
            <a:off x="4281330" y="6444505"/>
            <a:ext cx="71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D91DC-8F71-D4DE-2B57-4F9893C60EE1}"/>
              </a:ext>
            </a:extLst>
          </p:cNvPr>
          <p:cNvSpPr txBox="1"/>
          <p:nvPr/>
        </p:nvSpPr>
        <p:spPr>
          <a:xfrm>
            <a:off x="6838826" y="6444505"/>
            <a:ext cx="71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42795727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C42B0-FC85-0D4E-264E-FD77398FD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FA27-38AD-ABB4-CBCA-4E50B365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88D589-3B7F-74E2-5DB1-6C20D6BF91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947032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What will be the time complexity of the best sequential algorithm?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If we use dense matrix multiplication, is that work optimal? 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88D589-3B7F-74E2-5DB1-6C20D6BF9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947032"/>
              </a:xfrm>
              <a:blipFill>
                <a:blip r:embed="rId2"/>
                <a:stretch>
                  <a:fillRect l="-1043" t="-5000" b="-5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99D195F-558B-0A50-AC17-3469E60E3989}"/>
              </a:ext>
            </a:extLst>
          </p:cNvPr>
          <p:cNvSpPr/>
          <p:nvPr/>
        </p:nvSpPr>
        <p:spPr>
          <a:xfrm>
            <a:off x="3469875" y="4263162"/>
            <a:ext cx="2246639" cy="20468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C497E9-4650-EB87-A30B-4AB037B9C55C}"/>
              </a:ext>
            </a:extLst>
          </p:cNvPr>
          <p:cNvSpPr/>
          <p:nvPr/>
        </p:nvSpPr>
        <p:spPr>
          <a:xfrm>
            <a:off x="6668256" y="4263163"/>
            <a:ext cx="1028449" cy="204680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E917A6-A2C8-50EC-BE60-46E1B6EF0EBF}"/>
                  </a:ext>
                </a:extLst>
              </p:cNvPr>
              <p:cNvSpPr txBox="1"/>
              <p:nvPr/>
            </p:nvSpPr>
            <p:spPr>
              <a:xfrm>
                <a:off x="2878260" y="49673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E917A6-A2C8-50EC-BE60-46E1B6EF0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260" y="4967357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2619AC-ED61-4BC1-CA93-F82C6120BEA0}"/>
              </a:ext>
            </a:extLst>
          </p:cNvPr>
          <p:cNvCxnSpPr>
            <a:cxnSpLocks/>
          </p:cNvCxnSpPr>
          <p:nvPr/>
        </p:nvCxnSpPr>
        <p:spPr>
          <a:xfrm>
            <a:off x="3319292" y="4263162"/>
            <a:ext cx="0" cy="20468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D89CB7-D961-9E65-CF53-1C571CCC13D0}"/>
              </a:ext>
            </a:extLst>
          </p:cNvPr>
          <p:cNvCxnSpPr>
            <a:cxnSpLocks/>
          </p:cNvCxnSpPr>
          <p:nvPr/>
        </p:nvCxnSpPr>
        <p:spPr>
          <a:xfrm>
            <a:off x="3469875" y="4128621"/>
            <a:ext cx="224663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476279-2A40-7F1E-2D48-A592A1DFA69A}"/>
                  </a:ext>
                </a:extLst>
              </p:cNvPr>
              <p:cNvSpPr txBox="1"/>
              <p:nvPr/>
            </p:nvSpPr>
            <p:spPr>
              <a:xfrm>
                <a:off x="4410323" y="3722531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476279-2A40-7F1E-2D48-A592A1DFA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323" y="3722531"/>
                <a:ext cx="3657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5354F4-FED7-450A-212D-12A7230F9616}"/>
                  </a:ext>
                </a:extLst>
              </p:cNvPr>
              <p:cNvSpPr txBox="1"/>
              <p:nvPr/>
            </p:nvSpPr>
            <p:spPr>
              <a:xfrm>
                <a:off x="6034456" y="49673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5354F4-FED7-450A-212D-12A7230F9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456" y="4967357"/>
                <a:ext cx="3657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318E39-6FA6-C8D1-844E-845F2C905F18}"/>
              </a:ext>
            </a:extLst>
          </p:cNvPr>
          <p:cNvCxnSpPr>
            <a:cxnSpLocks/>
          </p:cNvCxnSpPr>
          <p:nvPr/>
        </p:nvCxnSpPr>
        <p:spPr>
          <a:xfrm>
            <a:off x="6475488" y="4263162"/>
            <a:ext cx="0" cy="20468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4C08B4-67B9-B4EF-A1C6-852522166A74}"/>
              </a:ext>
            </a:extLst>
          </p:cNvPr>
          <p:cNvCxnSpPr>
            <a:cxnSpLocks/>
          </p:cNvCxnSpPr>
          <p:nvPr/>
        </p:nvCxnSpPr>
        <p:spPr>
          <a:xfrm>
            <a:off x="6668256" y="4098342"/>
            <a:ext cx="102844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C1C3EF-705E-53D9-200F-0BC7A457A308}"/>
                  </a:ext>
                </a:extLst>
              </p:cNvPr>
              <p:cNvSpPr txBox="1"/>
              <p:nvPr/>
            </p:nvSpPr>
            <p:spPr>
              <a:xfrm>
                <a:off x="6944412" y="3729010"/>
                <a:ext cx="479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C1C3EF-705E-53D9-200F-0BC7A457A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412" y="3729010"/>
                <a:ext cx="47904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D900BCC-B909-02A0-6C5C-47942961E3E8}"/>
              </a:ext>
            </a:extLst>
          </p:cNvPr>
          <p:cNvSpPr txBox="1"/>
          <p:nvPr/>
        </p:nvSpPr>
        <p:spPr>
          <a:xfrm>
            <a:off x="5541429" y="4967357"/>
            <a:ext cx="79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CD989B-8654-9576-022E-6235AD2BA533}"/>
              </a:ext>
            </a:extLst>
          </p:cNvPr>
          <p:cNvSpPr txBox="1"/>
          <p:nvPr/>
        </p:nvSpPr>
        <p:spPr>
          <a:xfrm>
            <a:off x="4281330" y="6444505"/>
            <a:ext cx="71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138AD-5E17-5348-7349-0DCA7009D3AE}"/>
              </a:ext>
            </a:extLst>
          </p:cNvPr>
          <p:cNvSpPr txBox="1"/>
          <p:nvPr/>
        </p:nvSpPr>
        <p:spPr>
          <a:xfrm>
            <a:off x="6838826" y="6444505"/>
            <a:ext cx="71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33837186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2F6CA-80A3-4DCC-135A-74515D220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4752F-655F-69F5-7B76-61B8E1CE0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7F059F-6BD9-7B78-C948-A9516D4F80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947032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What will be the time complexity of the best sequential algorithm?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If we use dense matrix multiplication, is that work optimal? </a:t>
                </a:r>
                <a:r>
                  <a:rPr lang="en-US" dirty="0">
                    <a:solidFill>
                      <a:srgbClr val="C00000"/>
                    </a:solidFill>
                  </a:rPr>
                  <a:t>No.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7F059F-6BD9-7B78-C948-A9516D4F80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947032"/>
              </a:xfrm>
              <a:blipFill>
                <a:blip r:embed="rId2"/>
                <a:stretch>
                  <a:fillRect l="-928" t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FEA772C-B762-B86C-0116-2E2D99FF743E}"/>
              </a:ext>
            </a:extLst>
          </p:cNvPr>
          <p:cNvSpPr/>
          <p:nvPr/>
        </p:nvSpPr>
        <p:spPr>
          <a:xfrm>
            <a:off x="3469875" y="4263162"/>
            <a:ext cx="2246639" cy="20468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EA2CC6-7F69-948F-BC3C-A11D644B02EA}"/>
              </a:ext>
            </a:extLst>
          </p:cNvPr>
          <p:cNvSpPr/>
          <p:nvPr/>
        </p:nvSpPr>
        <p:spPr>
          <a:xfrm>
            <a:off x="6668256" y="4263163"/>
            <a:ext cx="1028449" cy="204680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25D33F-4AB3-B6CB-B50F-2FE01DD18C68}"/>
                  </a:ext>
                </a:extLst>
              </p:cNvPr>
              <p:cNvSpPr txBox="1"/>
              <p:nvPr/>
            </p:nvSpPr>
            <p:spPr>
              <a:xfrm>
                <a:off x="2878260" y="49673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25D33F-4AB3-B6CB-B50F-2FE01DD18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260" y="4967357"/>
                <a:ext cx="3657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F9DFF4-6E92-1C8A-AA82-C28ABBF50B4F}"/>
              </a:ext>
            </a:extLst>
          </p:cNvPr>
          <p:cNvCxnSpPr>
            <a:cxnSpLocks/>
          </p:cNvCxnSpPr>
          <p:nvPr/>
        </p:nvCxnSpPr>
        <p:spPr>
          <a:xfrm>
            <a:off x="3319292" y="4263162"/>
            <a:ext cx="0" cy="20468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241E6D-9C1A-4BDA-A486-B9EFE9ECCAFF}"/>
              </a:ext>
            </a:extLst>
          </p:cNvPr>
          <p:cNvCxnSpPr>
            <a:cxnSpLocks/>
          </p:cNvCxnSpPr>
          <p:nvPr/>
        </p:nvCxnSpPr>
        <p:spPr>
          <a:xfrm>
            <a:off x="3469875" y="4128621"/>
            <a:ext cx="224663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5B46B8-8042-2DD8-6935-7DBED3B97032}"/>
                  </a:ext>
                </a:extLst>
              </p:cNvPr>
              <p:cNvSpPr txBox="1"/>
              <p:nvPr/>
            </p:nvSpPr>
            <p:spPr>
              <a:xfrm>
                <a:off x="4410323" y="3722531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5B46B8-8042-2DD8-6935-7DBED3B97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323" y="3722531"/>
                <a:ext cx="3657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EDDEBD-CE82-CC83-F0BC-2A17DA3DFF20}"/>
                  </a:ext>
                </a:extLst>
              </p:cNvPr>
              <p:cNvSpPr txBox="1"/>
              <p:nvPr/>
            </p:nvSpPr>
            <p:spPr>
              <a:xfrm>
                <a:off x="6034456" y="496735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EDDEBD-CE82-CC83-F0BC-2A17DA3DF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456" y="4967357"/>
                <a:ext cx="3657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04B5FD-BD1B-CF4C-BB1E-B37DF42357A7}"/>
              </a:ext>
            </a:extLst>
          </p:cNvPr>
          <p:cNvCxnSpPr>
            <a:cxnSpLocks/>
          </p:cNvCxnSpPr>
          <p:nvPr/>
        </p:nvCxnSpPr>
        <p:spPr>
          <a:xfrm>
            <a:off x="6475488" y="4263162"/>
            <a:ext cx="0" cy="20468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47FE50-BEA8-6BC4-6378-D71391FE2049}"/>
              </a:ext>
            </a:extLst>
          </p:cNvPr>
          <p:cNvCxnSpPr>
            <a:cxnSpLocks/>
          </p:cNvCxnSpPr>
          <p:nvPr/>
        </p:nvCxnSpPr>
        <p:spPr>
          <a:xfrm>
            <a:off x="6668256" y="4098342"/>
            <a:ext cx="102844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A0B513-69C9-C1EF-B123-FAAC2204C149}"/>
                  </a:ext>
                </a:extLst>
              </p:cNvPr>
              <p:cNvSpPr txBox="1"/>
              <p:nvPr/>
            </p:nvSpPr>
            <p:spPr>
              <a:xfrm>
                <a:off x="6944412" y="3729010"/>
                <a:ext cx="479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A0B513-69C9-C1EF-B123-FAAC2204C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412" y="3729010"/>
                <a:ext cx="47904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7A0C8CA-0799-E337-6C6C-81CE3CC2DD0C}"/>
              </a:ext>
            </a:extLst>
          </p:cNvPr>
          <p:cNvSpPr txBox="1"/>
          <p:nvPr/>
        </p:nvSpPr>
        <p:spPr>
          <a:xfrm>
            <a:off x="5541429" y="4967357"/>
            <a:ext cx="79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989862-2D30-AF6B-27AB-9705B25927BE}"/>
              </a:ext>
            </a:extLst>
          </p:cNvPr>
          <p:cNvSpPr txBox="1"/>
          <p:nvPr/>
        </p:nvSpPr>
        <p:spPr>
          <a:xfrm>
            <a:off x="4281330" y="6444505"/>
            <a:ext cx="71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F673F9-BDE5-BA99-113F-754DC84F224B}"/>
              </a:ext>
            </a:extLst>
          </p:cNvPr>
          <p:cNvSpPr txBox="1"/>
          <p:nvPr/>
        </p:nvSpPr>
        <p:spPr>
          <a:xfrm>
            <a:off x="6838826" y="6444505"/>
            <a:ext cx="71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4587873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065B-D776-DF09-6FEC-F4C984140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6BEE1-9707-2208-BCB8-EFC43F9653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r>
                  <a:rPr lang="en-US" dirty="0"/>
                  <a:t> be the number of non-zero elements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Key Challenge: Cannot use dense-dense matrix multiplication techniques</a:t>
                </a:r>
              </a:p>
              <a:p>
                <a:pPr lvl="1"/>
                <a:r>
                  <a:rPr lang="en-US" dirty="0"/>
                  <a:t>Inefficient Storage</a:t>
                </a:r>
              </a:p>
              <a:p>
                <a:pPr lvl="1"/>
                <a:r>
                  <a:rPr lang="en-US" dirty="0"/>
                  <a:t>Non-useful computations </a:t>
                </a:r>
              </a:p>
              <a:p>
                <a:endParaRPr lang="en-US" dirty="0"/>
              </a:p>
              <a:p>
                <a:r>
                  <a:rPr lang="en-US" dirty="0"/>
                  <a:t>Optimizations</a:t>
                </a:r>
              </a:p>
              <a:p>
                <a:pPr lvl="1"/>
                <a:r>
                  <a:rPr lang="en-US" dirty="0"/>
                  <a:t>Efficient Storage of Sparse Matrices</a:t>
                </a:r>
              </a:p>
              <a:p>
                <a:pPr lvl="1"/>
                <a:r>
                  <a:rPr lang="en-US" dirty="0"/>
                  <a:t>Work optimal task scheduling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6BEE1-9707-2208-BCB8-EFC43F9653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617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065B-D776-DF09-6FEC-F4C984140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6BEE1-9707-2208-BCB8-EFC43F9653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r>
                  <a:rPr lang="en-US" dirty="0"/>
                  <a:t> be the number of non-zero elements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Key Challenge: Cannot use dense-dense matrix multiplication techniques</a:t>
                </a:r>
              </a:p>
              <a:p>
                <a:pPr lvl="1"/>
                <a:r>
                  <a:rPr lang="en-US" dirty="0"/>
                  <a:t>Inefficient Storage</a:t>
                </a:r>
              </a:p>
              <a:p>
                <a:pPr lvl="1"/>
                <a:r>
                  <a:rPr lang="en-US" dirty="0"/>
                  <a:t>Non-useful computations </a:t>
                </a:r>
              </a:p>
              <a:p>
                <a:endParaRPr lang="en-US" dirty="0"/>
              </a:p>
              <a:p>
                <a:r>
                  <a:rPr lang="en-US" dirty="0"/>
                  <a:t>Optimizations</a:t>
                </a:r>
              </a:p>
              <a:p>
                <a:pPr lvl="1"/>
                <a:r>
                  <a:rPr lang="en-US" b="1" dirty="0"/>
                  <a:t>Efficient Storage of Sparse Matrices</a:t>
                </a:r>
              </a:p>
              <a:p>
                <a:pPr lvl="1"/>
                <a:r>
                  <a:rPr lang="en-US" dirty="0"/>
                  <a:t>Work optimal task scheduling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6BEE1-9707-2208-BCB8-EFC43F9653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2891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891D-EBCB-C48B-502C-999143DE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C080B9F-8A69-D76A-0B4D-2FA544323BBE}"/>
              </a:ext>
            </a:extLst>
          </p:cNvPr>
          <p:cNvGrpSpPr/>
          <p:nvPr/>
        </p:nvGrpSpPr>
        <p:grpSpPr>
          <a:xfrm>
            <a:off x="1530680" y="2077500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23A4909-14E1-7538-865E-C9C265AF1B3F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C140629-5288-CEC7-1B92-4FCF283E068D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4EBA522-AEEA-21D8-0384-96DB85ECC5A2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D1A5A5C-1AE7-5917-2A0C-F165186C475D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2DFD83C-0CAD-7932-8586-BEED30EBE595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DC90472-DF7F-1479-AD19-569F6314274E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29F47A5-580A-F43E-F337-11EE0F695BA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EFB6805-65F2-4E86-5F6B-5E41FE693175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93D1BC5-7374-BC46-5C2B-97D1C9BDA511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42423D4-F393-CDF9-E2BA-671D5CF3FA49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E7C9A2F-9AE0-CDAC-4BA6-4C81B0D8FD37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AB90B0C-C430-2B9F-2F06-B2161D58D732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DABFEEE-2DE3-A971-F48B-6B99A03F3718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BC5FB86-424C-DE1B-22AA-5781C4E6D6DB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12F9D0E-9FB5-C5F2-40EA-D6081E8C655E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0288F30-AB02-E2DC-7209-261F771839D5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CB06D9C-632B-3984-F0C6-AF094A81C948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16D7CCF-2491-484E-86EC-48746B1AE5CF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6035B0A-67E8-C9BF-4EC7-8ADA94B4DC3C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630BFDF7-5BAC-C3BC-60B5-31F53AB961BD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EE3863E-03A1-4661-3A92-04A8E54BEA18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8EE9F87-7131-C7EA-D9B1-66AC8EF964E8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03C8D81-B79B-0248-73E1-CA9FB9040998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B2FC33E-3678-02DB-616D-655DEED4D6F7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4BCE65D-4EBB-B6B1-551A-205B302AD8A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5448909-49C0-3F54-3EFD-D6DE3FD74F0A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738FE39-DAE8-9BFB-C51B-A02C48B7F4F7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07AA080-2722-145C-DE23-CD9B809C1FF6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03B5B54-8347-9A49-4A58-260ACFDAD33A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5EA8BA5-7F50-EF9B-86DF-D2A355CE4ECB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0EAE84F-4D80-81A8-BABA-CDF0A4144C0E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41417C2-9F63-810C-EEA4-F97AACB40336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CE8255D-4E20-5562-B1C8-27AF8E36B3F5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E834E34-0151-7654-44E2-5C42DA5D1944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A9752BF-D926-816D-6650-DD2E662EDF85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A815B1A-0E26-88C5-C36D-10B1163DAE25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84BB3373-18B4-9A01-99F1-FD71A06FBD7E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E94FC14-88A8-FDB7-01A1-134D32065296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4F9ADB6-0E1C-B9BC-FEE3-4A873E43471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282501E-C93A-18D7-21FE-36AF80D7911B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1BA19A-BF0C-71BC-6534-69C2E2444CAF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0E2ECE1-1674-42C1-E3E4-6C85222E7A6C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AD3DC8A-F56C-A6E9-E567-7211A5F9D07A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FDD8D76-C4E5-CCAF-1AE1-42A8C1F0217B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4CF21C8-A45E-5502-9A22-9B4CB0BDEEEC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5860D7B-5A78-B298-4187-D04EB4034C4D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4C2DCAAF-262C-DE53-B7AF-3DA83953FA59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4BA726F-2B1D-D7FD-C98B-03C35E55F295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2C73C55-DAB0-0FD9-4D86-1C9D31E89465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139DAA7-CB54-1D91-F9B7-2A73C4B9123C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96D269D-B586-7A12-74F5-84D1DE334EA5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D4D16F8-861B-DC23-A59B-4B41E40782A8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4A0475CF-FCA2-E74D-B349-DFB40C4AF5AE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A2BE6AE-3D3B-5D8D-94AA-231C2513060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D220007C-373E-2004-3997-0F3E3C4DE458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0A1B003-0785-49E3-D575-ACD06059AF16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3CAC0C3-7026-99EB-656F-F0181C664929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CFE2579-F5A9-0EE8-6A1A-636E7204BC7A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C39A169-2C0E-0758-C530-078E7342E1CE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EC7E466-906C-4223-B37D-B51F14F3EE11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694699D9-1405-35B8-53DF-487EF13E99B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C1EFB07-2DE1-15A0-F336-CAEC40E898B7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1E4A8EE-31CB-4E55-EC34-D11EF81A3477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2B4D636-F502-24F2-2B1C-40F33730A4B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45E57FD0-70F9-9658-48E1-F20449C5F746}"/>
                  </a:ext>
                </a:extLst>
              </p:cNvPr>
              <p:cNvSpPr txBox="1"/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45E57FD0-70F9-9658-48E1-F20449C5F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126F110-70E2-91AC-BC1B-D6EB6B073A94}"/>
                  </a:ext>
                </a:extLst>
              </p:cNvPr>
              <p:cNvSpPr txBox="1"/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126F110-70E2-91AC-BC1B-D6EB6B073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0FC29B3-9EBA-F21D-0817-F800B36B25D8}"/>
                  </a:ext>
                </a:extLst>
              </p:cNvPr>
              <p:cNvSpPr txBox="1"/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0FC29B3-9EBA-F21D-0817-F800B36B2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F8D9DB7-A791-D8C6-5C4B-BEC523044273}"/>
                  </a:ext>
                </a:extLst>
              </p:cNvPr>
              <p:cNvSpPr txBox="1"/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F8D9DB7-A791-D8C6-5C4B-BEC523044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E9180E5-5D64-6617-2B0C-C97D335F6CBE}"/>
                  </a:ext>
                </a:extLst>
              </p:cNvPr>
              <p:cNvSpPr txBox="1"/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E9180E5-5D64-6617-2B0C-C97D335F6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DC7ADFE-2EE6-CCD4-5E4A-ED4161CECB22}"/>
                  </a:ext>
                </a:extLst>
              </p:cNvPr>
              <p:cNvSpPr txBox="1"/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DC7ADFE-2EE6-CCD4-5E4A-ED4161CEC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46C79BE-1FFF-62D1-EEC7-44CB87C45E25}"/>
                  </a:ext>
                </a:extLst>
              </p:cNvPr>
              <p:cNvSpPr txBox="1"/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46C79BE-1FFF-62D1-EEC7-44CB87C4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1DA8FAC-306E-19A9-4A1B-AAB3BBB47A0E}"/>
                  </a:ext>
                </a:extLst>
              </p:cNvPr>
              <p:cNvSpPr txBox="1"/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1DA8FAC-306E-19A9-4A1B-AAB3BBB47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0F7F667-9D14-A7F0-E1AF-346DC7D4983E}"/>
                  </a:ext>
                </a:extLst>
              </p:cNvPr>
              <p:cNvSpPr txBox="1"/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0F7F667-9D14-A7F0-E1AF-346DC7D49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EA1C42-E9C0-59D8-12DF-9EB6E126A159}"/>
                  </a:ext>
                </a:extLst>
              </p:cNvPr>
              <p:cNvSpPr txBox="1"/>
              <p:nvPr/>
            </p:nvSpPr>
            <p:spPr>
              <a:xfrm>
                <a:off x="446806" y="35261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EA1C42-E9C0-59D8-12DF-9EB6E126A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06" y="3526117"/>
                <a:ext cx="3657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E34BAC-B1A8-2ED1-3039-CEED26F1A3E6}"/>
                  </a:ext>
                </a:extLst>
              </p:cNvPr>
              <p:cNvSpPr txBox="1"/>
              <p:nvPr/>
            </p:nvSpPr>
            <p:spPr>
              <a:xfrm>
                <a:off x="2861079" y="124718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E34BAC-B1A8-2ED1-3039-CEED26F1A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079" y="1247185"/>
                <a:ext cx="3657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9312219-3DEC-9250-91CF-A8E549A4E19B}"/>
              </a:ext>
            </a:extLst>
          </p:cNvPr>
          <p:cNvCxnSpPr/>
          <p:nvPr/>
        </p:nvCxnSpPr>
        <p:spPr>
          <a:xfrm>
            <a:off x="763816" y="2262166"/>
            <a:ext cx="0" cy="324215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28FF25-D86C-7CB2-DA44-8EE79F9728A4}"/>
              </a:ext>
            </a:extLst>
          </p:cNvPr>
          <p:cNvCxnSpPr>
            <a:cxnSpLocks/>
          </p:cNvCxnSpPr>
          <p:nvPr/>
        </p:nvCxnSpPr>
        <p:spPr>
          <a:xfrm>
            <a:off x="1502218" y="1557464"/>
            <a:ext cx="298500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FA00076-95A4-2AD6-C021-646A6A577B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49902" y="1825625"/>
                <a:ext cx="5703898" cy="4351338"/>
              </a:xfrm>
            </p:spPr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r>
                  <a:rPr lang="en-US" dirty="0"/>
                  <a:t> be the number of non-zero elements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What is the total storage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stored as a dense matrix?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FA00076-95A4-2AD6-C021-646A6A577B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49902" y="1825625"/>
                <a:ext cx="5703898" cy="4351338"/>
              </a:xfrm>
              <a:blipFill>
                <a:blip r:embed="rId13"/>
                <a:stretch>
                  <a:fillRect l="-192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4492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891D-EBCB-C48B-502C-999143DE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FA00076-95A4-2AD6-C021-646A6A577B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49902" y="1825625"/>
                <a:ext cx="5703898" cy="4351338"/>
              </a:xfrm>
            </p:spPr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r>
                  <a:rPr lang="en-US" dirty="0"/>
                  <a:t> be the number of non-zero elements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What is the total storage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stored as a dense matrix?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FA00076-95A4-2AD6-C021-646A6A577B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49902" y="1825625"/>
                <a:ext cx="5703898" cy="4351338"/>
              </a:xfrm>
              <a:blipFill>
                <a:blip r:embed="rId2"/>
                <a:stretch>
                  <a:fillRect l="-192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A2C5D6F7-053B-402E-9D91-54000DF4549D}"/>
              </a:ext>
            </a:extLst>
          </p:cNvPr>
          <p:cNvGrpSpPr/>
          <p:nvPr/>
        </p:nvGrpSpPr>
        <p:grpSpPr>
          <a:xfrm>
            <a:off x="1530680" y="2077500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9D6B4C4-B86D-E19D-FE99-43DD9253B5E8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43D00D7-F260-C54F-2D9F-813740D163D2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C18A3E-79CB-F16F-A267-2EA775C08063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4EF2D0-18A7-9A22-A204-B5710454C082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EEA4B75-349A-1A0D-ABEA-45410E3A1F99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2D4A093-1612-BF40-59FC-48DF13D77793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90581EC-311F-E7E9-CE35-1BF10CD03EC1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F7EDC6-7806-C1D0-5B08-DCED08D9E912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953B1BF-EE75-C9BD-69FB-0CCF5CE23D2E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49C0403-ADF2-E908-B369-2555E8B82891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CFDE836-9425-C7E3-4347-9A9DC1C47885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A53A56F-0999-26D9-EBEC-3418844CE84D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2E5C7F-92AA-E412-AF77-D1D89A233F5F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3FF5AA-B80B-85E6-674F-4AFEE8E3B5B0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9CF0929-EE2F-44CA-D9B9-380BAF5A6B55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D8D0C3F-051C-F3AF-3C2D-89DE5E17BC26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25B9C3A-4B63-B5FD-EAF6-D7C400A383E9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A870903-72B2-A669-412D-21927C3D76D3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5B2B08E-16D1-AED2-DCE7-67CE18DE6363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458F301-E02A-7B59-2208-EB97F44F2DFD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5F22FD7-E311-A883-A483-3FC7DC1EEF0C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8C8DAE9-57F1-155C-696F-EAE28DF386C1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C0DD68D-3784-7151-6C8A-18C82D6AA2EA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968D67B-12D6-A633-4ACB-4121FB285F54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78757AB-1540-D1CD-EE97-145570A58C67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E619414-1666-ED21-7AB5-BE4995014D3E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D20D92F-5CD7-E3BC-07A0-F0397BBAF5FD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C656D6B-38FC-C3F9-FC54-3BA69151DD3B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4B0825B-1953-552C-E3BF-7D52F2EF81A8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CAF9161-6A6C-1C63-6C11-9A7A3047C83B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1F34748-922A-99DF-BC06-D24296B19E3E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1B5433B-3B45-64E0-F991-6C4F5B3ED168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DDA77D0-C0AC-4556-2F75-9D6F6A0C14D9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4DFB5F-8EBB-758B-BE63-12B65D77BA17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4CDCE2D-DAC0-822E-BE9F-3CB373647398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056753A-C127-1F66-E283-BFBE07299130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D8F343E-D977-2E65-4405-597496D5C66B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FCB3D21-4145-834A-00BC-5486710E9CCC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CA89FF0-D383-EC0B-D306-23C34EF4D78A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E022A58-4B7C-4C8C-7036-BBAAF7EA5E56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298AF23-9F6D-7A7B-4A1E-CE8E69D435A9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2673666-4EDC-0894-364A-2F8D25B838AD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A6CFE2D-D9DE-BD45-F532-A7375CEFA569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968A223-9EFE-628D-4AA8-AD662CA5C444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4ECB67A-AFFA-C10F-BE10-3700D9DD39CA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F688F5C-D169-6FBC-048D-FC3E24A175F7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DCAD71B-641A-C024-9A46-302D376C099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977C708-EAC1-FB04-964D-23216AD494BE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7C9C23B-BBD2-CDF6-3746-9E34FD2121EA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5812729-F0B2-4EA0-2516-4ADC2E645E86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D94B138-F22B-F503-B49E-3895EF39A130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3BDFA7B-3CDB-C60F-5EDB-5DCFF498694A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3D82B51-C4AD-9DFF-D53D-63C0F513BEC9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CD70126-8073-8A1E-9969-D7C0D8DB979E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309A08F-FE0C-BFEA-C9A6-7805EAD9B036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BCA47DD-D3BE-B6D6-B38F-C0FC82230293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C4F2E0B-1156-C650-09C7-2BE083FD9A54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F39E0A8-1A82-5C15-A90A-0DC654351B94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EDC80E9-1F8A-C973-239B-1C68E18FA09B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8C082CD-3DC4-3046-3ACB-6AC569A3C1F1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03AB2F3-E8A6-CE43-694A-537BD344AA6D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441AAA3-EE77-75E6-7B02-A45295C82742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41F0635-7E6C-7910-6B61-66FC1AD562B7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03581D3-93E5-6373-C0F0-B4C11B5E1CC0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C54DD18-39DE-0F11-A372-6CFF7C364FD9}"/>
                  </a:ext>
                </a:extLst>
              </p:cNvPr>
              <p:cNvSpPr txBox="1"/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C54DD18-39DE-0F11-A372-6CFF7C364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D83CB81-8555-7F3B-BDAF-80D484CB83D4}"/>
                  </a:ext>
                </a:extLst>
              </p:cNvPr>
              <p:cNvSpPr txBox="1"/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D83CB81-8555-7F3B-BDAF-80D484CB8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71E7D08-D117-B4E9-4800-B51E9306B924}"/>
                  </a:ext>
                </a:extLst>
              </p:cNvPr>
              <p:cNvSpPr txBox="1"/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71E7D08-D117-B4E9-4800-B51E9306B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1138670-E7FC-DAF0-F6A1-69420AFDB31D}"/>
                  </a:ext>
                </a:extLst>
              </p:cNvPr>
              <p:cNvSpPr txBox="1"/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1138670-E7FC-DAF0-F6A1-69420AFDB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7C89D1F-63AF-E067-9B47-A46C99BFFA68}"/>
                  </a:ext>
                </a:extLst>
              </p:cNvPr>
              <p:cNvSpPr txBox="1"/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7C89D1F-63AF-E067-9B47-A46C99BFF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FBA7980-A3C1-1903-EDA7-341A312C9F62}"/>
                  </a:ext>
                </a:extLst>
              </p:cNvPr>
              <p:cNvSpPr txBox="1"/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FBA7980-A3C1-1903-EDA7-341A312C9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8E143E67-21CD-AF6E-5BAF-10CCDA8FE3BE}"/>
                  </a:ext>
                </a:extLst>
              </p:cNvPr>
              <p:cNvSpPr txBox="1"/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8E143E67-21CD-AF6E-5BAF-10CCDA8FE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A5832CDE-E7A1-2567-2811-0F0AE3887519}"/>
                  </a:ext>
                </a:extLst>
              </p:cNvPr>
              <p:cNvSpPr txBox="1"/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A5832CDE-E7A1-2567-2811-0F0AE3887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038ABB37-426B-6360-83E7-61964B0A5D3E}"/>
                  </a:ext>
                </a:extLst>
              </p:cNvPr>
              <p:cNvSpPr txBox="1"/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038ABB37-426B-6360-83E7-61964B0A5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4F5EC80-8583-CCB4-EA22-B951CB0CB423}"/>
                  </a:ext>
                </a:extLst>
              </p:cNvPr>
              <p:cNvSpPr txBox="1"/>
              <p:nvPr/>
            </p:nvSpPr>
            <p:spPr>
              <a:xfrm>
                <a:off x="446806" y="35261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4F5EC80-8583-CCB4-EA22-B951CB0CB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06" y="3526117"/>
                <a:ext cx="3657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40EA51FC-5D83-0653-E65C-9A5E86F145B9}"/>
                  </a:ext>
                </a:extLst>
              </p:cNvPr>
              <p:cNvSpPr txBox="1"/>
              <p:nvPr/>
            </p:nvSpPr>
            <p:spPr>
              <a:xfrm>
                <a:off x="2861079" y="124718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40EA51FC-5D83-0653-E65C-9A5E86F14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079" y="1247185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27B31CA-C50F-D71B-5DBA-4F97E9F25040}"/>
              </a:ext>
            </a:extLst>
          </p:cNvPr>
          <p:cNvCxnSpPr/>
          <p:nvPr/>
        </p:nvCxnSpPr>
        <p:spPr>
          <a:xfrm>
            <a:off x="763816" y="2262166"/>
            <a:ext cx="0" cy="324215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2A805F02-DBB3-CFA5-EF25-B531D630FCF1}"/>
              </a:ext>
            </a:extLst>
          </p:cNvPr>
          <p:cNvCxnSpPr>
            <a:cxnSpLocks/>
          </p:cNvCxnSpPr>
          <p:nvPr/>
        </p:nvCxnSpPr>
        <p:spPr>
          <a:xfrm>
            <a:off x="1502218" y="1557464"/>
            <a:ext cx="298500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3953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891D-EBCB-C48B-502C-999143DE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FA00076-95A4-2AD6-C021-646A6A577B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49902" y="1825625"/>
                <a:ext cx="5703898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r>
                  <a:rPr lang="en-US" dirty="0"/>
                  <a:t> be the number of non-zero elements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What is the total storage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stored as a dense matrix?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nnz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0.1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FA00076-95A4-2AD6-C021-646A6A577B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49902" y="1825625"/>
                <a:ext cx="5703898" cy="4351338"/>
              </a:xfrm>
              <a:blipFill>
                <a:blip r:embed="rId2"/>
                <a:stretch>
                  <a:fillRect l="-192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06BFE6A5-1C80-685A-44A6-8CFBFFFACEDF}"/>
              </a:ext>
            </a:extLst>
          </p:cNvPr>
          <p:cNvGrpSpPr/>
          <p:nvPr/>
        </p:nvGrpSpPr>
        <p:grpSpPr>
          <a:xfrm>
            <a:off x="1530680" y="2077500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2A00A5-F265-8DA7-6AFA-5CC01E1500A2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D685BCB-2F29-F0F9-2EAA-1F6013DDD1C1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894254-3D8F-1433-D90E-BF31DE7FE820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622EDE-0A71-F279-A54A-0D95A89884F3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DEEA5D8-8FBF-9215-3931-0AC18311DFAF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961560-0662-C326-5BD9-67473E9170F1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56D02D-A275-9B4E-ECF9-DD2362FA2BE0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80A9E73-34D9-1996-31C0-FF6A5346DA76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D3A2E88-B0C5-63C3-2424-7143E0A21598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003C2EA-3B67-3550-BEDB-7B397A2FDF74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A16DAFE-0FB9-1376-7F09-12D6B52B8F40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0CFD000-3B4C-C071-7FD2-48B6D3989456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4F5ABB3-D4C4-6D49-1DF2-FB3FF44B073A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5B1400C-09E6-A0C3-6473-AA5CF4116FA1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FB87219-6F9E-26B7-111F-DF21EAE41EA7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2A5051B-2A20-F89D-D75F-36345478720F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C564E3F-1869-C06A-806B-41A7E22E1846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AB952D-FEFA-4C4A-120E-1DF03BCE8C38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A267CB0-0424-4E2B-98CA-E6C12D0386CC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41A0646-BA4D-B5B3-36F4-6F45B73BAE31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6AFD9C7-3634-8815-D784-8499AD0D8B0B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451D8CF-F8D6-BFC4-26DA-EEB9AF58F615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19F65C-EDFA-702D-1B21-C0EFDA024B84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0A2A58D-A853-E73B-9E13-73D85AADC021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1702C4E-A91B-A1F2-34C6-0966A3FD295B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0D133D2-7713-9B86-CDE8-2FAAFBF8273C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148DB13-468D-6B8B-B3BD-F5721395A138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B9E3AA0-4BD5-1DD9-7964-738B315AFD2A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2649CB1-485B-9B8E-FC80-5B7B7E730E5E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9A71005-D455-BD74-DF79-B29269C0632C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6B1E73-1616-0885-55B5-A8EE4C8B7FB0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C5909A7-546A-C64D-16F6-9DBEE4CB3435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B2D7C3F-38DB-F7CC-10A8-5D221554D3FE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F538C4E-D7F3-0913-7F6B-8B26A54A9C89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316D1D9-EB92-80DA-E893-B3F795453226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A3FC53F-4AC9-05A7-82BC-C34621D6DDD1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ACB18D1-DB79-C9FD-9992-96D1ED05D995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0382976-485F-FE4C-BEF3-1C3B7984D751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8BC2079-AD49-0B3A-8EF5-E504D8D49604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1F4E357-458D-BEED-69C0-B4BC64493439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4A805D2-200C-CB8C-D8A4-5369AC7B9026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0D18533-579D-43F7-9FAC-C189EC4A1724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65EDF08-EFAB-BD75-57DC-A4213DA7E894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0C808AF-0874-D6C2-D40D-DD2A085E3728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D044EA9-4A8F-24F0-91FA-1E215721B999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4142D46-5C0A-08ED-2109-E1AC2AFC792D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CA67D46-7E68-7ADC-5522-17C8DABBD2CC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A42E646-F113-8AF8-A23E-26AB621C7439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FB7DD37-91E6-DD6E-4FD7-56B487A072D3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7005DB7-6822-BDC1-EC56-5AC086A991E3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8945DC1-0FFD-4DA5-C435-4F0C7ED7AD22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C44D113-C942-4B88-1560-79E119C71F16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6C686CC-25D2-F4A5-CF76-A43C1DE04B57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E0C7BD9-2849-9B9D-76F4-E18045812D25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A5EB22B-A1F4-A8A9-CC3F-C40961485618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5F424D9-525E-33C4-7652-061FDD055B0E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0796C58-68FF-1F38-74F5-D82404914C11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8CCCF89-1650-DB74-90CF-6CE947AF5DAE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B1401C0-9CC4-9D65-1B35-D6D134EC5E06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90655F8-8B24-AB3A-8DBC-2C10D5067B5C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B8588F9-1708-EBBE-F992-601AFEC6DC77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3F4B3D9-078D-926A-49A6-C8FD96EBDB30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6184DC4-0364-6C64-8AD3-E9B47082891B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3967D80-2DC2-3443-786E-FB6608F900BD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A2B94C9-4BCF-B08E-79A2-E1B0FCBEEBD9}"/>
                  </a:ext>
                </a:extLst>
              </p:cNvPr>
              <p:cNvSpPr txBox="1"/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A2B94C9-4BCF-B08E-79A2-E1B0FCBEE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C131E4E-D506-36FC-6AFC-2B85D417CB67}"/>
                  </a:ext>
                </a:extLst>
              </p:cNvPr>
              <p:cNvSpPr txBox="1"/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C131E4E-D506-36FC-6AFC-2B85D417C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F304117-A403-B383-648C-44F9B2B1C286}"/>
                  </a:ext>
                </a:extLst>
              </p:cNvPr>
              <p:cNvSpPr txBox="1"/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F304117-A403-B383-648C-44F9B2B1C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484AD9B-9811-A3AC-1987-69850986D1DB}"/>
                  </a:ext>
                </a:extLst>
              </p:cNvPr>
              <p:cNvSpPr txBox="1"/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484AD9B-9811-A3AC-1987-69850986D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5DF6506-E1FD-8EA4-8C71-352CA30FD1F9}"/>
                  </a:ext>
                </a:extLst>
              </p:cNvPr>
              <p:cNvSpPr txBox="1"/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5DF6506-E1FD-8EA4-8C71-352CA30FD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7A8559D4-CF9A-126E-8EA4-E27FFD430C54}"/>
                  </a:ext>
                </a:extLst>
              </p:cNvPr>
              <p:cNvSpPr txBox="1"/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7A8559D4-CF9A-126E-8EA4-E27FFD430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C75415F2-BCA4-887B-264F-3969CF8D8F46}"/>
                  </a:ext>
                </a:extLst>
              </p:cNvPr>
              <p:cNvSpPr txBox="1"/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C75415F2-BCA4-887B-264F-3969CF8D8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BCC68668-D827-B2AA-4D96-5E91F69E4700}"/>
                  </a:ext>
                </a:extLst>
              </p:cNvPr>
              <p:cNvSpPr txBox="1"/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BCC68668-D827-B2AA-4D96-5E91F69E4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A1014BF7-6E6D-9EC4-9DEA-A0E41F76E622}"/>
                  </a:ext>
                </a:extLst>
              </p:cNvPr>
              <p:cNvSpPr txBox="1"/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A1014BF7-6E6D-9EC4-9DEA-A0E41F76E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2BB26F62-3DC5-D5A0-5535-47B2D458B4DF}"/>
                  </a:ext>
                </a:extLst>
              </p:cNvPr>
              <p:cNvSpPr txBox="1"/>
              <p:nvPr/>
            </p:nvSpPr>
            <p:spPr>
              <a:xfrm>
                <a:off x="446806" y="35261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2BB26F62-3DC5-D5A0-5535-47B2D458B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06" y="3526117"/>
                <a:ext cx="3657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D248EC2-39F5-D703-73D7-D4DE61083B51}"/>
                  </a:ext>
                </a:extLst>
              </p:cNvPr>
              <p:cNvSpPr txBox="1"/>
              <p:nvPr/>
            </p:nvSpPr>
            <p:spPr>
              <a:xfrm>
                <a:off x="2861079" y="124718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D248EC2-39F5-D703-73D7-D4DE61083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079" y="1247185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246DF6DE-346A-150C-6DFB-27B8117AA42E}"/>
              </a:ext>
            </a:extLst>
          </p:cNvPr>
          <p:cNvCxnSpPr/>
          <p:nvPr/>
        </p:nvCxnSpPr>
        <p:spPr>
          <a:xfrm>
            <a:off x="763816" y="2262166"/>
            <a:ext cx="0" cy="324215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6D72BF7B-0223-FFF2-C299-EA59202E1706}"/>
              </a:ext>
            </a:extLst>
          </p:cNvPr>
          <p:cNvCxnSpPr>
            <a:cxnSpLocks/>
          </p:cNvCxnSpPr>
          <p:nvPr/>
        </p:nvCxnSpPr>
        <p:spPr>
          <a:xfrm>
            <a:off x="1502218" y="1557464"/>
            <a:ext cx="298500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6403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891D-EBCB-C48B-502C-999143DE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FA00076-95A4-2AD6-C021-646A6A577B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49902" y="1825625"/>
                <a:ext cx="5703898" cy="435133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r>
                  <a:rPr lang="en-US" dirty="0"/>
                  <a:t> be the number of non-zero elements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is the total storage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is stored as a dense matrix?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nnz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0.1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0.1: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sparsity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b="1" dirty="0">
                    <a:solidFill>
                      <a:schemeClr val="tx1"/>
                    </a:solidFill>
                  </a:rPr>
                  <a:t>99% per</a:t>
                </a:r>
                <a:r>
                  <a:rPr lang="en-US" b="1" dirty="0"/>
                  <a:t>cent of storage can be optimized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FA00076-95A4-2AD6-C021-646A6A577B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49902" y="1825625"/>
                <a:ext cx="5703898" cy="4351338"/>
              </a:xfrm>
              <a:blipFill>
                <a:blip r:embed="rId2"/>
                <a:stretch>
                  <a:fillRect l="-1496" t="-2661" r="-1068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5C4A910B-E863-1166-F464-2BC2CCA9A5DE}"/>
              </a:ext>
            </a:extLst>
          </p:cNvPr>
          <p:cNvGrpSpPr/>
          <p:nvPr/>
        </p:nvGrpSpPr>
        <p:grpSpPr>
          <a:xfrm>
            <a:off x="1530680" y="2077500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619321-FEC6-2E69-2DBC-5ACD7301E29A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09CE859-8A99-0715-6A4D-02699A521E4C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A74020-44C4-29A4-4AA1-E745FAFFECBB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AB8C8-3A92-7455-636B-052D2AA8F052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24D9385-824A-BEF6-2FBC-84D88AD2D4B8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391CB5C-A035-4A2E-E843-D8427B8C1163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5CDF470-9B39-B9A0-C971-4D4AF2942482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74CD8F-2912-FAEC-FFBF-DDB6533063A4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1CD1D79-DFCD-B62F-06EA-DC13A5C89E5D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AD26ACE-6A30-6976-9591-C937A30666CA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DF22174-EF9F-E72B-C946-1616D8E1AD66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91206A4-7BC3-CD84-8B8C-DC871983821B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A98BAD3-C87C-2F43-C2AE-79A72FEE8BD8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43574C6-68C0-1022-137A-C81F586E01FA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2196DF3-571F-E3AC-E1F9-18074C76E5A7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A47AD65-F299-60B7-EDC9-9C163478175D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4E7D852-C3A7-664D-150D-DDE9E9EDD06C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3DB49FA-F729-4026-DC5B-70C07830A1E3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C234E7E-97B0-9917-B5A2-88636BC954DD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019D41-4B62-67C2-9ED8-1BEAD1BC3979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8291DE8-A2E1-4B95-6E3D-18A8F6AF1444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17E2A86-43F9-848A-1BAA-6145CBE2112F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50FA731-6CCB-8776-7707-D7887DD3F251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FEC3B89-1E6E-514E-B925-0EFBCFC8DCA8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6052656-27DF-BD46-1B71-022346751EA0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36333BD-04ED-EEFB-5496-2D5661220791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6003380-BBC2-6DBF-974C-ABA68A892D64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0AB7C93-0035-2C0A-079A-156D32D674CB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630F23D-8C35-AAF6-F0E2-A4F819AF1547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68ADC80-574A-F01E-6931-7075EA270BD3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9FDCA66-00CC-1E38-6D3F-4930294EFC90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636633B-75D3-207B-D597-7E292449842B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4379BC4-2946-D890-F141-E9F089018D90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838639F-B75C-7D04-5423-AFCD1ECE09E4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C59EE8-A28E-1B01-10A6-28B5C30778B1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724B074-73AC-ABD2-562F-D8D8BD8CA80A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3343454-945B-4530-B151-B37D1C05FCE8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3809505-8DA8-210E-65B3-1FCC1772EB20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9841FB1-FB73-F3F1-6F54-A988BBAFF048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E410739-D93D-5347-1C0E-41F5C65A5764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5EE11BE-CDAA-3DCD-0532-08A69A910AD7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4D06625-0F9D-C382-68FE-325F4C50D874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EC779EC-F8AB-EA5A-ED21-FD734A943555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F5E528D-1111-EDCB-955D-3659A639BFE6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5FF9C54-61AD-7F43-D668-FDEDA73686F3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B64D370-5241-41EE-04C6-658152B0F433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C9A9567-7469-3590-29F1-E8FD27CABD1A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8C2A9F7-81E3-440B-3540-8134D81A4E47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957162C-D276-49C8-7909-F3BD216C99A9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C01BDAB-D5B0-5F91-B1C8-52C5FD6AABF7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1727710-5A96-16D4-F1D7-88EEF8AB2DE9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1125992-EA22-5AB5-D921-C0D717919A29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FE81A92-A09D-1EDA-1B93-E8E6F12EED7D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BD7DA44-9B5A-76F4-8E06-E7D35BCE8CF0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71078AB-B2E2-1796-05CB-8C556587829C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FF695A0-3EAC-FB38-ACF8-1B7C8BF9886D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69D2B15-EA66-2003-3C60-B71A14656A22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7E2D5FE-9874-A8F8-FAEF-1159E05EFF77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29E53E2-0CEF-4AFC-2565-DAEDE9625FB9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014180E-C100-2840-6673-7BB7AC099BCC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C453731-F645-C167-D28F-CE3898F96554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A7B9BFE-F1F5-4C29-9F99-EEDFB8976549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6D6FE36-6B7D-6C1E-3B29-266A9E3C26FC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DE21A3F-5248-9111-9C2F-6DCF4607BE35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2D54113-075A-2C27-0BD4-32E80E1B86BF}"/>
                  </a:ext>
                </a:extLst>
              </p:cNvPr>
              <p:cNvSpPr txBox="1"/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2D54113-075A-2C27-0BD4-32E80E1B8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2077500"/>
                <a:ext cx="46076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93D50AD-1766-2B24-72B7-E39126059FBC}"/>
                  </a:ext>
                </a:extLst>
              </p:cNvPr>
              <p:cNvSpPr txBox="1"/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93D50AD-1766-2B24-72B7-E39126059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48010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7118F88-912F-0EC0-9A5E-68B2D88454D7}"/>
                  </a:ext>
                </a:extLst>
              </p:cNvPr>
              <p:cNvSpPr txBox="1"/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7118F88-912F-0EC0-9A5E-68B2D8845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18520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6EF0635-E225-7E7E-F3EF-63EF8DF7BA3C}"/>
                  </a:ext>
                </a:extLst>
              </p:cNvPr>
              <p:cNvSpPr txBox="1"/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6EF0635-E225-7E7E-F3EF-63EF8DF7B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56" y="5134988"/>
                <a:ext cx="4641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C88BBA9-7CA5-DDDF-FFD6-FE69FF5A99CF}"/>
                  </a:ext>
                </a:extLst>
              </p:cNvPr>
              <p:cNvSpPr txBox="1"/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C88BBA9-7CA5-DDDF-FFD6-FE69FF5A9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353" y="1557464"/>
                <a:ext cx="4607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CD414D7-124D-B8F7-F6C1-392598C74B50}"/>
                  </a:ext>
                </a:extLst>
              </p:cNvPr>
              <p:cNvSpPr txBox="1"/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CD414D7-124D-B8F7-F6C1-392598C74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806" y="1557464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D89E0E1E-946B-8B6A-2B7C-0E3DB4426631}"/>
                  </a:ext>
                </a:extLst>
              </p:cNvPr>
              <p:cNvSpPr txBox="1"/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D89E0E1E-946B-8B6A-2B7C-0E3DB4426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908" y="1557464"/>
                <a:ext cx="4660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E5B246AE-81E2-9757-14D6-664DF75F4FDC}"/>
                  </a:ext>
                </a:extLst>
              </p:cNvPr>
              <p:cNvSpPr txBox="1"/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E5B246AE-81E2-9757-14D6-664DF75F4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119" y="1557464"/>
                <a:ext cx="4641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D2B935E8-9198-FFB0-F573-55037EA65A8C}"/>
                  </a:ext>
                </a:extLst>
              </p:cNvPr>
              <p:cNvSpPr txBox="1"/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D2B935E8-9198-FFB0-F573-55037EA65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114" y="5722476"/>
                <a:ext cx="268869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FCCE5092-8FB3-3E5A-4800-04D6994F56EC}"/>
                  </a:ext>
                </a:extLst>
              </p:cNvPr>
              <p:cNvSpPr txBox="1"/>
              <p:nvPr/>
            </p:nvSpPr>
            <p:spPr>
              <a:xfrm>
                <a:off x="446806" y="35261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FCCE5092-8FB3-3E5A-4800-04D6994F5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06" y="3526117"/>
                <a:ext cx="3657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05C3DA7-043A-69BF-8330-B76A9A3C10A8}"/>
                  </a:ext>
                </a:extLst>
              </p:cNvPr>
              <p:cNvSpPr txBox="1"/>
              <p:nvPr/>
            </p:nvSpPr>
            <p:spPr>
              <a:xfrm>
                <a:off x="2861079" y="124718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05C3DA7-043A-69BF-8330-B76A9A3C1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079" y="1247185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016CD614-2CEB-D018-9364-1AFADD78EBCA}"/>
              </a:ext>
            </a:extLst>
          </p:cNvPr>
          <p:cNvCxnSpPr/>
          <p:nvPr/>
        </p:nvCxnSpPr>
        <p:spPr>
          <a:xfrm>
            <a:off x="763816" y="2262166"/>
            <a:ext cx="0" cy="324215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FB6FE8B-9E21-967E-5C3D-16E9A0352BE4}"/>
              </a:ext>
            </a:extLst>
          </p:cNvPr>
          <p:cNvCxnSpPr>
            <a:cxnSpLocks/>
          </p:cNvCxnSpPr>
          <p:nvPr/>
        </p:nvCxnSpPr>
        <p:spPr>
          <a:xfrm>
            <a:off x="1502218" y="1557464"/>
            <a:ext cx="298500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6436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4BD2-ABC1-B97C-6152-882B97D41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E97A1-2A22-E081-CD70-25736B524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Several formats have been proposed with different pros and cons</a:t>
            </a:r>
          </a:p>
          <a:p>
            <a:pPr lvl="1"/>
            <a:r>
              <a:rPr lang="en-US" dirty="0"/>
              <a:t>Suitable for different use cases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https://docs.nvidia.com/cuda/cusparse/index.html#matrix-formats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A few examples</a:t>
            </a:r>
          </a:p>
          <a:p>
            <a:pPr lvl="1"/>
            <a:r>
              <a:rPr lang="en-US" dirty="0"/>
              <a:t>Coordinate (COO)</a:t>
            </a:r>
          </a:p>
          <a:p>
            <a:pPr lvl="1"/>
            <a:r>
              <a:rPr lang="en-US" dirty="0"/>
              <a:t>Compressed Sparse Row/Column (CSR/CSC)</a:t>
            </a:r>
          </a:p>
          <a:p>
            <a:pPr lvl="1"/>
            <a:r>
              <a:rPr lang="en-US" dirty="0"/>
              <a:t>Sliced </a:t>
            </a:r>
            <a:r>
              <a:rPr lang="en-US" dirty="0" err="1"/>
              <a:t>Ellpack</a:t>
            </a:r>
            <a:endParaRPr lang="en-US" dirty="0"/>
          </a:p>
          <a:p>
            <a:pPr lvl="1"/>
            <a:r>
              <a:rPr lang="en-US" dirty="0"/>
              <a:t>Block Sparse Row (BSR)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529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46C2-5E28-08DD-29EC-984B8514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SpMM</a:t>
            </a:r>
            <a:r>
              <a:rPr lang="en-US" dirty="0"/>
              <a:t> Storage Format - COO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68997B-E8C6-50ED-5891-AE2A2ACCCF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990256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Coordinate format</a:t>
                </a:r>
              </a:p>
              <a:p>
                <a:endParaRPr lang="en-US" dirty="0"/>
              </a:p>
              <a:p>
                <a:r>
                  <a:rPr lang="en-US" dirty="0"/>
                  <a:t>Each non-zero entry is assigned a coordinate</a:t>
                </a:r>
              </a:p>
              <a:p>
                <a:pPr lvl="1"/>
                <a:r>
                  <a:rPr lang="en-US" dirty="0" err="1"/>
                  <a:t>RowID,ColumnID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Three arrays, each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r>
                  <a:rPr lang="en-US" dirty="0"/>
                  <a:t> are used to store the matrix</a:t>
                </a:r>
              </a:p>
              <a:p>
                <a:pPr lvl="1"/>
                <a:r>
                  <a:rPr lang="en-US" dirty="0"/>
                  <a:t>Row: Array of </a:t>
                </a:r>
                <a:r>
                  <a:rPr lang="en-US" dirty="0" err="1"/>
                  <a:t>RowIDs</a:t>
                </a:r>
                <a:endParaRPr lang="en-US" dirty="0"/>
              </a:p>
              <a:p>
                <a:pPr lvl="1"/>
                <a:r>
                  <a:rPr lang="en-US" dirty="0"/>
                  <a:t>Column: Array of </a:t>
                </a:r>
                <a:r>
                  <a:rPr lang="en-US" dirty="0" err="1"/>
                  <a:t>ColumnIDs</a:t>
                </a:r>
                <a:endParaRPr lang="en-US" dirty="0"/>
              </a:p>
              <a:p>
                <a:pPr lvl="1"/>
                <a:r>
                  <a:rPr lang="en-US" dirty="0"/>
                  <a:t>Value: Array of Values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68997B-E8C6-50ED-5891-AE2A2ACCCF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990256" cy="4351338"/>
              </a:xfrm>
              <a:blipFill>
                <a:blip r:embed="rId2"/>
                <a:stretch>
                  <a:fillRect l="-1629" t="-2801" r="-2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EDBA49F7-DEA4-B44C-0AD4-69E9AF3DBC60}"/>
              </a:ext>
            </a:extLst>
          </p:cNvPr>
          <p:cNvGrpSpPr/>
          <p:nvPr/>
        </p:nvGrpSpPr>
        <p:grpSpPr>
          <a:xfrm>
            <a:off x="8612912" y="2258050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916AADF-6921-5504-DDB9-24F852AD902D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4CFC0AE-C135-3114-7E18-BB54C5F70B75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C7D84AC-4824-2B25-870B-9DCC7C413FD9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E75556B-878E-EA3D-DE97-8977A0DFFCC5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E615F30-1E4F-4FD0-E09F-719F869AFEC0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DEE48F6-1F70-B157-268A-8A88B1BBF67E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B9C114B-D5FA-0621-E269-365A62D3424E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E75B7D2-FECA-DBA8-4965-3660947C57AE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190F063-F656-2A29-A83A-18F237B0A9A5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2043A0F-877C-D484-6F7B-3EE86CDFFC85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B5A07F3-5AAF-A035-D59C-0D4CE807EDCB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8C866FD-CD1D-98BF-EB12-1AE2C8D6A9AB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B5A234E-7F81-CFD3-817A-F6C6AF6FAC3F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00929081-748F-233F-E795-185E5554C4A8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19617BA-F258-2F5A-1412-61E0E299CCD0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BB3ECEF3-8735-38CD-A5A8-A69ED3CD7F73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2E404D6-9D1B-F01B-314B-9B3270B299E7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9F9B9FC-0ACE-4446-7701-86D668C7E609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788833D-CC49-D24E-ECBF-4B36FE15A17B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23FDADA-F234-5FEC-C7B7-FA3AD3A0B97D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F573640-B038-075D-8D80-F3A1B27A92ED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2758E54-682F-F60C-7C1C-4A9A513D7CD0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88A4615-8258-B514-BB3F-1ECD37F1F2C8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973E515-1D19-F0C5-0ED7-88C5044A12C4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F43A90A-4766-A29F-BCD9-34F08FE6FB15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B7F64F4A-7F41-BEC8-A879-A9E88A29D2F6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0FB3F856-2AC5-7FB2-C64E-7F10EA815CF2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66A1B06-58F5-37CC-89CD-D711EDA11B41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D3D5BA7-B188-53EA-96D8-170C4DA7A361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A1FCC58-6A26-1ED4-9051-BFE87388F14F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3FB1F8A-7AA2-DE60-9D75-4B698D636025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5B6621A-3DF9-156F-0E5E-921A5633414D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8CF90F3-7336-F3B3-6C70-1501661D834A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1CD270C-1820-F33E-F7CF-CA46B81E9E3D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E6E149B-F07F-59EA-9908-583D8E0153CA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F7C26909-A5A0-7138-D9E5-E2063C03A016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BDD1AC4-EEBF-55AD-069B-5ECF957556FF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FC0F3CD-0660-EAA3-A10E-579602B15968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7181D83-318F-D6BE-2F0C-E8CC08AE6210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B69932A-AD30-0EC4-EB6E-7EC71086C867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B503256-E0AD-C6CC-AFD1-5BA05556E1AB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BBC3439E-AEB2-B109-D26D-AE78DB7C9DE9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133821F-9EA0-A004-B9D4-B6F06548F593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EF3DA7DF-2429-C90D-DF9F-120A3A251B14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B1C81E7A-0ECF-B333-5D8F-848E921C2ADE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604AF6F9-4ACD-9748-F970-A495DAC97628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AFA53DC-AF08-D3D6-FBD1-2CEF2027F538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7983F92-67C0-D0B3-067E-0BAA7D0C9B9D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35CE46D-DFFB-7EF6-CC1B-71D756CE9714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93B7DA0-330A-3429-7738-83280BADB3A2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6213B6F0-E92B-ED9E-C4F8-DBB282695A14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F711EC72-8AFE-0369-8F91-A1E58AE6DFAC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2995D435-2676-A702-79D0-044B14D1312F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2003956-BB8B-4F54-1DE3-7B172D17AA79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1D3E5B1-3007-F9FD-4AFA-74A8E31F5CEB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4FD74FEC-2525-BB7F-8D91-7A562C10DF0F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EBF772DE-8E91-6354-3A20-9DB9A2A33247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EA5C9C0-EEB8-1023-F93D-4A8AF7CCC1F4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FA1D438-5255-7D39-93B9-D650E2309260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0B03936-1C0C-95BA-9CAF-7C572AC8FC0A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C053CE0-B736-447B-8BAB-0BCF4A1FC297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751E0EE-D395-A9E6-EB5A-23A0E4A13074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E82E1D55-A1AF-ABE5-3EB2-CB0396066C99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B46E65B2-4070-C61F-1D91-5F415D0195A5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5981CD19-B43D-AF6F-7DFA-BEB7BB7C9513}"/>
                  </a:ext>
                </a:extLst>
              </p:cNvPr>
              <p:cNvSpPr txBox="1"/>
              <p:nvPr/>
            </p:nvSpPr>
            <p:spPr>
              <a:xfrm>
                <a:off x="7962088" y="2258050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5981CD19-B43D-AF6F-7DFA-BEB7BB7C9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088" y="2258050"/>
                <a:ext cx="46076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184C0983-20C7-7B94-124F-AC54EA06CEB5}"/>
                  </a:ext>
                </a:extLst>
              </p:cNvPr>
              <p:cNvSpPr txBox="1"/>
              <p:nvPr/>
            </p:nvSpPr>
            <p:spPr>
              <a:xfrm>
                <a:off x="7920432" y="272856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184C0983-20C7-7B94-124F-AC54EA06C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432" y="2728560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B5D39C9-E5F8-A04C-F1E7-AFB46BC1ADAA}"/>
                  </a:ext>
                </a:extLst>
              </p:cNvPr>
              <p:cNvSpPr txBox="1"/>
              <p:nvPr/>
            </p:nvSpPr>
            <p:spPr>
              <a:xfrm>
                <a:off x="7920432" y="3199070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B5D39C9-E5F8-A04C-F1E7-AFB46BC1A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432" y="3199070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157F4A7-CBEC-200B-73FB-26EFCEA83EDB}"/>
                  </a:ext>
                </a:extLst>
              </p:cNvPr>
              <p:cNvSpPr txBox="1"/>
              <p:nvPr/>
            </p:nvSpPr>
            <p:spPr>
              <a:xfrm>
                <a:off x="7962088" y="5315538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157F4A7-CBEC-200B-73FB-26EFCEA83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088" y="5315538"/>
                <a:ext cx="4641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5F6182EB-7F30-D404-EDEF-0332EB6E2141}"/>
                  </a:ext>
                </a:extLst>
              </p:cNvPr>
              <p:cNvSpPr txBox="1"/>
              <p:nvPr/>
            </p:nvSpPr>
            <p:spPr>
              <a:xfrm>
                <a:off x="8572585" y="1738014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5F6182EB-7F30-D404-EDEF-0332EB6E2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85" y="1738014"/>
                <a:ext cx="4607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0AF9B3C-2978-18D4-EDA3-1BC61E7BD85F}"/>
                  </a:ext>
                </a:extLst>
              </p:cNvPr>
              <p:cNvSpPr txBox="1"/>
              <p:nvPr/>
            </p:nvSpPr>
            <p:spPr>
              <a:xfrm>
                <a:off x="8950038" y="173801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0AF9B3C-2978-18D4-EDA3-1BC61E7BD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0038" y="1738014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23089D10-2FB8-EAD1-152D-1FE6CB4B1561}"/>
                  </a:ext>
                </a:extLst>
              </p:cNvPr>
              <p:cNvSpPr txBox="1"/>
              <p:nvPr/>
            </p:nvSpPr>
            <p:spPr>
              <a:xfrm>
                <a:off x="9373140" y="1738014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23089D10-2FB8-EAD1-152D-1FE6CB4B1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3140" y="1738014"/>
                <a:ext cx="4660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EB13433D-031B-61F3-50D9-FA065672D53B}"/>
                  </a:ext>
                </a:extLst>
              </p:cNvPr>
              <p:cNvSpPr txBox="1"/>
              <p:nvPr/>
            </p:nvSpPr>
            <p:spPr>
              <a:xfrm>
                <a:off x="11218351" y="1738014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EB13433D-031B-61F3-50D9-FA065672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8351" y="1738014"/>
                <a:ext cx="4641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577015F7-0365-54FA-0422-0EA5758A09F4}"/>
                  </a:ext>
                </a:extLst>
              </p:cNvPr>
              <p:cNvSpPr txBox="1"/>
              <p:nvPr/>
            </p:nvSpPr>
            <p:spPr>
              <a:xfrm>
                <a:off x="8746346" y="5903026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577015F7-0365-54FA-0422-0EA5758A0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346" y="5903026"/>
                <a:ext cx="268869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063B079-2262-F8FC-2031-587E49919630}"/>
                  </a:ext>
                </a:extLst>
              </p:cNvPr>
              <p:cNvSpPr txBox="1"/>
              <p:nvPr/>
            </p:nvSpPr>
            <p:spPr>
              <a:xfrm>
                <a:off x="7529038" y="370666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063B079-2262-F8FC-2031-587E49919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9038" y="3706667"/>
                <a:ext cx="3657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6E906C42-6F0D-2BF6-3780-F1DB2692FF85}"/>
                  </a:ext>
                </a:extLst>
              </p:cNvPr>
              <p:cNvSpPr txBox="1"/>
              <p:nvPr/>
            </p:nvSpPr>
            <p:spPr>
              <a:xfrm>
                <a:off x="9943311" y="1427735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6E906C42-6F0D-2BF6-3780-F1DB2692F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3311" y="1427735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2342D9CD-0539-E096-FEEE-0AFB49FFF651}"/>
              </a:ext>
            </a:extLst>
          </p:cNvPr>
          <p:cNvCxnSpPr/>
          <p:nvPr/>
        </p:nvCxnSpPr>
        <p:spPr>
          <a:xfrm>
            <a:off x="7846048" y="2442716"/>
            <a:ext cx="0" cy="324215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5E3F0158-16CB-8CAB-9D2F-1B30E3E6B632}"/>
              </a:ext>
            </a:extLst>
          </p:cNvPr>
          <p:cNvCxnSpPr>
            <a:cxnSpLocks/>
          </p:cNvCxnSpPr>
          <p:nvPr/>
        </p:nvCxnSpPr>
        <p:spPr>
          <a:xfrm>
            <a:off x="8584450" y="1738014"/>
            <a:ext cx="298500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2677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9E334-799A-DC1B-1699-7738A8DE0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SpMM</a:t>
            </a:r>
            <a:r>
              <a:rPr lang="en-US" dirty="0"/>
              <a:t> Storage Format - COO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4EC82FA0-D946-F108-0855-99BAB28982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268" y="1825625"/>
            <a:ext cx="8665463" cy="4351338"/>
          </a:xfrm>
        </p:spPr>
      </p:pic>
    </p:spTree>
    <p:extLst>
      <p:ext uri="{BB962C8B-B14F-4D97-AF65-F5344CB8AC3E}">
        <p14:creationId xmlns:p14="http://schemas.microsoft.com/office/powerpoint/2010/main" val="30586262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77EB-02F0-520A-441B-DC7903DC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SpMM</a:t>
            </a:r>
            <a:r>
              <a:rPr lang="en-US" dirty="0"/>
              <a:t> Storage Format - COO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B53A4-85EA-4312-11A7-10C9B04E6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Storage requirements?</a:t>
            </a:r>
          </a:p>
        </p:txBody>
      </p:sp>
    </p:spTree>
    <p:extLst>
      <p:ext uri="{BB962C8B-B14F-4D97-AF65-F5344CB8AC3E}">
        <p14:creationId xmlns:p14="http://schemas.microsoft.com/office/powerpoint/2010/main" val="29335200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77EB-02F0-520A-441B-DC7903DC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SpMM</a:t>
            </a:r>
            <a:r>
              <a:rPr lang="en-US" dirty="0"/>
              <a:t> Storage Format - COO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2B53A4-85EA-4312-11A7-10C9B04E60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Storage requirements?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Each array is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2B53A4-85EA-4312-11A7-10C9B04E6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6808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46C2-5E28-08DD-29EC-984B8514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SpMM</a:t>
            </a:r>
            <a:r>
              <a:rPr lang="en-US" dirty="0"/>
              <a:t> Storage Format - CSR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68997B-E8C6-50ED-5891-AE2A2ACCCF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990256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Compressed Sparse Row Format</a:t>
                </a:r>
              </a:p>
              <a:p>
                <a:endParaRPr lang="en-US" dirty="0"/>
              </a:p>
              <a:p>
                <a:r>
                  <a:rPr lang="en-US" dirty="0"/>
                  <a:t>Row array is compressed so that its entries point to offsets in column whenever  new row starts</a:t>
                </a:r>
              </a:p>
              <a:p>
                <a:endParaRPr lang="en-US" dirty="0"/>
              </a:p>
              <a:p>
                <a:r>
                  <a:rPr lang="en-US" dirty="0"/>
                  <a:t>Row: Array of offsets into Column – size: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(number of rows)</a:t>
                </a:r>
              </a:p>
              <a:p>
                <a:r>
                  <a:rPr lang="en-US" dirty="0"/>
                  <a:t>Column: Array of </a:t>
                </a:r>
                <a:r>
                  <a:rPr lang="en-US" dirty="0" err="1"/>
                  <a:t>ColumnIDs</a:t>
                </a:r>
                <a:r>
                  <a:rPr lang="en-US" dirty="0"/>
                  <a:t> – size: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Value: Array of Values – size: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68997B-E8C6-50ED-5891-AE2A2ACCCF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990256" cy="4351338"/>
              </a:xfrm>
              <a:blipFill>
                <a:blip r:embed="rId2"/>
                <a:stretch>
                  <a:fillRect l="-1629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34B27875-80C2-1E04-1F8B-1D8AECF98FA7}"/>
              </a:ext>
            </a:extLst>
          </p:cNvPr>
          <p:cNvGrpSpPr/>
          <p:nvPr/>
        </p:nvGrpSpPr>
        <p:grpSpPr>
          <a:xfrm>
            <a:off x="8572143" y="2322117"/>
            <a:ext cx="3035594" cy="3494272"/>
            <a:chOff x="4638454" y="2210724"/>
            <a:chExt cx="3035594" cy="3494272"/>
          </a:xfrm>
          <a:solidFill>
            <a:schemeClr val="bg2">
              <a:lumMod val="90000"/>
            </a:schemeClr>
          </a:solidFill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F47AF5D-0210-AA1F-E7DA-07A44F78D24C}"/>
                </a:ext>
              </a:extLst>
            </p:cNvPr>
            <p:cNvSpPr/>
            <p:nvPr/>
          </p:nvSpPr>
          <p:spPr>
            <a:xfrm>
              <a:off x="463845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CCBF1E7-BD94-373D-FB76-054E96CEBECC}"/>
                </a:ext>
              </a:extLst>
            </p:cNvPr>
            <p:cNvSpPr/>
            <p:nvPr/>
          </p:nvSpPr>
          <p:spPr>
            <a:xfrm>
              <a:off x="5018568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A39B22F-7AF1-76EA-9EB4-C07A26FC4218}"/>
                </a:ext>
              </a:extLst>
            </p:cNvPr>
            <p:cNvSpPr/>
            <p:nvPr/>
          </p:nvSpPr>
          <p:spPr>
            <a:xfrm>
              <a:off x="5401341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B4D5B08-DB92-33E7-C8E2-EBEE6B1E9C40}"/>
                </a:ext>
              </a:extLst>
            </p:cNvPr>
            <p:cNvSpPr/>
            <p:nvPr/>
          </p:nvSpPr>
          <p:spPr>
            <a:xfrm>
              <a:off x="5778796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17F70CF-E40A-7940-CA90-FC0CC0C9938E}"/>
                </a:ext>
              </a:extLst>
            </p:cNvPr>
            <p:cNvSpPr/>
            <p:nvPr/>
          </p:nvSpPr>
          <p:spPr>
            <a:xfrm>
              <a:off x="6158910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6D48E1-1741-8338-DB88-F08246DB02FD}"/>
                </a:ext>
              </a:extLst>
            </p:cNvPr>
            <p:cNvSpPr/>
            <p:nvPr/>
          </p:nvSpPr>
          <p:spPr>
            <a:xfrm>
              <a:off x="6536365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01A4F71-C983-7CBE-E37D-F2D1A8829479}"/>
                </a:ext>
              </a:extLst>
            </p:cNvPr>
            <p:cNvSpPr/>
            <p:nvPr/>
          </p:nvSpPr>
          <p:spPr>
            <a:xfrm>
              <a:off x="6916479" y="221072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0223456-63D6-F35E-510A-EEB2EE1B003F}"/>
                </a:ext>
              </a:extLst>
            </p:cNvPr>
            <p:cNvSpPr/>
            <p:nvPr/>
          </p:nvSpPr>
          <p:spPr>
            <a:xfrm>
              <a:off x="7293934" y="221072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F8C7E25-07D3-9915-70D3-D65E5AC6A893}"/>
                </a:ext>
              </a:extLst>
            </p:cNvPr>
            <p:cNvSpPr/>
            <p:nvPr/>
          </p:nvSpPr>
          <p:spPr>
            <a:xfrm>
              <a:off x="463845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D5A46EA-8BFD-E5C2-BF1B-B0EA101E4F3F}"/>
                </a:ext>
              </a:extLst>
            </p:cNvPr>
            <p:cNvSpPr/>
            <p:nvPr/>
          </p:nvSpPr>
          <p:spPr>
            <a:xfrm>
              <a:off x="5018568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11D1B7D-3A3F-17EA-32FE-6A20C516D7A4}"/>
                </a:ext>
              </a:extLst>
            </p:cNvPr>
            <p:cNvSpPr/>
            <p:nvPr/>
          </p:nvSpPr>
          <p:spPr>
            <a:xfrm>
              <a:off x="5401341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F2B3DBD-0A65-A27E-4DCE-120B15131C5E}"/>
                </a:ext>
              </a:extLst>
            </p:cNvPr>
            <p:cNvSpPr/>
            <p:nvPr/>
          </p:nvSpPr>
          <p:spPr>
            <a:xfrm>
              <a:off x="5778796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D96A265-30E1-227B-FA7F-9A74D841FF53}"/>
                </a:ext>
              </a:extLst>
            </p:cNvPr>
            <p:cNvSpPr/>
            <p:nvPr/>
          </p:nvSpPr>
          <p:spPr>
            <a:xfrm>
              <a:off x="6158910" y="264750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2AB7EA49-0EFC-8A0A-6558-05A8D8688687}"/>
                </a:ext>
              </a:extLst>
            </p:cNvPr>
            <p:cNvSpPr/>
            <p:nvPr/>
          </p:nvSpPr>
          <p:spPr>
            <a:xfrm>
              <a:off x="6536365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6CCACCE-22CA-FEB6-0A64-C55A2E948BE8}"/>
                </a:ext>
              </a:extLst>
            </p:cNvPr>
            <p:cNvSpPr/>
            <p:nvPr/>
          </p:nvSpPr>
          <p:spPr>
            <a:xfrm>
              <a:off x="6916479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3E036CAF-C498-16F9-50F5-97BE9D235E34}"/>
                </a:ext>
              </a:extLst>
            </p:cNvPr>
            <p:cNvSpPr/>
            <p:nvPr/>
          </p:nvSpPr>
          <p:spPr>
            <a:xfrm>
              <a:off x="7293934" y="264750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3D3B58A-B8E0-4654-414C-17A6401C050E}"/>
                </a:ext>
              </a:extLst>
            </p:cNvPr>
            <p:cNvSpPr/>
            <p:nvPr/>
          </p:nvSpPr>
          <p:spPr>
            <a:xfrm>
              <a:off x="463845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60C0A64-8688-590B-2204-F03DF94B573B}"/>
                </a:ext>
              </a:extLst>
            </p:cNvPr>
            <p:cNvSpPr/>
            <p:nvPr/>
          </p:nvSpPr>
          <p:spPr>
            <a:xfrm>
              <a:off x="5018568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F82073F-2951-D8FE-E76F-547EA8F8B188}"/>
                </a:ext>
              </a:extLst>
            </p:cNvPr>
            <p:cNvSpPr/>
            <p:nvPr/>
          </p:nvSpPr>
          <p:spPr>
            <a:xfrm>
              <a:off x="5401341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1A20466-F609-389A-C591-3B4A38C99111}"/>
                </a:ext>
              </a:extLst>
            </p:cNvPr>
            <p:cNvSpPr/>
            <p:nvPr/>
          </p:nvSpPr>
          <p:spPr>
            <a:xfrm>
              <a:off x="5778796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73C4779-0CB2-3ADF-64AA-43275A407A2B}"/>
                </a:ext>
              </a:extLst>
            </p:cNvPr>
            <p:cNvSpPr/>
            <p:nvPr/>
          </p:nvSpPr>
          <p:spPr>
            <a:xfrm>
              <a:off x="6158910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C148AF6-AA0A-E6E2-7312-9C122573A744}"/>
                </a:ext>
              </a:extLst>
            </p:cNvPr>
            <p:cNvSpPr/>
            <p:nvPr/>
          </p:nvSpPr>
          <p:spPr>
            <a:xfrm>
              <a:off x="6536365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8AD51237-E705-E8D4-0D4E-BB2FBD9B8317}"/>
                </a:ext>
              </a:extLst>
            </p:cNvPr>
            <p:cNvSpPr/>
            <p:nvPr/>
          </p:nvSpPr>
          <p:spPr>
            <a:xfrm>
              <a:off x="6916479" y="308429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37FF9A5-D384-D81A-3E71-0392CCC25C0D}"/>
                </a:ext>
              </a:extLst>
            </p:cNvPr>
            <p:cNvSpPr/>
            <p:nvPr/>
          </p:nvSpPr>
          <p:spPr>
            <a:xfrm>
              <a:off x="7293934" y="308429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6D3373FD-CFB3-4791-EC4A-108DCAC86546}"/>
                </a:ext>
              </a:extLst>
            </p:cNvPr>
            <p:cNvSpPr/>
            <p:nvPr/>
          </p:nvSpPr>
          <p:spPr>
            <a:xfrm>
              <a:off x="463845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E25C032-3FB6-AD32-B040-3F5277B23022}"/>
                </a:ext>
              </a:extLst>
            </p:cNvPr>
            <p:cNvSpPr/>
            <p:nvPr/>
          </p:nvSpPr>
          <p:spPr>
            <a:xfrm>
              <a:off x="5018568" y="3521076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F3F7483-3879-CD2B-26D9-6D3F5A9E4D71}"/>
                </a:ext>
              </a:extLst>
            </p:cNvPr>
            <p:cNvSpPr/>
            <p:nvPr/>
          </p:nvSpPr>
          <p:spPr>
            <a:xfrm>
              <a:off x="5401341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607D1B3-8116-0BCF-528C-82004C0AFA1E}"/>
                </a:ext>
              </a:extLst>
            </p:cNvPr>
            <p:cNvSpPr/>
            <p:nvPr/>
          </p:nvSpPr>
          <p:spPr>
            <a:xfrm>
              <a:off x="5778796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39B8BBD-44CE-27A2-7AEA-5D97BB4F53A0}"/>
                </a:ext>
              </a:extLst>
            </p:cNvPr>
            <p:cNvSpPr/>
            <p:nvPr/>
          </p:nvSpPr>
          <p:spPr>
            <a:xfrm>
              <a:off x="6158910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CE01C0C-0307-C0D7-AE3D-7B76B6846446}"/>
                </a:ext>
              </a:extLst>
            </p:cNvPr>
            <p:cNvSpPr/>
            <p:nvPr/>
          </p:nvSpPr>
          <p:spPr>
            <a:xfrm>
              <a:off x="6536365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077E0E61-5916-870A-CDB3-0D1E65ED504F}"/>
                </a:ext>
              </a:extLst>
            </p:cNvPr>
            <p:cNvSpPr/>
            <p:nvPr/>
          </p:nvSpPr>
          <p:spPr>
            <a:xfrm>
              <a:off x="6916479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BC18DD6-59A2-163C-CE69-7F81A2FCEA56}"/>
                </a:ext>
              </a:extLst>
            </p:cNvPr>
            <p:cNvSpPr/>
            <p:nvPr/>
          </p:nvSpPr>
          <p:spPr>
            <a:xfrm>
              <a:off x="7293934" y="3521076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9ED2BB8-7266-A01A-7E64-4F84D341D144}"/>
                </a:ext>
              </a:extLst>
            </p:cNvPr>
            <p:cNvSpPr/>
            <p:nvPr/>
          </p:nvSpPr>
          <p:spPr>
            <a:xfrm>
              <a:off x="463845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BB4686D-3BBF-AD94-7677-7FC4DD534DB2}"/>
                </a:ext>
              </a:extLst>
            </p:cNvPr>
            <p:cNvSpPr/>
            <p:nvPr/>
          </p:nvSpPr>
          <p:spPr>
            <a:xfrm>
              <a:off x="5018568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6B63349-2FC7-2E11-667D-53251773C6E7}"/>
                </a:ext>
              </a:extLst>
            </p:cNvPr>
            <p:cNvSpPr/>
            <p:nvPr/>
          </p:nvSpPr>
          <p:spPr>
            <a:xfrm>
              <a:off x="5401341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9F6C156-7D52-2C60-39FE-206F36C0E3B9}"/>
                </a:ext>
              </a:extLst>
            </p:cNvPr>
            <p:cNvSpPr/>
            <p:nvPr/>
          </p:nvSpPr>
          <p:spPr>
            <a:xfrm>
              <a:off x="5778796" y="3957860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BCF6AE3-DB99-D6A4-44F0-3AB58AE1A409}"/>
                </a:ext>
              </a:extLst>
            </p:cNvPr>
            <p:cNvSpPr/>
            <p:nvPr/>
          </p:nvSpPr>
          <p:spPr>
            <a:xfrm>
              <a:off x="6158910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02BB0CF-7817-C31B-326C-AE2E4AE8C3DE}"/>
                </a:ext>
              </a:extLst>
            </p:cNvPr>
            <p:cNvSpPr/>
            <p:nvPr/>
          </p:nvSpPr>
          <p:spPr>
            <a:xfrm>
              <a:off x="6536365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0E9C735D-B2C2-5D8B-BE8B-958A66794395}"/>
                </a:ext>
              </a:extLst>
            </p:cNvPr>
            <p:cNvSpPr/>
            <p:nvPr/>
          </p:nvSpPr>
          <p:spPr>
            <a:xfrm>
              <a:off x="6916479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81EA6F87-7587-22AF-6815-DB243551A2BB}"/>
                </a:ext>
              </a:extLst>
            </p:cNvPr>
            <p:cNvSpPr/>
            <p:nvPr/>
          </p:nvSpPr>
          <p:spPr>
            <a:xfrm>
              <a:off x="7293934" y="3957860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ED2B9F88-23FF-3577-8E50-1000A2383680}"/>
                </a:ext>
              </a:extLst>
            </p:cNvPr>
            <p:cNvSpPr/>
            <p:nvPr/>
          </p:nvSpPr>
          <p:spPr>
            <a:xfrm>
              <a:off x="4638454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F45F02F6-750C-A61A-39EC-4C12CC251C74}"/>
                </a:ext>
              </a:extLst>
            </p:cNvPr>
            <p:cNvSpPr/>
            <p:nvPr/>
          </p:nvSpPr>
          <p:spPr>
            <a:xfrm>
              <a:off x="5018568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334336D7-D6D8-82D8-E55F-66031CA167C1}"/>
                </a:ext>
              </a:extLst>
            </p:cNvPr>
            <p:cNvSpPr/>
            <p:nvPr/>
          </p:nvSpPr>
          <p:spPr>
            <a:xfrm>
              <a:off x="5401341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D3791E44-29C1-AE70-BD5D-7A280FD726D3}"/>
                </a:ext>
              </a:extLst>
            </p:cNvPr>
            <p:cNvSpPr/>
            <p:nvPr/>
          </p:nvSpPr>
          <p:spPr>
            <a:xfrm>
              <a:off x="5778796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9730019-BA75-64F9-A571-8992D1AF727C}"/>
                </a:ext>
              </a:extLst>
            </p:cNvPr>
            <p:cNvSpPr/>
            <p:nvPr/>
          </p:nvSpPr>
          <p:spPr>
            <a:xfrm>
              <a:off x="6158910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115D144-AC30-2ECE-96CA-9072BB2C8428}"/>
                </a:ext>
              </a:extLst>
            </p:cNvPr>
            <p:cNvSpPr/>
            <p:nvPr/>
          </p:nvSpPr>
          <p:spPr>
            <a:xfrm>
              <a:off x="6536365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BA2886B-071D-8979-4B17-A8D37145970F}"/>
                </a:ext>
              </a:extLst>
            </p:cNvPr>
            <p:cNvSpPr/>
            <p:nvPr/>
          </p:nvSpPr>
          <p:spPr>
            <a:xfrm>
              <a:off x="6916479" y="4394644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48DC8E95-DDF2-1A1F-821C-044F0C4375DA}"/>
                </a:ext>
              </a:extLst>
            </p:cNvPr>
            <p:cNvSpPr/>
            <p:nvPr/>
          </p:nvSpPr>
          <p:spPr>
            <a:xfrm>
              <a:off x="7293934" y="4394644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11A465DB-8F63-E3A5-C3DB-E9F9CA46C9C2}"/>
                </a:ext>
              </a:extLst>
            </p:cNvPr>
            <p:cNvSpPr/>
            <p:nvPr/>
          </p:nvSpPr>
          <p:spPr>
            <a:xfrm>
              <a:off x="463845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43DCA780-4698-FBC3-A2E8-D7C9610598CF}"/>
                </a:ext>
              </a:extLst>
            </p:cNvPr>
            <p:cNvSpPr/>
            <p:nvPr/>
          </p:nvSpPr>
          <p:spPr>
            <a:xfrm>
              <a:off x="5018568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6737515-F02E-99B0-A6EA-F3950DBA95CA}"/>
                </a:ext>
              </a:extLst>
            </p:cNvPr>
            <p:cNvSpPr/>
            <p:nvPr/>
          </p:nvSpPr>
          <p:spPr>
            <a:xfrm>
              <a:off x="5401341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B20038FB-3C39-DAE2-5BE6-6AA508E4EC11}"/>
                </a:ext>
              </a:extLst>
            </p:cNvPr>
            <p:cNvSpPr/>
            <p:nvPr/>
          </p:nvSpPr>
          <p:spPr>
            <a:xfrm>
              <a:off x="5778796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4CAE468-1AF5-21DE-24E8-436CFD2BD697}"/>
                </a:ext>
              </a:extLst>
            </p:cNvPr>
            <p:cNvSpPr/>
            <p:nvPr/>
          </p:nvSpPr>
          <p:spPr>
            <a:xfrm>
              <a:off x="6158910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533ECBB9-FBBF-AD0B-DB37-977A9A1DA8EA}"/>
                </a:ext>
              </a:extLst>
            </p:cNvPr>
            <p:cNvSpPr/>
            <p:nvPr/>
          </p:nvSpPr>
          <p:spPr>
            <a:xfrm>
              <a:off x="6536365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2982828-3C82-9F8F-3DE6-EC31E1C1404A}"/>
                </a:ext>
              </a:extLst>
            </p:cNvPr>
            <p:cNvSpPr/>
            <p:nvPr/>
          </p:nvSpPr>
          <p:spPr>
            <a:xfrm>
              <a:off x="6916479" y="4831428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AE07143-BA13-1EA7-FE0B-1F349ED0D41C}"/>
                </a:ext>
              </a:extLst>
            </p:cNvPr>
            <p:cNvSpPr/>
            <p:nvPr/>
          </p:nvSpPr>
          <p:spPr>
            <a:xfrm>
              <a:off x="7293934" y="4831428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BFA68C1-1A6B-E4B3-E347-6C1BADD7C0F2}"/>
                </a:ext>
              </a:extLst>
            </p:cNvPr>
            <p:cNvSpPr/>
            <p:nvPr/>
          </p:nvSpPr>
          <p:spPr>
            <a:xfrm>
              <a:off x="463845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B3D37CA-4F8D-A2B0-4A5D-84ACF46545D7}"/>
                </a:ext>
              </a:extLst>
            </p:cNvPr>
            <p:cNvSpPr/>
            <p:nvPr/>
          </p:nvSpPr>
          <p:spPr>
            <a:xfrm>
              <a:off x="5018568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67F7F2FF-F496-B6DD-7DB4-A193B8F0D960}"/>
                </a:ext>
              </a:extLst>
            </p:cNvPr>
            <p:cNvSpPr/>
            <p:nvPr/>
          </p:nvSpPr>
          <p:spPr>
            <a:xfrm>
              <a:off x="5401341" y="5268212"/>
              <a:ext cx="380114" cy="436784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2B4ACA10-DC06-4C68-DD49-ED50A670E7E4}"/>
                </a:ext>
              </a:extLst>
            </p:cNvPr>
            <p:cNvSpPr/>
            <p:nvPr/>
          </p:nvSpPr>
          <p:spPr>
            <a:xfrm>
              <a:off x="5778796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8BF9EEDF-C5A9-F4F8-6673-5FF3EA40E6D8}"/>
                </a:ext>
              </a:extLst>
            </p:cNvPr>
            <p:cNvSpPr/>
            <p:nvPr/>
          </p:nvSpPr>
          <p:spPr>
            <a:xfrm>
              <a:off x="6158910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44BB6C9B-81CC-7965-8FD2-3F005E3321FF}"/>
                </a:ext>
              </a:extLst>
            </p:cNvPr>
            <p:cNvSpPr/>
            <p:nvPr/>
          </p:nvSpPr>
          <p:spPr>
            <a:xfrm>
              <a:off x="6536365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A5514FC7-75E9-3F82-F569-72208BD11654}"/>
                </a:ext>
              </a:extLst>
            </p:cNvPr>
            <p:cNvSpPr/>
            <p:nvPr/>
          </p:nvSpPr>
          <p:spPr>
            <a:xfrm>
              <a:off x="6916479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C31AD60-FC73-72B7-E555-50E5FA47EBA1}"/>
                </a:ext>
              </a:extLst>
            </p:cNvPr>
            <p:cNvSpPr/>
            <p:nvPr/>
          </p:nvSpPr>
          <p:spPr>
            <a:xfrm>
              <a:off x="7293934" y="5268212"/>
              <a:ext cx="380114" cy="436784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A41705E5-6847-FE58-AADE-50F86DF6E215}"/>
                  </a:ext>
                </a:extLst>
              </p:cNvPr>
              <p:cNvSpPr txBox="1"/>
              <p:nvPr/>
            </p:nvSpPr>
            <p:spPr>
              <a:xfrm>
                <a:off x="7921319" y="2322117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A41705E5-6847-FE58-AADE-50F86DF6E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319" y="2322117"/>
                <a:ext cx="46076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3BFCE39A-5494-F4EB-09EB-62E9F68CE522}"/>
                  </a:ext>
                </a:extLst>
              </p:cNvPr>
              <p:cNvSpPr txBox="1"/>
              <p:nvPr/>
            </p:nvSpPr>
            <p:spPr>
              <a:xfrm>
                <a:off x="7879663" y="279262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3BFCE39A-5494-F4EB-09EB-62E9F68CE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63" y="2792627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00661222-5975-BE1C-DC66-7C426677DD43}"/>
                  </a:ext>
                </a:extLst>
              </p:cNvPr>
              <p:cNvSpPr txBox="1"/>
              <p:nvPr/>
            </p:nvSpPr>
            <p:spPr>
              <a:xfrm>
                <a:off x="7879663" y="3263137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00661222-5975-BE1C-DC66-7C426677D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63" y="3263137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632DE81-1BB4-E770-C515-49DF25DE0100}"/>
                  </a:ext>
                </a:extLst>
              </p:cNvPr>
              <p:cNvSpPr txBox="1"/>
              <p:nvPr/>
            </p:nvSpPr>
            <p:spPr>
              <a:xfrm>
                <a:off x="7921319" y="5379605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632DE81-1BB4-E770-C515-49DF25DE0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319" y="5379605"/>
                <a:ext cx="4641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71BC6EB4-C5E6-1C19-9A9C-B9B2B911616E}"/>
                  </a:ext>
                </a:extLst>
              </p:cNvPr>
              <p:cNvSpPr txBox="1"/>
              <p:nvPr/>
            </p:nvSpPr>
            <p:spPr>
              <a:xfrm>
                <a:off x="8531816" y="1802081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71BC6EB4-C5E6-1C19-9A9C-B9B2B9116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816" y="1802081"/>
                <a:ext cx="4607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8066BD22-C18E-A7F0-1B61-BF1CD22F7888}"/>
                  </a:ext>
                </a:extLst>
              </p:cNvPr>
              <p:cNvSpPr txBox="1"/>
              <p:nvPr/>
            </p:nvSpPr>
            <p:spPr>
              <a:xfrm>
                <a:off x="8909269" y="1802081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8066BD22-C18E-A7F0-1B61-BF1CD22F7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269" y="1802081"/>
                <a:ext cx="4660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47764FE9-DD10-1235-B390-DC131566C6FA}"/>
                  </a:ext>
                </a:extLst>
              </p:cNvPr>
              <p:cNvSpPr txBox="1"/>
              <p:nvPr/>
            </p:nvSpPr>
            <p:spPr>
              <a:xfrm>
                <a:off x="9332371" y="1802081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47764FE9-DD10-1235-B390-DC131566C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371" y="1802081"/>
                <a:ext cx="4660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D1639BD-7599-4F3A-ECBD-1C9B3CD9A4FF}"/>
                  </a:ext>
                </a:extLst>
              </p:cNvPr>
              <p:cNvSpPr txBox="1"/>
              <p:nvPr/>
            </p:nvSpPr>
            <p:spPr>
              <a:xfrm>
                <a:off x="11177582" y="1802081"/>
                <a:ext cx="464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D1639BD-7599-4F3A-ECBD-1C9B3CD9A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7582" y="1802081"/>
                <a:ext cx="4641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87C1F25-F8DC-77C6-C301-24FAC6315D05}"/>
                  </a:ext>
                </a:extLst>
              </p:cNvPr>
              <p:cNvSpPr txBox="1"/>
              <p:nvPr/>
            </p:nvSpPr>
            <p:spPr>
              <a:xfrm>
                <a:off x="8705577" y="5967093"/>
                <a:ext cx="2688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87C1F25-F8DC-77C6-C301-24FAC6315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577" y="5967093"/>
                <a:ext cx="268869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113BF938-B4E8-7210-B06E-09C44CD61714}"/>
                  </a:ext>
                </a:extLst>
              </p:cNvPr>
              <p:cNvSpPr txBox="1"/>
              <p:nvPr/>
            </p:nvSpPr>
            <p:spPr>
              <a:xfrm>
                <a:off x="7488269" y="3770734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113BF938-B4E8-7210-B06E-09C44CD61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269" y="3770734"/>
                <a:ext cx="3657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3B07232A-949C-1B38-8EC2-2D9F5A7603F3}"/>
                  </a:ext>
                </a:extLst>
              </p:cNvPr>
              <p:cNvSpPr txBox="1"/>
              <p:nvPr/>
            </p:nvSpPr>
            <p:spPr>
              <a:xfrm>
                <a:off x="9902542" y="1491802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3B07232A-949C-1B38-8EC2-2D9F5A760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542" y="1491802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FA9DBF42-01A3-ADD1-61D5-67869B7AE1D5}"/>
              </a:ext>
            </a:extLst>
          </p:cNvPr>
          <p:cNvCxnSpPr/>
          <p:nvPr/>
        </p:nvCxnSpPr>
        <p:spPr>
          <a:xfrm>
            <a:off x="7805279" y="2506783"/>
            <a:ext cx="0" cy="324215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3438D221-8290-7E19-F670-C1AF97F255F9}"/>
              </a:ext>
            </a:extLst>
          </p:cNvPr>
          <p:cNvCxnSpPr>
            <a:cxnSpLocks/>
          </p:cNvCxnSpPr>
          <p:nvPr/>
        </p:nvCxnSpPr>
        <p:spPr>
          <a:xfrm>
            <a:off x="8543681" y="1802081"/>
            <a:ext cx="298500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1138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CE5B-79B4-EFF3-4990-6B7974EFA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SpMM</a:t>
            </a:r>
            <a:r>
              <a:rPr lang="en-US" dirty="0"/>
              <a:t> Storage Format - CSR</a:t>
            </a:r>
          </a:p>
        </p:txBody>
      </p:sp>
      <p:pic>
        <p:nvPicPr>
          <p:cNvPr id="5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05A40E6C-445F-4EC2-D646-8458A6715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817" y="1690688"/>
            <a:ext cx="8665463" cy="4351338"/>
          </a:xfrm>
        </p:spPr>
      </p:pic>
    </p:spTree>
    <p:extLst>
      <p:ext uri="{BB962C8B-B14F-4D97-AF65-F5344CB8AC3E}">
        <p14:creationId xmlns:p14="http://schemas.microsoft.com/office/powerpoint/2010/main" val="27800950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77EB-02F0-520A-441B-DC7903DC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SpMM</a:t>
            </a:r>
            <a:r>
              <a:rPr lang="en-US" dirty="0"/>
              <a:t> Storage Format - CSR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B53A4-85EA-4312-11A7-10C9B04E6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Storage requirements?</a:t>
            </a:r>
          </a:p>
        </p:txBody>
      </p:sp>
    </p:spTree>
    <p:extLst>
      <p:ext uri="{BB962C8B-B14F-4D97-AF65-F5344CB8AC3E}">
        <p14:creationId xmlns:p14="http://schemas.microsoft.com/office/powerpoint/2010/main" val="9216394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77EB-02F0-520A-441B-DC7903DC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SpMM</a:t>
            </a:r>
            <a:r>
              <a:rPr lang="en-US" dirty="0"/>
              <a:t> Storage Format - CSR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2B53A4-85EA-4312-11A7-10C9B04E60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Storage requirements?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𝑛𝑛𝑧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more efficient representation than COO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=10,000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sparsity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𝑛𝑛𝑧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=0.1×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10,000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2B53A4-85EA-4312-11A7-10C9B04E6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59055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2FAF-6DF3-728F-2F7B-E8E64E121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SpMM</a:t>
            </a:r>
            <a:r>
              <a:rPr lang="en-US" dirty="0"/>
              <a:t> Storage Format - CSC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E4E13-BF31-5C4B-6F46-DD59EDF1BB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Similar to CSR, but row and column arrays are exchanged</a:t>
                </a:r>
              </a:p>
              <a:p>
                <a:endParaRPr lang="en-US" dirty="0"/>
              </a:p>
              <a:p>
                <a:r>
                  <a:rPr lang="en-US" dirty="0"/>
                  <a:t>Row: Array of IDs for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r>
                  <a:rPr lang="en-US" dirty="0"/>
                  <a:t> elements</a:t>
                </a:r>
              </a:p>
              <a:p>
                <a:endParaRPr lang="en-US" dirty="0"/>
              </a:p>
              <a:p>
                <a:r>
                  <a:rPr lang="en-US" dirty="0"/>
                  <a:t>Column: Offset into the Row Array. Size: Number of columns in the matrix</a:t>
                </a:r>
              </a:p>
              <a:p>
                <a:endParaRPr lang="en-US" dirty="0"/>
              </a:p>
              <a:p>
                <a:r>
                  <a:rPr lang="en-US" dirty="0"/>
                  <a:t>If number of columns &lt;&lt; number of rows, a more efficient format than CSR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E4E13-BF31-5C4B-6F46-DD59EDF1BB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4749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065B-D776-DF09-6FEC-F4C984140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6BEE1-9707-2208-BCB8-EFC43F9653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9923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𝑛𝑛𝑧</m:t>
                    </m:r>
                  </m:oMath>
                </a14:m>
                <a:r>
                  <a:rPr lang="en-US" dirty="0"/>
                  <a:t> be the number of non-zero elements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Key Challenge: Cannot use dense-dense matrix multiplication techniques</a:t>
                </a:r>
              </a:p>
              <a:p>
                <a:pPr lvl="1"/>
                <a:r>
                  <a:rPr lang="en-US" dirty="0"/>
                  <a:t>Inefficient Storage</a:t>
                </a:r>
              </a:p>
              <a:p>
                <a:pPr lvl="1"/>
                <a:r>
                  <a:rPr lang="en-US" dirty="0"/>
                  <a:t>Non-useful computations </a:t>
                </a:r>
              </a:p>
              <a:p>
                <a:endParaRPr lang="en-US" dirty="0"/>
              </a:p>
              <a:p>
                <a:r>
                  <a:rPr lang="en-US" dirty="0"/>
                  <a:t>Optimizations</a:t>
                </a:r>
              </a:p>
              <a:p>
                <a:pPr lvl="1"/>
                <a:r>
                  <a:rPr lang="en-US" dirty="0"/>
                  <a:t>Efficient Storage of Sparse Matrices</a:t>
                </a:r>
              </a:p>
              <a:p>
                <a:pPr lvl="1"/>
                <a:r>
                  <a:rPr lang="en-US" b="1" dirty="0"/>
                  <a:t>Work optimal task scheduling </a:t>
                </a:r>
              </a:p>
              <a:p>
                <a:endParaRPr lang="en-US" b="1" dirty="0"/>
              </a:p>
              <a:p>
                <a:r>
                  <a:rPr lang="en-US" dirty="0"/>
                  <a:t>Resource for the next few slides: </a:t>
                </a:r>
                <a:r>
                  <a:rPr lang="en-US" dirty="0">
                    <a:hlinkClick r:id="rId2"/>
                  </a:rPr>
                  <a:t>https://people.eecs.berkeley.edu/~aydin/spmm_europar2018.pdf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Design Principles for Sparse Matrix Multiplication on the GPU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6BEE1-9707-2208-BCB8-EFC43F9653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99233"/>
              </a:xfrm>
              <a:blipFill>
                <a:blip r:embed="rId3"/>
                <a:stretch>
                  <a:fillRect l="-928" t="-3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8072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CC4FD-5ABA-9150-51F9-9F021CB31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B50E2-CDBD-99AF-15C1-5BE2D8348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Parallelizing </a:t>
            </a:r>
            <a:r>
              <a:rPr lang="en-US" dirty="0" err="1"/>
              <a:t>SpMM</a:t>
            </a:r>
            <a:r>
              <a:rPr lang="en-US" dirty="0"/>
              <a:t> on GPUs</a:t>
            </a:r>
          </a:p>
          <a:p>
            <a:endParaRPr lang="en-US" dirty="0"/>
          </a:p>
          <a:p>
            <a:r>
              <a:rPr lang="en-US" dirty="0"/>
              <a:t>Storage Format: CSR</a:t>
            </a:r>
          </a:p>
          <a:p>
            <a:endParaRPr lang="en-US" dirty="0"/>
          </a:p>
          <a:p>
            <a:r>
              <a:rPr lang="en-US" dirty="0"/>
              <a:t>Recall: GPU Model</a:t>
            </a:r>
          </a:p>
          <a:p>
            <a:endParaRPr lang="en-US" dirty="0"/>
          </a:p>
          <a:p>
            <a:r>
              <a:rPr lang="en-US" dirty="0"/>
              <a:t>How do we assign work to SMPs and Processors within SMPs?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059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D690-DB0F-6799-0CB6-26F51F71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E6375-994E-A5F1-47DE-75C41629A231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EF8471-92A0-1A02-22F9-2F0B6C66273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97B929-FDA1-E196-6DAD-BF927DB54DF1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CAA978-20D9-E37C-E20F-96FC94888E0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615633-F424-F9A1-01E6-0783F7EBDD1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73A518-B87F-4BC2-3980-230754811616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B21B8C2-72C5-6B59-168B-0759EC65109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5918E6-5C3C-D053-8F16-96CD93AC3D50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B2E37D-4CB6-1734-629D-6F8A3C70CE9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ECBB29-F35F-8DDC-EAEC-878583E15A16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D42CB6-DB01-722A-DF69-9B01E76364DC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1A9434-1C0A-F2A8-F20B-773028E38C49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8708D-895F-A94D-A2A5-E7A2A23A496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8FEC92-83AF-2D4B-E683-82301F53B27D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FBC5F90-409D-F340-9329-19B91BE5EBB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C0F9A2-3579-566E-B6AF-772825F18C58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04A625-F954-5F87-00CF-4B5E71FA5D1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3F44C5E-4257-E736-99CB-C5E333EE925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20C50A8-6C47-1E49-4B8D-AD50FDD3DFFB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7CB1C2-6AB2-C860-38E0-E6EBD6F2747A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60983D-DA7A-C2CA-B723-5DDFBF18EDAB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A2CCE9-CE64-2124-7078-14ADE340D0B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833FBDE-0BBB-80AB-1B21-063E7E562C7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8BD2C0-662E-22E4-8200-52223888C2F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FCB4161-2145-1225-BF71-E0FDA053498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84958F-C94C-E6C2-F425-D6B30F6F004C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F10CDC6-4158-34C9-983A-94DF6810874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758A461-F76F-5C66-B6DC-BDE45F916F3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ABF4D5-88F6-C8D1-69B7-70EEAD48E0D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157695-9B6B-E2E5-2FE5-7089B89F937D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B13D04-5CD7-9339-F82C-043B7799AE22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E564CA-4BEA-C2A6-BE66-728287DC7F79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3B2071-4F6C-9DCB-4C95-C451B28BC50B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/>
              <p:nvPr/>
            </p:nvSpPr>
            <p:spPr>
              <a:xfrm>
                <a:off x="1065791" y="4550273"/>
                <a:ext cx="98888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Blocks/SMPs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Threads/Processors per block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791" y="4550273"/>
                <a:ext cx="9888842" cy="646331"/>
              </a:xfrm>
              <a:prstGeom prst="rect">
                <a:avLst/>
              </a:prstGeom>
              <a:blipFill>
                <a:blip r:embed="rId2"/>
                <a:stretch>
                  <a:fillRect l="-43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794761D9-CAE8-5775-8836-BC4143F66BA6}"/>
              </a:ext>
            </a:extLst>
          </p:cNvPr>
          <p:cNvSpPr txBox="1"/>
          <p:nvPr/>
        </p:nvSpPr>
        <p:spPr>
          <a:xfrm>
            <a:off x="2071441" y="3824307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70C5DA-E164-C541-3A09-90C4099B431F}"/>
              </a:ext>
            </a:extLst>
          </p:cNvPr>
          <p:cNvSpPr txBox="1"/>
          <p:nvPr/>
        </p:nvSpPr>
        <p:spPr>
          <a:xfrm>
            <a:off x="2612281" y="3833092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/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1CB6495C-D038-FB44-220F-A7C9C85D99A5}"/>
              </a:ext>
            </a:extLst>
          </p:cNvPr>
          <p:cNvSpPr txBox="1"/>
          <p:nvPr/>
        </p:nvSpPr>
        <p:spPr>
          <a:xfrm>
            <a:off x="5336434" y="3804851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993E18-75D6-4213-8F37-9603C36B1BB7}"/>
              </a:ext>
            </a:extLst>
          </p:cNvPr>
          <p:cNvSpPr txBox="1"/>
          <p:nvPr/>
        </p:nvSpPr>
        <p:spPr>
          <a:xfrm>
            <a:off x="5877274" y="3813636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/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732C5A9-CDDA-DBB1-A299-E94DAC5F6FA0}"/>
              </a:ext>
            </a:extLst>
          </p:cNvPr>
          <p:cNvSpPr txBox="1"/>
          <p:nvPr/>
        </p:nvSpPr>
        <p:spPr>
          <a:xfrm>
            <a:off x="8405968" y="3820720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0EBAD1-3896-DAFC-2771-996CAC1F370B}"/>
              </a:ext>
            </a:extLst>
          </p:cNvPr>
          <p:cNvSpPr txBox="1"/>
          <p:nvPr/>
        </p:nvSpPr>
        <p:spPr>
          <a:xfrm>
            <a:off x="8946808" y="3829505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/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/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/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/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1412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2899-1E66-44B7-969F-8E3501F2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CF83D-E8BE-30D9-F7F7-B2B9E5F8E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Approach #1: Assign each row to a SMP</a:t>
            </a:r>
          </a:p>
        </p:txBody>
      </p:sp>
      <p:pic>
        <p:nvPicPr>
          <p:cNvPr id="4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B9EA9CB4-04AF-5A37-597C-B3AEB1CA9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/>
          <a:stretch/>
        </p:blipFill>
        <p:spPr>
          <a:xfrm>
            <a:off x="309918" y="3169028"/>
            <a:ext cx="6633562" cy="2507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1E16D2-5EAB-4FBC-3EC2-0D2B3B5D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7612764" y="1690688"/>
            <a:ext cx="907957" cy="63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CD03C5-FDEF-400F-C81F-25A7A3A7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9029303" y="1690688"/>
            <a:ext cx="907957" cy="63338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7AAC62-C5CF-F499-8451-8883A8EE5E97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560710" y="2007380"/>
            <a:ext cx="4052054" cy="142162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3A73B5-225B-EF2B-9500-4C27172FED14}"/>
              </a:ext>
            </a:extLst>
          </p:cNvPr>
          <p:cNvCxnSpPr>
            <a:cxnSpLocks/>
          </p:cNvCxnSpPr>
          <p:nvPr/>
        </p:nvCxnSpPr>
        <p:spPr>
          <a:xfrm flipH="1">
            <a:off x="4033049" y="2323281"/>
            <a:ext cx="5390437" cy="110571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09DDE7D-65BC-A006-A592-7922C2928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0897225" y="1690688"/>
            <a:ext cx="907957" cy="63338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97E9D6-251F-AEFE-3FFF-283F6DA68458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5822907" y="2324072"/>
            <a:ext cx="5528297" cy="10811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4583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2899-1E66-44B7-969F-8E3501F2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CF83D-E8BE-30D9-F7F7-B2B9E5F8E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Approach #1: Assign each row to a SMP</a:t>
            </a:r>
          </a:p>
          <a:p>
            <a:r>
              <a:rPr lang="en-US" dirty="0"/>
              <a:t>Processors execute the non-zero elements of the row.</a:t>
            </a:r>
          </a:p>
        </p:txBody>
      </p:sp>
      <p:pic>
        <p:nvPicPr>
          <p:cNvPr id="4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B9EA9CB4-04AF-5A37-597C-B3AEB1CA9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/>
          <a:stretch/>
        </p:blipFill>
        <p:spPr>
          <a:xfrm>
            <a:off x="309918" y="3169028"/>
            <a:ext cx="6633562" cy="2507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1E16D2-5EAB-4FBC-3EC2-0D2B3B5D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7612764" y="1690688"/>
            <a:ext cx="907957" cy="63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CD03C5-FDEF-400F-C81F-25A7A3A7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9029303" y="1690688"/>
            <a:ext cx="907957" cy="63338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7AAC62-C5CF-F499-8451-8883A8EE5E97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815046" y="2007380"/>
            <a:ext cx="3797718" cy="21000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3A73B5-225B-EF2B-9500-4C27172FED14}"/>
              </a:ext>
            </a:extLst>
          </p:cNvPr>
          <p:cNvCxnSpPr>
            <a:cxnSpLocks/>
            <a:endCxn id="8" idx="1"/>
          </p:cNvCxnSpPr>
          <p:nvPr/>
        </p:nvCxnSpPr>
        <p:spPr>
          <a:xfrm flipH="1">
            <a:off x="4481166" y="2323281"/>
            <a:ext cx="4942320" cy="179280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09DDE7D-65BC-A006-A592-7922C2928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0897225" y="1690688"/>
            <a:ext cx="907957" cy="63338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97E9D6-251F-AEFE-3FFF-283F6DA68458}"/>
              </a:ext>
            </a:extLst>
          </p:cNvPr>
          <p:cNvCxnSpPr>
            <a:cxnSpLocks/>
            <a:stCxn id="13" idx="2"/>
            <a:endCxn id="10" idx="1"/>
          </p:cNvCxnSpPr>
          <p:nvPr/>
        </p:nvCxnSpPr>
        <p:spPr>
          <a:xfrm flipH="1">
            <a:off x="6245800" y="2324072"/>
            <a:ext cx="5105404" cy="17920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Left Brace 4">
            <a:extLst>
              <a:ext uri="{FF2B5EF4-FFF2-40B4-BE49-F238E27FC236}">
                <a16:creationId xmlns:a16="http://schemas.microsoft.com/office/drawing/2014/main" id="{53891739-5FFB-36D6-2AC5-4C9EA5CFEEB1}"/>
              </a:ext>
            </a:extLst>
          </p:cNvPr>
          <p:cNvSpPr/>
          <p:nvPr/>
        </p:nvSpPr>
        <p:spPr>
          <a:xfrm rot="5400000">
            <a:off x="3670573" y="3828019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70EBBE7A-4A47-BE42-C30C-9B951DF3D1AD}"/>
              </a:ext>
            </a:extLst>
          </p:cNvPr>
          <p:cNvSpPr/>
          <p:nvPr/>
        </p:nvSpPr>
        <p:spPr>
          <a:xfrm rot="5400000">
            <a:off x="4350096" y="4023093"/>
            <a:ext cx="262139" cy="448116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023B6116-60B9-398C-A2CC-673975C89A78}"/>
              </a:ext>
            </a:extLst>
          </p:cNvPr>
          <p:cNvSpPr/>
          <p:nvPr/>
        </p:nvSpPr>
        <p:spPr>
          <a:xfrm rot="5400000">
            <a:off x="6114730" y="3601646"/>
            <a:ext cx="262140" cy="129101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255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D064-0122-B9F1-AFC3-79292202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F8317BB-2554-8172-C8F5-9ADC2CD8DBF7}"/>
              </a:ext>
            </a:extLst>
          </p:cNvPr>
          <p:cNvGrpSpPr/>
          <p:nvPr/>
        </p:nvGrpSpPr>
        <p:grpSpPr>
          <a:xfrm>
            <a:off x="-77642" y="1570341"/>
            <a:ext cx="4031968" cy="2256817"/>
            <a:chOff x="334140" y="2502908"/>
            <a:chExt cx="4031968" cy="2256817"/>
          </a:xfrm>
        </p:grpSpPr>
        <p:pic>
          <p:nvPicPr>
            <p:cNvPr id="4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E6928F68-5FCC-0822-3FF5-F047513B9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737" r="47069" b="53142"/>
            <a:stretch/>
          </p:blipFill>
          <p:spPr>
            <a:xfrm>
              <a:off x="334140" y="2502908"/>
              <a:ext cx="3511184" cy="736853"/>
            </a:xfrm>
            <a:prstGeom prst="rect">
              <a:avLst/>
            </a:prstGeom>
          </p:spPr>
        </p:pic>
        <p:pic>
          <p:nvPicPr>
            <p:cNvPr id="5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6A2A4CB3-A607-333A-6B0C-7CDDDAFAC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52" t="55401" r="39949" b="-730"/>
            <a:stretch/>
          </p:blipFill>
          <p:spPr>
            <a:xfrm>
              <a:off x="2488863" y="3249813"/>
              <a:ext cx="1877245" cy="1509912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B1C714A-0D0D-168C-2F68-30E8972A4D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177315" y="4980757"/>
            <a:ext cx="2080613" cy="1451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07DF12-6643-D352-8B63-4FD90C699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982" y="1832103"/>
            <a:ext cx="2482768" cy="207752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CD9635-CBFA-DE0F-E27B-32796E91DA92}"/>
              </a:ext>
            </a:extLst>
          </p:cNvPr>
          <p:cNvCxnSpPr>
            <a:cxnSpLocks/>
          </p:cNvCxnSpPr>
          <p:nvPr/>
        </p:nvCxnSpPr>
        <p:spPr>
          <a:xfrm flipV="1">
            <a:off x="1677950" y="3827158"/>
            <a:ext cx="1513367" cy="20952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E900D0-57BC-96DC-5841-52626D26EDAA}"/>
              </a:ext>
            </a:extLst>
          </p:cNvPr>
          <p:cNvCxnSpPr>
            <a:cxnSpLocks/>
          </p:cNvCxnSpPr>
          <p:nvPr/>
        </p:nvCxnSpPr>
        <p:spPr>
          <a:xfrm flipV="1">
            <a:off x="2176492" y="3767611"/>
            <a:ext cx="1513367" cy="20952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FDC43F-601A-C0C4-05F0-63A358BF2A56}"/>
                  </a:ext>
                </a:extLst>
              </p:cNvPr>
              <p:cNvSpPr txBox="1"/>
              <p:nvPr/>
            </p:nvSpPr>
            <p:spPr>
              <a:xfrm>
                <a:off x="5540901" y="4505388"/>
                <a:ext cx="4602278" cy="2095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Step 1: Scale the rows of the second matrix with assigned non-zero values </a:t>
                </a:r>
              </a:p>
              <a:p>
                <a:r>
                  <a:rPr lang="en-US" dirty="0"/>
                  <a:t>Processor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=1.0×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Processor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=2.0×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Step 2: All-reduce to produce a single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FDC43F-601A-C0C4-05F0-63A358BF2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901" y="4505388"/>
                <a:ext cx="4602278" cy="2095574"/>
              </a:xfrm>
              <a:prstGeom prst="rect">
                <a:avLst/>
              </a:prstGeom>
              <a:blipFill>
                <a:blip r:embed="rId5"/>
                <a:stretch>
                  <a:fillRect l="-1192" t="-1453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37CA113-BE0A-46CD-C6A0-D5C512860BF2}"/>
              </a:ext>
            </a:extLst>
          </p:cNvPr>
          <p:cNvSpPr txBox="1"/>
          <p:nvPr/>
        </p:nvSpPr>
        <p:spPr>
          <a:xfrm>
            <a:off x="9283279" y="5056450"/>
            <a:ext cx="2710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Assuming processors are 1 indexed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1D25C0-E4CF-501E-6303-B210289D1B42}"/>
              </a:ext>
            </a:extLst>
          </p:cNvPr>
          <p:cNvGrpSpPr/>
          <p:nvPr/>
        </p:nvGrpSpPr>
        <p:grpSpPr>
          <a:xfrm>
            <a:off x="-59475" y="1570341"/>
            <a:ext cx="4031968" cy="2256817"/>
            <a:chOff x="334140" y="2502908"/>
            <a:chExt cx="4031968" cy="2256817"/>
          </a:xfrm>
        </p:grpSpPr>
        <p:pic>
          <p:nvPicPr>
            <p:cNvPr id="10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35E85F72-4125-A759-FCC0-DB5B9682D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737" r="47069" b="53142"/>
            <a:stretch/>
          </p:blipFill>
          <p:spPr>
            <a:xfrm>
              <a:off x="334140" y="2502908"/>
              <a:ext cx="3511184" cy="736853"/>
            </a:xfrm>
            <a:prstGeom prst="rect">
              <a:avLst/>
            </a:prstGeom>
          </p:spPr>
        </p:pic>
        <p:pic>
          <p:nvPicPr>
            <p:cNvPr id="11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1803D717-BBED-DC24-36AA-81B91199A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52" t="55401" r="39949" b="-730"/>
            <a:stretch/>
          </p:blipFill>
          <p:spPr>
            <a:xfrm>
              <a:off x="2488863" y="3249813"/>
              <a:ext cx="1877245" cy="1509912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BB7038C-BA70-D2FD-A0FA-315C6C2E2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195482" y="4980757"/>
            <a:ext cx="2080613" cy="145142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F4DFCA-C4F9-45A4-77F1-CCD09ACC2B7E}"/>
              </a:ext>
            </a:extLst>
          </p:cNvPr>
          <p:cNvCxnSpPr>
            <a:cxnSpLocks/>
          </p:cNvCxnSpPr>
          <p:nvPr/>
        </p:nvCxnSpPr>
        <p:spPr>
          <a:xfrm flipV="1">
            <a:off x="1696117" y="3827158"/>
            <a:ext cx="1513367" cy="20952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F67667-F6CF-8687-2A67-C73A50FBFFD7}"/>
              </a:ext>
            </a:extLst>
          </p:cNvPr>
          <p:cNvCxnSpPr>
            <a:cxnSpLocks/>
          </p:cNvCxnSpPr>
          <p:nvPr/>
        </p:nvCxnSpPr>
        <p:spPr>
          <a:xfrm flipV="1">
            <a:off x="2194659" y="3767611"/>
            <a:ext cx="1513367" cy="20952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3320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D064-0122-B9F1-AFC3-79292202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F8317BB-2554-8172-C8F5-9ADC2CD8DBF7}"/>
              </a:ext>
            </a:extLst>
          </p:cNvPr>
          <p:cNvGrpSpPr/>
          <p:nvPr/>
        </p:nvGrpSpPr>
        <p:grpSpPr>
          <a:xfrm>
            <a:off x="-77642" y="1570341"/>
            <a:ext cx="4031968" cy="2256817"/>
            <a:chOff x="334140" y="2502908"/>
            <a:chExt cx="4031968" cy="2256817"/>
          </a:xfrm>
        </p:grpSpPr>
        <p:pic>
          <p:nvPicPr>
            <p:cNvPr id="4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E6928F68-5FCC-0822-3FF5-F047513B9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737" r="47069" b="53142"/>
            <a:stretch/>
          </p:blipFill>
          <p:spPr>
            <a:xfrm>
              <a:off x="334140" y="2502908"/>
              <a:ext cx="3511184" cy="736853"/>
            </a:xfrm>
            <a:prstGeom prst="rect">
              <a:avLst/>
            </a:prstGeom>
          </p:spPr>
        </p:pic>
        <p:pic>
          <p:nvPicPr>
            <p:cNvPr id="5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6A2A4CB3-A607-333A-6B0C-7CDDDAFAC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52" t="55401" r="39949" b="-730"/>
            <a:stretch/>
          </p:blipFill>
          <p:spPr>
            <a:xfrm>
              <a:off x="2488863" y="3249813"/>
              <a:ext cx="1877245" cy="1509912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B1C714A-0D0D-168C-2F68-30E8972A4D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177315" y="4980757"/>
            <a:ext cx="2080613" cy="1451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07DF12-6643-D352-8B63-4FD90C699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982" y="1832103"/>
            <a:ext cx="2482768" cy="207752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CD9635-CBFA-DE0F-E27B-32796E91DA92}"/>
              </a:ext>
            </a:extLst>
          </p:cNvPr>
          <p:cNvCxnSpPr>
            <a:cxnSpLocks/>
          </p:cNvCxnSpPr>
          <p:nvPr/>
        </p:nvCxnSpPr>
        <p:spPr>
          <a:xfrm flipV="1">
            <a:off x="1677950" y="3827158"/>
            <a:ext cx="1513367" cy="20952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E900D0-57BC-96DC-5841-52626D26EDAA}"/>
              </a:ext>
            </a:extLst>
          </p:cNvPr>
          <p:cNvCxnSpPr>
            <a:cxnSpLocks/>
          </p:cNvCxnSpPr>
          <p:nvPr/>
        </p:nvCxnSpPr>
        <p:spPr>
          <a:xfrm flipV="1">
            <a:off x="2176492" y="3767611"/>
            <a:ext cx="1513367" cy="20952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AFDC43F-601A-C0C4-05F0-63A358BF2A56}"/>
              </a:ext>
            </a:extLst>
          </p:cNvPr>
          <p:cNvSpPr txBox="1"/>
          <p:nvPr/>
        </p:nvSpPr>
        <p:spPr>
          <a:xfrm>
            <a:off x="7391943" y="1465462"/>
            <a:ext cx="46022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Ungraded HW – may ask in WA 3</a:t>
            </a:r>
          </a:p>
          <a:p>
            <a:endParaRPr lang="en-US" dirty="0"/>
          </a:p>
          <a:p>
            <a:r>
              <a:rPr lang="en-US" dirty="0"/>
              <a:t>Given </a:t>
            </a:r>
            <a:r>
              <a:rPr lang="en-US" dirty="0" err="1"/>
              <a:t>BlockID</a:t>
            </a:r>
            <a:r>
              <a:rPr lang="en-US" dirty="0"/>
              <a:t>, </a:t>
            </a:r>
            <a:r>
              <a:rPr lang="en-US" dirty="0" err="1"/>
              <a:t>ThreadID</a:t>
            </a:r>
            <a:r>
              <a:rPr lang="en-US" dirty="0"/>
              <a:t>, can you write a GPU code for </a:t>
            </a:r>
            <a:r>
              <a:rPr lang="en-US" dirty="0" err="1"/>
              <a:t>SpMM</a:t>
            </a:r>
            <a:r>
              <a:rPr lang="en-US" dirty="0"/>
              <a:t>?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Divide rows evenly among the blocks of GPU</a:t>
            </a:r>
          </a:p>
          <a:p>
            <a:pPr marL="285750" indent="-285750">
              <a:buFontTx/>
              <a:buChar char="-"/>
            </a:pPr>
            <a:r>
              <a:rPr lang="en-US" dirty="0"/>
              <a:t>Within each block, divide column indices of rows evenly among the threads</a:t>
            </a:r>
          </a:p>
          <a:p>
            <a:pPr marL="285750" indent="-285750">
              <a:buFontTx/>
              <a:buChar char="-"/>
            </a:pPr>
            <a:r>
              <a:rPr lang="en-US" dirty="0"/>
              <a:t>Each thread scales rows that it owns (based on column indices) of the second matrix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Synchthreads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All-reduce of the scaled outputs to produce final output (Recall Parallel Sum? In practice, GPUs have APIs to do this)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6718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33BB0016-CBB5-437C-4B6B-2F8CBD596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/>
          <a:stretch/>
        </p:blipFill>
        <p:spPr>
          <a:xfrm>
            <a:off x="309918" y="3169028"/>
            <a:ext cx="6633562" cy="2507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3B8D21-82E6-E398-1A5B-DD6B386552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7612764" y="1690688"/>
            <a:ext cx="907957" cy="6333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721AC1-95ED-483B-393B-83E44FC442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9029303" y="1690688"/>
            <a:ext cx="907957" cy="63338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13523C-64ED-C903-2F24-5372938A860F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815046" y="2007380"/>
            <a:ext cx="3797718" cy="21000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189F1D-B957-2F90-E02B-1B81D616A4FE}"/>
              </a:ext>
            </a:extLst>
          </p:cNvPr>
          <p:cNvCxnSpPr>
            <a:cxnSpLocks/>
            <a:endCxn id="12" idx="1"/>
          </p:cNvCxnSpPr>
          <p:nvPr/>
        </p:nvCxnSpPr>
        <p:spPr>
          <a:xfrm flipH="1">
            <a:off x="4481166" y="2323281"/>
            <a:ext cx="4942320" cy="179280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2FC169B-18E8-317B-C7D2-733FBC1AE5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0897225" y="1690688"/>
            <a:ext cx="907957" cy="63338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4F321D-46AD-16C0-4C74-1D7AF063C6C4}"/>
              </a:ext>
            </a:extLst>
          </p:cNvPr>
          <p:cNvCxnSpPr>
            <a:cxnSpLocks/>
            <a:stCxn id="9" idx="2"/>
            <a:endCxn id="13" idx="1"/>
          </p:cNvCxnSpPr>
          <p:nvPr/>
        </p:nvCxnSpPr>
        <p:spPr>
          <a:xfrm flipH="1">
            <a:off x="6245800" y="2324072"/>
            <a:ext cx="5105404" cy="17920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Left Brace 10">
            <a:extLst>
              <a:ext uri="{FF2B5EF4-FFF2-40B4-BE49-F238E27FC236}">
                <a16:creationId xmlns:a16="http://schemas.microsoft.com/office/drawing/2014/main" id="{5327AD6E-7B1C-2903-3A17-7B826910851D}"/>
              </a:ext>
            </a:extLst>
          </p:cNvPr>
          <p:cNvSpPr/>
          <p:nvPr/>
        </p:nvSpPr>
        <p:spPr>
          <a:xfrm rot="5400000">
            <a:off x="3670573" y="3828019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31537258-2517-2F86-DCCC-1EE30EF82CE8}"/>
              </a:ext>
            </a:extLst>
          </p:cNvPr>
          <p:cNvSpPr/>
          <p:nvPr/>
        </p:nvSpPr>
        <p:spPr>
          <a:xfrm rot="5400000">
            <a:off x="4350096" y="4023093"/>
            <a:ext cx="262139" cy="448116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4AFF8093-0628-82C8-DF1C-15E2E3E6A46C}"/>
              </a:ext>
            </a:extLst>
          </p:cNvPr>
          <p:cNvSpPr/>
          <p:nvPr/>
        </p:nvSpPr>
        <p:spPr>
          <a:xfrm rot="5400000">
            <a:off x="6114730" y="3601646"/>
            <a:ext cx="262140" cy="129101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F2FA47-B0D4-2E9F-1906-AE0DFE1E7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9237" y="46712"/>
            <a:ext cx="1976433" cy="165383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1810942-3A8E-A4C5-4213-D03AED005619}"/>
              </a:ext>
            </a:extLst>
          </p:cNvPr>
          <p:cNvGrpSpPr/>
          <p:nvPr/>
        </p:nvGrpSpPr>
        <p:grpSpPr>
          <a:xfrm>
            <a:off x="382199" y="215208"/>
            <a:ext cx="2966564" cy="1316841"/>
            <a:chOff x="334140" y="2502908"/>
            <a:chExt cx="4031968" cy="2256817"/>
          </a:xfrm>
        </p:grpSpPr>
        <p:pic>
          <p:nvPicPr>
            <p:cNvPr id="16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6A0E5E06-6BDB-F395-D5E4-2B6EE505C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737" r="47069" b="53142"/>
            <a:stretch/>
          </p:blipFill>
          <p:spPr>
            <a:xfrm>
              <a:off x="334140" y="2502908"/>
              <a:ext cx="3511184" cy="736853"/>
            </a:xfrm>
            <a:prstGeom prst="rect">
              <a:avLst/>
            </a:prstGeom>
          </p:spPr>
        </p:pic>
        <p:pic>
          <p:nvPicPr>
            <p:cNvPr id="17" name="Content Placeholder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CE4E0816-0194-941B-7929-7AD9B2076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52" t="55401" r="39949" b="-730"/>
            <a:stretch/>
          </p:blipFill>
          <p:spPr>
            <a:xfrm>
              <a:off x="2488863" y="3249813"/>
              <a:ext cx="1877245" cy="1509912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52097C9-8028-350E-0280-DDFD768D10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159172" y="1908216"/>
            <a:ext cx="808388" cy="56392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E304885-0019-1B16-FCAC-38BF010A1197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1342192" y="1532049"/>
            <a:ext cx="1315970" cy="72690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E8295C-2D8F-9567-CFD9-BCACBEE36A2F}"/>
              </a:ext>
            </a:extLst>
          </p:cNvPr>
          <p:cNvCxnSpPr>
            <a:cxnSpLocks/>
          </p:cNvCxnSpPr>
          <p:nvPr/>
        </p:nvCxnSpPr>
        <p:spPr>
          <a:xfrm flipV="1">
            <a:off x="2768514" y="254218"/>
            <a:ext cx="2003547" cy="104762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0942DC9-E93F-A2A9-8430-C5A8640D4E2A}"/>
              </a:ext>
            </a:extLst>
          </p:cNvPr>
          <p:cNvCxnSpPr>
            <a:cxnSpLocks/>
          </p:cNvCxnSpPr>
          <p:nvPr/>
        </p:nvCxnSpPr>
        <p:spPr>
          <a:xfrm flipV="1">
            <a:off x="1569181" y="1490114"/>
            <a:ext cx="1638763" cy="83316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16F373-B534-5E29-F2F0-DABF5ABB4036}"/>
              </a:ext>
            </a:extLst>
          </p:cNvPr>
          <p:cNvCxnSpPr>
            <a:cxnSpLocks/>
          </p:cNvCxnSpPr>
          <p:nvPr/>
        </p:nvCxnSpPr>
        <p:spPr>
          <a:xfrm flipV="1">
            <a:off x="3348763" y="656801"/>
            <a:ext cx="1438561" cy="63148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9482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2899-1E66-44B7-969F-8E3501F2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CF83D-E8BE-30D9-F7F7-B2B9E5F8E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23967" cy="4351338"/>
          </a:xfrm>
        </p:spPr>
        <p:txBody>
          <a:bodyPr/>
          <a:lstStyle/>
          <a:p>
            <a:r>
              <a:rPr lang="en-US" dirty="0"/>
              <a:t>Approach #1: Assign each row to a SMP</a:t>
            </a:r>
          </a:p>
          <a:p>
            <a:r>
              <a:rPr lang="en-US" dirty="0"/>
              <a:t>Processors execute the non-zero elements of the row.</a:t>
            </a:r>
          </a:p>
        </p:txBody>
      </p:sp>
      <p:pic>
        <p:nvPicPr>
          <p:cNvPr id="4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B9EA9CB4-04AF-5A37-597C-B3AEB1CA9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/>
          <a:stretch/>
        </p:blipFill>
        <p:spPr>
          <a:xfrm>
            <a:off x="309918" y="3169028"/>
            <a:ext cx="6633562" cy="2507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1E16D2-5EAB-4FBC-3EC2-0D2B3B5D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7612764" y="1690688"/>
            <a:ext cx="907957" cy="63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CD03C5-FDEF-400F-C81F-25A7A3A7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9029303" y="1690688"/>
            <a:ext cx="907957" cy="63338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7AAC62-C5CF-F499-8451-8883A8EE5E97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815046" y="2007380"/>
            <a:ext cx="3797718" cy="21000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3A73B5-225B-EF2B-9500-4C27172FED14}"/>
              </a:ext>
            </a:extLst>
          </p:cNvPr>
          <p:cNvCxnSpPr>
            <a:cxnSpLocks/>
            <a:endCxn id="8" idx="1"/>
          </p:cNvCxnSpPr>
          <p:nvPr/>
        </p:nvCxnSpPr>
        <p:spPr>
          <a:xfrm flipH="1">
            <a:off x="4481166" y="2323281"/>
            <a:ext cx="4942320" cy="179280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09DDE7D-65BC-A006-A592-7922C2928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0897225" y="1690688"/>
            <a:ext cx="907957" cy="63338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97E9D6-251F-AEFE-3FFF-283F6DA68458}"/>
              </a:ext>
            </a:extLst>
          </p:cNvPr>
          <p:cNvCxnSpPr>
            <a:cxnSpLocks/>
            <a:stCxn id="13" idx="2"/>
            <a:endCxn id="10" idx="1"/>
          </p:cNvCxnSpPr>
          <p:nvPr/>
        </p:nvCxnSpPr>
        <p:spPr>
          <a:xfrm flipH="1">
            <a:off x="6245800" y="2324072"/>
            <a:ext cx="5105404" cy="17920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Left Brace 4">
            <a:extLst>
              <a:ext uri="{FF2B5EF4-FFF2-40B4-BE49-F238E27FC236}">
                <a16:creationId xmlns:a16="http://schemas.microsoft.com/office/drawing/2014/main" id="{53891739-5FFB-36D6-2AC5-4C9EA5CFEEB1}"/>
              </a:ext>
            </a:extLst>
          </p:cNvPr>
          <p:cNvSpPr/>
          <p:nvPr/>
        </p:nvSpPr>
        <p:spPr>
          <a:xfrm rot="5400000">
            <a:off x="3670573" y="3828019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70EBBE7A-4A47-BE42-C30C-9B951DF3D1AD}"/>
              </a:ext>
            </a:extLst>
          </p:cNvPr>
          <p:cNvSpPr/>
          <p:nvPr/>
        </p:nvSpPr>
        <p:spPr>
          <a:xfrm rot="5400000">
            <a:off x="4350096" y="4023093"/>
            <a:ext cx="262139" cy="448116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023B6116-60B9-398C-A2CC-673975C89A78}"/>
              </a:ext>
            </a:extLst>
          </p:cNvPr>
          <p:cNvSpPr/>
          <p:nvPr/>
        </p:nvSpPr>
        <p:spPr>
          <a:xfrm rot="5400000">
            <a:off x="6114730" y="3601646"/>
            <a:ext cx="262140" cy="129101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9E287E-A119-B87E-D922-615DE9E119A4}"/>
              </a:ext>
            </a:extLst>
          </p:cNvPr>
          <p:cNvSpPr txBox="1"/>
          <p:nvPr/>
        </p:nvSpPr>
        <p:spPr>
          <a:xfrm>
            <a:off x="8913886" y="3488042"/>
            <a:ext cx="30520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Pros: CSR format naturally leads to the assignment</a:t>
            </a:r>
          </a:p>
          <a:p>
            <a:endParaRPr lang="en-US" dirty="0"/>
          </a:p>
          <a:p>
            <a:r>
              <a:rPr lang="en-US" dirty="0"/>
              <a:t>Cons: Load imbalance across SMPs</a:t>
            </a:r>
          </a:p>
        </p:txBody>
      </p:sp>
    </p:spTree>
    <p:extLst>
      <p:ext uri="{BB962C8B-B14F-4D97-AF65-F5344CB8AC3E}">
        <p14:creationId xmlns:p14="http://schemas.microsoft.com/office/powerpoint/2010/main" val="42143469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2899-1E66-44B7-969F-8E3501F2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CF83D-E8BE-30D9-F7F7-B2B9E5F8E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52449" cy="4351338"/>
          </a:xfrm>
        </p:spPr>
        <p:txBody>
          <a:bodyPr/>
          <a:lstStyle/>
          <a:p>
            <a:r>
              <a:rPr lang="en-US" dirty="0"/>
              <a:t>Approach #2: Assign equal number of non-zeros to a SMP</a:t>
            </a:r>
          </a:p>
        </p:txBody>
      </p:sp>
      <p:pic>
        <p:nvPicPr>
          <p:cNvPr id="4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B9EA9CB4-04AF-5A37-597C-B3AEB1CA9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/>
          <a:stretch/>
        </p:blipFill>
        <p:spPr>
          <a:xfrm>
            <a:off x="309918" y="3169028"/>
            <a:ext cx="6633562" cy="2507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1E16D2-5EAB-4FBC-3EC2-0D2B3B5D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7612764" y="1690688"/>
            <a:ext cx="907957" cy="63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CD03C5-FDEF-400F-C81F-25A7A3A7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9029303" y="1690688"/>
            <a:ext cx="907957" cy="63338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7AAC62-C5CF-F499-8451-8883A8EE5E97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flipH="1">
            <a:off x="3805963" y="2007380"/>
            <a:ext cx="3806801" cy="21000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3A73B5-225B-EF2B-9500-4C27172FED14}"/>
              </a:ext>
            </a:extLst>
          </p:cNvPr>
          <p:cNvCxnSpPr>
            <a:cxnSpLocks/>
            <a:endCxn id="8" idx="1"/>
          </p:cNvCxnSpPr>
          <p:nvPr/>
        </p:nvCxnSpPr>
        <p:spPr>
          <a:xfrm flipH="1">
            <a:off x="4697402" y="2323281"/>
            <a:ext cx="4726084" cy="178415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09DDE7D-65BC-A006-A592-7922C2928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0897225" y="1690688"/>
            <a:ext cx="907957" cy="63338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97E9D6-251F-AEFE-3FFF-283F6DA68458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6473566" y="2324072"/>
            <a:ext cx="4877638" cy="17713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Left Brace 4">
            <a:extLst>
              <a:ext uri="{FF2B5EF4-FFF2-40B4-BE49-F238E27FC236}">
                <a16:creationId xmlns:a16="http://schemas.microsoft.com/office/drawing/2014/main" id="{DDEB9107-E92F-6020-4B18-261149C634FB}"/>
              </a:ext>
            </a:extLst>
          </p:cNvPr>
          <p:cNvSpPr/>
          <p:nvPr/>
        </p:nvSpPr>
        <p:spPr>
          <a:xfrm rot="5400000">
            <a:off x="3670573" y="3828019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D50CD2AC-01F9-095C-317D-C381924C9A70}"/>
              </a:ext>
            </a:extLst>
          </p:cNvPr>
          <p:cNvSpPr/>
          <p:nvPr/>
        </p:nvSpPr>
        <p:spPr>
          <a:xfrm rot="5400000">
            <a:off x="4562012" y="3828019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5BF6C8F4-742D-951A-E606-E974B47501A1}"/>
              </a:ext>
            </a:extLst>
          </p:cNvPr>
          <p:cNvSpPr/>
          <p:nvPr/>
        </p:nvSpPr>
        <p:spPr>
          <a:xfrm rot="5400000">
            <a:off x="6338176" y="3835340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092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D064-0122-B9F1-AFC3-79292202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1C714A-0D0D-168C-2F68-30E8972A4D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965" r="75727"/>
          <a:stretch/>
        </p:blipFill>
        <p:spPr>
          <a:xfrm>
            <a:off x="1177315" y="4980757"/>
            <a:ext cx="2080613" cy="1451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07DF12-6643-D352-8B63-4FD90C699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982" y="1832103"/>
            <a:ext cx="2482768" cy="207752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CD9635-CBFA-DE0F-E27B-32796E91DA92}"/>
              </a:ext>
            </a:extLst>
          </p:cNvPr>
          <p:cNvCxnSpPr>
            <a:cxnSpLocks/>
          </p:cNvCxnSpPr>
          <p:nvPr/>
        </p:nvCxnSpPr>
        <p:spPr>
          <a:xfrm flipV="1">
            <a:off x="1677950" y="3765876"/>
            <a:ext cx="2011909" cy="215652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E900D0-57BC-96DC-5841-52626D26EDAA}"/>
              </a:ext>
            </a:extLst>
          </p:cNvPr>
          <p:cNvCxnSpPr>
            <a:cxnSpLocks/>
          </p:cNvCxnSpPr>
          <p:nvPr/>
        </p:nvCxnSpPr>
        <p:spPr>
          <a:xfrm flipV="1">
            <a:off x="2176492" y="3786303"/>
            <a:ext cx="1947391" cy="207655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FDC43F-601A-C0C4-05F0-63A358BF2A56}"/>
                  </a:ext>
                </a:extLst>
              </p:cNvPr>
              <p:cNvSpPr txBox="1"/>
              <p:nvPr/>
            </p:nvSpPr>
            <p:spPr>
              <a:xfrm>
                <a:off x="5528790" y="3976242"/>
                <a:ext cx="5189674" cy="2628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Step 0: </a:t>
                </a:r>
                <a:r>
                  <a:rPr lang="en-US" dirty="0">
                    <a:solidFill>
                      <a:srgbClr val="C00000"/>
                    </a:solidFill>
                  </a:rPr>
                  <a:t>Find out row indices of the assigned columns </a:t>
                </a:r>
              </a:p>
              <a:p>
                <a:endParaRPr lang="en-US" dirty="0"/>
              </a:p>
              <a:p>
                <a:r>
                  <a:rPr lang="en-US" dirty="0"/>
                  <a:t>Step 1: Scale the rows of the second matrix with assigned non-zero values </a:t>
                </a:r>
              </a:p>
              <a:p>
                <a:r>
                  <a:rPr lang="en-US" dirty="0"/>
                  <a:t>Processor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=3.0×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Processor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=2.0×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Step 2: </a:t>
                </a:r>
                <a:r>
                  <a:rPr lang="en-US" dirty="0">
                    <a:solidFill>
                      <a:srgbClr val="C00000"/>
                    </a:solidFill>
                  </a:rPr>
                  <a:t>Reduce and add to appropriate row output (different SMPs can write to same row of the output)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FDC43F-601A-C0C4-05F0-63A358BF2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790" y="3976242"/>
                <a:ext cx="5189674" cy="2628155"/>
              </a:xfrm>
              <a:prstGeom prst="rect">
                <a:avLst/>
              </a:prstGeom>
              <a:blipFill>
                <a:blip r:embed="rId4"/>
                <a:stretch>
                  <a:fillRect l="-1058" t="-1160" b="-2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37CA113-BE0A-46CD-C6A0-D5C512860BF2}"/>
              </a:ext>
            </a:extLst>
          </p:cNvPr>
          <p:cNvSpPr txBox="1"/>
          <p:nvPr/>
        </p:nvSpPr>
        <p:spPr>
          <a:xfrm>
            <a:off x="9283279" y="5056450"/>
            <a:ext cx="2710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Assuming processors are 1 indexed</a:t>
            </a:r>
          </a:p>
        </p:txBody>
      </p:sp>
      <p:pic>
        <p:nvPicPr>
          <p:cNvPr id="3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087DA691-3929-9F0D-9D88-086E29EC92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 r="26934"/>
          <a:stretch/>
        </p:blipFill>
        <p:spPr>
          <a:xfrm>
            <a:off x="302782" y="1750235"/>
            <a:ext cx="3972492" cy="205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26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D064-0122-B9F1-AFC3-79292202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1C714A-0D0D-168C-2F68-30E8972A4D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965" r="75727"/>
          <a:stretch/>
        </p:blipFill>
        <p:spPr>
          <a:xfrm>
            <a:off x="1177315" y="4980757"/>
            <a:ext cx="2080613" cy="1451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07DF12-6643-D352-8B63-4FD90C699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982" y="1832103"/>
            <a:ext cx="2482768" cy="207752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CD9635-CBFA-DE0F-E27B-32796E91DA92}"/>
              </a:ext>
            </a:extLst>
          </p:cNvPr>
          <p:cNvCxnSpPr>
            <a:cxnSpLocks/>
          </p:cNvCxnSpPr>
          <p:nvPr/>
        </p:nvCxnSpPr>
        <p:spPr>
          <a:xfrm flipV="1">
            <a:off x="1677950" y="3765876"/>
            <a:ext cx="2011909" cy="215652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E900D0-57BC-96DC-5841-52626D26EDAA}"/>
              </a:ext>
            </a:extLst>
          </p:cNvPr>
          <p:cNvCxnSpPr>
            <a:cxnSpLocks/>
          </p:cNvCxnSpPr>
          <p:nvPr/>
        </p:nvCxnSpPr>
        <p:spPr>
          <a:xfrm flipV="1">
            <a:off x="2176492" y="3786303"/>
            <a:ext cx="1947391" cy="207655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AFDC43F-601A-C0C4-05F0-63A358BF2A56}"/>
              </a:ext>
            </a:extLst>
          </p:cNvPr>
          <p:cNvSpPr txBox="1"/>
          <p:nvPr/>
        </p:nvSpPr>
        <p:spPr>
          <a:xfrm>
            <a:off x="5528790" y="3976242"/>
            <a:ext cx="5189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Given column indices assignment, how can we find the corresponding row indices?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7CA113-BE0A-46CD-C6A0-D5C512860BF2}"/>
              </a:ext>
            </a:extLst>
          </p:cNvPr>
          <p:cNvSpPr txBox="1"/>
          <p:nvPr/>
        </p:nvSpPr>
        <p:spPr>
          <a:xfrm>
            <a:off x="9283279" y="5056450"/>
            <a:ext cx="2710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Assuming processors are 1 indexed</a:t>
            </a:r>
          </a:p>
        </p:txBody>
      </p:sp>
      <p:pic>
        <p:nvPicPr>
          <p:cNvPr id="3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087DA691-3929-9F0D-9D88-086E29EC9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 r="26934"/>
          <a:stretch/>
        </p:blipFill>
        <p:spPr>
          <a:xfrm>
            <a:off x="302782" y="1750235"/>
            <a:ext cx="3972492" cy="205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3305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D064-0122-B9F1-AFC3-79292202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1C714A-0D0D-168C-2F68-30E8972A4D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965" r="75727"/>
          <a:stretch/>
        </p:blipFill>
        <p:spPr>
          <a:xfrm>
            <a:off x="1177315" y="4980757"/>
            <a:ext cx="2080613" cy="1451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07DF12-6643-D352-8B63-4FD90C699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982" y="1832103"/>
            <a:ext cx="2482768" cy="207752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CD9635-CBFA-DE0F-E27B-32796E91DA92}"/>
              </a:ext>
            </a:extLst>
          </p:cNvPr>
          <p:cNvCxnSpPr>
            <a:cxnSpLocks/>
          </p:cNvCxnSpPr>
          <p:nvPr/>
        </p:nvCxnSpPr>
        <p:spPr>
          <a:xfrm flipV="1">
            <a:off x="1677950" y="3765876"/>
            <a:ext cx="2011909" cy="215652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E900D0-57BC-96DC-5841-52626D26EDAA}"/>
              </a:ext>
            </a:extLst>
          </p:cNvPr>
          <p:cNvCxnSpPr>
            <a:cxnSpLocks/>
          </p:cNvCxnSpPr>
          <p:nvPr/>
        </p:nvCxnSpPr>
        <p:spPr>
          <a:xfrm flipV="1">
            <a:off x="2176492" y="3786303"/>
            <a:ext cx="1947391" cy="207655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AFDC43F-601A-C0C4-05F0-63A358BF2A56}"/>
              </a:ext>
            </a:extLst>
          </p:cNvPr>
          <p:cNvSpPr txBox="1"/>
          <p:nvPr/>
        </p:nvSpPr>
        <p:spPr>
          <a:xfrm>
            <a:off x="5528790" y="3976242"/>
            <a:ext cx="51896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column indices assignment, how can we find the corresponding row indices? </a:t>
            </a:r>
            <a:r>
              <a:rPr lang="en-US" dirty="0">
                <a:solidFill>
                  <a:srgbClr val="C00000"/>
                </a:solidFill>
              </a:rPr>
              <a:t>Binary Search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Row offset array stores offsets of columns in a sorted manner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For a given column offset, </a:t>
            </a:r>
            <a:r>
              <a:rPr lang="en-US" b="1" dirty="0">
                <a:solidFill>
                  <a:srgbClr val="C00000"/>
                </a:solidFill>
              </a:rPr>
              <a:t>Search </a:t>
            </a:r>
            <a:r>
              <a:rPr lang="en-US" dirty="0">
                <a:solidFill>
                  <a:srgbClr val="C00000"/>
                </a:solidFill>
              </a:rPr>
              <a:t>it in the row offset array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Since sorted array – Binary search</a:t>
            </a:r>
          </a:p>
        </p:txBody>
      </p:sp>
      <p:pic>
        <p:nvPicPr>
          <p:cNvPr id="3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087DA691-3929-9F0D-9D88-086E29EC9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 r="26934"/>
          <a:stretch/>
        </p:blipFill>
        <p:spPr>
          <a:xfrm>
            <a:off x="302782" y="1750235"/>
            <a:ext cx="3972492" cy="205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020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D064-0122-B9F1-AFC3-79292202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1C714A-0D0D-168C-2F68-30E8972A4D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965" r="75727"/>
          <a:stretch/>
        </p:blipFill>
        <p:spPr>
          <a:xfrm>
            <a:off x="1177315" y="4980757"/>
            <a:ext cx="2080613" cy="1451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07DF12-6643-D352-8B63-4FD90C699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982" y="1832103"/>
            <a:ext cx="2482768" cy="207752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CD9635-CBFA-DE0F-E27B-32796E91DA92}"/>
              </a:ext>
            </a:extLst>
          </p:cNvPr>
          <p:cNvCxnSpPr>
            <a:cxnSpLocks/>
          </p:cNvCxnSpPr>
          <p:nvPr/>
        </p:nvCxnSpPr>
        <p:spPr>
          <a:xfrm flipV="1">
            <a:off x="1677950" y="3765876"/>
            <a:ext cx="2011909" cy="215652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E900D0-57BC-96DC-5841-52626D26EDAA}"/>
              </a:ext>
            </a:extLst>
          </p:cNvPr>
          <p:cNvCxnSpPr>
            <a:cxnSpLocks/>
          </p:cNvCxnSpPr>
          <p:nvPr/>
        </p:nvCxnSpPr>
        <p:spPr>
          <a:xfrm flipV="1">
            <a:off x="2176492" y="3786303"/>
            <a:ext cx="1947391" cy="207655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AFDC43F-601A-C0C4-05F0-63A358BF2A56}"/>
              </a:ext>
            </a:extLst>
          </p:cNvPr>
          <p:cNvSpPr txBox="1"/>
          <p:nvPr/>
        </p:nvSpPr>
        <p:spPr>
          <a:xfrm>
            <a:off x="5528790" y="3976242"/>
            <a:ext cx="64916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column indices assignment, how can we find the corresponding row indices? </a:t>
            </a:r>
            <a:r>
              <a:rPr lang="en-US" dirty="0">
                <a:solidFill>
                  <a:srgbClr val="C00000"/>
                </a:solidFill>
              </a:rPr>
              <a:t>Binary Search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Row offset array stores offsets of columns in a sorted manner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For a given column offset, </a:t>
            </a:r>
            <a:r>
              <a:rPr lang="en-US" b="1" dirty="0">
                <a:solidFill>
                  <a:srgbClr val="C00000"/>
                </a:solidFill>
              </a:rPr>
              <a:t>Search </a:t>
            </a:r>
            <a:r>
              <a:rPr lang="en-US" dirty="0">
                <a:solidFill>
                  <a:srgbClr val="C00000"/>
                </a:solidFill>
              </a:rPr>
              <a:t>it in the row offset array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Since sorted array – Binary search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/>
              <a:t>Ungraded HW Assignment: write a GPU code with </a:t>
            </a:r>
            <a:r>
              <a:rPr lang="en-US" dirty="0" err="1"/>
              <a:t>BlockID</a:t>
            </a:r>
            <a:r>
              <a:rPr lang="en-US" dirty="0"/>
              <a:t> and </a:t>
            </a:r>
            <a:r>
              <a:rPr lang="en-US" dirty="0" err="1"/>
              <a:t>ThreadID</a:t>
            </a:r>
            <a:r>
              <a:rPr lang="en-US" dirty="0"/>
              <a:t>. (will not test this approach in the exam) </a:t>
            </a:r>
          </a:p>
        </p:txBody>
      </p:sp>
      <p:pic>
        <p:nvPicPr>
          <p:cNvPr id="3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087DA691-3929-9F0D-9D88-086E29EC9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 r="26934"/>
          <a:stretch/>
        </p:blipFill>
        <p:spPr>
          <a:xfrm>
            <a:off x="302782" y="1750235"/>
            <a:ext cx="3972492" cy="205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4965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2899-1E66-44B7-969F-8E3501F2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CF83D-E8BE-30D9-F7F7-B2B9E5F8E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52449" cy="4351338"/>
          </a:xfrm>
        </p:spPr>
        <p:txBody>
          <a:bodyPr/>
          <a:lstStyle/>
          <a:p>
            <a:r>
              <a:rPr lang="en-US" dirty="0"/>
              <a:t>Approach #2: Assign equal number of non-zeros to a SMP</a:t>
            </a:r>
          </a:p>
        </p:txBody>
      </p:sp>
      <p:pic>
        <p:nvPicPr>
          <p:cNvPr id="4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B9EA9CB4-04AF-5A37-597C-B3AEB1CA9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/>
          <a:stretch/>
        </p:blipFill>
        <p:spPr>
          <a:xfrm>
            <a:off x="309918" y="3169028"/>
            <a:ext cx="6633562" cy="2507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1E16D2-5EAB-4FBC-3EC2-0D2B3B5D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7612764" y="1690688"/>
            <a:ext cx="907957" cy="63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CD03C5-FDEF-400F-C81F-25A7A3A7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9029303" y="1690688"/>
            <a:ext cx="907957" cy="63338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7AAC62-C5CF-F499-8451-8883A8EE5E97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flipH="1">
            <a:off x="3805963" y="2007380"/>
            <a:ext cx="3806801" cy="21000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3A73B5-225B-EF2B-9500-4C27172FED14}"/>
              </a:ext>
            </a:extLst>
          </p:cNvPr>
          <p:cNvCxnSpPr>
            <a:cxnSpLocks/>
            <a:endCxn id="8" idx="1"/>
          </p:cNvCxnSpPr>
          <p:nvPr/>
        </p:nvCxnSpPr>
        <p:spPr>
          <a:xfrm flipH="1">
            <a:off x="4697402" y="2323281"/>
            <a:ext cx="4726084" cy="178415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09DDE7D-65BC-A006-A592-7922C2928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0897225" y="1690688"/>
            <a:ext cx="907957" cy="63338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97E9D6-251F-AEFE-3FFF-283F6DA68458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6473566" y="2324072"/>
            <a:ext cx="4877638" cy="17713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Left Brace 4">
            <a:extLst>
              <a:ext uri="{FF2B5EF4-FFF2-40B4-BE49-F238E27FC236}">
                <a16:creationId xmlns:a16="http://schemas.microsoft.com/office/drawing/2014/main" id="{DDEB9107-E92F-6020-4B18-261149C634FB}"/>
              </a:ext>
            </a:extLst>
          </p:cNvPr>
          <p:cNvSpPr/>
          <p:nvPr/>
        </p:nvSpPr>
        <p:spPr>
          <a:xfrm rot="5400000">
            <a:off x="3670573" y="3828019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D50CD2AC-01F9-095C-317D-C381924C9A70}"/>
              </a:ext>
            </a:extLst>
          </p:cNvPr>
          <p:cNvSpPr/>
          <p:nvPr/>
        </p:nvSpPr>
        <p:spPr>
          <a:xfrm rot="5400000">
            <a:off x="4562012" y="3828019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5BF6C8F4-742D-951A-E606-E974B47501A1}"/>
              </a:ext>
            </a:extLst>
          </p:cNvPr>
          <p:cNvSpPr/>
          <p:nvPr/>
        </p:nvSpPr>
        <p:spPr>
          <a:xfrm rot="5400000">
            <a:off x="6338176" y="3835340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39E91-D869-FC09-EA64-1CB9AC18B3EA}"/>
              </a:ext>
            </a:extLst>
          </p:cNvPr>
          <p:cNvSpPr txBox="1"/>
          <p:nvPr/>
        </p:nvSpPr>
        <p:spPr>
          <a:xfrm>
            <a:off x="8913886" y="3488042"/>
            <a:ext cx="3052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Pros: </a:t>
            </a:r>
            <a:r>
              <a:rPr lang="en-US" dirty="0">
                <a:solidFill>
                  <a:srgbClr val="C00000"/>
                </a:solidFill>
              </a:rPr>
              <a:t>??</a:t>
            </a:r>
          </a:p>
          <a:p>
            <a:endParaRPr lang="en-US" dirty="0"/>
          </a:p>
          <a:p>
            <a:r>
              <a:rPr lang="en-US" dirty="0"/>
              <a:t>Cons: </a:t>
            </a:r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12887227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2899-1E66-44B7-969F-8E3501F2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CF83D-E8BE-30D9-F7F7-B2B9E5F8E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52449" cy="4351338"/>
          </a:xfrm>
        </p:spPr>
        <p:txBody>
          <a:bodyPr/>
          <a:lstStyle/>
          <a:p>
            <a:r>
              <a:rPr lang="en-US" dirty="0"/>
              <a:t>Approach #2: Assign equal number of non-zeros to a SMP</a:t>
            </a:r>
          </a:p>
        </p:txBody>
      </p:sp>
      <p:pic>
        <p:nvPicPr>
          <p:cNvPr id="4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B9EA9CB4-04AF-5A37-597C-B3AEB1CA9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/>
          <a:stretch/>
        </p:blipFill>
        <p:spPr>
          <a:xfrm>
            <a:off x="309918" y="3169028"/>
            <a:ext cx="6633562" cy="2507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1E16D2-5EAB-4FBC-3EC2-0D2B3B5D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7612764" y="1690688"/>
            <a:ext cx="907957" cy="63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CD03C5-FDEF-400F-C81F-25A7A3A7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9029303" y="1690688"/>
            <a:ext cx="907957" cy="63338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7AAC62-C5CF-F499-8451-8883A8EE5E97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flipH="1">
            <a:off x="3805963" y="2007380"/>
            <a:ext cx="3806801" cy="21000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3A73B5-225B-EF2B-9500-4C27172FED14}"/>
              </a:ext>
            </a:extLst>
          </p:cNvPr>
          <p:cNvCxnSpPr>
            <a:cxnSpLocks/>
            <a:endCxn id="8" idx="1"/>
          </p:cNvCxnSpPr>
          <p:nvPr/>
        </p:nvCxnSpPr>
        <p:spPr>
          <a:xfrm flipH="1">
            <a:off x="4697402" y="2323281"/>
            <a:ext cx="4726084" cy="178415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09DDE7D-65BC-A006-A592-7922C2928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0897225" y="1690688"/>
            <a:ext cx="907957" cy="63338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97E9D6-251F-AEFE-3FFF-283F6DA68458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6473566" y="2324072"/>
            <a:ext cx="4877638" cy="17713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Left Brace 4">
            <a:extLst>
              <a:ext uri="{FF2B5EF4-FFF2-40B4-BE49-F238E27FC236}">
                <a16:creationId xmlns:a16="http://schemas.microsoft.com/office/drawing/2014/main" id="{DDEB9107-E92F-6020-4B18-261149C634FB}"/>
              </a:ext>
            </a:extLst>
          </p:cNvPr>
          <p:cNvSpPr/>
          <p:nvPr/>
        </p:nvSpPr>
        <p:spPr>
          <a:xfrm rot="5400000">
            <a:off x="3670573" y="3828019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D50CD2AC-01F9-095C-317D-C381924C9A70}"/>
              </a:ext>
            </a:extLst>
          </p:cNvPr>
          <p:cNvSpPr/>
          <p:nvPr/>
        </p:nvSpPr>
        <p:spPr>
          <a:xfrm rot="5400000">
            <a:off x="4562012" y="3828019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5BF6C8F4-742D-951A-E606-E974B47501A1}"/>
              </a:ext>
            </a:extLst>
          </p:cNvPr>
          <p:cNvSpPr/>
          <p:nvPr/>
        </p:nvSpPr>
        <p:spPr>
          <a:xfrm rot="5400000">
            <a:off x="6338176" y="3835340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39E91-D869-FC09-EA64-1CB9AC18B3EA}"/>
              </a:ext>
            </a:extLst>
          </p:cNvPr>
          <p:cNvSpPr txBox="1"/>
          <p:nvPr/>
        </p:nvSpPr>
        <p:spPr>
          <a:xfrm>
            <a:off x="8913886" y="3488042"/>
            <a:ext cx="30520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Pros: </a:t>
            </a:r>
            <a:r>
              <a:rPr lang="en-US" dirty="0">
                <a:solidFill>
                  <a:srgbClr val="C00000"/>
                </a:solidFill>
              </a:rPr>
              <a:t>Load Balance across SMPs</a:t>
            </a:r>
          </a:p>
          <a:p>
            <a:endParaRPr lang="en-US" dirty="0"/>
          </a:p>
          <a:p>
            <a:r>
              <a:rPr lang="en-US" dirty="0"/>
              <a:t>Cons: </a:t>
            </a:r>
            <a:r>
              <a:rPr lang="en-US" dirty="0">
                <a:solidFill>
                  <a:srgbClr val="C00000"/>
                </a:solidFill>
              </a:rPr>
              <a:t>(1) Requires a Binary Search Overhead; (2) Requires additional write synchronization across SMPs when a row is split across SMPs</a:t>
            </a:r>
          </a:p>
        </p:txBody>
      </p:sp>
    </p:spTree>
    <p:extLst>
      <p:ext uri="{BB962C8B-B14F-4D97-AF65-F5344CB8AC3E}">
        <p14:creationId xmlns:p14="http://schemas.microsoft.com/office/powerpoint/2010/main" val="9775544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2899-1E66-44B7-969F-8E3501F2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CF83D-E8BE-30D9-F7F7-B2B9E5F8E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52449" cy="4351338"/>
          </a:xfrm>
        </p:spPr>
        <p:txBody>
          <a:bodyPr/>
          <a:lstStyle/>
          <a:p>
            <a:r>
              <a:rPr lang="en-US" dirty="0"/>
              <a:t>Approach #2: Assign equal number of non-zeros to a SMP</a:t>
            </a:r>
          </a:p>
        </p:txBody>
      </p:sp>
      <p:pic>
        <p:nvPicPr>
          <p:cNvPr id="4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B9EA9CB4-04AF-5A37-597C-B3AEB1CA9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7"/>
          <a:stretch/>
        </p:blipFill>
        <p:spPr>
          <a:xfrm>
            <a:off x="309918" y="3169028"/>
            <a:ext cx="6633562" cy="2507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1E16D2-5EAB-4FBC-3EC2-0D2B3B5D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7612764" y="1690688"/>
            <a:ext cx="907957" cy="63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CD03C5-FDEF-400F-C81F-25A7A3A7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9029303" y="1690688"/>
            <a:ext cx="907957" cy="63338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7AAC62-C5CF-F499-8451-8883A8EE5E97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flipH="1">
            <a:off x="3805963" y="2007380"/>
            <a:ext cx="3806801" cy="21000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3A73B5-225B-EF2B-9500-4C27172FED14}"/>
              </a:ext>
            </a:extLst>
          </p:cNvPr>
          <p:cNvCxnSpPr>
            <a:cxnSpLocks/>
            <a:endCxn id="8" idx="1"/>
          </p:cNvCxnSpPr>
          <p:nvPr/>
        </p:nvCxnSpPr>
        <p:spPr>
          <a:xfrm flipH="1">
            <a:off x="4697402" y="2323281"/>
            <a:ext cx="4726084" cy="178415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09DDE7D-65BC-A006-A592-7922C2928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65" r="75727"/>
          <a:stretch/>
        </p:blipFill>
        <p:spPr>
          <a:xfrm>
            <a:off x="10897225" y="1690688"/>
            <a:ext cx="907957" cy="63338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97E9D6-251F-AEFE-3FFF-283F6DA68458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6473566" y="2324072"/>
            <a:ext cx="4877638" cy="17713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Left Brace 4">
            <a:extLst>
              <a:ext uri="{FF2B5EF4-FFF2-40B4-BE49-F238E27FC236}">
                <a16:creationId xmlns:a16="http://schemas.microsoft.com/office/drawing/2014/main" id="{DDEB9107-E92F-6020-4B18-261149C634FB}"/>
              </a:ext>
            </a:extLst>
          </p:cNvPr>
          <p:cNvSpPr/>
          <p:nvPr/>
        </p:nvSpPr>
        <p:spPr>
          <a:xfrm rot="5400000">
            <a:off x="3670573" y="3828019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D50CD2AC-01F9-095C-317D-C381924C9A70}"/>
              </a:ext>
            </a:extLst>
          </p:cNvPr>
          <p:cNvSpPr/>
          <p:nvPr/>
        </p:nvSpPr>
        <p:spPr>
          <a:xfrm rot="5400000">
            <a:off x="4562012" y="3828019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5BF6C8F4-742D-951A-E606-E974B47501A1}"/>
              </a:ext>
            </a:extLst>
          </p:cNvPr>
          <p:cNvSpPr/>
          <p:nvPr/>
        </p:nvSpPr>
        <p:spPr>
          <a:xfrm rot="5400000">
            <a:off x="6338176" y="3835340"/>
            <a:ext cx="270780" cy="8296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39E91-D869-FC09-EA64-1CB9AC18B3EA}"/>
              </a:ext>
            </a:extLst>
          </p:cNvPr>
          <p:cNvSpPr txBox="1"/>
          <p:nvPr/>
        </p:nvSpPr>
        <p:spPr>
          <a:xfrm>
            <a:off x="8913886" y="3488042"/>
            <a:ext cx="30520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Pros: </a:t>
            </a:r>
            <a:r>
              <a:rPr lang="en-US" dirty="0">
                <a:solidFill>
                  <a:srgbClr val="C00000"/>
                </a:solidFill>
              </a:rPr>
              <a:t>Load Balance across SMPs</a:t>
            </a:r>
          </a:p>
          <a:p>
            <a:endParaRPr lang="en-US" dirty="0"/>
          </a:p>
          <a:p>
            <a:r>
              <a:rPr lang="en-US" dirty="0"/>
              <a:t>Cons: </a:t>
            </a:r>
            <a:r>
              <a:rPr lang="en-US" dirty="0">
                <a:solidFill>
                  <a:srgbClr val="C00000"/>
                </a:solidFill>
              </a:rPr>
              <a:t>(1) Requires a Binary Search Overhead; </a:t>
            </a:r>
            <a:r>
              <a:rPr lang="en-US" b="1" dirty="0">
                <a:solidFill>
                  <a:srgbClr val="C00000"/>
                </a:solidFill>
              </a:rPr>
              <a:t>(2) Requires additional write synchronization across SMPs when a row is split across SMPs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6FF4579A-7394-4543-F723-96413B4FE220}"/>
              </a:ext>
            </a:extLst>
          </p:cNvPr>
          <p:cNvSpPr/>
          <p:nvPr/>
        </p:nvSpPr>
        <p:spPr>
          <a:xfrm rot="16200000">
            <a:off x="6115583" y="5272439"/>
            <a:ext cx="270780" cy="1274809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BF94DD-4716-769A-814C-567AC29BBFD7}"/>
              </a:ext>
            </a:extLst>
          </p:cNvPr>
          <p:cNvSpPr txBox="1"/>
          <p:nvPr/>
        </p:nvSpPr>
        <p:spPr>
          <a:xfrm>
            <a:off x="4880837" y="6151683"/>
            <a:ext cx="2870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Split across two processors</a:t>
            </a:r>
          </a:p>
        </p:txBody>
      </p:sp>
    </p:spTree>
    <p:extLst>
      <p:ext uri="{BB962C8B-B14F-4D97-AF65-F5344CB8AC3E}">
        <p14:creationId xmlns:p14="http://schemas.microsoft.com/office/powerpoint/2010/main" val="13575044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CA-8C95-6CBF-F01C-FAEC519F3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with Sparse Attention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Three Key Operations</a:t>
                </a:r>
              </a:p>
              <a:p>
                <a:endParaRPr lang="en-US" dirty="0"/>
              </a:p>
              <a:p>
                <a:r>
                  <a:rPr lang="en-US" b="0" dirty="0"/>
                  <a:t>Operation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/>
                  <a:t>Product of dense matrices under a sparse mask</a:t>
                </a:r>
              </a:p>
              <a:p>
                <a:r>
                  <a:rPr lang="en-US" b="0" dirty="0"/>
                  <a:t>Operation #2: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Operation #3: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𝑍𝑉</m:t>
                    </m:r>
                  </m:oMath>
                </a14:m>
                <a:r>
                  <a:rPr lang="en-US" dirty="0"/>
                  <a:t>: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matrices: </a:t>
                </a:r>
                <a:r>
                  <a:rPr lang="en-US" b="1" dirty="0"/>
                  <a:t>Product of a sparse and dense matrix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: Dense matrices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b="0" dirty="0"/>
                  <a:t>: Sparse matrix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828F3-204B-8E5D-4A58-E6AB09F90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C3EB890-B3C3-1DBD-5ABD-B88F5C6A3899}"/>
              </a:ext>
            </a:extLst>
          </p:cNvPr>
          <p:cNvSpPr/>
          <p:nvPr/>
        </p:nvSpPr>
        <p:spPr>
          <a:xfrm>
            <a:off x="676212" y="2627944"/>
            <a:ext cx="10839576" cy="80105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352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84A482-A07F-5D3C-6A90-0BBAC2AF92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84A482-A07F-5D3C-6A90-0BBAC2AF92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7FD174-0877-7976-D6B4-4D69F81625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Pytorch Way</a:t>
                </a:r>
              </a:p>
              <a:p>
                <a:endParaRPr lang="en-US" dirty="0"/>
              </a:p>
              <a:p>
                <a:r>
                  <a:rPr lang="en-US" dirty="0"/>
                  <a:t>Dense-dense matrix multiplication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b="0" dirty="0"/>
                  <a:t>Computation Complexity: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Storage Requirements: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if using </a:t>
                </a:r>
                <a:r>
                  <a:rPr lang="en-US" dirty="0" err="1"/>
                  <a:t>flashattention</a:t>
                </a:r>
                <a:r>
                  <a:rPr lang="en-US" dirty="0"/>
                  <a:t>) </a:t>
                </a:r>
              </a:p>
              <a:p>
                <a:endParaRPr lang="en-US" dirty="0"/>
              </a:p>
              <a:p>
                <a:r>
                  <a:rPr lang="en-US" dirty="0"/>
                  <a:t>Invalidate entries (Set them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dirty="0"/>
                  <a:t>)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mask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Alternatively, initialize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dirty="0"/>
                  <a:t> and only update the valid entries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7FD174-0877-7976-D6B4-4D69F81625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6965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84A482-A07F-5D3C-6A90-0BBAC2AF92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84A482-A07F-5D3C-6A90-0BBAC2AF92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FD174-0877-7976-D6B4-4D69F8162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directly use </a:t>
            </a:r>
            <a:r>
              <a:rPr lang="en-US" dirty="0" err="1"/>
              <a:t>SpMM</a:t>
            </a:r>
            <a:r>
              <a:rPr lang="en-US" dirty="0"/>
              <a:t> kernel?</a:t>
            </a:r>
          </a:p>
          <a:p>
            <a:endParaRPr lang="en-US" dirty="0"/>
          </a:p>
          <a:p>
            <a:r>
              <a:rPr lang="en-US" dirty="0"/>
              <a:t>No. But similar ideas can be utilized – Sampled Dense </a:t>
            </a:r>
            <a:r>
              <a:rPr lang="en-US" dirty="0" err="1"/>
              <a:t>Dense</a:t>
            </a:r>
            <a:r>
              <a:rPr lang="en-US" dirty="0"/>
              <a:t> Matrix Multiplication</a:t>
            </a:r>
          </a:p>
          <a:p>
            <a:endParaRPr lang="en-US" dirty="0"/>
          </a:p>
          <a:p>
            <a:r>
              <a:rPr lang="en-US" dirty="0"/>
              <a:t>We will discuss in next class</a:t>
            </a:r>
          </a:p>
        </p:txBody>
      </p:sp>
    </p:spTree>
    <p:extLst>
      <p:ext uri="{BB962C8B-B14F-4D97-AF65-F5344CB8AC3E}">
        <p14:creationId xmlns:p14="http://schemas.microsoft.com/office/powerpoint/2010/main" val="20932066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11/4 Lecture 19</a:t>
            </a:r>
          </a:p>
          <a:p>
            <a:pPr lvl="1"/>
            <a:r>
              <a:rPr lang="en-US" dirty="0"/>
              <a:t>Accelerating Transformer Model: Sparse Transformers Acceleration II </a:t>
            </a:r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6399</TotalTime>
  <Words>3521</Words>
  <Application>Microsoft Office PowerPoint</Application>
  <PresentationFormat>Widescreen</PresentationFormat>
  <Paragraphs>966</Paragraphs>
  <Slides>74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9" baseType="lpstr"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Announcements</vt:lpstr>
      <vt:lpstr>Outline</vt:lpstr>
      <vt:lpstr>Attention Mechanism – Fast Facts</vt:lpstr>
      <vt:lpstr>Attention</vt:lpstr>
      <vt:lpstr>FlashAttention</vt:lpstr>
      <vt:lpstr>FlashAttention</vt:lpstr>
      <vt:lpstr>FlashAttention</vt:lpstr>
      <vt:lpstr>FlashAttention</vt:lpstr>
      <vt:lpstr>FlashAttention</vt:lpstr>
      <vt:lpstr>FlashAttention</vt:lpstr>
      <vt:lpstr>Flash Attention</vt:lpstr>
      <vt:lpstr>Attention with Sparse Attention Mask</vt:lpstr>
      <vt:lpstr>QK Product with Attention Mask</vt:lpstr>
      <vt:lpstr>QK Product with Attention Mask</vt:lpstr>
      <vt:lpstr>Softmax with Attention Mask</vt:lpstr>
      <vt:lpstr>Product with V Matrix</vt:lpstr>
      <vt:lpstr>Attention with Sparse Attention Mask</vt:lpstr>
      <vt:lpstr>Attention with Sparse Attention Mask</vt:lpstr>
      <vt:lpstr>Attention with Sparse Attention Mask</vt:lpstr>
      <vt:lpstr>Y= QK^T | M: Product of two dense matrices under a mask</vt:lpstr>
      <vt:lpstr>Attention with Sparse Attention Mask</vt:lpstr>
      <vt:lpstr>Sparse-Dense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SpMM Storage Format - COO</vt:lpstr>
      <vt:lpstr>SpMM Storage Format - COO</vt:lpstr>
      <vt:lpstr>SpMM Storage Format - COO</vt:lpstr>
      <vt:lpstr>SpMM Storage Format - COO</vt:lpstr>
      <vt:lpstr>SpMM Storage Format - CSR</vt:lpstr>
      <vt:lpstr>SpMM Storage Format - CSR</vt:lpstr>
      <vt:lpstr>SpMM Storage Format - CSR</vt:lpstr>
      <vt:lpstr>SpMM Storage Format - CSR</vt:lpstr>
      <vt:lpstr>SpMM Storage Format - CSC</vt:lpstr>
      <vt:lpstr>Sparse Dense Matrix Multiplication (SpMM)</vt:lpstr>
      <vt:lpstr>Sparse Dense Matrix Multiplication (SpMM)</vt:lpstr>
      <vt:lpstr>Recall: Modeling GPU Architectures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PowerPoint Presentation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Sparse Dense Matrix Multiplication (SpMM)</vt:lpstr>
      <vt:lpstr>Attention with Sparse Attention Mask</vt:lpstr>
      <vt:lpstr>QK^T | M</vt:lpstr>
      <vt:lpstr>QK^T | M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100</cp:revision>
  <dcterms:created xsi:type="dcterms:W3CDTF">2022-08-26T11:47:57Z</dcterms:created>
  <dcterms:modified xsi:type="dcterms:W3CDTF">2026-02-15T20:48:25Z</dcterms:modified>
</cp:coreProperties>
</file>
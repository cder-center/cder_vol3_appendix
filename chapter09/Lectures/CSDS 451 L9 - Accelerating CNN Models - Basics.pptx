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0"/>
  </p:notesMasterIdLst>
  <p:sldIdLst>
    <p:sldId id="256" r:id="rId2"/>
    <p:sldId id="261" r:id="rId3"/>
    <p:sldId id="1253" r:id="rId4"/>
    <p:sldId id="1254" r:id="rId5"/>
    <p:sldId id="1255" r:id="rId6"/>
    <p:sldId id="1256" r:id="rId7"/>
    <p:sldId id="1259" r:id="rId8"/>
    <p:sldId id="1257" r:id="rId9"/>
    <p:sldId id="1620" r:id="rId10"/>
    <p:sldId id="1258" r:id="rId11"/>
    <p:sldId id="1260" r:id="rId12"/>
    <p:sldId id="1261" r:id="rId13"/>
    <p:sldId id="1262" r:id="rId14"/>
    <p:sldId id="1263" r:id="rId15"/>
    <p:sldId id="1267" r:id="rId16"/>
    <p:sldId id="1268" r:id="rId17"/>
    <p:sldId id="1269" r:id="rId18"/>
    <p:sldId id="1270" r:id="rId19"/>
    <p:sldId id="1621" r:id="rId20"/>
    <p:sldId id="1271" r:id="rId21"/>
    <p:sldId id="1622" r:id="rId22"/>
    <p:sldId id="1623" r:id="rId23"/>
    <p:sldId id="1624" r:id="rId24"/>
    <p:sldId id="1625" r:id="rId25"/>
    <p:sldId id="1265" r:id="rId26"/>
    <p:sldId id="1626" r:id="rId27"/>
    <p:sldId id="1627" r:id="rId28"/>
    <p:sldId id="1628" r:id="rId29"/>
    <p:sldId id="1272" r:id="rId30"/>
    <p:sldId id="1266" r:id="rId31"/>
    <p:sldId id="1280" r:id="rId32"/>
    <p:sldId id="1613" r:id="rId33"/>
    <p:sldId id="1281" r:id="rId34"/>
    <p:sldId id="1282" r:id="rId35"/>
    <p:sldId id="1309" r:id="rId36"/>
    <p:sldId id="1310" r:id="rId37"/>
    <p:sldId id="1311" r:id="rId38"/>
    <p:sldId id="1312" r:id="rId39"/>
    <p:sldId id="1314" r:id="rId40"/>
    <p:sldId id="1313" r:id="rId41"/>
    <p:sldId id="1315" r:id="rId42"/>
    <p:sldId id="1316" r:id="rId43"/>
    <p:sldId id="1317" r:id="rId44"/>
    <p:sldId id="1318" r:id="rId45"/>
    <p:sldId id="1319" r:id="rId46"/>
    <p:sldId id="1320" r:id="rId47"/>
    <p:sldId id="1321" r:id="rId48"/>
    <p:sldId id="1629" r:id="rId49"/>
    <p:sldId id="1630" r:id="rId50"/>
    <p:sldId id="1606" r:id="rId51"/>
    <p:sldId id="1607" r:id="rId52"/>
    <p:sldId id="1608" r:id="rId53"/>
    <p:sldId id="1631" r:id="rId54"/>
    <p:sldId id="1322" r:id="rId55"/>
    <p:sldId id="1323" r:id="rId56"/>
    <p:sldId id="1324" r:id="rId57"/>
    <p:sldId id="1325" r:id="rId58"/>
    <p:sldId id="1326" r:id="rId59"/>
    <p:sldId id="1327" r:id="rId60"/>
    <p:sldId id="1328" r:id="rId61"/>
    <p:sldId id="1329" r:id="rId62"/>
    <p:sldId id="1632" r:id="rId63"/>
    <p:sldId id="1330" r:id="rId64"/>
    <p:sldId id="1633" r:id="rId65"/>
    <p:sldId id="1331" r:id="rId66"/>
    <p:sldId id="1332" r:id="rId67"/>
    <p:sldId id="1610" r:id="rId68"/>
    <p:sldId id="1611" r:id="rId69"/>
    <p:sldId id="1612" r:id="rId70"/>
    <p:sldId id="1634" r:id="rId71"/>
    <p:sldId id="1614" r:id="rId72"/>
    <p:sldId id="1615" r:id="rId73"/>
    <p:sldId id="1616" r:id="rId74"/>
    <p:sldId id="1617" r:id="rId75"/>
    <p:sldId id="1618" r:id="rId76"/>
    <p:sldId id="1619" r:id="rId77"/>
    <p:sldId id="1551" r:id="rId78"/>
    <p:sldId id="391" r:id="rId7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558336-AE15-4CDD-AB6D-EE016937268C}" v="268" dt="2025-09-23T14:35:03.0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325" autoAdjust="0"/>
  </p:normalViewPr>
  <p:slideViewPr>
    <p:cSldViewPr snapToGrid="0">
      <p:cViewPr varScale="1">
        <p:scale>
          <a:sx n="91" d="100"/>
          <a:sy n="91" d="100"/>
        </p:scale>
        <p:origin x="12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85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86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mukh Kuppannagari" userId="ad215094-da36-4b66-9c79-369a17aea26b" providerId="ADAL" clId="{7B61D3EF-15B8-4F04-8033-014CD468CBC4}"/>
    <pc:docChg chg="undo custSel delSld modSld">
      <pc:chgData name="Sanmukh Kuppannagari" userId="ad215094-da36-4b66-9c79-369a17aea26b" providerId="ADAL" clId="{7B61D3EF-15B8-4F04-8033-014CD468CBC4}" dt="2025-09-18T14:57:35.710" v="344" actId="20577"/>
      <pc:docMkLst>
        <pc:docMk/>
      </pc:docMkLst>
      <pc:sldChg chg="modSp mod">
        <pc:chgData name="Sanmukh Kuppannagari" userId="ad215094-da36-4b66-9c79-369a17aea26b" providerId="ADAL" clId="{7B61D3EF-15B8-4F04-8033-014CD468CBC4}" dt="2025-09-18T13:44:24.799" v="4" actId="20577"/>
        <pc:sldMkLst>
          <pc:docMk/>
          <pc:sldMk cId="728785357" sldId="256"/>
        </pc:sldMkLst>
        <pc:spChg chg="mod">
          <ac:chgData name="Sanmukh Kuppannagari" userId="ad215094-da36-4b66-9c79-369a17aea26b" providerId="ADAL" clId="{7B61D3EF-15B8-4F04-8033-014CD468CBC4}" dt="2025-09-18T13:44:24.799" v="4" actId="20577"/>
          <ac:spMkLst>
            <pc:docMk/>
            <pc:sldMk cId="728785357" sldId="256"/>
            <ac:spMk id="3" creationId="{C46BB279-3651-105A-8503-217F67B1FED8}"/>
          </ac:spMkLst>
        </pc:spChg>
      </pc:sldChg>
      <pc:sldChg chg="addSp modSp mod">
        <pc:chgData name="Sanmukh Kuppannagari" userId="ad215094-da36-4b66-9c79-369a17aea26b" providerId="ADAL" clId="{7B61D3EF-15B8-4F04-8033-014CD468CBC4}" dt="2025-09-18T14:53:04.114" v="197" actId="1076"/>
        <pc:sldMkLst>
          <pc:docMk/>
          <pc:sldMk cId="2120287752" sldId="1310"/>
        </pc:sldMkLst>
      </pc:sldChg>
      <pc:sldChg chg="addSp modSp">
        <pc:chgData name="Sanmukh Kuppannagari" userId="ad215094-da36-4b66-9c79-369a17aea26b" providerId="ADAL" clId="{7B61D3EF-15B8-4F04-8033-014CD468CBC4}" dt="2025-09-18T14:53:07.704" v="198"/>
        <pc:sldMkLst>
          <pc:docMk/>
          <pc:sldMk cId="2652461517" sldId="1311"/>
        </pc:sldMkLst>
      </pc:sldChg>
      <pc:sldChg chg="addSp modSp">
        <pc:chgData name="Sanmukh Kuppannagari" userId="ad215094-da36-4b66-9c79-369a17aea26b" providerId="ADAL" clId="{7B61D3EF-15B8-4F04-8033-014CD468CBC4}" dt="2025-09-18T14:53:11.101" v="199"/>
        <pc:sldMkLst>
          <pc:docMk/>
          <pc:sldMk cId="284065558" sldId="1312"/>
        </pc:sldMkLst>
      </pc:sldChg>
      <pc:sldChg chg="addSp modSp">
        <pc:chgData name="Sanmukh Kuppannagari" userId="ad215094-da36-4b66-9c79-369a17aea26b" providerId="ADAL" clId="{7B61D3EF-15B8-4F04-8033-014CD468CBC4}" dt="2025-09-18T14:53:15.067" v="200"/>
        <pc:sldMkLst>
          <pc:docMk/>
          <pc:sldMk cId="303362016" sldId="1313"/>
        </pc:sldMkLst>
      </pc:sldChg>
      <pc:sldChg chg="addSp delSp modSp mod">
        <pc:chgData name="Sanmukh Kuppannagari" userId="ad215094-da36-4b66-9c79-369a17aea26b" providerId="ADAL" clId="{7B61D3EF-15B8-4F04-8033-014CD468CBC4}" dt="2025-09-18T14:53:57.784" v="210" actId="478"/>
        <pc:sldMkLst>
          <pc:docMk/>
          <pc:sldMk cId="1137941797" sldId="1314"/>
        </pc:sldMkLst>
      </pc:sldChg>
      <pc:sldChg chg="modSp">
        <pc:chgData name="Sanmukh Kuppannagari" userId="ad215094-da36-4b66-9c79-369a17aea26b" providerId="ADAL" clId="{7B61D3EF-15B8-4F04-8033-014CD468CBC4}" dt="2025-09-18T14:38:31.893" v="193" actId="207"/>
        <pc:sldMkLst>
          <pc:docMk/>
          <pc:sldMk cId="3610053994" sldId="1317"/>
        </pc:sldMkLst>
      </pc:sldChg>
      <pc:sldChg chg="modSp mod">
        <pc:chgData name="Sanmukh Kuppannagari" userId="ad215094-da36-4b66-9c79-369a17aea26b" providerId="ADAL" clId="{7B61D3EF-15B8-4F04-8033-014CD468CBC4}" dt="2025-09-18T14:57:35.710" v="344" actId="20577"/>
        <pc:sldMkLst>
          <pc:docMk/>
          <pc:sldMk cId="3204193764" sldId="1320"/>
        </pc:sldMkLst>
      </pc:sldChg>
      <pc:sldChg chg="modSp mod">
        <pc:chgData name="Sanmukh Kuppannagari" userId="ad215094-da36-4b66-9c79-369a17aea26b" providerId="ADAL" clId="{7B61D3EF-15B8-4F04-8033-014CD468CBC4}" dt="2025-09-18T13:48:17.769" v="170" actId="5793"/>
        <pc:sldMkLst>
          <pc:docMk/>
          <pc:sldMk cId="330368493" sldId="1340"/>
        </pc:sldMkLst>
      </pc:sldChg>
      <pc:sldChg chg="modSp mod">
        <pc:chgData name="Sanmukh Kuppannagari" userId="ad215094-da36-4b66-9c79-369a17aea26b" providerId="ADAL" clId="{7B61D3EF-15B8-4F04-8033-014CD468CBC4}" dt="2025-09-18T13:44:41.742" v="58" actId="20577"/>
        <pc:sldMkLst>
          <pc:docMk/>
          <pc:sldMk cId="2091044005" sldId="1513"/>
        </pc:sldMkLst>
      </pc:sldChg>
      <pc:sldChg chg="del">
        <pc:chgData name="Sanmukh Kuppannagari" userId="ad215094-da36-4b66-9c79-369a17aea26b" providerId="ADAL" clId="{7B61D3EF-15B8-4F04-8033-014CD468CBC4}" dt="2025-09-18T13:44:50.370" v="59" actId="47"/>
        <pc:sldMkLst>
          <pc:docMk/>
          <pc:sldMk cId="48973366" sldId="1514"/>
        </pc:sldMkLst>
      </pc:sldChg>
      <pc:sldChg chg="del">
        <pc:chgData name="Sanmukh Kuppannagari" userId="ad215094-da36-4b66-9c79-369a17aea26b" providerId="ADAL" clId="{7B61D3EF-15B8-4F04-8033-014CD468CBC4}" dt="2025-09-18T13:44:54.750" v="60" actId="47"/>
        <pc:sldMkLst>
          <pc:docMk/>
          <pc:sldMk cId="312789784" sldId="1549"/>
        </pc:sldMkLst>
      </pc:sldChg>
      <pc:sldChg chg="modSp mod">
        <pc:chgData name="Sanmukh Kuppannagari" userId="ad215094-da36-4b66-9c79-369a17aea26b" providerId="ADAL" clId="{7B61D3EF-15B8-4F04-8033-014CD468CBC4}" dt="2025-09-18T13:47:34.750" v="133" actId="20577"/>
        <pc:sldMkLst>
          <pc:docMk/>
          <pc:sldMk cId="1297240811" sldId="1551"/>
        </pc:sldMkLst>
        <pc:spChg chg="mod">
          <ac:chgData name="Sanmukh Kuppannagari" userId="ad215094-da36-4b66-9c79-369a17aea26b" providerId="ADAL" clId="{7B61D3EF-15B8-4F04-8033-014CD468CBC4}" dt="2025-09-18T13:47:34.750" v="133" actId="20577"/>
          <ac:spMkLst>
            <pc:docMk/>
            <pc:sldMk cId="1297240811" sldId="1551"/>
            <ac:spMk id="3" creationId="{E7FF2391-E8AE-9A93-A4FC-0E02B54BC29C}"/>
          </ac:spMkLst>
        </pc:spChg>
      </pc:sldChg>
      <pc:sldChg chg="addSp delSp modSp mod">
        <pc:chgData name="Sanmukh Kuppannagari" userId="ad215094-da36-4b66-9c79-369a17aea26b" providerId="ADAL" clId="{7B61D3EF-15B8-4F04-8033-014CD468CBC4}" dt="2025-09-18T14:53:47.982" v="209" actId="478"/>
        <pc:sldMkLst>
          <pc:docMk/>
          <pc:sldMk cId="570117069" sldId="1573"/>
        </pc:sldMkLst>
      </pc:sldChg>
      <pc:sldChg chg="addSp delSp modSp mod">
        <pc:chgData name="Sanmukh Kuppannagari" userId="ad215094-da36-4b66-9c79-369a17aea26b" providerId="ADAL" clId="{7B61D3EF-15B8-4F04-8033-014CD468CBC4}" dt="2025-09-18T14:53:44.767" v="208" actId="478"/>
        <pc:sldMkLst>
          <pc:docMk/>
          <pc:sldMk cId="995901004" sldId="1574"/>
        </pc:sldMkLst>
      </pc:sldChg>
      <pc:sldChg chg="addSp delSp modSp mod">
        <pc:chgData name="Sanmukh Kuppannagari" userId="ad215094-da36-4b66-9c79-369a17aea26b" providerId="ADAL" clId="{7B61D3EF-15B8-4F04-8033-014CD468CBC4}" dt="2025-09-18T14:53:42.215" v="207" actId="478"/>
        <pc:sldMkLst>
          <pc:docMk/>
          <pc:sldMk cId="440498288" sldId="1575"/>
        </pc:sldMkLst>
      </pc:sldChg>
      <pc:sldChg chg="addSp delSp modSp mod">
        <pc:chgData name="Sanmukh Kuppannagari" userId="ad215094-da36-4b66-9c79-369a17aea26b" providerId="ADAL" clId="{7B61D3EF-15B8-4F04-8033-014CD468CBC4}" dt="2025-09-18T14:53:37.119" v="206" actId="478"/>
        <pc:sldMkLst>
          <pc:docMk/>
          <pc:sldMk cId="670652363" sldId="1576"/>
        </pc:sldMkLst>
      </pc:sldChg>
      <pc:sldChg chg="modSp">
        <pc:chgData name="Sanmukh Kuppannagari" userId="ad215094-da36-4b66-9c79-369a17aea26b" providerId="ADAL" clId="{7B61D3EF-15B8-4F04-8033-014CD468CBC4}" dt="2025-09-18T14:38:15.855" v="191" actId="20577"/>
        <pc:sldMkLst>
          <pc:docMk/>
          <pc:sldMk cId="3330804335" sldId="1583"/>
        </pc:sldMkLst>
      </pc:sldChg>
      <pc:sldChg chg="addSp modSp">
        <pc:chgData name="Sanmukh Kuppannagari" userId="ad215094-da36-4b66-9c79-369a17aea26b" providerId="ADAL" clId="{7B61D3EF-15B8-4F04-8033-014CD468CBC4}" dt="2025-09-18T14:57:13.460" v="341" actId="571"/>
        <pc:sldMkLst>
          <pc:docMk/>
          <pc:sldMk cId="936452190" sldId="1584"/>
        </pc:sldMkLst>
      </pc:sldChg>
      <pc:sldChg chg="addSp modSp">
        <pc:chgData name="Sanmukh Kuppannagari" userId="ad215094-da36-4b66-9c79-369a17aea26b" providerId="ADAL" clId="{7B61D3EF-15B8-4F04-8033-014CD468CBC4}" dt="2025-09-18T14:57:22.432" v="342"/>
        <pc:sldMkLst>
          <pc:docMk/>
          <pc:sldMk cId="652014047" sldId="1585"/>
        </pc:sldMkLst>
      </pc:sldChg>
      <pc:sldChg chg="addSp modSp">
        <pc:chgData name="Sanmukh Kuppannagari" userId="ad215094-da36-4b66-9c79-369a17aea26b" providerId="ADAL" clId="{7B61D3EF-15B8-4F04-8033-014CD468CBC4}" dt="2025-09-18T14:57:26.014" v="343"/>
        <pc:sldMkLst>
          <pc:docMk/>
          <pc:sldMk cId="3673118713" sldId="1586"/>
        </pc:sldMkLst>
      </pc:sldChg>
    </pc:docChg>
  </pc:docChgLst>
  <pc:docChgLst>
    <pc:chgData name="Sanmukh Kuppannagari" userId="ad215094-da36-4b66-9c79-369a17aea26b" providerId="ADAL" clId="{57CFD692-4744-46EE-BC36-4B4ADFBE76FB}"/>
    <pc:docChg chg="undo custSel addSld delSld modSld">
      <pc:chgData name="Sanmukh Kuppannagari" userId="ad215094-da36-4b66-9c79-369a17aea26b" providerId="ADAL" clId="{57CFD692-4744-46EE-BC36-4B4ADFBE76FB}" dt="2024-09-17T17:25:16.114" v="6207" actId="14100"/>
      <pc:docMkLst>
        <pc:docMk/>
      </pc:docMkLst>
      <pc:sldChg chg="modSp mod">
        <pc:chgData name="Sanmukh Kuppannagari" userId="ad215094-da36-4b66-9c79-369a17aea26b" providerId="ADAL" clId="{57CFD692-4744-46EE-BC36-4B4ADFBE76FB}" dt="2024-09-17T14:18:24.778" v="1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57CFD692-4744-46EE-BC36-4B4ADFBE76FB}" dt="2024-09-17T15:18:46.245" v="3476" actId="20577"/>
        <pc:sldMkLst>
          <pc:docMk/>
          <pc:sldMk cId="2017305151" sldId="261"/>
        </pc:sldMkLst>
      </pc:sldChg>
      <pc:sldChg chg="modSp add mod">
        <pc:chgData name="Sanmukh Kuppannagari" userId="ad215094-da36-4b66-9c79-369a17aea26b" providerId="ADAL" clId="{57CFD692-4744-46EE-BC36-4B4ADFBE76FB}" dt="2024-09-17T14:30:17.188" v="519" actId="20577"/>
        <pc:sldMkLst>
          <pc:docMk/>
          <pc:sldMk cId="3934877374" sldId="311"/>
        </pc:sldMkLst>
      </pc:sldChg>
      <pc:sldChg chg="modSp add mod">
        <pc:chgData name="Sanmukh Kuppannagari" userId="ad215094-da36-4b66-9c79-369a17aea26b" providerId="ADAL" clId="{57CFD692-4744-46EE-BC36-4B4ADFBE76FB}" dt="2024-09-17T14:30:13.222" v="516" actId="27636"/>
        <pc:sldMkLst>
          <pc:docMk/>
          <pc:sldMk cId="1937731969" sldId="312"/>
        </pc:sldMkLst>
      </pc:sldChg>
      <pc:sldChg chg="add">
        <pc:chgData name="Sanmukh Kuppannagari" userId="ad215094-da36-4b66-9c79-369a17aea26b" providerId="ADAL" clId="{57CFD692-4744-46EE-BC36-4B4ADFBE76FB}" dt="2024-09-17T14:28:27.341" v="436"/>
        <pc:sldMkLst>
          <pc:docMk/>
          <pc:sldMk cId="2275422666" sldId="313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230029266" sldId="316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879505598" sldId="31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964895541" sldId="32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818063122" sldId="34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287006485" sldId="34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541016882" sldId="34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430606432" sldId="35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998572678" sldId="35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590445591" sldId="35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349920142" sldId="35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740634628" sldId="35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82194659" sldId="359"/>
        </pc:sldMkLst>
      </pc:sldChg>
      <pc:sldChg chg="modSp add mod">
        <pc:chgData name="Sanmukh Kuppannagari" userId="ad215094-da36-4b66-9c79-369a17aea26b" providerId="ADAL" clId="{57CFD692-4744-46EE-BC36-4B4ADFBE76FB}" dt="2024-09-17T14:30:20.712" v="522" actId="20577"/>
        <pc:sldMkLst>
          <pc:docMk/>
          <pc:sldMk cId="2496462880" sldId="363"/>
        </pc:sldMkLst>
      </pc:sldChg>
      <pc:sldChg chg="add">
        <pc:chgData name="Sanmukh Kuppannagari" userId="ad215094-da36-4b66-9c79-369a17aea26b" providerId="ADAL" clId="{57CFD692-4744-46EE-BC36-4B4ADFBE76FB}" dt="2024-09-17T14:28:27.341" v="436"/>
        <pc:sldMkLst>
          <pc:docMk/>
          <pc:sldMk cId="4289731522" sldId="367"/>
        </pc:sldMkLst>
      </pc:sldChg>
      <pc:sldChg chg="add">
        <pc:chgData name="Sanmukh Kuppannagari" userId="ad215094-da36-4b66-9c79-369a17aea26b" providerId="ADAL" clId="{57CFD692-4744-46EE-BC36-4B4ADFBE76FB}" dt="2024-09-17T14:28:27.341" v="436"/>
        <pc:sldMkLst>
          <pc:docMk/>
          <pc:sldMk cId="4086263254" sldId="371"/>
        </pc:sldMkLst>
      </pc:sldChg>
      <pc:sldChg chg="modSp add mod">
        <pc:chgData name="Sanmukh Kuppannagari" userId="ad215094-da36-4b66-9c79-369a17aea26b" providerId="ADAL" clId="{57CFD692-4744-46EE-BC36-4B4ADFBE76FB}" dt="2024-09-17T14:33:11.060" v="566" actId="20577"/>
        <pc:sldMkLst>
          <pc:docMk/>
          <pc:sldMk cId="2834613010" sldId="37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431469683" sldId="37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72326915" sldId="375"/>
        </pc:sldMkLst>
      </pc:sldChg>
      <pc:sldChg chg="modSp add mod">
        <pc:chgData name="Sanmukh Kuppannagari" userId="ad215094-da36-4b66-9c79-369a17aea26b" providerId="ADAL" clId="{57CFD692-4744-46EE-BC36-4B4ADFBE76FB}" dt="2024-09-17T14:39:45.023" v="570" actId="113"/>
        <pc:sldMkLst>
          <pc:docMk/>
          <pc:sldMk cId="854907447" sldId="382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338842979" sldId="384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3771660" sldId="38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98278600" sldId="389"/>
        </pc:sldMkLst>
      </pc:sldChg>
      <pc:sldChg chg="modSp mod">
        <pc:chgData name="Sanmukh Kuppannagari" userId="ad215094-da36-4b66-9c79-369a17aea26b" providerId="ADAL" clId="{57CFD692-4744-46EE-BC36-4B4ADFBE76FB}" dt="2024-09-17T14:40:31.818" v="621" actId="20577"/>
        <pc:sldMkLst>
          <pc:docMk/>
          <pc:sldMk cId="3837875043" sldId="390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181382666" sldId="404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319194896" sldId="418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947479394" sldId="41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51680372" sldId="437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736426824" sldId="438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820019786" sldId="43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642145031" sldId="441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275163260" sldId="45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967081645" sldId="46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829024903" sldId="64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233672176" sldId="1228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3699708138" sldId="1229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453964490" sldId="1230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1037780407" sldId="1232"/>
        </pc:sldMkLst>
      </pc:sldChg>
      <pc:sldChg chg="add">
        <pc:chgData name="Sanmukh Kuppannagari" userId="ad215094-da36-4b66-9c79-369a17aea26b" providerId="ADAL" clId="{57CFD692-4744-46EE-BC36-4B4ADFBE76FB}" dt="2024-09-17T14:37:27.956" v="567"/>
        <pc:sldMkLst>
          <pc:docMk/>
          <pc:sldMk cId="1479534324" sldId="123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246288794" sldId="1237"/>
        </pc:sldMkLst>
      </pc:sldChg>
      <pc:sldChg chg="add">
        <pc:chgData name="Sanmukh Kuppannagari" userId="ad215094-da36-4b66-9c79-369a17aea26b" providerId="ADAL" clId="{57CFD692-4744-46EE-BC36-4B4ADFBE76FB}" dt="2024-09-17T14:38:11.426" v="568"/>
        <pc:sldMkLst>
          <pc:docMk/>
          <pc:sldMk cId="2124545071" sldId="123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692180613" sldId="123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095821644" sldId="124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59763505" sldId="124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178271313" sldId="124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505400230" sldId="124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895113626" sldId="143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65455456" sldId="143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249774978" sldId="143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744848553" sldId="143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911730472" sldId="1439"/>
        </pc:sldMkLst>
      </pc:sldChg>
      <pc:sldChg chg="addSp delSp modSp add del mod">
        <pc:chgData name="Sanmukh Kuppannagari" userId="ad215094-da36-4b66-9c79-369a17aea26b" providerId="ADAL" clId="{57CFD692-4744-46EE-BC36-4B4ADFBE76FB}" dt="2024-09-17T15:55:41.974" v="3822" actId="21"/>
        <pc:sldMkLst>
          <pc:docMk/>
          <pc:sldMk cId="166141272" sldId="145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35296341" sldId="147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59220519" sldId="147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637780389" sldId="147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65918572" sldId="147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33588936" sldId="148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51489107" sldId="148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137888738" sldId="148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749571042" sldId="148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73926282" sldId="148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951002451" sldId="148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093951396" sldId="148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27016912" sldId="148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581566112" sldId="148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895175968" sldId="148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883266803" sldId="149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432030833" sldId="149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851547733" sldId="149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110247357" sldId="149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48702013" sldId="149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83901888" sldId="149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607590641" sldId="149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416366971" sldId="149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3466822053" sldId="149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318329734" sldId="149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356971427" sldId="150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018545262" sldId="150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635305440" sldId="1502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450447005" sldId="1503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591644866" sldId="1504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4226465458" sldId="1505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571495037" sldId="1506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267279555" sldId="1507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753430728" sldId="1508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438830724" sldId="1509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897212904" sldId="1510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2991715139" sldId="1511"/>
        </pc:sldMkLst>
      </pc:sldChg>
      <pc:sldChg chg="del">
        <pc:chgData name="Sanmukh Kuppannagari" userId="ad215094-da36-4b66-9c79-369a17aea26b" providerId="ADAL" clId="{57CFD692-4744-46EE-BC36-4B4ADFBE76FB}" dt="2024-09-17T14:40:09.880" v="572" actId="47"/>
        <pc:sldMkLst>
          <pc:docMk/>
          <pc:sldMk cId="1042445932" sldId="1512"/>
        </pc:sldMkLst>
      </pc:sldChg>
      <pc:sldChg chg="modSp new mod">
        <pc:chgData name="Sanmukh Kuppannagari" userId="ad215094-da36-4b66-9c79-369a17aea26b" providerId="ADAL" clId="{57CFD692-4744-46EE-BC36-4B4ADFBE76FB}" dt="2024-09-17T14:19:49.941" v="229" actId="20577"/>
        <pc:sldMkLst>
          <pc:docMk/>
          <pc:sldMk cId="2091044005" sldId="1513"/>
        </pc:sldMkLst>
      </pc:sldChg>
      <pc:sldChg chg="modSp new mod">
        <pc:chgData name="Sanmukh Kuppannagari" userId="ad215094-da36-4b66-9c79-369a17aea26b" providerId="ADAL" clId="{57CFD692-4744-46EE-BC36-4B4ADFBE76FB}" dt="2024-09-17T14:21:09.571" v="413" actId="20577"/>
        <pc:sldMkLst>
          <pc:docMk/>
          <pc:sldMk cId="48973366" sldId="1514"/>
        </pc:sldMkLst>
      </pc:sldChg>
      <pc:sldChg chg="modSp new del mod">
        <pc:chgData name="Sanmukh Kuppannagari" userId="ad215094-da36-4b66-9c79-369a17aea26b" providerId="ADAL" clId="{57CFD692-4744-46EE-BC36-4B4ADFBE76FB}" dt="2024-09-17T15:06:44.715" v="1416" actId="47"/>
        <pc:sldMkLst>
          <pc:docMk/>
          <pc:sldMk cId="877053149" sldId="1515"/>
        </pc:sldMkLst>
      </pc:sldChg>
      <pc:sldChg chg="modSp add mod">
        <pc:chgData name="Sanmukh Kuppannagari" userId="ad215094-da36-4b66-9c79-369a17aea26b" providerId="ADAL" clId="{57CFD692-4744-46EE-BC36-4B4ADFBE76FB}" dt="2024-09-17T15:18:38.206" v="3463" actId="20577"/>
        <pc:sldMkLst>
          <pc:docMk/>
          <pc:sldMk cId="202113540" sldId="1516"/>
        </pc:sldMkLst>
      </pc:sldChg>
      <pc:sldChg chg="modSp add mod">
        <pc:chgData name="Sanmukh Kuppannagari" userId="ad215094-da36-4b66-9c79-369a17aea26b" providerId="ADAL" clId="{57CFD692-4744-46EE-BC36-4B4ADFBE76FB}" dt="2024-09-17T15:18:59.063" v="3489" actId="20577"/>
        <pc:sldMkLst>
          <pc:docMk/>
          <pc:sldMk cId="2851048179" sldId="1517"/>
        </pc:sldMkLst>
      </pc:sldChg>
      <pc:sldChg chg="add">
        <pc:chgData name="Sanmukh Kuppannagari" userId="ad215094-da36-4b66-9c79-369a17aea26b" providerId="ADAL" clId="{57CFD692-4744-46EE-BC36-4B4ADFBE76FB}" dt="2024-09-17T14:39:54.780" v="571"/>
        <pc:sldMkLst>
          <pc:docMk/>
          <pc:sldMk cId="2170564833" sldId="1518"/>
        </pc:sldMkLst>
      </pc:sldChg>
      <pc:sldChg chg="modSp new mod">
        <pc:chgData name="Sanmukh Kuppannagari" userId="ad215094-da36-4b66-9c79-369a17aea26b" providerId="ADAL" clId="{57CFD692-4744-46EE-BC36-4B4ADFBE76FB}" dt="2024-09-17T14:52:17.795" v="1015" actId="20577"/>
        <pc:sldMkLst>
          <pc:docMk/>
          <pc:sldMk cId="1223128325" sldId="1519"/>
        </pc:sldMkLst>
      </pc:sldChg>
      <pc:sldChg chg="modSp new mod">
        <pc:chgData name="Sanmukh Kuppannagari" userId="ad215094-da36-4b66-9c79-369a17aea26b" providerId="ADAL" clId="{57CFD692-4744-46EE-BC36-4B4ADFBE76FB}" dt="2024-09-17T15:50:27.077" v="3662" actId="20577"/>
        <pc:sldMkLst>
          <pc:docMk/>
          <pc:sldMk cId="1363376498" sldId="1520"/>
        </pc:sldMkLst>
      </pc:sldChg>
      <pc:sldChg chg="modSp new mod">
        <pc:chgData name="Sanmukh Kuppannagari" userId="ad215094-da36-4b66-9c79-369a17aea26b" providerId="ADAL" clId="{57CFD692-4744-46EE-BC36-4B4ADFBE76FB}" dt="2024-09-17T15:50:00.221" v="3615" actId="20577"/>
        <pc:sldMkLst>
          <pc:docMk/>
          <pc:sldMk cId="2829791837" sldId="1521"/>
        </pc:sldMkLst>
      </pc:sldChg>
      <pc:sldChg chg="modSp new mod">
        <pc:chgData name="Sanmukh Kuppannagari" userId="ad215094-da36-4b66-9c79-369a17aea26b" providerId="ADAL" clId="{57CFD692-4744-46EE-BC36-4B4ADFBE76FB}" dt="2024-09-17T15:10:08.920" v="1852" actId="20577"/>
        <pc:sldMkLst>
          <pc:docMk/>
          <pc:sldMk cId="3893234935" sldId="1522"/>
        </pc:sldMkLst>
      </pc:sldChg>
      <pc:sldChg chg="modSp new mod">
        <pc:chgData name="Sanmukh Kuppannagari" userId="ad215094-da36-4b66-9c79-369a17aea26b" providerId="ADAL" clId="{57CFD692-4744-46EE-BC36-4B4ADFBE76FB}" dt="2024-09-17T15:11:33.231" v="2175" actId="20577"/>
        <pc:sldMkLst>
          <pc:docMk/>
          <pc:sldMk cId="3481763059" sldId="1523"/>
        </pc:sldMkLst>
      </pc:sldChg>
      <pc:sldChg chg="modSp new mod">
        <pc:chgData name="Sanmukh Kuppannagari" userId="ad215094-da36-4b66-9c79-369a17aea26b" providerId="ADAL" clId="{57CFD692-4744-46EE-BC36-4B4ADFBE76FB}" dt="2024-09-17T15:14:34.208" v="2893" actId="20577"/>
        <pc:sldMkLst>
          <pc:docMk/>
          <pc:sldMk cId="2617663034" sldId="1524"/>
        </pc:sldMkLst>
      </pc:sldChg>
      <pc:sldChg chg="modSp new mod">
        <pc:chgData name="Sanmukh Kuppannagari" userId="ad215094-da36-4b66-9c79-369a17aea26b" providerId="ADAL" clId="{57CFD692-4744-46EE-BC36-4B4ADFBE76FB}" dt="2024-09-17T15:18:21.833" v="3452" actId="20577"/>
        <pc:sldMkLst>
          <pc:docMk/>
          <pc:sldMk cId="939595551" sldId="1525"/>
        </pc:sldMkLst>
      </pc:sldChg>
      <pc:sldChg chg="addSp delSp modSp new mod">
        <pc:chgData name="Sanmukh Kuppannagari" userId="ad215094-da36-4b66-9c79-369a17aea26b" providerId="ADAL" clId="{57CFD692-4744-46EE-BC36-4B4ADFBE76FB}" dt="2024-09-17T15:57:35.506" v="3887" actId="14100"/>
        <pc:sldMkLst>
          <pc:docMk/>
          <pc:sldMk cId="878398838" sldId="1526"/>
        </pc:sldMkLst>
      </pc:sldChg>
      <pc:sldChg chg="modSp new del mod">
        <pc:chgData name="Sanmukh Kuppannagari" userId="ad215094-da36-4b66-9c79-369a17aea26b" providerId="ADAL" clId="{57CFD692-4744-46EE-BC36-4B4ADFBE76FB}" dt="2024-09-17T15:26:03.633" v="3599" actId="47"/>
        <pc:sldMkLst>
          <pc:docMk/>
          <pc:sldMk cId="3481160692" sldId="1526"/>
        </pc:sldMkLst>
      </pc:sldChg>
      <pc:sldChg chg="addSp delSp modSp add mod">
        <pc:chgData name="Sanmukh Kuppannagari" userId="ad215094-da36-4b66-9c79-369a17aea26b" providerId="ADAL" clId="{57CFD692-4744-46EE-BC36-4B4ADFBE76FB}" dt="2024-09-17T16:00:17.033" v="3942" actId="1076"/>
        <pc:sldMkLst>
          <pc:docMk/>
          <pc:sldMk cId="827224132" sldId="1527"/>
        </pc:sldMkLst>
      </pc:sldChg>
      <pc:sldChg chg="addSp delSp modSp add mod">
        <pc:chgData name="Sanmukh Kuppannagari" userId="ad215094-da36-4b66-9c79-369a17aea26b" providerId="ADAL" clId="{57CFD692-4744-46EE-BC36-4B4ADFBE76FB}" dt="2024-09-17T16:03:26.446" v="4105" actId="14100"/>
        <pc:sldMkLst>
          <pc:docMk/>
          <pc:sldMk cId="297830899" sldId="1528"/>
        </pc:sldMkLst>
      </pc:sldChg>
      <pc:sldChg chg="modSp add mod">
        <pc:chgData name="Sanmukh Kuppannagari" userId="ad215094-da36-4b66-9c79-369a17aea26b" providerId="ADAL" clId="{57CFD692-4744-46EE-BC36-4B4ADFBE76FB}" dt="2024-09-17T16:00:57.279" v="3987" actId="207"/>
        <pc:sldMkLst>
          <pc:docMk/>
          <pc:sldMk cId="1863297826" sldId="1529"/>
        </pc:sldMkLst>
      </pc:sldChg>
      <pc:sldChg chg="modSp add mod">
        <pc:chgData name="Sanmukh Kuppannagari" userId="ad215094-da36-4b66-9c79-369a17aea26b" providerId="ADAL" clId="{57CFD692-4744-46EE-BC36-4B4ADFBE76FB}" dt="2024-09-17T16:01:16.796" v="3993" actId="207"/>
        <pc:sldMkLst>
          <pc:docMk/>
          <pc:sldMk cId="3983326334" sldId="1530"/>
        </pc:sldMkLst>
      </pc:sldChg>
      <pc:sldChg chg="modSp new mod">
        <pc:chgData name="Sanmukh Kuppannagari" userId="ad215094-da36-4b66-9c79-369a17aea26b" providerId="ADAL" clId="{57CFD692-4744-46EE-BC36-4B4ADFBE76FB}" dt="2024-09-17T16:05:32.807" v="4277" actId="20577"/>
        <pc:sldMkLst>
          <pc:docMk/>
          <pc:sldMk cId="3897297747" sldId="1531"/>
        </pc:sldMkLst>
      </pc:sldChg>
      <pc:sldChg chg="addSp delSp modSp new mod">
        <pc:chgData name="Sanmukh Kuppannagari" userId="ad215094-da36-4b66-9c79-369a17aea26b" providerId="ADAL" clId="{57CFD692-4744-46EE-BC36-4B4ADFBE76FB}" dt="2024-09-17T16:32:52.796" v="4804" actId="20577"/>
        <pc:sldMkLst>
          <pc:docMk/>
          <pc:sldMk cId="172806902" sldId="1532"/>
        </pc:sldMkLst>
      </pc:sldChg>
      <pc:sldChg chg="addSp modSp add del mod">
        <pc:chgData name="Sanmukh Kuppannagari" userId="ad215094-da36-4b66-9c79-369a17aea26b" providerId="ADAL" clId="{57CFD692-4744-46EE-BC36-4B4ADFBE76FB}" dt="2024-09-17T16:29:14.144" v="4682" actId="47"/>
        <pc:sldMkLst>
          <pc:docMk/>
          <pc:sldMk cId="600423300" sldId="1533"/>
        </pc:sldMkLst>
      </pc:sldChg>
      <pc:sldChg chg="addSp delSp modSp add mod">
        <pc:chgData name="Sanmukh Kuppannagari" userId="ad215094-da36-4b66-9c79-369a17aea26b" providerId="ADAL" clId="{57CFD692-4744-46EE-BC36-4B4ADFBE76FB}" dt="2024-09-17T16:33:10.745" v="4806"/>
        <pc:sldMkLst>
          <pc:docMk/>
          <pc:sldMk cId="4249077636" sldId="1534"/>
        </pc:sldMkLst>
      </pc:sldChg>
      <pc:sldChg chg="addSp delSp modSp add mod">
        <pc:chgData name="Sanmukh Kuppannagari" userId="ad215094-da36-4b66-9c79-369a17aea26b" providerId="ADAL" clId="{57CFD692-4744-46EE-BC36-4B4ADFBE76FB}" dt="2024-09-17T16:33:16.361" v="4808"/>
        <pc:sldMkLst>
          <pc:docMk/>
          <pc:sldMk cId="335340187" sldId="1535"/>
        </pc:sldMkLst>
      </pc:sldChg>
      <pc:sldChg chg="addSp delSp modSp add mod">
        <pc:chgData name="Sanmukh Kuppannagari" userId="ad215094-da36-4b66-9c79-369a17aea26b" providerId="ADAL" clId="{57CFD692-4744-46EE-BC36-4B4ADFBE76FB}" dt="2024-09-17T16:33:22.104" v="4810"/>
        <pc:sldMkLst>
          <pc:docMk/>
          <pc:sldMk cId="2563148363" sldId="1536"/>
        </pc:sldMkLst>
      </pc:sldChg>
      <pc:sldChg chg="addSp delSp modSp add mod">
        <pc:chgData name="Sanmukh Kuppannagari" userId="ad215094-da36-4b66-9c79-369a17aea26b" providerId="ADAL" clId="{57CFD692-4744-46EE-BC36-4B4ADFBE76FB}" dt="2024-09-17T16:36:38.349" v="4866" actId="1076"/>
        <pc:sldMkLst>
          <pc:docMk/>
          <pc:sldMk cId="4060344090" sldId="1537"/>
        </pc:sldMkLst>
      </pc:sldChg>
      <pc:sldChg chg="addSp delSp modSp add mod">
        <pc:chgData name="Sanmukh Kuppannagari" userId="ad215094-da36-4b66-9c79-369a17aea26b" providerId="ADAL" clId="{57CFD692-4744-46EE-BC36-4B4ADFBE76FB}" dt="2024-09-17T16:34:47.230" v="4830" actId="207"/>
        <pc:sldMkLst>
          <pc:docMk/>
          <pc:sldMk cId="1917529413" sldId="1538"/>
        </pc:sldMkLst>
      </pc:sldChg>
      <pc:sldChg chg="modSp add mod">
        <pc:chgData name="Sanmukh Kuppannagari" userId="ad215094-da36-4b66-9c79-369a17aea26b" providerId="ADAL" clId="{57CFD692-4744-46EE-BC36-4B4ADFBE76FB}" dt="2024-09-17T16:35:38.286" v="4841" actId="207"/>
        <pc:sldMkLst>
          <pc:docMk/>
          <pc:sldMk cId="2364603884" sldId="1539"/>
        </pc:sldMkLst>
      </pc:sldChg>
      <pc:sldChg chg="modSp add">
        <pc:chgData name="Sanmukh Kuppannagari" userId="ad215094-da36-4b66-9c79-369a17aea26b" providerId="ADAL" clId="{57CFD692-4744-46EE-BC36-4B4ADFBE76FB}" dt="2024-09-17T16:36:08.447" v="4858" actId="207"/>
        <pc:sldMkLst>
          <pc:docMk/>
          <pc:sldMk cId="2896873436" sldId="1540"/>
        </pc:sldMkLst>
      </pc:sldChg>
      <pc:sldChg chg="addSp delSp modSp add mod">
        <pc:chgData name="Sanmukh Kuppannagari" userId="ad215094-da36-4b66-9c79-369a17aea26b" providerId="ADAL" clId="{57CFD692-4744-46EE-BC36-4B4ADFBE76FB}" dt="2024-09-17T16:37:32.517" v="4880" actId="207"/>
        <pc:sldMkLst>
          <pc:docMk/>
          <pc:sldMk cId="2873707918" sldId="1541"/>
        </pc:sldMkLst>
      </pc:sldChg>
      <pc:sldChg chg="delSp modSp add mod">
        <pc:chgData name="Sanmukh Kuppannagari" userId="ad215094-da36-4b66-9c79-369a17aea26b" providerId="ADAL" clId="{57CFD692-4744-46EE-BC36-4B4ADFBE76FB}" dt="2024-09-17T16:38:43.291" v="4909" actId="207"/>
        <pc:sldMkLst>
          <pc:docMk/>
          <pc:sldMk cId="2634998908" sldId="1542"/>
        </pc:sldMkLst>
      </pc:sldChg>
      <pc:sldChg chg="modSp add mod">
        <pc:chgData name="Sanmukh Kuppannagari" userId="ad215094-da36-4b66-9c79-369a17aea26b" providerId="ADAL" clId="{57CFD692-4744-46EE-BC36-4B4ADFBE76FB}" dt="2024-09-17T16:39:58.305" v="4918" actId="207"/>
        <pc:sldMkLst>
          <pc:docMk/>
          <pc:sldMk cId="1327029584" sldId="1543"/>
        </pc:sldMkLst>
      </pc:sldChg>
      <pc:sldChg chg="modSp add">
        <pc:chgData name="Sanmukh Kuppannagari" userId="ad215094-da36-4b66-9c79-369a17aea26b" providerId="ADAL" clId="{57CFD692-4744-46EE-BC36-4B4ADFBE76FB}" dt="2024-09-17T16:40:21.164" v="4935" actId="207"/>
        <pc:sldMkLst>
          <pc:docMk/>
          <pc:sldMk cId="2963799951" sldId="1544"/>
        </pc:sldMkLst>
      </pc:sldChg>
      <pc:sldChg chg="addSp modSp add mod">
        <pc:chgData name="Sanmukh Kuppannagari" userId="ad215094-da36-4b66-9c79-369a17aea26b" providerId="ADAL" clId="{57CFD692-4744-46EE-BC36-4B4ADFBE76FB}" dt="2024-09-17T16:40:48.746" v="4941" actId="14100"/>
        <pc:sldMkLst>
          <pc:docMk/>
          <pc:sldMk cId="64679798" sldId="1545"/>
        </pc:sldMkLst>
      </pc:sldChg>
      <pc:sldChg chg="modSp new mod">
        <pc:chgData name="Sanmukh Kuppannagari" userId="ad215094-da36-4b66-9c79-369a17aea26b" providerId="ADAL" clId="{57CFD692-4744-46EE-BC36-4B4ADFBE76FB}" dt="2024-09-17T17:22:57.522" v="6126" actId="20577"/>
        <pc:sldMkLst>
          <pc:docMk/>
          <pc:sldMk cId="1378971665" sldId="1546"/>
        </pc:sldMkLst>
      </pc:sldChg>
      <pc:sldChg chg="addSp modSp new mod">
        <pc:chgData name="Sanmukh Kuppannagari" userId="ad215094-da36-4b66-9c79-369a17aea26b" providerId="ADAL" clId="{57CFD692-4744-46EE-BC36-4B4ADFBE76FB}" dt="2024-09-17T17:25:16.114" v="6207" actId="14100"/>
        <pc:sldMkLst>
          <pc:docMk/>
          <pc:sldMk cId="2055355578" sldId="1547"/>
        </pc:sldMkLst>
      </pc:sldChg>
      <pc:sldChg chg="modSp add mod">
        <pc:chgData name="Sanmukh Kuppannagari" userId="ad215094-da36-4b66-9c79-369a17aea26b" providerId="ADAL" clId="{57CFD692-4744-46EE-BC36-4B4ADFBE76FB}" dt="2024-09-17T17:20:59.089" v="5991" actId="20577"/>
        <pc:sldMkLst>
          <pc:docMk/>
          <pc:sldMk cId="3972000199" sldId="1548"/>
        </pc:sldMkLst>
      </pc:sldChg>
    </pc:docChg>
  </pc:docChgLst>
  <pc:docChgLst>
    <pc:chgData name="Sanmukh Kuppannagari" userId="ad215094-da36-4b66-9c79-369a17aea26b" providerId="ADAL" clId="{AD558336-AE15-4CDD-AB6D-EE016937268C}"/>
    <pc:docChg chg="undo custSel addSld delSld modSld">
      <pc:chgData name="Sanmukh Kuppannagari" userId="ad215094-da36-4b66-9c79-369a17aea26b" providerId="ADAL" clId="{AD558336-AE15-4CDD-AB6D-EE016937268C}" dt="2025-09-23T14:35:03.059" v="2126" actId="20577"/>
      <pc:docMkLst>
        <pc:docMk/>
      </pc:docMkLst>
      <pc:sldChg chg="modSp mod">
        <pc:chgData name="Sanmukh Kuppannagari" userId="ad215094-da36-4b66-9c79-369a17aea26b" providerId="ADAL" clId="{AD558336-AE15-4CDD-AB6D-EE016937268C}" dt="2025-09-22T23:30:25.200" v="2" actId="20577"/>
        <pc:sldMkLst>
          <pc:docMk/>
          <pc:sldMk cId="728785357" sldId="256"/>
        </pc:sldMkLst>
        <pc:spChg chg="mod">
          <ac:chgData name="Sanmukh Kuppannagari" userId="ad215094-da36-4b66-9c79-369a17aea26b" providerId="ADAL" clId="{AD558336-AE15-4CDD-AB6D-EE016937268C}" dt="2025-09-22T23:30:25.200" v="2" actId="20577"/>
          <ac:spMkLst>
            <pc:docMk/>
            <pc:sldMk cId="728785357" sldId="256"/>
            <ac:spMk id="3" creationId="{C46BB279-3651-105A-8503-217F67B1FED8}"/>
          </ac:spMkLst>
        </pc:spChg>
      </pc:sldChg>
      <pc:sldChg chg="modSp mod">
        <pc:chgData name="Sanmukh Kuppannagari" userId="ad215094-da36-4b66-9c79-369a17aea26b" providerId="ADAL" clId="{AD558336-AE15-4CDD-AB6D-EE016937268C}" dt="2025-09-22T23:37:32.583" v="682" actId="20577"/>
        <pc:sldMkLst>
          <pc:docMk/>
          <pc:sldMk cId="2017305151" sldId="261"/>
        </pc:sldMkLst>
        <pc:spChg chg="mod">
          <ac:chgData name="Sanmukh Kuppannagari" userId="ad215094-da36-4b66-9c79-369a17aea26b" providerId="ADAL" clId="{AD558336-AE15-4CDD-AB6D-EE016937268C}" dt="2025-09-22T23:37:32.583" v="682" actId="20577"/>
          <ac:spMkLst>
            <pc:docMk/>
            <pc:sldMk cId="2017305151" sldId="261"/>
            <ac:spMk id="3" creationId="{D61E7643-79A8-EFA8-035B-07E3457DA90C}"/>
          </ac:spMkLst>
        </pc:spChg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402981858" sldId="386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857326952" sldId="1234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152651734" sldId="1235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3630924" sldId="1253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4284530624" sldId="1254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3413064123" sldId="1255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3574746539" sldId="1256"/>
        </pc:sldMkLst>
      </pc:sldChg>
      <pc:sldChg chg="addSp modSp add mod">
        <pc:chgData name="Sanmukh Kuppannagari" userId="ad215094-da36-4b66-9c79-369a17aea26b" providerId="ADAL" clId="{AD558336-AE15-4CDD-AB6D-EE016937268C}" dt="2025-09-22T23:39:08.349" v="691" actId="14100"/>
        <pc:sldMkLst>
          <pc:docMk/>
          <pc:sldMk cId="927700788" sldId="1257"/>
        </pc:sldMkLst>
        <pc:spChg chg="add mod">
          <ac:chgData name="Sanmukh Kuppannagari" userId="ad215094-da36-4b66-9c79-369a17aea26b" providerId="ADAL" clId="{AD558336-AE15-4CDD-AB6D-EE016937268C}" dt="2025-09-22T23:38:42.294" v="684" actId="1076"/>
          <ac:spMkLst>
            <pc:docMk/>
            <pc:sldMk cId="927700788" sldId="1257"/>
            <ac:spMk id="5" creationId="{9DF26873-FE86-4F43-E20F-2DC39CD2B5B4}"/>
          </ac:spMkLst>
        </pc:spChg>
        <pc:spChg chg="add mod">
          <ac:chgData name="Sanmukh Kuppannagari" userId="ad215094-da36-4b66-9c79-369a17aea26b" providerId="ADAL" clId="{AD558336-AE15-4CDD-AB6D-EE016937268C}" dt="2025-09-22T23:38:49.364" v="686" actId="1076"/>
          <ac:spMkLst>
            <pc:docMk/>
            <pc:sldMk cId="927700788" sldId="1257"/>
            <ac:spMk id="7" creationId="{A0F7D0C2-BAC9-85F3-3796-AB6D87D914C3}"/>
          </ac:spMkLst>
        </pc:spChg>
        <pc:spChg chg="add mod">
          <ac:chgData name="Sanmukh Kuppannagari" userId="ad215094-da36-4b66-9c79-369a17aea26b" providerId="ADAL" clId="{AD558336-AE15-4CDD-AB6D-EE016937268C}" dt="2025-09-22T23:38:55.686" v="688" actId="1076"/>
          <ac:spMkLst>
            <pc:docMk/>
            <pc:sldMk cId="927700788" sldId="1257"/>
            <ac:spMk id="9" creationId="{E21AD362-9582-11D5-D0B4-DF600F664A4B}"/>
          </ac:spMkLst>
        </pc:spChg>
        <pc:spChg chg="mod">
          <ac:chgData name="Sanmukh Kuppannagari" userId="ad215094-da36-4b66-9c79-369a17aea26b" providerId="ADAL" clId="{AD558336-AE15-4CDD-AB6D-EE016937268C}" dt="2025-09-22T23:38:59.634" v="689" actId="14100"/>
          <ac:spMkLst>
            <pc:docMk/>
            <pc:sldMk cId="927700788" sldId="1257"/>
            <ac:spMk id="39" creationId="{8627E1CD-FE97-0573-E6D0-97BF1FF292FF}"/>
          </ac:spMkLst>
        </pc:spChg>
        <pc:spChg chg="mod">
          <ac:chgData name="Sanmukh Kuppannagari" userId="ad215094-da36-4b66-9c79-369a17aea26b" providerId="ADAL" clId="{AD558336-AE15-4CDD-AB6D-EE016937268C}" dt="2025-09-22T23:39:04.877" v="690" actId="14100"/>
          <ac:spMkLst>
            <pc:docMk/>
            <pc:sldMk cId="927700788" sldId="1257"/>
            <ac:spMk id="41" creationId="{0EC57338-3FDA-6F93-EDCD-50457DA56B18}"/>
          </ac:spMkLst>
        </pc:spChg>
        <pc:spChg chg="mod">
          <ac:chgData name="Sanmukh Kuppannagari" userId="ad215094-da36-4b66-9c79-369a17aea26b" providerId="ADAL" clId="{AD558336-AE15-4CDD-AB6D-EE016937268C}" dt="2025-09-22T23:39:08.349" v="691" actId="14100"/>
          <ac:spMkLst>
            <pc:docMk/>
            <pc:sldMk cId="927700788" sldId="1257"/>
            <ac:spMk id="43" creationId="{E3D0B8EF-2A4D-D5FE-43EC-B1A6FB85791A}"/>
          </ac:spMkLst>
        </pc:spChg>
      </pc:sldChg>
      <pc:sldChg chg="addSp delSp modSp add mod">
        <pc:chgData name="Sanmukh Kuppannagari" userId="ad215094-da36-4b66-9c79-369a17aea26b" providerId="ADAL" clId="{AD558336-AE15-4CDD-AB6D-EE016937268C}" dt="2025-09-22T23:41:08.121" v="695"/>
        <pc:sldMkLst>
          <pc:docMk/>
          <pc:sldMk cId="1750676043" sldId="1258"/>
        </pc:sldMkLst>
        <pc:spChg chg="del">
          <ac:chgData name="Sanmukh Kuppannagari" userId="ad215094-da36-4b66-9c79-369a17aea26b" providerId="ADAL" clId="{AD558336-AE15-4CDD-AB6D-EE016937268C}" dt="2025-09-22T23:41:03.556" v="694" actId="478"/>
          <ac:spMkLst>
            <pc:docMk/>
            <pc:sldMk cId="1750676043" sldId="1258"/>
            <ac:spMk id="10" creationId="{BF12390C-651C-2CB2-E0C1-0772398E06AB}"/>
          </ac:spMkLst>
        </pc:spChg>
        <pc:spChg chg="del">
          <ac:chgData name="Sanmukh Kuppannagari" userId="ad215094-da36-4b66-9c79-369a17aea26b" providerId="ADAL" clId="{AD558336-AE15-4CDD-AB6D-EE016937268C}" dt="2025-09-22T23:40:59.230" v="693" actId="478"/>
          <ac:spMkLst>
            <pc:docMk/>
            <pc:sldMk cId="1750676043" sldId="1258"/>
            <ac:spMk id="13" creationId="{390EE7C3-7EF6-A160-FE2F-732D5D896A5C}"/>
          </ac:spMkLst>
        </pc:spChg>
        <pc:spChg chg="del">
          <ac:chgData name="Sanmukh Kuppannagari" userId="ad215094-da36-4b66-9c79-369a17aea26b" providerId="ADAL" clId="{AD558336-AE15-4CDD-AB6D-EE016937268C}" dt="2025-09-22T23:40:59.230" v="693" actId="478"/>
          <ac:spMkLst>
            <pc:docMk/>
            <pc:sldMk cId="1750676043" sldId="1258"/>
            <ac:spMk id="16" creationId="{CE102F4B-A42D-CD7E-13CC-8DE81E4DC0E9}"/>
          </ac:spMkLst>
        </pc:spChg>
        <pc:spChg chg="del">
          <ac:chgData name="Sanmukh Kuppannagari" userId="ad215094-da36-4b66-9c79-369a17aea26b" providerId="ADAL" clId="{AD558336-AE15-4CDD-AB6D-EE016937268C}" dt="2025-09-22T23:40:59.230" v="693" actId="478"/>
          <ac:spMkLst>
            <pc:docMk/>
            <pc:sldMk cId="1750676043" sldId="1258"/>
            <ac:spMk id="21" creationId="{C16B504D-A1D5-7EBB-E178-7FF72470E2EF}"/>
          </ac:spMkLst>
        </pc:spChg>
        <pc:spChg chg="del">
          <ac:chgData name="Sanmukh Kuppannagari" userId="ad215094-da36-4b66-9c79-369a17aea26b" providerId="ADAL" clId="{AD558336-AE15-4CDD-AB6D-EE016937268C}" dt="2025-09-22T23:40:59.230" v="693" actId="478"/>
          <ac:spMkLst>
            <pc:docMk/>
            <pc:sldMk cId="1750676043" sldId="1258"/>
            <ac:spMk id="26" creationId="{5EFCD31F-29FA-010F-5AA5-AA3D65E86869}"/>
          </ac:spMkLst>
        </pc:spChg>
        <pc:spChg chg="del">
          <ac:chgData name="Sanmukh Kuppannagari" userId="ad215094-da36-4b66-9c79-369a17aea26b" providerId="ADAL" clId="{AD558336-AE15-4CDD-AB6D-EE016937268C}" dt="2025-09-22T23:40:59.230" v="693" actId="478"/>
          <ac:spMkLst>
            <pc:docMk/>
            <pc:sldMk cId="1750676043" sldId="1258"/>
            <ac:spMk id="28" creationId="{A18E417B-FDC8-2C76-3911-667FB46C8020}"/>
          </ac:spMkLst>
        </pc:spChg>
        <pc:spChg chg="del">
          <ac:chgData name="Sanmukh Kuppannagari" userId="ad215094-da36-4b66-9c79-369a17aea26b" providerId="ADAL" clId="{AD558336-AE15-4CDD-AB6D-EE016937268C}" dt="2025-09-22T23:40:59.230" v="693" actId="478"/>
          <ac:spMkLst>
            <pc:docMk/>
            <pc:sldMk cId="1750676043" sldId="1258"/>
            <ac:spMk id="29" creationId="{67E1B978-5CC2-68E1-5E70-75ADE891DAA7}"/>
          </ac:spMkLst>
        </pc:spChg>
        <pc:spChg chg="del">
          <ac:chgData name="Sanmukh Kuppannagari" userId="ad215094-da36-4b66-9c79-369a17aea26b" providerId="ADAL" clId="{AD558336-AE15-4CDD-AB6D-EE016937268C}" dt="2025-09-22T23:40:59.230" v="693" actId="478"/>
          <ac:spMkLst>
            <pc:docMk/>
            <pc:sldMk cId="1750676043" sldId="1258"/>
            <ac:spMk id="37" creationId="{1B5F2653-6111-7055-A232-480778358DCD}"/>
          </ac:spMkLst>
        </pc:spChg>
        <pc:spChg chg="del">
          <ac:chgData name="Sanmukh Kuppannagari" userId="ad215094-da36-4b66-9c79-369a17aea26b" providerId="ADAL" clId="{AD558336-AE15-4CDD-AB6D-EE016937268C}" dt="2025-09-22T23:40:59.230" v="693" actId="478"/>
          <ac:spMkLst>
            <pc:docMk/>
            <pc:sldMk cId="1750676043" sldId="1258"/>
            <ac:spMk id="45" creationId="{32B3C298-2CEF-14F5-B958-DC643251264E}"/>
          </ac:spMkLst>
        </pc:spChg>
        <pc:spChg chg="del">
          <ac:chgData name="Sanmukh Kuppannagari" userId="ad215094-da36-4b66-9c79-369a17aea26b" providerId="ADAL" clId="{AD558336-AE15-4CDD-AB6D-EE016937268C}" dt="2025-09-22T23:40:59.230" v="693" actId="478"/>
          <ac:spMkLst>
            <pc:docMk/>
            <pc:sldMk cId="1750676043" sldId="1258"/>
            <ac:spMk id="54" creationId="{64D1E97A-65E3-B646-5980-3E6DBE765997}"/>
          </ac:spMkLst>
        </pc:spChg>
        <pc:spChg chg="del">
          <ac:chgData name="Sanmukh Kuppannagari" userId="ad215094-da36-4b66-9c79-369a17aea26b" providerId="ADAL" clId="{AD558336-AE15-4CDD-AB6D-EE016937268C}" dt="2025-09-22T23:40:59.230" v="693" actId="478"/>
          <ac:spMkLst>
            <pc:docMk/>
            <pc:sldMk cId="1750676043" sldId="1258"/>
            <ac:spMk id="59" creationId="{302A965B-9B91-732B-8513-4EA9A5CEBBC3}"/>
          </ac:spMkLst>
        </pc:spChg>
        <pc:spChg chg="add mod">
          <ac:chgData name="Sanmukh Kuppannagari" userId="ad215094-da36-4b66-9c79-369a17aea26b" providerId="ADAL" clId="{AD558336-AE15-4CDD-AB6D-EE016937268C}" dt="2025-09-22T23:41:08.121" v="695"/>
          <ac:spMkLst>
            <pc:docMk/>
            <pc:sldMk cId="1750676043" sldId="1258"/>
            <ac:spMk id="62" creationId="{22448847-D226-8B08-D913-551E60754764}"/>
          </ac:spMkLst>
        </pc:spChg>
        <pc:spChg chg="add mod">
          <ac:chgData name="Sanmukh Kuppannagari" userId="ad215094-da36-4b66-9c79-369a17aea26b" providerId="ADAL" clId="{AD558336-AE15-4CDD-AB6D-EE016937268C}" dt="2025-09-22T23:41:08.121" v="695"/>
          <ac:spMkLst>
            <pc:docMk/>
            <pc:sldMk cId="1750676043" sldId="1258"/>
            <ac:spMk id="67" creationId="{2D65D0DC-05C1-C17D-090F-5A1E359933C4}"/>
          </ac:spMkLst>
        </pc:spChg>
        <pc:spChg chg="add mod">
          <ac:chgData name="Sanmukh Kuppannagari" userId="ad215094-da36-4b66-9c79-369a17aea26b" providerId="ADAL" clId="{AD558336-AE15-4CDD-AB6D-EE016937268C}" dt="2025-09-22T23:41:08.121" v="695"/>
          <ac:spMkLst>
            <pc:docMk/>
            <pc:sldMk cId="1750676043" sldId="1258"/>
            <ac:spMk id="68" creationId="{5AC8E096-30D3-9B31-94C8-DD4FA05E9299}"/>
          </ac:spMkLst>
        </pc:spChg>
        <pc:spChg chg="add mod">
          <ac:chgData name="Sanmukh Kuppannagari" userId="ad215094-da36-4b66-9c79-369a17aea26b" providerId="ADAL" clId="{AD558336-AE15-4CDD-AB6D-EE016937268C}" dt="2025-09-22T23:41:08.121" v="695"/>
          <ac:spMkLst>
            <pc:docMk/>
            <pc:sldMk cId="1750676043" sldId="1258"/>
            <ac:spMk id="70" creationId="{DF054F9A-3698-5B67-1544-FEE9242B6331}"/>
          </ac:spMkLst>
        </pc:spChg>
        <pc:spChg chg="add mod">
          <ac:chgData name="Sanmukh Kuppannagari" userId="ad215094-da36-4b66-9c79-369a17aea26b" providerId="ADAL" clId="{AD558336-AE15-4CDD-AB6D-EE016937268C}" dt="2025-09-22T23:41:08.121" v="695"/>
          <ac:spMkLst>
            <pc:docMk/>
            <pc:sldMk cId="1750676043" sldId="1258"/>
            <ac:spMk id="74" creationId="{C747451A-7F50-E211-1649-98D8AAE5E97C}"/>
          </ac:spMkLst>
        </pc:spChg>
        <pc:spChg chg="add mod">
          <ac:chgData name="Sanmukh Kuppannagari" userId="ad215094-da36-4b66-9c79-369a17aea26b" providerId="ADAL" clId="{AD558336-AE15-4CDD-AB6D-EE016937268C}" dt="2025-09-22T23:41:08.121" v="695"/>
          <ac:spMkLst>
            <pc:docMk/>
            <pc:sldMk cId="1750676043" sldId="1258"/>
            <ac:spMk id="84" creationId="{549890D8-B39C-A12E-6B5A-19F8AED54592}"/>
          </ac:spMkLst>
        </pc:spChg>
        <pc:spChg chg="add mod">
          <ac:chgData name="Sanmukh Kuppannagari" userId="ad215094-da36-4b66-9c79-369a17aea26b" providerId="ADAL" clId="{AD558336-AE15-4CDD-AB6D-EE016937268C}" dt="2025-09-22T23:41:08.121" v="695"/>
          <ac:spMkLst>
            <pc:docMk/>
            <pc:sldMk cId="1750676043" sldId="1258"/>
            <ac:spMk id="87" creationId="{855821B4-9858-6424-EE6E-6E5E55BC177D}"/>
          </ac:spMkLst>
        </pc:spChg>
        <pc:spChg chg="add mod">
          <ac:chgData name="Sanmukh Kuppannagari" userId="ad215094-da36-4b66-9c79-369a17aea26b" providerId="ADAL" clId="{AD558336-AE15-4CDD-AB6D-EE016937268C}" dt="2025-09-22T23:41:08.121" v="695"/>
          <ac:spMkLst>
            <pc:docMk/>
            <pc:sldMk cId="1750676043" sldId="1258"/>
            <ac:spMk id="89" creationId="{C91540CD-6C2C-DC7B-0C7D-444D281B94EE}"/>
          </ac:spMkLst>
        </pc:spChg>
        <pc:spChg chg="add mod">
          <ac:chgData name="Sanmukh Kuppannagari" userId="ad215094-da36-4b66-9c79-369a17aea26b" providerId="ADAL" clId="{AD558336-AE15-4CDD-AB6D-EE016937268C}" dt="2025-09-22T23:41:08.121" v="695"/>
          <ac:spMkLst>
            <pc:docMk/>
            <pc:sldMk cId="1750676043" sldId="1258"/>
            <ac:spMk id="102" creationId="{8463CAAB-1799-CAE9-FA59-5E202D7796E3}"/>
          </ac:spMkLst>
        </pc:spChg>
        <pc:spChg chg="add mod">
          <ac:chgData name="Sanmukh Kuppannagari" userId="ad215094-da36-4b66-9c79-369a17aea26b" providerId="ADAL" clId="{AD558336-AE15-4CDD-AB6D-EE016937268C}" dt="2025-09-22T23:41:08.121" v="695"/>
          <ac:spMkLst>
            <pc:docMk/>
            <pc:sldMk cId="1750676043" sldId="1258"/>
            <ac:spMk id="104" creationId="{31A1DFF1-0FCC-BB5E-B16D-7EA49EF7D455}"/>
          </ac:spMkLst>
        </pc:spChg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2329904463" sldId="1259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3892195865" sldId="1260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2157439954" sldId="1261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2769619670" sldId="1262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280733138" sldId="1263"/>
        </pc:sldMkLst>
      </pc:sldChg>
      <pc:sldChg chg="modSp add del mod">
        <pc:chgData name="Sanmukh Kuppannagari" userId="ad215094-da36-4b66-9c79-369a17aea26b" providerId="ADAL" clId="{AD558336-AE15-4CDD-AB6D-EE016937268C}" dt="2025-09-22T23:49:05.875" v="937" actId="47"/>
        <pc:sldMkLst>
          <pc:docMk/>
          <pc:sldMk cId="1938244019" sldId="1264"/>
        </pc:sldMkLst>
        <pc:spChg chg="mod">
          <ac:chgData name="Sanmukh Kuppannagari" userId="ad215094-da36-4b66-9c79-369a17aea26b" providerId="ADAL" clId="{AD558336-AE15-4CDD-AB6D-EE016937268C}" dt="2025-09-22T23:45:38.110" v="823" actId="27636"/>
          <ac:spMkLst>
            <pc:docMk/>
            <pc:sldMk cId="1938244019" sldId="1264"/>
            <ac:spMk id="3" creationId="{E22A340F-06C6-2A5B-FE65-654B511C03DC}"/>
          </ac:spMkLst>
        </pc:spChg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3116587120" sldId="1265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2205148523" sldId="1266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2207822773" sldId="1267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3166595346" sldId="1268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888322834" sldId="1269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2981461382" sldId="1270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3073609131" sldId="1271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2505794832" sldId="1272"/>
        </pc:sldMkLst>
      </pc:sldChg>
      <pc:sldChg chg="add">
        <pc:chgData name="Sanmukh Kuppannagari" userId="ad215094-da36-4b66-9c79-369a17aea26b" providerId="ADAL" clId="{AD558336-AE15-4CDD-AB6D-EE016937268C}" dt="2025-09-22T23:32:00.436" v="57"/>
        <pc:sldMkLst>
          <pc:docMk/>
          <pc:sldMk cId="2899752863" sldId="1280"/>
        </pc:sldMkLst>
      </pc:sldChg>
      <pc:sldChg chg="modSp add mod">
        <pc:chgData name="Sanmukh Kuppannagari" userId="ad215094-da36-4b66-9c79-369a17aea26b" providerId="ADAL" clId="{AD558336-AE15-4CDD-AB6D-EE016937268C}" dt="2025-09-23T13:56:06.564" v="1143" actId="20577"/>
        <pc:sldMkLst>
          <pc:docMk/>
          <pc:sldMk cId="1199527142" sldId="1281"/>
        </pc:sldMkLst>
        <pc:spChg chg="mod">
          <ac:chgData name="Sanmukh Kuppannagari" userId="ad215094-da36-4b66-9c79-369a17aea26b" providerId="ADAL" clId="{AD558336-AE15-4CDD-AB6D-EE016937268C}" dt="2025-09-23T13:56:06.564" v="1143" actId="20577"/>
          <ac:spMkLst>
            <pc:docMk/>
            <pc:sldMk cId="1199527142" sldId="1281"/>
            <ac:spMk id="3" creationId="{A1A7CF84-5411-E65C-1BC0-1597281A5423}"/>
          </ac:spMkLst>
        </pc:spChg>
      </pc:sldChg>
      <pc:sldChg chg="addSp modSp add mod">
        <pc:chgData name="Sanmukh Kuppannagari" userId="ad215094-da36-4b66-9c79-369a17aea26b" providerId="ADAL" clId="{AD558336-AE15-4CDD-AB6D-EE016937268C}" dt="2025-09-23T13:56:48.161" v="1193" actId="14100"/>
        <pc:sldMkLst>
          <pc:docMk/>
          <pc:sldMk cId="1004796864" sldId="1282"/>
        </pc:sldMkLst>
        <pc:spChg chg="add mod">
          <ac:chgData name="Sanmukh Kuppannagari" userId="ad215094-da36-4b66-9c79-369a17aea26b" providerId="ADAL" clId="{AD558336-AE15-4CDD-AB6D-EE016937268C}" dt="2025-09-23T13:56:48.161" v="1193" actId="14100"/>
          <ac:spMkLst>
            <pc:docMk/>
            <pc:sldMk cId="1004796864" sldId="1282"/>
            <ac:spMk id="8" creationId="{F8FA6D96-BD70-FE87-C0C0-DF43B330767F}"/>
          </ac:spMkLst>
        </pc:spChg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423587688" sldId="1304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249666363" sldId="1305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044792240" sldId="1306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826032475" sldId="1307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121754159" sldId="1308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322226313" sldId="1309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3902944658" sldId="1309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120287752" sldId="1310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2577631310" sldId="1310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692720287" sldId="1311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652461517" sldId="1311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84065558" sldId="1312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4072723455" sldId="1312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03362016" sldId="1313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830590251" sldId="1313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137941797" sldId="1314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3979417289" sldId="1314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070225856" sldId="1315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2062603384" sldId="1315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3238687387" sldId="1316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769246865" sldId="1316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105581169" sldId="1317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610053994" sldId="1317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1626710577" sldId="1318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864732836" sldId="1318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541579916" sldId="1319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2589855805" sldId="1319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204193764" sldId="1320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3870134566" sldId="1320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442729149" sldId="1321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3443015343" sldId="1321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108815486" sldId="1322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727594955" sldId="1322"/>
        </pc:sldMkLst>
      </pc:sldChg>
      <pc:sldChg chg="addSp modSp add mod">
        <pc:chgData name="Sanmukh Kuppannagari" userId="ad215094-da36-4b66-9c79-369a17aea26b" providerId="ADAL" clId="{AD558336-AE15-4CDD-AB6D-EE016937268C}" dt="2025-09-23T14:29:28.708" v="1868" actId="14100"/>
        <pc:sldMkLst>
          <pc:docMk/>
          <pc:sldMk cId="3927615945" sldId="1323"/>
        </pc:sldMkLst>
        <pc:spChg chg="add mod">
          <ac:chgData name="Sanmukh Kuppannagari" userId="ad215094-da36-4b66-9c79-369a17aea26b" providerId="ADAL" clId="{AD558336-AE15-4CDD-AB6D-EE016937268C}" dt="2025-09-23T14:29:24.399" v="1866" actId="14100"/>
          <ac:spMkLst>
            <pc:docMk/>
            <pc:sldMk cId="3927615945" sldId="1323"/>
            <ac:spMk id="4" creationId="{B3FABF7E-7FFC-85E7-1E7B-5780FCCB6A0B}"/>
          </ac:spMkLst>
        </pc:spChg>
        <pc:spChg chg="add mod">
          <ac:chgData name="Sanmukh Kuppannagari" userId="ad215094-da36-4b66-9c79-369a17aea26b" providerId="ADAL" clId="{AD558336-AE15-4CDD-AB6D-EE016937268C}" dt="2025-09-23T14:04:53.788" v="1327" actId="14100"/>
          <ac:spMkLst>
            <pc:docMk/>
            <pc:sldMk cId="3927615945" sldId="1323"/>
            <ac:spMk id="10" creationId="{5D6CA73B-865A-8536-256C-198F5721E9D9}"/>
          </ac:spMkLst>
        </pc:spChg>
        <pc:spChg chg="mod">
          <ac:chgData name="Sanmukh Kuppannagari" userId="ad215094-da36-4b66-9c79-369a17aea26b" providerId="ADAL" clId="{AD558336-AE15-4CDD-AB6D-EE016937268C}" dt="2025-09-23T14:29:12.627" v="1842"/>
          <ac:spMkLst>
            <pc:docMk/>
            <pc:sldMk cId="3927615945" sldId="1323"/>
            <ac:spMk id="45" creationId="{97A6C260-E51B-6E2D-BA0E-2E0D1AAFACE0}"/>
          </ac:spMkLst>
        </pc:spChg>
        <pc:spChg chg="mod">
          <ac:chgData name="Sanmukh Kuppannagari" userId="ad215094-da36-4b66-9c79-369a17aea26b" providerId="ADAL" clId="{AD558336-AE15-4CDD-AB6D-EE016937268C}" dt="2025-09-23T14:29:12.627" v="1842"/>
          <ac:spMkLst>
            <pc:docMk/>
            <pc:sldMk cId="3927615945" sldId="1323"/>
            <ac:spMk id="46" creationId="{1365D4A6-429A-43D5-B8D9-36A4B0556CDC}"/>
          </ac:spMkLst>
        </pc:spChg>
        <pc:spChg chg="mod">
          <ac:chgData name="Sanmukh Kuppannagari" userId="ad215094-da36-4b66-9c79-369a17aea26b" providerId="ADAL" clId="{AD558336-AE15-4CDD-AB6D-EE016937268C}" dt="2025-09-23T14:29:12.627" v="1842"/>
          <ac:spMkLst>
            <pc:docMk/>
            <pc:sldMk cId="3927615945" sldId="1323"/>
            <ac:spMk id="47" creationId="{47D24BC6-5405-B6C5-B88F-B1FE47F1B6B9}"/>
          </ac:spMkLst>
        </pc:spChg>
        <pc:spChg chg="mod">
          <ac:chgData name="Sanmukh Kuppannagari" userId="ad215094-da36-4b66-9c79-369a17aea26b" providerId="ADAL" clId="{AD558336-AE15-4CDD-AB6D-EE016937268C}" dt="2025-09-23T14:29:12.627" v="1842"/>
          <ac:spMkLst>
            <pc:docMk/>
            <pc:sldMk cId="3927615945" sldId="1323"/>
            <ac:spMk id="49" creationId="{53C7FC72-7C0C-FB8A-8779-39196A0632C5}"/>
          </ac:spMkLst>
        </pc:spChg>
        <pc:spChg chg="mod">
          <ac:chgData name="Sanmukh Kuppannagari" userId="ad215094-da36-4b66-9c79-369a17aea26b" providerId="ADAL" clId="{AD558336-AE15-4CDD-AB6D-EE016937268C}" dt="2025-09-23T14:29:12.627" v="1842"/>
          <ac:spMkLst>
            <pc:docMk/>
            <pc:sldMk cId="3927615945" sldId="1323"/>
            <ac:spMk id="50" creationId="{2663B164-0550-C7D2-888F-D7D92D48A23A}"/>
          </ac:spMkLst>
        </pc:spChg>
        <pc:spChg chg="mod">
          <ac:chgData name="Sanmukh Kuppannagari" userId="ad215094-da36-4b66-9c79-369a17aea26b" providerId="ADAL" clId="{AD558336-AE15-4CDD-AB6D-EE016937268C}" dt="2025-09-23T14:29:12.627" v="1842"/>
          <ac:spMkLst>
            <pc:docMk/>
            <pc:sldMk cId="3927615945" sldId="1323"/>
            <ac:spMk id="51" creationId="{3BF125CA-7B45-21E2-3ADD-1449D5A9395A}"/>
          </ac:spMkLst>
        </pc:spChg>
        <pc:spChg chg="mod">
          <ac:chgData name="Sanmukh Kuppannagari" userId="ad215094-da36-4b66-9c79-369a17aea26b" providerId="ADAL" clId="{AD558336-AE15-4CDD-AB6D-EE016937268C}" dt="2025-09-23T14:29:12.627" v="1842"/>
          <ac:spMkLst>
            <pc:docMk/>
            <pc:sldMk cId="3927615945" sldId="1323"/>
            <ac:spMk id="53" creationId="{497D1EA8-BE5E-16CE-6419-FFE5E0368000}"/>
          </ac:spMkLst>
        </pc:spChg>
        <pc:spChg chg="mod">
          <ac:chgData name="Sanmukh Kuppannagari" userId="ad215094-da36-4b66-9c79-369a17aea26b" providerId="ADAL" clId="{AD558336-AE15-4CDD-AB6D-EE016937268C}" dt="2025-09-23T14:29:12.627" v="1842"/>
          <ac:spMkLst>
            <pc:docMk/>
            <pc:sldMk cId="3927615945" sldId="1323"/>
            <ac:spMk id="57" creationId="{07D50EBF-898A-9C51-DAEC-D46F08F356F6}"/>
          </ac:spMkLst>
        </pc:spChg>
        <pc:spChg chg="mod">
          <ac:chgData name="Sanmukh Kuppannagari" userId="ad215094-da36-4b66-9c79-369a17aea26b" providerId="ADAL" clId="{AD558336-AE15-4CDD-AB6D-EE016937268C}" dt="2025-09-23T14:29:12.627" v="1842"/>
          <ac:spMkLst>
            <pc:docMk/>
            <pc:sldMk cId="3927615945" sldId="1323"/>
            <ac:spMk id="61" creationId="{F9D21ED2-1C18-12AF-40C7-E547B8F30622}"/>
          </ac:spMkLst>
        </pc:spChg>
        <pc:spChg chg="mod">
          <ac:chgData name="Sanmukh Kuppannagari" userId="ad215094-da36-4b66-9c79-369a17aea26b" providerId="ADAL" clId="{AD558336-AE15-4CDD-AB6D-EE016937268C}" dt="2025-09-23T14:29:12.627" v="1842"/>
          <ac:spMkLst>
            <pc:docMk/>
            <pc:sldMk cId="3927615945" sldId="1323"/>
            <ac:spMk id="62" creationId="{680F9794-9A03-B9C0-E306-F0009CF7C046}"/>
          </ac:spMkLst>
        </pc:spChg>
        <pc:cxnChg chg="add mod">
          <ac:chgData name="Sanmukh Kuppannagari" userId="ad215094-da36-4b66-9c79-369a17aea26b" providerId="ADAL" clId="{AD558336-AE15-4CDD-AB6D-EE016937268C}" dt="2025-09-23T14:29:28.708" v="1868" actId="14100"/>
          <ac:cxnSpMkLst>
            <pc:docMk/>
            <pc:sldMk cId="3927615945" sldId="1323"/>
            <ac:cxnSpMk id="7" creationId="{7639522C-D8B4-54FF-0EBE-DF3BE7667A3D}"/>
          </ac:cxnSpMkLst>
        </pc:cxnChg>
        <pc:cxnChg chg="add mod">
          <ac:chgData name="Sanmukh Kuppannagari" userId="ad215094-da36-4b66-9c79-369a17aea26b" providerId="ADAL" clId="{AD558336-AE15-4CDD-AB6D-EE016937268C}" dt="2025-09-23T14:05:02.222" v="1330" actId="14100"/>
          <ac:cxnSpMkLst>
            <pc:docMk/>
            <pc:sldMk cId="3927615945" sldId="1323"/>
            <ac:cxnSpMk id="14" creationId="{BCB432E4-8052-ED51-5E9C-589C71A63AA0}"/>
          </ac:cxnSpMkLst>
        </pc:cxnChg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4025259238" sldId="1323"/>
        </pc:sldMkLst>
      </pc:sldChg>
      <pc:sldChg chg="addSp modSp add">
        <pc:chgData name="Sanmukh Kuppannagari" userId="ad215094-da36-4b66-9c79-369a17aea26b" providerId="ADAL" clId="{AD558336-AE15-4CDD-AB6D-EE016937268C}" dt="2025-09-23T14:29:10.839" v="1841"/>
        <pc:sldMkLst>
          <pc:docMk/>
          <pc:sldMk cId="48302563" sldId="1324"/>
        </pc:sldMkLst>
        <pc:spChg chg="mod">
          <ac:chgData name="Sanmukh Kuppannagari" userId="ad215094-da36-4b66-9c79-369a17aea26b" providerId="ADAL" clId="{AD558336-AE15-4CDD-AB6D-EE016937268C}" dt="2025-09-23T14:29:10.839" v="1841"/>
          <ac:spMkLst>
            <pc:docMk/>
            <pc:sldMk cId="48302563" sldId="1324"/>
            <ac:spMk id="18" creationId="{8421CF34-109E-3D2A-F1A5-C4C8C5548C6E}"/>
          </ac:spMkLst>
        </pc:spChg>
        <pc:spChg chg="mod">
          <ac:chgData name="Sanmukh Kuppannagari" userId="ad215094-da36-4b66-9c79-369a17aea26b" providerId="ADAL" clId="{AD558336-AE15-4CDD-AB6D-EE016937268C}" dt="2025-09-23T14:29:10.839" v="1841"/>
          <ac:spMkLst>
            <pc:docMk/>
            <pc:sldMk cId="48302563" sldId="1324"/>
            <ac:spMk id="20" creationId="{9FF8AE91-0BE7-CE3B-8545-86D71AB0F44A}"/>
          </ac:spMkLst>
        </pc:spChg>
        <pc:spChg chg="mod">
          <ac:chgData name="Sanmukh Kuppannagari" userId="ad215094-da36-4b66-9c79-369a17aea26b" providerId="ADAL" clId="{AD558336-AE15-4CDD-AB6D-EE016937268C}" dt="2025-09-23T14:29:10.839" v="1841"/>
          <ac:spMkLst>
            <pc:docMk/>
            <pc:sldMk cId="48302563" sldId="1324"/>
            <ac:spMk id="21" creationId="{DF06BAB1-4C93-12B4-C8FA-1A2BBDC3EF77}"/>
          </ac:spMkLst>
        </pc:spChg>
        <pc:spChg chg="mod">
          <ac:chgData name="Sanmukh Kuppannagari" userId="ad215094-da36-4b66-9c79-369a17aea26b" providerId="ADAL" clId="{AD558336-AE15-4CDD-AB6D-EE016937268C}" dt="2025-09-23T14:29:10.839" v="1841"/>
          <ac:spMkLst>
            <pc:docMk/>
            <pc:sldMk cId="48302563" sldId="1324"/>
            <ac:spMk id="42" creationId="{B9DA70CB-D336-2943-4BCC-8AAEB2311322}"/>
          </ac:spMkLst>
        </pc:spChg>
        <pc:spChg chg="mod">
          <ac:chgData name="Sanmukh Kuppannagari" userId="ad215094-da36-4b66-9c79-369a17aea26b" providerId="ADAL" clId="{AD558336-AE15-4CDD-AB6D-EE016937268C}" dt="2025-09-23T14:29:10.839" v="1841"/>
          <ac:spMkLst>
            <pc:docMk/>
            <pc:sldMk cId="48302563" sldId="1324"/>
            <ac:spMk id="44" creationId="{778AD8BD-82EB-D449-0602-31A1BC0927C1}"/>
          </ac:spMkLst>
        </pc:spChg>
        <pc:spChg chg="mod">
          <ac:chgData name="Sanmukh Kuppannagari" userId="ad215094-da36-4b66-9c79-369a17aea26b" providerId="ADAL" clId="{AD558336-AE15-4CDD-AB6D-EE016937268C}" dt="2025-09-23T14:29:10.839" v="1841"/>
          <ac:spMkLst>
            <pc:docMk/>
            <pc:sldMk cId="48302563" sldId="1324"/>
            <ac:spMk id="46" creationId="{A1DAD121-02FA-65E9-84A4-605CBCE890BD}"/>
          </ac:spMkLst>
        </pc:spChg>
        <pc:spChg chg="mod">
          <ac:chgData name="Sanmukh Kuppannagari" userId="ad215094-da36-4b66-9c79-369a17aea26b" providerId="ADAL" clId="{AD558336-AE15-4CDD-AB6D-EE016937268C}" dt="2025-09-23T14:29:10.839" v="1841"/>
          <ac:spMkLst>
            <pc:docMk/>
            <pc:sldMk cId="48302563" sldId="1324"/>
            <ac:spMk id="48" creationId="{6C485081-F990-101E-00C3-28518B2224D8}"/>
          </ac:spMkLst>
        </pc:spChg>
        <pc:spChg chg="mod">
          <ac:chgData name="Sanmukh Kuppannagari" userId="ad215094-da36-4b66-9c79-369a17aea26b" providerId="ADAL" clId="{AD558336-AE15-4CDD-AB6D-EE016937268C}" dt="2025-09-23T14:29:10.839" v="1841"/>
          <ac:spMkLst>
            <pc:docMk/>
            <pc:sldMk cId="48302563" sldId="1324"/>
            <ac:spMk id="49" creationId="{85D477C4-078A-8703-133F-E11B2775261A}"/>
          </ac:spMkLst>
        </pc:spChg>
        <pc:spChg chg="mod">
          <ac:chgData name="Sanmukh Kuppannagari" userId="ad215094-da36-4b66-9c79-369a17aea26b" providerId="ADAL" clId="{AD558336-AE15-4CDD-AB6D-EE016937268C}" dt="2025-09-23T14:29:10.839" v="1841"/>
          <ac:spMkLst>
            <pc:docMk/>
            <pc:sldMk cId="48302563" sldId="1324"/>
            <ac:spMk id="52" creationId="{9D5FA396-CC7E-DE31-185B-C7A5A386FD0E}"/>
          </ac:spMkLst>
        </pc:spChg>
        <pc:spChg chg="mod">
          <ac:chgData name="Sanmukh Kuppannagari" userId="ad215094-da36-4b66-9c79-369a17aea26b" providerId="ADAL" clId="{AD558336-AE15-4CDD-AB6D-EE016937268C}" dt="2025-09-23T14:29:10.839" v="1841"/>
          <ac:spMkLst>
            <pc:docMk/>
            <pc:sldMk cId="48302563" sldId="1324"/>
            <ac:spMk id="55" creationId="{906F8D4C-D0F8-1F6D-1851-B5D88CA980B2}"/>
          </ac:spMkLst>
        </pc:spChg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433802440" sldId="1324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510092015" sldId="1325"/>
        </pc:sldMkLst>
      </pc:sldChg>
      <pc:sldChg chg="addSp delSp modSp add mod">
        <pc:chgData name="Sanmukh Kuppannagari" userId="ad215094-da36-4b66-9c79-369a17aea26b" providerId="ADAL" clId="{AD558336-AE15-4CDD-AB6D-EE016937268C}" dt="2025-09-23T14:29:08.761" v="1840"/>
        <pc:sldMkLst>
          <pc:docMk/>
          <pc:sldMk cId="1558153898" sldId="1325"/>
        </pc:sldMkLst>
        <pc:spChg chg="add del mod">
          <ac:chgData name="Sanmukh Kuppannagari" userId="ad215094-da36-4b66-9c79-369a17aea26b" providerId="ADAL" clId="{AD558336-AE15-4CDD-AB6D-EE016937268C}" dt="2025-09-23T14:06:28.275" v="1356" actId="478"/>
          <ac:spMkLst>
            <pc:docMk/>
            <pc:sldMk cId="1558153898" sldId="1325"/>
            <ac:spMk id="3" creationId="{4BC2DB15-3C0F-749B-25DD-33B828A56222}"/>
          </ac:spMkLst>
        </pc:spChg>
        <pc:spChg chg="mod">
          <ac:chgData name="Sanmukh Kuppannagari" userId="ad215094-da36-4b66-9c79-369a17aea26b" providerId="ADAL" clId="{AD558336-AE15-4CDD-AB6D-EE016937268C}" dt="2025-09-23T14:29:08.761" v="1840"/>
          <ac:spMkLst>
            <pc:docMk/>
            <pc:sldMk cId="1558153898" sldId="1325"/>
            <ac:spMk id="6" creationId="{D2B2DDFA-0B4A-6FA8-DBA0-6D3D37859A0F}"/>
          </ac:spMkLst>
        </pc:spChg>
        <pc:spChg chg="mod">
          <ac:chgData name="Sanmukh Kuppannagari" userId="ad215094-da36-4b66-9c79-369a17aea26b" providerId="ADAL" clId="{AD558336-AE15-4CDD-AB6D-EE016937268C}" dt="2025-09-23T14:29:08.761" v="1840"/>
          <ac:spMkLst>
            <pc:docMk/>
            <pc:sldMk cId="1558153898" sldId="1325"/>
            <ac:spMk id="18" creationId="{B925A286-F8A2-3116-920F-BCC44E618A1B}"/>
          </ac:spMkLst>
        </pc:spChg>
        <pc:spChg chg="mod">
          <ac:chgData name="Sanmukh Kuppannagari" userId="ad215094-da36-4b66-9c79-369a17aea26b" providerId="ADAL" clId="{AD558336-AE15-4CDD-AB6D-EE016937268C}" dt="2025-09-23T14:29:08.761" v="1840"/>
          <ac:spMkLst>
            <pc:docMk/>
            <pc:sldMk cId="1558153898" sldId="1325"/>
            <ac:spMk id="19" creationId="{7ED64C5C-0857-A66E-1EF5-7C9835A129E1}"/>
          </ac:spMkLst>
        </pc:spChg>
        <pc:spChg chg="mod">
          <ac:chgData name="Sanmukh Kuppannagari" userId="ad215094-da36-4b66-9c79-369a17aea26b" providerId="ADAL" clId="{AD558336-AE15-4CDD-AB6D-EE016937268C}" dt="2025-09-23T14:29:08.761" v="1840"/>
          <ac:spMkLst>
            <pc:docMk/>
            <pc:sldMk cId="1558153898" sldId="1325"/>
            <ac:spMk id="21" creationId="{3E5C76ED-576A-8B1F-277C-C2C8C44B49C2}"/>
          </ac:spMkLst>
        </pc:spChg>
        <pc:spChg chg="mod">
          <ac:chgData name="Sanmukh Kuppannagari" userId="ad215094-da36-4b66-9c79-369a17aea26b" providerId="ADAL" clId="{AD558336-AE15-4CDD-AB6D-EE016937268C}" dt="2025-09-23T14:29:08.761" v="1840"/>
          <ac:spMkLst>
            <pc:docMk/>
            <pc:sldMk cId="1558153898" sldId="1325"/>
            <ac:spMk id="42" creationId="{9BFF4937-0AA7-6ADC-9BEB-5948B5C20EC9}"/>
          </ac:spMkLst>
        </pc:spChg>
        <pc:spChg chg="mod">
          <ac:chgData name="Sanmukh Kuppannagari" userId="ad215094-da36-4b66-9c79-369a17aea26b" providerId="ADAL" clId="{AD558336-AE15-4CDD-AB6D-EE016937268C}" dt="2025-09-23T14:29:08.761" v="1840"/>
          <ac:spMkLst>
            <pc:docMk/>
            <pc:sldMk cId="1558153898" sldId="1325"/>
            <ac:spMk id="50" creationId="{40C3111C-6DBF-4205-7A6D-63547FCE247F}"/>
          </ac:spMkLst>
        </pc:spChg>
        <pc:spChg chg="mod">
          <ac:chgData name="Sanmukh Kuppannagari" userId="ad215094-da36-4b66-9c79-369a17aea26b" providerId="ADAL" clId="{AD558336-AE15-4CDD-AB6D-EE016937268C}" dt="2025-09-23T14:29:08.761" v="1840"/>
          <ac:spMkLst>
            <pc:docMk/>
            <pc:sldMk cId="1558153898" sldId="1325"/>
            <ac:spMk id="51" creationId="{55867E0E-2F75-9FD4-4673-4244E3B047EA}"/>
          </ac:spMkLst>
        </pc:spChg>
        <pc:spChg chg="mod">
          <ac:chgData name="Sanmukh Kuppannagari" userId="ad215094-da36-4b66-9c79-369a17aea26b" providerId="ADAL" clId="{AD558336-AE15-4CDD-AB6D-EE016937268C}" dt="2025-09-23T14:29:08.761" v="1840"/>
          <ac:spMkLst>
            <pc:docMk/>
            <pc:sldMk cId="1558153898" sldId="1325"/>
            <ac:spMk id="54" creationId="{5FDFD228-0551-6D38-F675-7FA124DB9671}"/>
          </ac:spMkLst>
        </pc:spChg>
        <pc:spChg chg="mod">
          <ac:chgData name="Sanmukh Kuppannagari" userId="ad215094-da36-4b66-9c79-369a17aea26b" providerId="ADAL" clId="{AD558336-AE15-4CDD-AB6D-EE016937268C}" dt="2025-09-23T14:29:08.761" v="1840"/>
          <ac:spMkLst>
            <pc:docMk/>
            <pc:sldMk cId="1558153898" sldId="1325"/>
            <ac:spMk id="55" creationId="{A2C5C8BA-51CE-83F7-A520-4B33926ED285}"/>
          </ac:spMkLst>
        </pc:spChg>
        <pc:spChg chg="mod">
          <ac:chgData name="Sanmukh Kuppannagari" userId="ad215094-da36-4b66-9c79-369a17aea26b" providerId="ADAL" clId="{AD558336-AE15-4CDD-AB6D-EE016937268C}" dt="2025-09-23T14:29:08.761" v="1840"/>
          <ac:spMkLst>
            <pc:docMk/>
            <pc:sldMk cId="1558153898" sldId="1325"/>
            <ac:spMk id="56" creationId="{F5763B23-3A4C-7DEE-A802-6CC4E1B95D46}"/>
          </ac:spMkLst>
        </pc:spChg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579584412" sldId="1326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032694092" sldId="1326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1876399712" sldId="1327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882075548" sldId="1327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213054822" sldId="1328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3577888197" sldId="1328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090666711" sldId="1329"/>
        </pc:sldMkLst>
      </pc:sldChg>
      <pc:sldChg chg="addSp modSp add mod">
        <pc:chgData name="Sanmukh Kuppannagari" userId="ad215094-da36-4b66-9c79-369a17aea26b" providerId="ADAL" clId="{AD558336-AE15-4CDD-AB6D-EE016937268C}" dt="2025-09-23T14:35:03.059" v="2126" actId="20577"/>
        <pc:sldMkLst>
          <pc:docMk/>
          <pc:sldMk cId="3446468191" sldId="1329"/>
        </pc:sldMkLst>
        <pc:spChg chg="add mod">
          <ac:chgData name="Sanmukh Kuppannagari" userId="ad215094-da36-4b66-9c79-369a17aea26b" providerId="ADAL" clId="{AD558336-AE15-4CDD-AB6D-EE016937268C}" dt="2025-09-23T14:35:03.059" v="2126" actId="20577"/>
          <ac:spMkLst>
            <pc:docMk/>
            <pc:sldMk cId="3446468191" sldId="1329"/>
            <ac:spMk id="4" creationId="{6F02F648-E7C8-13EB-145E-201A1034C5EE}"/>
          </ac:spMkLst>
        </pc:spChg>
      </pc:sldChg>
      <pc:sldChg chg="modSp add">
        <pc:chgData name="Sanmukh Kuppannagari" userId="ad215094-da36-4b66-9c79-369a17aea26b" providerId="ADAL" clId="{AD558336-AE15-4CDD-AB6D-EE016937268C}" dt="2025-09-23T14:11:07.280" v="1372" actId="20577"/>
        <pc:sldMkLst>
          <pc:docMk/>
          <pc:sldMk cId="3270243835" sldId="1330"/>
        </pc:sldMkLst>
        <pc:spChg chg="mod">
          <ac:chgData name="Sanmukh Kuppannagari" userId="ad215094-da36-4b66-9c79-369a17aea26b" providerId="ADAL" clId="{AD558336-AE15-4CDD-AB6D-EE016937268C}" dt="2025-09-23T14:11:07.280" v="1372" actId="20577"/>
          <ac:spMkLst>
            <pc:docMk/>
            <pc:sldMk cId="3270243835" sldId="1330"/>
            <ac:spMk id="18" creationId="{D5784FE1-178C-2913-F41E-1448D407541F}"/>
          </ac:spMkLst>
        </pc:spChg>
      </pc:sldChg>
      <pc:sldChg chg="addSp modSp add mod">
        <pc:chgData name="Sanmukh Kuppannagari" userId="ad215094-da36-4b66-9c79-369a17aea26b" providerId="ADAL" clId="{AD558336-AE15-4CDD-AB6D-EE016937268C}" dt="2025-09-23T14:33:53.418" v="2114" actId="20577"/>
        <pc:sldMkLst>
          <pc:docMk/>
          <pc:sldMk cId="580580032" sldId="1331"/>
        </pc:sldMkLst>
        <pc:spChg chg="add mod">
          <ac:chgData name="Sanmukh Kuppannagari" userId="ad215094-da36-4b66-9c79-369a17aea26b" providerId="ADAL" clId="{AD558336-AE15-4CDD-AB6D-EE016937268C}" dt="2025-09-23T14:33:53.418" v="2114" actId="20577"/>
          <ac:spMkLst>
            <pc:docMk/>
            <pc:sldMk cId="580580032" sldId="1331"/>
            <ac:spMk id="3" creationId="{7923EC6C-C723-EEC2-002C-012843052094}"/>
          </ac:spMkLst>
        </pc:spChg>
        <pc:spChg chg="mod">
          <ac:chgData name="Sanmukh Kuppannagari" userId="ad215094-da36-4b66-9c79-369a17aea26b" providerId="ADAL" clId="{AD558336-AE15-4CDD-AB6D-EE016937268C}" dt="2025-09-23T13:28:51.135" v="1087"/>
          <ac:spMkLst>
            <pc:docMk/>
            <pc:sldMk cId="580580032" sldId="1331"/>
            <ac:spMk id="69" creationId="{F6FF5319-0F93-41B2-493D-8B04A6DB298A}"/>
          </ac:spMkLst>
        </pc:spChg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292168333" sldId="1331"/>
        </pc:sldMkLst>
      </pc:sldChg>
      <pc:sldChg chg="modSp add">
        <pc:chgData name="Sanmukh Kuppannagari" userId="ad215094-da36-4b66-9c79-369a17aea26b" providerId="ADAL" clId="{AD558336-AE15-4CDD-AB6D-EE016937268C}" dt="2025-09-23T13:28:44.477" v="1086"/>
        <pc:sldMkLst>
          <pc:docMk/>
          <pc:sldMk cId="189707620" sldId="1332"/>
        </pc:sldMkLst>
        <pc:spChg chg="mod">
          <ac:chgData name="Sanmukh Kuppannagari" userId="ad215094-da36-4b66-9c79-369a17aea26b" providerId="ADAL" clId="{AD558336-AE15-4CDD-AB6D-EE016937268C}" dt="2025-09-23T13:28:44.477" v="1086"/>
          <ac:spMkLst>
            <pc:docMk/>
            <pc:sldMk cId="189707620" sldId="1332"/>
            <ac:spMk id="3" creationId="{90A4B006-13F0-C9EB-1BA3-1AD158389745}"/>
          </ac:spMkLst>
        </pc:spChg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4063916795" sldId="1332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449812825" sldId="1333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521760129" sldId="1334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697549759" sldId="1335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913952742" sldId="1336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246694647" sldId="1337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611822888" sldId="1338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710810416" sldId="1339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30368493" sldId="1340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647962746" sldId="1341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662702247" sldId="1342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718626453" sldId="1343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119197295" sldId="1357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091044005" sldId="1513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693446765" sldId="1550"/>
        </pc:sldMkLst>
      </pc:sldChg>
      <pc:sldChg chg="modSp mod">
        <pc:chgData name="Sanmukh Kuppannagari" userId="ad215094-da36-4b66-9c79-369a17aea26b" providerId="ADAL" clId="{AD558336-AE15-4CDD-AB6D-EE016937268C}" dt="2025-09-22T23:31:13.027" v="56" actId="20577"/>
        <pc:sldMkLst>
          <pc:docMk/>
          <pc:sldMk cId="1297240811" sldId="1551"/>
        </pc:sldMkLst>
        <pc:spChg chg="mod">
          <ac:chgData name="Sanmukh Kuppannagari" userId="ad215094-da36-4b66-9c79-369a17aea26b" providerId="ADAL" clId="{AD558336-AE15-4CDD-AB6D-EE016937268C}" dt="2025-09-22T23:31:13.027" v="56" actId="20577"/>
          <ac:spMkLst>
            <pc:docMk/>
            <pc:sldMk cId="1297240811" sldId="1551"/>
            <ac:spMk id="3" creationId="{E7FF2391-E8AE-9A93-A4FC-0E02B54BC29C}"/>
          </ac:spMkLst>
        </pc:spChg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944980054" sldId="1552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777170493" sldId="1553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166067996" sldId="1554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437991697" sldId="1555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404150593" sldId="1556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779503060" sldId="1557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06497288" sldId="1558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799998865" sldId="1559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468521858" sldId="1560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4139369451" sldId="1561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842374225" sldId="1562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467876598" sldId="1563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623927009" sldId="1564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204093479" sldId="1565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4158087431" sldId="1566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821460343" sldId="1567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973146182" sldId="1568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321545462" sldId="1569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024748460" sldId="1570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042058996" sldId="1571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940334320" sldId="1572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570117069" sldId="1573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995901004" sldId="1574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440498288" sldId="1575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670652363" sldId="1576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839101789" sldId="1577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06292723" sldId="1578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01330410" sldId="1579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481400793" sldId="1580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218476509" sldId="1581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535281774" sldId="1582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330804335" sldId="1583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936452190" sldId="1584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652014047" sldId="1585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3673118713" sldId="1586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582105460" sldId="1587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630656864" sldId="1588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501396604" sldId="1589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1936211990" sldId="1590"/>
        </pc:sldMkLst>
      </pc:sldChg>
      <pc:sldChg chg="del">
        <pc:chgData name="Sanmukh Kuppannagari" userId="ad215094-da36-4b66-9c79-369a17aea26b" providerId="ADAL" clId="{AD558336-AE15-4CDD-AB6D-EE016937268C}" dt="2025-09-22T23:30:46.434" v="3" actId="47"/>
        <pc:sldMkLst>
          <pc:docMk/>
          <pc:sldMk cId="2024305596" sldId="1591"/>
        </pc:sldMkLst>
      </pc:sldChg>
      <pc:sldChg chg="add del">
        <pc:chgData name="Sanmukh Kuppannagari" userId="ad215094-da36-4b66-9c79-369a17aea26b" providerId="ADAL" clId="{AD558336-AE15-4CDD-AB6D-EE016937268C}" dt="2025-09-23T13:52:15.015" v="1123" actId="47"/>
        <pc:sldMkLst>
          <pc:docMk/>
          <pc:sldMk cId="1460223335" sldId="1605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95513352" sldId="1606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1256665225" sldId="1607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4149257190" sldId="1608"/>
        </pc:sldMkLst>
      </pc:sldChg>
      <pc:sldChg chg="addSp delSp modSp add del mod">
        <pc:chgData name="Sanmukh Kuppannagari" userId="ad215094-da36-4b66-9c79-369a17aea26b" providerId="ADAL" clId="{AD558336-AE15-4CDD-AB6D-EE016937268C}" dt="2025-09-23T14:01:21.472" v="1201" actId="47"/>
        <pc:sldMkLst>
          <pc:docMk/>
          <pc:sldMk cId="455736369" sldId="1609"/>
        </pc:sldMkLst>
        <pc:spChg chg="mod">
          <ac:chgData name="Sanmukh Kuppannagari" userId="ad215094-da36-4b66-9c79-369a17aea26b" providerId="ADAL" clId="{AD558336-AE15-4CDD-AB6D-EE016937268C}" dt="2025-09-23T13:46:32.643" v="1100" actId="14100"/>
          <ac:spMkLst>
            <pc:docMk/>
            <pc:sldMk cId="455736369" sldId="1609"/>
            <ac:spMk id="23" creationId="{64C5DA4C-C057-B22A-5C4C-2154E430111E}"/>
          </ac:spMkLst>
        </pc:spChg>
        <pc:spChg chg="del">
          <ac:chgData name="Sanmukh Kuppannagari" userId="ad215094-da36-4b66-9c79-369a17aea26b" providerId="ADAL" clId="{AD558336-AE15-4CDD-AB6D-EE016937268C}" dt="2025-09-23T13:45:59.851" v="1093" actId="478"/>
          <ac:spMkLst>
            <pc:docMk/>
            <pc:sldMk cId="455736369" sldId="1609"/>
            <ac:spMk id="25" creationId="{51BA998F-A854-DEBA-55AF-BBBF3CF7F6E0}"/>
          </ac:spMkLst>
        </pc:spChg>
        <pc:spChg chg="add mod">
          <ac:chgData name="Sanmukh Kuppannagari" userId="ad215094-da36-4b66-9c79-369a17aea26b" providerId="ADAL" clId="{AD558336-AE15-4CDD-AB6D-EE016937268C}" dt="2025-09-23T13:45:53.117" v="1092" actId="693"/>
          <ac:spMkLst>
            <pc:docMk/>
            <pc:sldMk cId="455736369" sldId="1609"/>
            <ac:spMk id="28" creationId="{77FEEC3D-2D75-683F-994B-530BD036006E}"/>
          </ac:spMkLst>
        </pc:spChg>
        <pc:spChg chg="add mod">
          <ac:chgData name="Sanmukh Kuppannagari" userId="ad215094-da36-4b66-9c79-369a17aea26b" providerId="ADAL" clId="{AD558336-AE15-4CDD-AB6D-EE016937268C}" dt="2025-09-23T13:46:11.023" v="1097" actId="14100"/>
          <ac:spMkLst>
            <pc:docMk/>
            <pc:sldMk cId="455736369" sldId="1609"/>
            <ac:spMk id="38" creationId="{397A69B3-2908-A379-C4E6-CB3086BFC74D}"/>
          </ac:spMkLst>
        </pc:spChg>
        <pc:spChg chg="add mod">
          <ac:chgData name="Sanmukh Kuppannagari" userId="ad215094-da36-4b66-9c79-369a17aea26b" providerId="ADAL" clId="{AD558336-AE15-4CDD-AB6D-EE016937268C}" dt="2025-09-23T13:51:46.511" v="1121" actId="1076"/>
          <ac:spMkLst>
            <pc:docMk/>
            <pc:sldMk cId="455736369" sldId="1609"/>
            <ac:spMk id="44" creationId="{ED011CE3-8347-9CB7-0A14-11CA80B555A8}"/>
          </ac:spMkLst>
        </pc:spChg>
        <pc:spChg chg="add mod">
          <ac:chgData name="Sanmukh Kuppannagari" userId="ad215094-da36-4b66-9c79-369a17aea26b" providerId="ADAL" clId="{AD558336-AE15-4CDD-AB6D-EE016937268C}" dt="2025-09-23T13:51:41.925" v="1120" actId="1076"/>
          <ac:spMkLst>
            <pc:docMk/>
            <pc:sldMk cId="455736369" sldId="1609"/>
            <ac:spMk id="45" creationId="{A8611DA8-C328-CC22-DCB4-E3BA5B3275D4}"/>
          </ac:spMkLst>
        </pc:spChg>
        <pc:spChg chg="add mod">
          <ac:chgData name="Sanmukh Kuppannagari" userId="ad215094-da36-4b66-9c79-369a17aea26b" providerId="ADAL" clId="{AD558336-AE15-4CDD-AB6D-EE016937268C}" dt="2025-09-23T13:51:37.909" v="1119" actId="1076"/>
          <ac:spMkLst>
            <pc:docMk/>
            <pc:sldMk cId="455736369" sldId="1609"/>
            <ac:spMk id="46" creationId="{F8EB0E6B-6928-C512-ED98-80F773F64DB7}"/>
          </ac:spMkLst>
        </pc:spChg>
        <pc:cxnChg chg="mod">
          <ac:chgData name="Sanmukh Kuppannagari" userId="ad215094-da36-4b66-9c79-369a17aea26b" providerId="ADAL" clId="{AD558336-AE15-4CDD-AB6D-EE016937268C}" dt="2025-09-23T13:46:32.643" v="1100" actId="14100"/>
          <ac:cxnSpMkLst>
            <pc:docMk/>
            <pc:sldMk cId="455736369" sldId="1609"/>
            <ac:cxnSpMk id="29" creationId="{E7762004-DCDB-54BA-F142-D53AD7AA4909}"/>
          </ac:cxnSpMkLst>
        </pc:cxnChg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325795403" sldId="1610"/>
        </pc:sldMkLst>
      </pc:sldChg>
      <pc:sldChg chg="add">
        <pc:chgData name="Sanmukh Kuppannagari" userId="ad215094-da36-4b66-9c79-369a17aea26b" providerId="ADAL" clId="{AD558336-AE15-4CDD-AB6D-EE016937268C}" dt="2025-09-22T23:32:38.098" v="58"/>
        <pc:sldMkLst>
          <pc:docMk/>
          <pc:sldMk cId="3322584748" sldId="1611"/>
        </pc:sldMkLst>
      </pc:sldChg>
      <pc:sldChg chg="modSp new mod">
        <pc:chgData name="Sanmukh Kuppannagari" userId="ad215094-da36-4b66-9c79-369a17aea26b" providerId="ADAL" clId="{AD558336-AE15-4CDD-AB6D-EE016937268C}" dt="2025-09-22T23:34:34.650" v="313" actId="20577"/>
        <pc:sldMkLst>
          <pc:docMk/>
          <pc:sldMk cId="3368184345" sldId="1612"/>
        </pc:sldMkLst>
        <pc:spChg chg="mod">
          <ac:chgData name="Sanmukh Kuppannagari" userId="ad215094-da36-4b66-9c79-369a17aea26b" providerId="ADAL" clId="{AD558336-AE15-4CDD-AB6D-EE016937268C}" dt="2025-09-22T23:33:22.065" v="104" actId="20577"/>
          <ac:spMkLst>
            <pc:docMk/>
            <pc:sldMk cId="3368184345" sldId="1612"/>
            <ac:spMk id="2" creationId="{9A56A90D-0C39-3153-5965-B4F4E10EB98A}"/>
          </ac:spMkLst>
        </pc:spChg>
        <pc:spChg chg="mod">
          <ac:chgData name="Sanmukh Kuppannagari" userId="ad215094-da36-4b66-9c79-369a17aea26b" providerId="ADAL" clId="{AD558336-AE15-4CDD-AB6D-EE016937268C}" dt="2025-09-22T23:34:34.650" v="313" actId="20577"/>
          <ac:spMkLst>
            <pc:docMk/>
            <pc:sldMk cId="3368184345" sldId="1612"/>
            <ac:spMk id="3" creationId="{787A55B7-217D-3AF6-0B64-A2C60049B741}"/>
          </ac:spMkLst>
        </pc:spChg>
      </pc:sldChg>
      <pc:sldChg chg="modSp add mod">
        <pc:chgData name="Sanmukh Kuppannagari" userId="ad215094-da36-4b66-9c79-369a17aea26b" providerId="ADAL" clId="{AD558336-AE15-4CDD-AB6D-EE016937268C}" dt="2025-09-22T23:34:51.216" v="315" actId="113"/>
        <pc:sldMkLst>
          <pc:docMk/>
          <pc:sldMk cId="660858661" sldId="1613"/>
        </pc:sldMkLst>
        <pc:spChg chg="mod">
          <ac:chgData name="Sanmukh Kuppannagari" userId="ad215094-da36-4b66-9c79-369a17aea26b" providerId="ADAL" clId="{AD558336-AE15-4CDD-AB6D-EE016937268C}" dt="2025-09-22T23:34:51.216" v="315" actId="113"/>
          <ac:spMkLst>
            <pc:docMk/>
            <pc:sldMk cId="660858661" sldId="1613"/>
            <ac:spMk id="3" creationId="{EEB98C9D-7C3B-16CC-D84D-DA07CFB8A54B}"/>
          </ac:spMkLst>
        </pc:spChg>
      </pc:sldChg>
      <pc:sldChg chg="modSp add mod">
        <pc:chgData name="Sanmukh Kuppannagari" userId="ad215094-da36-4b66-9c79-369a17aea26b" providerId="ADAL" clId="{AD558336-AE15-4CDD-AB6D-EE016937268C}" dt="2025-09-22T23:34:58.850" v="317" actId="113"/>
        <pc:sldMkLst>
          <pc:docMk/>
          <pc:sldMk cId="2075019539" sldId="1614"/>
        </pc:sldMkLst>
        <pc:spChg chg="mod">
          <ac:chgData name="Sanmukh Kuppannagari" userId="ad215094-da36-4b66-9c79-369a17aea26b" providerId="ADAL" clId="{AD558336-AE15-4CDD-AB6D-EE016937268C}" dt="2025-09-22T23:34:58.850" v="317" actId="113"/>
          <ac:spMkLst>
            <pc:docMk/>
            <pc:sldMk cId="2075019539" sldId="1614"/>
            <ac:spMk id="3" creationId="{56D00919-94AF-383D-16B5-77549959B94C}"/>
          </ac:spMkLst>
        </pc:spChg>
      </pc:sldChg>
      <pc:sldChg chg="add">
        <pc:chgData name="Sanmukh Kuppannagari" userId="ad215094-da36-4b66-9c79-369a17aea26b" providerId="ADAL" clId="{AD558336-AE15-4CDD-AB6D-EE016937268C}" dt="2025-09-22T23:35:30.771" v="318"/>
        <pc:sldMkLst>
          <pc:docMk/>
          <pc:sldMk cId="2026419143" sldId="1615"/>
        </pc:sldMkLst>
      </pc:sldChg>
      <pc:sldChg chg="add">
        <pc:chgData name="Sanmukh Kuppannagari" userId="ad215094-da36-4b66-9c79-369a17aea26b" providerId="ADAL" clId="{AD558336-AE15-4CDD-AB6D-EE016937268C}" dt="2025-09-22T23:35:30.771" v="318"/>
        <pc:sldMkLst>
          <pc:docMk/>
          <pc:sldMk cId="332141421" sldId="1616"/>
        </pc:sldMkLst>
      </pc:sldChg>
      <pc:sldChg chg="add">
        <pc:chgData name="Sanmukh Kuppannagari" userId="ad215094-da36-4b66-9c79-369a17aea26b" providerId="ADAL" clId="{AD558336-AE15-4CDD-AB6D-EE016937268C}" dt="2025-09-22T23:35:30.771" v="318"/>
        <pc:sldMkLst>
          <pc:docMk/>
          <pc:sldMk cId="2723772378" sldId="1617"/>
        </pc:sldMkLst>
      </pc:sldChg>
      <pc:sldChg chg="add">
        <pc:chgData name="Sanmukh Kuppannagari" userId="ad215094-da36-4b66-9c79-369a17aea26b" providerId="ADAL" clId="{AD558336-AE15-4CDD-AB6D-EE016937268C}" dt="2025-09-22T23:35:30.771" v="318"/>
        <pc:sldMkLst>
          <pc:docMk/>
          <pc:sldMk cId="2299419835" sldId="1618"/>
        </pc:sldMkLst>
      </pc:sldChg>
      <pc:sldChg chg="modSp new mod">
        <pc:chgData name="Sanmukh Kuppannagari" userId="ad215094-da36-4b66-9c79-369a17aea26b" providerId="ADAL" clId="{AD558336-AE15-4CDD-AB6D-EE016937268C}" dt="2025-09-22T23:36:59.419" v="609" actId="20577"/>
        <pc:sldMkLst>
          <pc:docMk/>
          <pc:sldMk cId="4038028448" sldId="1619"/>
        </pc:sldMkLst>
        <pc:spChg chg="mod">
          <ac:chgData name="Sanmukh Kuppannagari" userId="ad215094-da36-4b66-9c79-369a17aea26b" providerId="ADAL" clId="{AD558336-AE15-4CDD-AB6D-EE016937268C}" dt="2025-09-22T23:35:54.555" v="328" actId="20577"/>
          <ac:spMkLst>
            <pc:docMk/>
            <pc:sldMk cId="4038028448" sldId="1619"/>
            <ac:spMk id="2" creationId="{F266367D-929A-E740-3278-B086A7716473}"/>
          </ac:spMkLst>
        </pc:spChg>
        <pc:spChg chg="mod">
          <ac:chgData name="Sanmukh Kuppannagari" userId="ad215094-da36-4b66-9c79-369a17aea26b" providerId="ADAL" clId="{AD558336-AE15-4CDD-AB6D-EE016937268C}" dt="2025-09-22T23:36:59.419" v="609" actId="20577"/>
          <ac:spMkLst>
            <pc:docMk/>
            <pc:sldMk cId="4038028448" sldId="1619"/>
            <ac:spMk id="3" creationId="{A0021088-4E1A-3D40-FEB9-40E98E24132E}"/>
          </ac:spMkLst>
        </pc:spChg>
      </pc:sldChg>
      <pc:sldChg chg="add">
        <pc:chgData name="Sanmukh Kuppannagari" userId="ad215094-da36-4b66-9c79-369a17aea26b" providerId="ADAL" clId="{AD558336-AE15-4CDD-AB6D-EE016937268C}" dt="2025-09-22T23:40:46.652" v="692"/>
        <pc:sldMkLst>
          <pc:docMk/>
          <pc:sldMk cId="3184318108" sldId="1620"/>
        </pc:sldMkLst>
      </pc:sldChg>
      <pc:sldChg chg="addSp delSp modSp new mod">
        <pc:chgData name="Sanmukh Kuppannagari" userId="ad215094-da36-4b66-9c79-369a17aea26b" providerId="ADAL" clId="{AD558336-AE15-4CDD-AB6D-EE016937268C}" dt="2025-09-22T23:43:21.755" v="808" actId="20577"/>
        <pc:sldMkLst>
          <pc:docMk/>
          <pc:sldMk cId="2088901676" sldId="1621"/>
        </pc:sldMkLst>
        <pc:spChg chg="mod">
          <ac:chgData name="Sanmukh Kuppannagari" userId="ad215094-da36-4b66-9c79-369a17aea26b" providerId="ADAL" clId="{AD558336-AE15-4CDD-AB6D-EE016937268C}" dt="2025-09-22T23:42:20.940" v="718" actId="20577"/>
          <ac:spMkLst>
            <pc:docMk/>
            <pc:sldMk cId="2088901676" sldId="1621"/>
            <ac:spMk id="2" creationId="{C6F55C81-694F-76F8-0EB2-B404BD956F31}"/>
          </ac:spMkLst>
        </pc:spChg>
        <pc:spChg chg="del">
          <ac:chgData name="Sanmukh Kuppannagari" userId="ad215094-da36-4b66-9c79-369a17aea26b" providerId="ADAL" clId="{AD558336-AE15-4CDD-AB6D-EE016937268C}" dt="2025-09-22T23:42:41.930" v="719"/>
          <ac:spMkLst>
            <pc:docMk/>
            <pc:sldMk cId="2088901676" sldId="1621"/>
            <ac:spMk id="3" creationId="{6D2758B9-E4C5-FBA5-C9FF-92EF47F5F3AE}"/>
          </ac:spMkLst>
        </pc:spChg>
        <pc:spChg chg="add mod">
          <ac:chgData name="Sanmukh Kuppannagari" userId="ad215094-da36-4b66-9c79-369a17aea26b" providerId="ADAL" clId="{AD558336-AE15-4CDD-AB6D-EE016937268C}" dt="2025-09-22T23:43:21.755" v="808" actId="20577"/>
          <ac:spMkLst>
            <pc:docMk/>
            <pc:sldMk cId="2088901676" sldId="1621"/>
            <ac:spMk id="6" creationId="{3AB12196-49AA-4F2A-7FE9-18068576A200}"/>
          </ac:spMkLst>
        </pc:spChg>
        <pc:picChg chg="add mod modCrop">
          <ac:chgData name="Sanmukh Kuppannagari" userId="ad215094-da36-4b66-9c79-369a17aea26b" providerId="ADAL" clId="{AD558336-AE15-4CDD-AB6D-EE016937268C}" dt="2025-09-22T23:42:56.215" v="725" actId="1076"/>
          <ac:picMkLst>
            <pc:docMk/>
            <pc:sldMk cId="2088901676" sldId="1621"/>
            <ac:picMk id="5" creationId="{38A8F7FC-3F62-865A-9040-C822C3E4023D}"/>
          </ac:picMkLst>
        </pc:picChg>
      </pc:sldChg>
      <pc:sldChg chg="addSp modSp new mod">
        <pc:chgData name="Sanmukh Kuppannagari" userId="ad215094-da36-4b66-9c79-369a17aea26b" providerId="ADAL" clId="{AD558336-AE15-4CDD-AB6D-EE016937268C}" dt="2025-09-22T23:45:02.890" v="817" actId="207"/>
        <pc:sldMkLst>
          <pc:docMk/>
          <pc:sldMk cId="1941417563" sldId="1622"/>
        </pc:sldMkLst>
        <pc:spChg chg="mod">
          <ac:chgData name="Sanmukh Kuppannagari" userId="ad215094-da36-4b66-9c79-369a17aea26b" providerId="ADAL" clId="{AD558336-AE15-4CDD-AB6D-EE016937268C}" dt="2025-09-22T23:44:15.772" v="810"/>
          <ac:spMkLst>
            <pc:docMk/>
            <pc:sldMk cId="1941417563" sldId="1622"/>
            <ac:spMk id="2" creationId="{4AB89632-425A-55C4-3195-C9F6255A9424}"/>
          </ac:spMkLst>
        </pc:spChg>
        <pc:spChg chg="mod">
          <ac:chgData name="Sanmukh Kuppannagari" userId="ad215094-da36-4b66-9c79-369a17aea26b" providerId="ADAL" clId="{AD558336-AE15-4CDD-AB6D-EE016937268C}" dt="2025-09-22T23:45:02.890" v="817" actId="207"/>
          <ac:spMkLst>
            <pc:docMk/>
            <pc:sldMk cId="1941417563" sldId="1622"/>
            <ac:spMk id="3" creationId="{A364E806-B89C-621E-D2A8-8152C96056B4}"/>
          </ac:spMkLst>
        </pc:spChg>
        <pc:spChg chg="add mod">
          <ac:chgData name="Sanmukh Kuppannagari" userId="ad215094-da36-4b66-9c79-369a17aea26b" providerId="ADAL" clId="{AD558336-AE15-4CDD-AB6D-EE016937268C}" dt="2025-09-22T23:44:56.610" v="813" actId="1076"/>
          <ac:spMkLst>
            <pc:docMk/>
            <pc:sldMk cId="1941417563" sldId="1622"/>
            <ac:spMk id="10" creationId="{BB738DEC-FEAC-DA90-692B-E253656AFE77}"/>
          </ac:spMkLst>
        </pc:spChg>
        <pc:spChg chg="add mod">
          <ac:chgData name="Sanmukh Kuppannagari" userId="ad215094-da36-4b66-9c79-369a17aea26b" providerId="ADAL" clId="{AD558336-AE15-4CDD-AB6D-EE016937268C}" dt="2025-09-22T23:44:56.610" v="813" actId="1076"/>
          <ac:spMkLst>
            <pc:docMk/>
            <pc:sldMk cId="1941417563" sldId="1622"/>
            <ac:spMk id="12" creationId="{912D4A1B-073B-AF1D-2454-78C4651C0ED1}"/>
          </ac:spMkLst>
        </pc:spChg>
        <pc:spChg chg="add mod">
          <ac:chgData name="Sanmukh Kuppannagari" userId="ad215094-da36-4b66-9c79-369a17aea26b" providerId="ADAL" clId="{AD558336-AE15-4CDD-AB6D-EE016937268C}" dt="2025-09-22T23:44:56.610" v="813" actId="1076"/>
          <ac:spMkLst>
            <pc:docMk/>
            <pc:sldMk cId="1941417563" sldId="1622"/>
            <ac:spMk id="14" creationId="{EA10C71D-B0E6-E18A-714F-FE97E1718B63}"/>
          </ac:spMkLst>
        </pc:spChg>
        <pc:spChg chg="add mod">
          <ac:chgData name="Sanmukh Kuppannagari" userId="ad215094-da36-4b66-9c79-369a17aea26b" providerId="ADAL" clId="{AD558336-AE15-4CDD-AB6D-EE016937268C}" dt="2025-09-22T23:44:56.610" v="813" actId="1076"/>
          <ac:spMkLst>
            <pc:docMk/>
            <pc:sldMk cId="1941417563" sldId="1622"/>
            <ac:spMk id="18" creationId="{9D26B2CD-A918-5F3E-FB81-3EDEBCD203D2}"/>
          </ac:spMkLst>
        </pc:spChg>
        <pc:spChg chg="add mod">
          <ac:chgData name="Sanmukh Kuppannagari" userId="ad215094-da36-4b66-9c79-369a17aea26b" providerId="ADAL" clId="{AD558336-AE15-4CDD-AB6D-EE016937268C}" dt="2025-09-22T23:44:56.610" v="813" actId="1076"/>
          <ac:spMkLst>
            <pc:docMk/>
            <pc:sldMk cId="1941417563" sldId="1622"/>
            <ac:spMk id="21" creationId="{566245D2-B799-3CE7-2356-8C664ABB1654}"/>
          </ac:spMkLst>
        </pc:spChg>
        <pc:spChg chg="add mod">
          <ac:chgData name="Sanmukh Kuppannagari" userId="ad215094-da36-4b66-9c79-369a17aea26b" providerId="ADAL" clId="{AD558336-AE15-4CDD-AB6D-EE016937268C}" dt="2025-09-22T23:44:56.610" v="813" actId="1076"/>
          <ac:spMkLst>
            <pc:docMk/>
            <pc:sldMk cId="1941417563" sldId="1622"/>
            <ac:spMk id="35" creationId="{7348B4C9-B2CD-708C-D1C1-4EDA0686AD20}"/>
          </ac:spMkLst>
        </pc:spChg>
        <pc:spChg chg="add mod">
          <ac:chgData name="Sanmukh Kuppannagari" userId="ad215094-da36-4b66-9c79-369a17aea26b" providerId="ADAL" clId="{AD558336-AE15-4CDD-AB6D-EE016937268C}" dt="2025-09-22T23:44:56.610" v="813" actId="1076"/>
          <ac:spMkLst>
            <pc:docMk/>
            <pc:sldMk cId="1941417563" sldId="1622"/>
            <ac:spMk id="42" creationId="{D724E7C9-3A81-73A6-B8FC-5A7C3884536B}"/>
          </ac:spMkLst>
        </pc:spChg>
        <pc:spChg chg="add mod">
          <ac:chgData name="Sanmukh Kuppannagari" userId="ad215094-da36-4b66-9c79-369a17aea26b" providerId="ADAL" clId="{AD558336-AE15-4CDD-AB6D-EE016937268C}" dt="2025-09-22T23:44:56.610" v="813" actId="1076"/>
          <ac:spMkLst>
            <pc:docMk/>
            <pc:sldMk cId="1941417563" sldId="1622"/>
            <ac:spMk id="47" creationId="{B5C868AD-7D1F-ACDB-B7D3-7D0AC169239C}"/>
          </ac:spMkLst>
        </pc:spChg>
        <pc:spChg chg="add mod">
          <ac:chgData name="Sanmukh Kuppannagari" userId="ad215094-da36-4b66-9c79-369a17aea26b" providerId="ADAL" clId="{AD558336-AE15-4CDD-AB6D-EE016937268C}" dt="2025-09-22T23:44:56.610" v="813" actId="1076"/>
          <ac:spMkLst>
            <pc:docMk/>
            <pc:sldMk cId="1941417563" sldId="1622"/>
            <ac:spMk id="50" creationId="{0A870E0C-F41F-482D-20A2-2E7EE2022C80}"/>
          </ac:spMkLst>
        </pc:spChg>
        <pc:spChg chg="add mod">
          <ac:chgData name="Sanmukh Kuppannagari" userId="ad215094-da36-4b66-9c79-369a17aea26b" providerId="ADAL" clId="{AD558336-AE15-4CDD-AB6D-EE016937268C}" dt="2025-09-22T23:44:56.610" v="813" actId="1076"/>
          <ac:spMkLst>
            <pc:docMk/>
            <pc:sldMk cId="1941417563" sldId="1622"/>
            <ac:spMk id="52" creationId="{23467B35-0DE7-3986-6DD7-A488735AB5F7}"/>
          </ac:spMkLst>
        </pc:spChg>
      </pc:sldChg>
      <pc:sldChg chg="addSp modSp add mod">
        <pc:chgData name="Sanmukh Kuppannagari" userId="ad215094-da36-4b66-9c79-369a17aea26b" providerId="ADAL" clId="{AD558336-AE15-4CDD-AB6D-EE016937268C}" dt="2025-09-22T23:47:21.835" v="871" actId="207"/>
        <pc:sldMkLst>
          <pc:docMk/>
          <pc:sldMk cId="20892369" sldId="1623"/>
        </pc:sldMkLst>
        <pc:spChg chg="mod">
          <ac:chgData name="Sanmukh Kuppannagari" userId="ad215094-da36-4b66-9c79-369a17aea26b" providerId="ADAL" clId="{AD558336-AE15-4CDD-AB6D-EE016937268C}" dt="2025-09-22T23:47:21.835" v="871" actId="207"/>
          <ac:spMkLst>
            <pc:docMk/>
            <pc:sldMk cId="20892369" sldId="1623"/>
            <ac:spMk id="3" creationId="{998F8F35-FCB2-A050-44C7-6C63CE170B24}"/>
          </ac:spMkLst>
        </pc:spChg>
        <pc:spChg chg="add mod">
          <ac:chgData name="Sanmukh Kuppannagari" userId="ad215094-da36-4b66-9c79-369a17aea26b" providerId="ADAL" clId="{AD558336-AE15-4CDD-AB6D-EE016937268C}" dt="2025-09-22T23:46:20.757" v="830" actId="1076"/>
          <ac:spMkLst>
            <pc:docMk/>
            <pc:sldMk cId="20892369" sldId="1623"/>
            <ac:spMk id="53" creationId="{F8A67D6E-F849-4385-6157-B5427FA488E2}"/>
          </ac:spMkLst>
        </pc:spChg>
        <pc:spChg chg="add mod">
          <ac:chgData name="Sanmukh Kuppannagari" userId="ad215094-da36-4b66-9c79-369a17aea26b" providerId="ADAL" clId="{AD558336-AE15-4CDD-AB6D-EE016937268C}" dt="2025-09-22T23:46:27.992" v="832" actId="1076"/>
          <ac:spMkLst>
            <pc:docMk/>
            <pc:sldMk cId="20892369" sldId="1623"/>
            <ac:spMk id="54" creationId="{24516CEE-72E8-431D-7B59-080EAFC35226}"/>
          </ac:spMkLst>
        </pc:spChg>
        <pc:spChg chg="add mod">
          <ac:chgData name="Sanmukh Kuppannagari" userId="ad215094-da36-4b66-9c79-369a17aea26b" providerId="ADAL" clId="{AD558336-AE15-4CDD-AB6D-EE016937268C}" dt="2025-09-22T23:46:47.551" v="847" actId="1076"/>
          <ac:spMkLst>
            <pc:docMk/>
            <pc:sldMk cId="20892369" sldId="1623"/>
            <ac:spMk id="55" creationId="{33317139-7AD4-055D-67B6-1E6CEC5F5B6A}"/>
          </ac:spMkLst>
        </pc:spChg>
        <pc:spChg chg="add mod">
          <ac:chgData name="Sanmukh Kuppannagari" userId="ad215094-da36-4b66-9c79-369a17aea26b" providerId="ADAL" clId="{AD558336-AE15-4CDD-AB6D-EE016937268C}" dt="2025-09-22T23:47:02.568" v="868" actId="122"/>
          <ac:spMkLst>
            <pc:docMk/>
            <pc:sldMk cId="20892369" sldId="1623"/>
            <ac:spMk id="56" creationId="{333BEF67-2219-AC23-5AD1-7EA1016620F4}"/>
          </ac:spMkLst>
        </pc:spChg>
      </pc:sldChg>
      <pc:sldChg chg="modSp add mod">
        <pc:chgData name="Sanmukh Kuppannagari" userId="ad215094-da36-4b66-9c79-369a17aea26b" providerId="ADAL" clId="{AD558336-AE15-4CDD-AB6D-EE016937268C}" dt="2025-09-22T23:48:34.691" v="934" actId="14100"/>
        <pc:sldMkLst>
          <pc:docMk/>
          <pc:sldMk cId="2754744985" sldId="1624"/>
        </pc:sldMkLst>
        <pc:spChg chg="mod">
          <ac:chgData name="Sanmukh Kuppannagari" userId="ad215094-da36-4b66-9c79-369a17aea26b" providerId="ADAL" clId="{AD558336-AE15-4CDD-AB6D-EE016937268C}" dt="2025-09-22T23:48:34.691" v="934" actId="14100"/>
          <ac:spMkLst>
            <pc:docMk/>
            <pc:sldMk cId="2754744985" sldId="1624"/>
            <ac:spMk id="3" creationId="{422F1391-9591-FF61-88DA-DA2F51216878}"/>
          </ac:spMkLst>
        </pc:spChg>
      </pc:sldChg>
      <pc:sldChg chg="delSp modSp add mod">
        <pc:chgData name="Sanmukh Kuppannagari" userId="ad215094-da36-4b66-9c79-369a17aea26b" providerId="ADAL" clId="{AD558336-AE15-4CDD-AB6D-EE016937268C}" dt="2025-09-22T23:48:46.444" v="936"/>
        <pc:sldMkLst>
          <pc:docMk/>
          <pc:sldMk cId="319091824" sldId="1625"/>
        </pc:sldMkLst>
        <pc:spChg chg="mod">
          <ac:chgData name="Sanmukh Kuppannagari" userId="ad215094-da36-4b66-9c79-369a17aea26b" providerId="ADAL" clId="{AD558336-AE15-4CDD-AB6D-EE016937268C}" dt="2025-09-22T23:48:46.444" v="936"/>
          <ac:spMkLst>
            <pc:docMk/>
            <pc:sldMk cId="319091824" sldId="1625"/>
            <ac:spMk id="3" creationId="{121E00C4-48E8-E035-C217-4E6FDD8A9158}"/>
          </ac:spMkLst>
        </pc:spChg>
        <pc:spChg chg="del">
          <ac:chgData name="Sanmukh Kuppannagari" userId="ad215094-da36-4b66-9c79-369a17aea26b" providerId="ADAL" clId="{AD558336-AE15-4CDD-AB6D-EE016937268C}" dt="2025-09-22T23:48:22.632" v="916" actId="478"/>
          <ac:spMkLst>
            <pc:docMk/>
            <pc:sldMk cId="319091824" sldId="1625"/>
            <ac:spMk id="53" creationId="{DCAF5049-FB0E-CCBB-C7B1-6028C6860EBD}"/>
          </ac:spMkLst>
        </pc:spChg>
        <pc:spChg chg="del">
          <ac:chgData name="Sanmukh Kuppannagari" userId="ad215094-da36-4b66-9c79-369a17aea26b" providerId="ADAL" clId="{AD558336-AE15-4CDD-AB6D-EE016937268C}" dt="2025-09-22T23:48:19.504" v="915" actId="478"/>
          <ac:spMkLst>
            <pc:docMk/>
            <pc:sldMk cId="319091824" sldId="1625"/>
            <ac:spMk id="54" creationId="{43766534-FF5C-A3E2-80B5-E6EF89858D03}"/>
          </ac:spMkLst>
        </pc:spChg>
        <pc:spChg chg="del">
          <ac:chgData name="Sanmukh Kuppannagari" userId="ad215094-da36-4b66-9c79-369a17aea26b" providerId="ADAL" clId="{AD558336-AE15-4CDD-AB6D-EE016937268C}" dt="2025-09-22T23:48:07.136" v="913" actId="478"/>
          <ac:spMkLst>
            <pc:docMk/>
            <pc:sldMk cId="319091824" sldId="1625"/>
            <ac:spMk id="55" creationId="{3FA05E53-9BFD-9430-48A9-00DB55272C52}"/>
          </ac:spMkLst>
        </pc:spChg>
        <pc:spChg chg="del">
          <ac:chgData name="Sanmukh Kuppannagari" userId="ad215094-da36-4b66-9c79-369a17aea26b" providerId="ADAL" clId="{AD558336-AE15-4CDD-AB6D-EE016937268C}" dt="2025-09-22T23:48:04.308" v="912" actId="478"/>
          <ac:spMkLst>
            <pc:docMk/>
            <pc:sldMk cId="319091824" sldId="1625"/>
            <ac:spMk id="56" creationId="{5C7CD681-C678-4BC2-C031-DCB30A2B8063}"/>
          </ac:spMkLst>
        </pc:spChg>
      </pc:sldChg>
      <pc:sldChg chg="addSp delSp modSp new mod">
        <pc:chgData name="Sanmukh Kuppannagari" userId="ad215094-da36-4b66-9c79-369a17aea26b" providerId="ADAL" clId="{AD558336-AE15-4CDD-AB6D-EE016937268C}" dt="2025-09-22T23:56:02.308" v="1085" actId="478"/>
        <pc:sldMkLst>
          <pc:docMk/>
          <pc:sldMk cId="1290179611" sldId="1626"/>
        </pc:sldMkLst>
        <pc:spChg chg="mod">
          <ac:chgData name="Sanmukh Kuppannagari" userId="ad215094-da36-4b66-9c79-369a17aea26b" providerId="ADAL" clId="{AD558336-AE15-4CDD-AB6D-EE016937268C}" dt="2025-09-22T23:52:53.329" v="1005" actId="14100"/>
          <ac:spMkLst>
            <pc:docMk/>
            <pc:sldMk cId="1290179611" sldId="1626"/>
            <ac:spMk id="2" creationId="{4F4E7E6C-C1DF-7E61-A96D-1B73E126DACC}"/>
          </ac:spMkLst>
        </pc:spChg>
        <pc:spChg chg="del">
          <ac:chgData name="Sanmukh Kuppannagari" userId="ad215094-da36-4b66-9c79-369a17aea26b" providerId="ADAL" clId="{AD558336-AE15-4CDD-AB6D-EE016937268C}" dt="2025-09-22T23:52:12.316" v="964" actId="478"/>
          <ac:spMkLst>
            <pc:docMk/>
            <pc:sldMk cId="1290179611" sldId="1626"/>
            <ac:spMk id="3" creationId="{99270AAF-C458-B5CF-AEB4-EE66A2EE6B22}"/>
          </ac:spMkLst>
        </pc:spChg>
        <pc:spChg chg="add mod">
          <ac:chgData name="Sanmukh Kuppannagari" userId="ad215094-da36-4b66-9c79-369a17aea26b" providerId="ADAL" clId="{AD558336-AE15-4CDD-AB6D-EE016937268C}" dt="2025-09-22T23:52:17.586" v="966" actId="1076"/>
          <ac:spMkLst>
            <pc:docMk/>
            <pc:sldMk cId="1290179611" sldId="1626"/>
            <ac:spMk id="4" creationId="{87BBFA30-80C5-161A-0292-55F7DCA92840}"/>
          </ac:spMkLst>
        </pc:spChg>
        <pc:spChg chg="add mod">
          <ac:chgData name="Sanmukh Kuppannagari" userId="ad215094-da36-4b66-9c79-369a17aea26b" providerId="ADAL" clId="{AD558336-AE15-4CDD-AB6D-EE016937268C}" dt="2025-09-22T23:52:17.586" v="966" actId="1076"/>
          <ac:spMkLst>
            <pc:docMk/>
            <pc:sldMk cId="1290179611" sldId="1626"/>
            <ac:spMk id="5" creationId="{2E7AD29A-A11A-4EE1-F16D-5BC17B1F4D38}"/>
          </ac:spMkLst>
        </pc:spChg>
        <pc:spChg chg="add mod">
          <ac:chgData name="Sanmukh Kuppannagari" userId="ad215094-da36-4b66-9c79-369a17aea26b" providerId="ADAL" clId="{AD558336-AE15-4CDD-AB6D-EE016937268C}" dt="2025-09-22T23:52:17.586" v="966" actId="1076"/>
          <ac:spMkLst>
            <pc:docMk/>
            <pc:sldMk cId="1290179611" sldId="1626"/>
            <ac:spMk id="10" creationId="{DCAA8FFE-7066-2ADB-EFE1-0167B420FEF0}"/>
          </ac:spMkLst>
        </pc:spChg>
        <pc:spChg chg="add mod">
          <ac:chgData name="Sanmukh Kuppannagari" userId="ad215094-da36-4b66-9c79-369a17aea26b" providerId="ADAL" clId="{AD558336-AE15-4CDD-AB6D-EE016937268C}" dt="2025-09-22T23:52:17.586" v="966" actId="1076"/>
          <ac:spMkLst>
            <pc:docMk/>
            <pc:sldMk cId="1290179611" sldId="1626"/>
            <ac:spMk id="11" creationId="{F91A1345-821A-1014-0A68-C69A4131D222}"/>
          </ac:spMkLst>
        </pc:spChg>
        <pc:spChg chg="add mod">
          <ac:chgData name="Sanmukh Kuppannagari" userId="ad215094-da36-4b66-9c79-369a17aea26b" providerId="ADAL" clId="{AD558336-AE15-4CDD-AB6D-EE016937268C}" dt="2025-09-22T23:52:17.586" v="966" actId="1076"/>
          <ac:spMkLst>
            <pc:docMk/>
            <pc:sldMk cId="1290179611" sldId="1626"/>
            <ac:spMk id="12" creationId="{37B55876-A77F-9F36-C97E-111AF4D84777}"/>
          </ac:spMkLst>
        </pc:spChg>
        <pc:spChg chg="add mod">
          <ac:chgData name="Sanmukh Kuppannagari" userId="ad215094-da36-4b66-9c79-369a17aea26b" providerId="ADAL" clId="{AD558336-AE15-4CDD-AB6D-EE016937268C}" dt="2025-09-22T23:52:17.586" v="966" actId="1076"/>
          <ac:spMkLst>
            <pc:docMk/>
            <pc:sldMk cId="1290179611" sldId="1626"/>
            <ac:spMk id="14" creationId="{A791AAEE-9DA5-BCAF-E653-0531315950B5}"/>
          </ac:spMkLst>
        </pc:spChg>
        <pc:spChg chg="add del mod">
          <ac:chgData name="Sanmukh Kuppannagari" userId="ad215094-da36-4b66-9c79-369a17aea26b" providerId="ADAL" clId="{AD558336-AE15-4CDD-AB6D-EE016937268C}" dt="2025-09-22T23:53:28.942" v="1009" actId="478"/>
          <ac:spMkLst>
            <pc:docMk/>
            <pc:sldMk cId="1290179611" sldId="1626"/>
            <ac:spMk id="15" creationId="{4257B6C0-9DEF-6A2A-6F6E-19073F96331E}"/>
          </ac:spMkLst>
        </pc:spChg>
        <pc:spChg chg="add del mod">
          <ac:chgData name="Sanmukh Kuppannagari" userId="ad215094-da36-4b66-9c79-369a17aea26b" providerId="ADAL" clId="{AD558336-AE15-4CDD-AB6D-EE016937268C}" dt="2025-09-22T23:53:36.544" v="1011" actId="478"/>
          <ac:spMkLst>
            <pc:docMk/>
            <pc:sldMk cId="1290179611" sldId="1626"/>
            <ac:spMk id="16" creationId="{B48109CA-3A5D-43F8-0014-05885B5141DD}"/>
          </ac:spMkLst>
        </pc:spChg>
        <pc:spChg chg="add mod">
          <ac:chgData name="Sanmukh Kuppannagari" userId="ad215094-da36-4b66-9c79-369a17aea26b" providerId="ADAL" clId="{AD558336-AE15-4CDD-AB6D-EE016937268C}" dt="2025-09-22T23:53:21.165" v="1008" actId="207"/>
          <ac:spMkLst>
            <pc:docMk/>
            <pc:sldMk cId="1290179611" sldId="1626"/>
            <ac:spMk id="17" creationId="{75B99C89-50A1-857E-3544-2C71C13CA451}"/>
          </ac:spMkLst>
        </pc:spChg>
        <pc:spChg chg="add del mod">
          <ac:chgData name="Sanmukh Kuppannagari" userId="ad215094-da36-4b66-9c79-369a17aea26b" providerId="ADAL" clId="{AD558336-AE15-4CDD-AB6D-EE016937268C}" dt="2025-09-22T23:56:02.308" v="1085" actId="478"/>
          <ac:spMkLst>
            <pc:docMk/>
            <pc:sldMk cId="1290179611" sldId="1626"/>
            <ac:spMk id="20" creationId="{A1A6FE9D-C575-45A1-7F13-515E659B6F25}"/>
          </ac:spMkLst>
        </pc:spChg>
        <pc:cxnChg chg="del">
          <ac:chgData name="Sanmukh Kuppannagari" userId="ad215094-da36-4b66-9c79-369a17aea26b" providerId="ADAL" clId="{AD558336-AE15-4CDD-AB6D-EE016937268C}" dt="2025-09-22T23:52:39.204" v="974" actId="478"/>
          <ac:cxnSpMkLst>
            <pc:docMk/>
            <pc:sldMk cId="1290179611" sldId="1626"/>
            <ac:cxnSpMk id="24" creationId="{740F6C98-74E1-F5F7-27F1-1FA52F481DC1}"/>
          </ac:cxnSpMkLst>
        </pc:cxnChg>
        <pc:cxnChg chg="del">
          <ac:chgData name="Sanmukh Kuppannagari" userId="ad215094-da36-4b66-9c79-369a17aea26b" providerId="ADAL" clId="{AD558336-AE15-4CDD-AB6D-EE016937268C}" dt="2025-09-22T23:52:37.531" v="973" actId="478"/>
          <ac:cxnSpMkLst>
            <pc:docMk/>
            <pc:sldMk cId="1290179611" sldId="1626"/>
            <ac:cxnSpMk id="25" creationId="{BE92CCC4-B48F-6CFD-0E7A-E5961E970A56}"/>
          </ac:cxnSpMkLst>
        </pc:cxnChg>
        <pc:cxnChg chg="del">
          <ac:chgData name="Sanmukh Kuppannagari" userId="ad215094-da36-4b66-9c79-369a17aea26b" providerId="ADAL" clId="{AD558336-AE15-4CDD-AB6D-EE016937268C}" dt="2025-09-22T23:52:35.018" v="972" actId="478"/>
          <ac:cxnSpMkLst>
            <pc:docMk/>
            <pc:sldMk cId="1290179611" sldId="1626"/>
            <ac:cxnSpMk id="26" creationId="{964F0A6E-005C-511C-A498-7CFC15577152}"/>
          </ac:cxnSpMkLst>
        </pc:cxnChg>
        <pc:cxnChg chg="del">
          <ac:chgData name="Sanmukh Kuppannagari" userId="ad215094-da36-4b66-9c79-369a17aea26b" providerId="ADAL" clId="{AD558336-AE15-4CDD-AB6D-EE016937268C}" dt="2025-09-22T23:52:33.003" v="971" actId="478"/>
          <ac:cxnSpMkLst>
            <pc:docMk/>
            <pc:sldMk cId="1290179611" sldId="1626"/>
            <ac:cxnSpMk id="27" creationId="{CE155783-5655-4FC2-2391-D8DF60E3CA92}"/>
          </ac:cxnSpMkLst>
        </pc:cxnChg>
        <pc:cxnChg chg="del">
          <ac:chgData name="Sanmukh Kuppannagari" userId="ad215094-da36-4b66-9c79-369a17aea26b" providerId="ADAL" clId="{AD558336-AE15-4CDD-AB6D-EE016937268C}" dt="2025-09-22T23:52:26.254" v="968" actId="478"/>
          <ac:cxnSpMkLst>
            <pc:docMk/>
            <pc:sldMk cId="1290179611" sldId="1626"/>
            <ac:cxnSpMk id="28" creationId="{77B156A9-17A2-8ECF-4ECB-B0079771CE17}"/>
          </ac:cxnSpMkLst>
        </pc:cxnChg>
        <pc:cxnChg chg="del">
          <ac:chgData name="Sanmukh Kuppannagari" userId="ad215094-da36-4b66-9c79-369a17aea26b" providerId="ADAL" clId="{AD558336-AE15-4CDD-AB6D-EE016937268C}" dt="2025-09-22T23:52:24.767" v="967" actId="478"/>
          <ac:cxnSpMkLst>
            <pc:docMk/>
            <pc:sldMk cId="1290179611" sldId="1626"/>
            <ac:cxnSpMk id="29" creationId="{06A306F5-1672-3A65-5F4E-31A01B5A0DD7}"/>
          </ac:cxnSpMkLst>
        </pc:cxnChg>
        <pc:cxnChg chg="del">
          <ac:chgData name="Sanmukh Kuppannagari" userId="ad215094-da36-4b66-9c79-369a17aea26b" providerId="ADAL" clId="{AD558336-AE15-4CDD-AB6D-EE016937268C}" dt="2025-09-22T23:52:29.710" v="970" actId="478"/>
          <ac:cxnSpMkLst>
            <pc:docMk/>
            <pc:sldMk cId="1290179611" sldId="1626"/>
            <ac:cxnSpMk id="30" creationId="{1E602A87-F7AE-06B2-E3DC-6E9CC6BAA4AE}"/>
          </ac:cxnSpMkLst>
        </pc:cxnChg>
        <pc:cxnChg chg="del">
          <ac:chgData name="Sanmukh Kuppannagari" userId="ad215094-da36-4b66-9c79-369a17aea26b" providerId="ADAL" clId="{AD558336-AE15-4CDD-AB6D-EE016937268C}" dt="2025-09-22T23:52:28.320" v="969" actId="478"/>
          <ac:cxnSpMkLst>
            <pc:docMk/>
            <pc:sldMk cId="1290179611" sldId="1626"/>
            <ac:cxnSpMk id="31" creationId="{E1D90BD6-3F58-E976-0C77-9170A4DDB27A}"/>
          </ac:cxnSpMkLst>
        </pc:cxnChg>
      </pc:sldChg>
      <pc:sldChg chg="addSp delSp modSp add mod">
        <pc:chgData name="Sanmukh Kuppannagari" userId="ad215094-da36-4b66-9c79-369a17aea26b" providerId="ADAL" clId="{AD558336-AE15-4CDD-AB6D-EE016937268C}" dt="2025-09-22T23:55:55.397" v="1084" actId="478"/>
        <pc:sldMkLst>
          <pc:docMk/>
          <pc:sldMk cId="3180180404" sldId="1627"/>
        </pc:sldMkLst>
        <pc:spChg chg="add mod">
          <ac:chgData name="Sanmukh Kuppannagari" userId="ad215094-da36-4b66-9c79-369a17aea26b" providerId="ADAL" clId="{AD558336-AE15-4CDD-AB6D-EE016937268C}" dt="2025-09-22T23:54:19.507" v="1063" actId="207"/>
          <ac:spMkLst>
            <pc:docMk/>
            <pc:sldMk cId="3180180404" sldId="1627"/>
            <ac:spMk id="3" creationId="{A648F10E-039E-2AE5-4238-0B9EA8BEAE22}"/>
          </ac:spMkLst>
        </pc:spChg>
        <pc:spChg chg="mod">
          <ac:chgData name="Sanmukh Kuppannagari" userId="ad215094-da36-4b66-9c79-369a17aea26b" providerId="ADAL" clId="{AD558336-AE15-4CDD-AB6D-EE016937268C}" dt="2025-09-22T23:55:20.935" v="1066" actId="207"/>
          <ac:spMkLst>
            <pc:docMk/>
            <pc:sldMk cId="3180180404" sldId="1627"/>
            <ac:spMk id="4" creationId="{81C0AB7C-7170-77BA-CB84-FA150D50B55A}"/>
          </ac:spMkLst>
        </pc:spChg>
        <pc:spChg chg="mod">
          <ac:chgData name="Sanmukh Kuppannagari" userId="ad215094-da36-4b66-9c79-369a17aea26b" providerId="ADAL" clId="{AD558336-AE15-4CDD-AB6D-EE016937268C}" dt="2025-09-22T23:53:48.222" v="1014" actId="20577"/>
          <ac:spMkLst>
            <pc:docMk/>
            <pc:sldMk cId="3180180404" sldId="1627"/>
            <ac:spMk id="17" creationId="{5C76F1E0-00EF-2CC0-29FC-AFD86AF56CAF}"/>
          </ac:spMkLst>
        </pc:spChg>
        <pc:spChg chg="del">
          <ac:chgData name="Sanmukh Kuppannagari" userId="ad215094-da36-4b66-9c79-369a17aea26b" providerId="ADAL" clId="{AD558336-AE15-4CDD-AB6D-EE016937268C}" dt="2025-09-22T23:55:55.397" v="1084" actId="478"/>
          <ac:spMkLst>
            <pc:docMk/>
            <pc:sldMk cId="3180180404" sldId="1627"/>
            <ac:spMk id="20" creationId="{0B22F714-F0FD-B7E4-2D5D-1AC544BE16F0}"/>
          </ac:spMkLst>
        </pc:spChg>
      </pc:sldChg>
      <pc:sldChg chg="delSp modSp add mod">
        <pc:chgData name="Sanmukh Kuppannagari" userId="ad215094-da36-4b66-9c79-369a17aea26b" providerId="ADAL" clId="{AD558336-AE15-4CDD-AB6D-EE016937268C}" dt="2025-09-22T23:55:51.515" v="1083" actId="478"/>
        <pc:sldMkLst>
          <pc:docMk/>
          <pc:sldMk cId="1699230104" sldId="1628"/>
        </pc:sldMkLst>
        <pc:spChg chg="mod">
          <ac:chgData name="Sanmukh Kuppannagari" userId="ad215094-da36-4b66-9c79-369a17aea26b" providerId="ADAL" clId="{AD558336-AE15-4CDD-AB6D-EE016937268C}" dt="2025-09-22T23:55:40.565" v="1082" actId="207"/>
          <ac:spMkLst>
            <pc:docMk/>
            <pc:sldMk cId="1699230104" sldId="1628"/>
            <ac:spMk id="3" creationId="{BDD24DDF-6E5F-25D8-8D6D-7FA9A86A7261}"/>
          </ac:spMkLst>
        </pc:spChg>
        <pc:spChg chg="del">
          <ac:chgData name="Sanmukh Kuppannagari" userId="ad215094-da36-4b66-9c79-369a17aea26b" providerId="ADAL" clId="{AD558336-AE15-4CDD-AB6D-EE016937268C}" dt="2025-09-22T23:55:51.515" v="1083" actId="478"/>
          <ac:spMkLst>
            <pc:docMk/>
            <pc:sldMk cId="1699230104" sldId="1628"/>
            <ac:spMk id="20" creationId="{9D6E2419-721A-DF9E-18DC-388C33365C97}"/>
          </ac:spMkLst>
        </pc:spChg>
      </pc:sldChg>
      <pc:sldChg chg="addSp modSp add mod">
        <pc:chgData name="Sanmukh Kuppannagari" userId="ad215094-da36-4b66-9c79-369a17aea26b" providerId="ADAL" clId="{AD558336-AE15-4CDD-AB6D-EE016937268C}" dt="2025-09-23T14:00:50.028" v="1199" actId="1076"/>
        <pc:sldMkLst>
          <pc:docMk/>
          <pc:sldMk cId="4173184227" sldId="1629"/>
        </pc:sldMkLst>
        <pc:spChg chg="mod">
          <ac:chgData name="Sanmukh Kuppannagari" userId="ad215094-da36-4b66-9c79-369a17aea26b" providerId="ADAL" clId="{AD558336-AE15-4CDD-AB6D-EE016937268C}" dt="2025-09-23T13:52:33.162" v="1124" actId="208"/>
          <ac:spMkLst>
            <pc:docMk/>
            <pc:sldMk cId="4173184227" sldId="1629"/>
            <ac:spMk id="23" creationId="{E6081952-C8BE-A81D-C8CB-B78F59840C60}"/>
          </ac:spMkLst>
        </pc:spChg>
        <pc:spChg chg="add mod">
          <ac:chgData name="Sanmukh Kuppannagari" userId="ad215094-da36-4b66-9c79-369a17aea26b" providerId="ADAL" clId="{AD558336-AE15-4CDD-AB6D-EE016937268C}" dt="2025-09-23T14:00:33.731" v="1195" actId="1076"/>
          <ac:spMkLst>
            <pc:docMk/>
            <pc:sldMk cId="4173184227" sldId="1629"/>
            <ac:spMk id="25" creationId="{6D033DA6-D73A-7D82-C99A-0C5D162D2227}"/>
          </ac:spMkLst>
        </pc:spChg>
        <pc:spChg chg="add mod">
          <ac:chgData name="Sanmukh Kuppannagari" userId="ad215094-da36-4b66-9c79-369a17aea26b" providerId="ADAL" clId="{AD558336-AE15-4CDD-AB6D-EE016937268C}" dt="2025-09-23T14:00:40.911" v="1197" actId="1076"/>
          <ac:spMkLst>
            <pc:docMk/>
            <pc:sldMk cId="4173184227" sldId="1629"/>
            <ac:spMk id="40" creationId="{F79D43EA-E127-0A8D-A2DC-8ABD555F9B0C}"/>
          </ac:spMkLst>
        </pc:spChg>
        <pc:spChg chg="add mod">
          <ac:chgData name="Sanmukh Kuppannagari" userId="ad215094-da36-4b66-9c79-369a17aea26b" providerId="ADAL" clId="{AD558336-AE15-4CDD-AB6D-EE016937268C}" dt="2025-09-23T14:00:50.028" v="1199" actId="1076"/>
          <ac:spMkLst>
            <pc:docMk/>
            <pc:sldMk cId="4173184227" sldId="1629"/>
            <ac:spMk id="42" creationId="{7D8569AA-81C2-0264-0426-3AA9D7CEB993}"/>
          </ac:spMkLst>
        </pc:spChg>
      </pc:sldChg>
      <pc:sldChg chg="addSp delSp modSp add mod">
        <pc:chgData name="Sanmukh Kuppannagari" userId="ad215094-da36-4b66-9c79-369a17aea26b" providerId="ADAL" clId="{AD558336-AE15-4CDD-AB6D-EE016937268C}" dt="2025-09-23T14:01:08.517" v="1200"/>
        <pc:sldMkLst>
          <pc:docMk/>
          <pc:sldMk cId="3474780682" sldId="1630"/>
        </pc:sldMkLst>
        <pc:spChg chg="del">
          <ac:chgData name="Sanmukh Kuppannagari" userId="ad215094-da36-4b66-9c79-369a17aea26b" providerId="ADAL" clId="{AD558336-AE15-4CDD-AB6D-EE016937268C}" dt="2025-09-23T13:52:59.865" v="1129" actId="478"/>
          <ac:spMkLst>
            <pc:docMk/>
            <pc:sldMk cId="3474780682" sldId="1630"/>
            <ac:spMk id="23" creationId="{EFEACB4B-3262-35D9-D784-B8B5659AC3CA}"/>
          </ac:spMkLst>
        </pc:spChg>
        <pc:spChg chg="del">
          <ac:chgData name="Sanmukh Kuppannagari" userId="ad215094-da36-4b66-9c79-369a17aea26b" providerId="ADAL" clId="{AD558336-AE15-4CDD-AB6D-EE016937268C}" dt="2025-09-23T13:53:03.316" v="1131" actId="478"/>
          <ac:spMkLst>
            <pc:docMk/>
            <pc:sldMk cId="3474780682" sldId="1630"/>
            <ac:spMk id="28" creationId="{1D434800-E0D9-CB9B-B58C-0D2DA85705A9}"/>
          </ac:spMkLst>
        </pc:spChg>
        <pc:spChg chg="del">
          <ac:chgData name="Sanmukh Kuppannagari" userId="ad215094-da36-4b66-9c79-369a17aea26b" providerId="ADAL" clId="{AD558336-AE15-4CDD-AB6D-EE016937268C}" dt="2025-09-23T13:53:02.006" v="1130" actId="478"/>
          <ac:spMkLst>
            <pc:docMk/>
            <pc:sldMk cId="3474780682" sldId="1630"/>
            <ac:spMk id="38" creationId="{7457B1E6-EAF4-1E45-64BD-2146DBC6C68B}"/>
          </ac:spMkLst>
        </pc:spChg>
        <pc:spChg chg="add del mod">
          <ac:chgData name="Sanmukh Kuppannagari" userId="ad215094-da36-4b66-9c79-369a17aea26b" providerId="ADAL" clId="{AD558336-AE15-4CDD-AB6D-EE016937268C}" dt="2025-09-23T13:52:53.774" v="1127" actId="478"/>
          <ac:spMkLst>
            <pc:docMk/>
            <pc:sldMk cId="3474780682" sldId="1630"/>
            <ac:spMk id="40" creationId="{B18C539D-2921-AD51-CB67-7471A8617016}"/>
          </ac:spMkLst>
        </pc:spChg>
        <pc:spChg chg="add del mod">
          <ac:chgData name="Sanmukh Kuppannagari" userId="ad215094-da36-4b66-9c79-369a17aea26b" providerId="ADAL" clId="{AD558336-AE15-4CDD-AB6D-EE016937268C}" dt="2025-09-23T13:52:53.774" v="1127" actId="478"/>
          <ac:spMkLst>
            <pc:docMk/>
            <pc:sldMk cId="3474780682" sldId="1630"/>
            <ac:spMk id="42" creationId="{C8718B8B-005E-1349-1EA5-B5DA798B9BED}"/>
          </ac:spMkLst>
        </pc:spChg>
        <pc:spChg chg="add del mod">
          <ac:chgData name="Sanmukh Kuppannagari" userId="ad215094-da36-4b66-9c79-369a17aea26b" providerId="ADAL" clId="{AD558336-AE15-4CDD-AB6D-EE016937268C}" dt="2025-09-23T13:52:53.774" v="1127" actId="478"/>
          <ac:spMkLst>
            <pc:docMk/>
            <pc:sldMk cId="3474780682" sldId="1630"/>
            <ac:spMk id="43" creationId="{C6DEB8A6-AD6E-BE91-9CFA-AB76440E8E8A}"/>
          </ac:spMkLst>
        </pc:spChg>
        <pc:spChg chg="del">
          <ac:chgData name="Sanmukh Kuppannagari" userId="ad215094-da36-4b66-9c79-369a17aea26b" providerId="ADAL" clId="{AD558336-AE15-4CDD-AB6D-EE016937268C}" dt="2025-09-23T13:52:57.061" v="1128" actId="478"/>
          <ac:spMkLst>
            <pc:docMk/>
            <pc:sldMk cId="3474780682" sldId="1630"/>
            <ac:spMk id="45" creationId="{5E9C6BFF-8CD4-095C-19C8-A2D45F052AC0}"/>
          </ac:spMkLst>
        </pc:spChg>
        <pc:spChg chg="del">
          <ac:chgData name="Sanmukh Kuppannagari" userId="ad215094-da36-4b66-9c79-369a17aea26b" providerId="ADAL" clId="{AD558336-AE15-4CDD-AB6D-EE016937268C}" dt="2025-09-23T13:52:57.061" v="1128" actId="478"/>
          <ac:spMkLst>
            <pc:docMk/>
            <pc:sldMk cId="3474780682" sldId="1630"/>
            <ac:spMk id="46" creationId="{ED7AC7D9-A912-0425-0471-86388FEDC23D}"/>
          </ac:spMkLst>
        </pc:spChg>
        <pc:spChg chg="add del mod">
          <ac:chgData name="Sanmukh Kuppannagari" userId="ad215094-da36-4b66-9c79-369a17aea26b" providerId="ADAL" clId="{AD558336-AE15-4CDD-AB6D-EE016937268C}" dt="2025-09-23T13:52:53.774" v="1127" actId="478"/>
          <ac:spMkLst>
            <pc:docMk/>
            <pc:sldMk cId="3474780682" sldId="1630"/>
            <ac:spMk id="47" creationId="{D21B2188-F838-00DE-8C27-BAE4DD7670E2}"/>
          </ac:spMkLst>
        </pc:spChg>
        <pc:spChg chg="add mod">
          <ac:chgData name="Sanmukh Kuppannagari" userId="ad215094-da36-4b66-9c79-369a17aea26b" providerId="ADAL" clId="{AD558336-AE15-4CDD-AB6D-EE016937268C}" dt="2025-09-23T14:01:08.517" v="1200"/>
          <ac:spMkLst>
            <pc:docMk/>
            <pc:sldMk cId="3474780682" sldId="1630"/>
            <ac:spMk id="48" creationId="{35601C5D-6A42-D821-2974-1BB76BEA7C97}"/>
          </ac:spMkLst>
        </pc:spChg>
        <pc:cxnChg chg="del mod">
          <ac:chgData name="Sanmukh Kuppannagari" userId="ad215094-da36-4b66-9c79-369a17aea26b" providerId="ADAL" clId="{AD558336-AE15-4CDD-AB6D-EE016937268C}" dt="2025-09-23T13:53:09.522" v="1133" actId="478"/>
          <ac:cxnSpMkLst>
            <pc:docMk/>
            <pc:sldMk cId="3474780682" sldId="1630"/>
            <ac:cxnSpMk id="29" creationId="{0AC5C9C3-F31A-E2F4-86D4-157A8C6E5EFE}"/>
          </ac:cxnSpMkLst>
        </pc:cxnChg>
        <pc:cxnChg chg="del mod">
          <ac:chgData name="Sanmukh Kuppannagari" userId="ad215094-da36-4b66-9c79-369a17aea26b" providerId="ADAL" clId="{AD558336-AE15-4CDD-AB6D-EE016937268C}" dt="2025-09-23T13:53:08.922" v="1132" actId="478"/>
          <ac:cxnSpMkLst>
            <pc:docMk/>
            <pc:sldMk cId="3474780682" sldId="1630"/>
            <ac:cxnSpMk id="30" creationId="{5C13F0AB-A25B-042E-6009-B55B5D47A1B2}"/>
          </ac:cxnSpMkLst>
        </pc:cxnChg>
      </pc:sldChg>
      <pc:sldChg chg="addSp delSp modSp add mod">
        <pc:chgData name="Sanmukh Kuppannagari" userId="ad215094-da36-4b66-9c79-369a17aea26b" providerId="ADAL" clId="{AD558336-AE15-4CDD-AB6D-EE016937268C}" dt="2025-09-23T14:03:15.523" v="1215" actId="1076"/>
        <pc:sldMkLst>
          <pc:docMk/>
          <pc:sldMk cId="3692075067" sldId="1631"/>
        </pc:sldMkLst>
        <pc:spChg chg="del">
          <ac:chgData name="Sanmukh Kuppannagari" userId="ad215094-da36-4b66-9c79-369a17aea26b" providerId="ADAL" clId="{AD558336-AE15-4CDD-AB6D-EE016937268C}" dt="2025-09-23T14:01:45.008" v="1208" actId="478"/>
          <ac:spMkLst>
            <pc:docMk/>
            <pc:sldMk cId="3692075067" sldId="1631"/>
            <ac:spMk id="25" creationId="{089AA2BF-4E8F-1E91-5B33-6E912FFC1101}"/>
          </ac:spMkLst>
        </pc:spChg>
        <pc:spChg chg="del">
          <ac:chgData name="Sanmukh Kuppannagari" userId="ad215094-da36-4b66-9c79-369a17aea26b" providerId="ADAL" clId="{AD558336-AE15-4CDD-AB6D-EE016937268C}" dt="2025-09-23T14:01:36.717" v="1204" actId="478"/>
          <ac:spMkLst>
            <pc:docMk/>
            <pc:sldMk cId="3692075067" sldId="1631"/>
            <ac:spMk id="26" creationId="{199816DA-2891-1CF9-1373-E51F2BD3DBD5}"/>
          </ac:spMkLst>
        </pc:spChg>
        <pc:spChg chg="del">
          <ac:chgData name="Sanmukh Kuppannagari" userId="ad215094-da36-4b66-9c79-369a17aea26b" providerId="ADAL" clId="{AD558336-AE15-4CDD-AB6D-EE016937268C}" dt="2025-09-23T14:01:38.528" v="1205" actId="478"/>
          <ac:spMkLst>
            <pc:docMk/>
            <pc:sldMk cId="3692075067" sldId="1631"/>
            <ac:spMk id="28" creationId="{09E25736-2799-3640-8EA7-7E85144E52F5}"/>
          </ac:spMkLst>
        </pc:spChg>
        <pc:spChg chg="del">
          <ac:chgData name="Sanmukh Kuppannagari" userId="ad215094-da36-4b66-9c79-369a17aea26b" providerId="ADAL" clId="{AD558336-AE15-4CDD-AB6D-EE016937268C}" dt="2025-09-23T14:01:39.596" v="1206" actId="478"/>
          <ac:spMkLst>
            <pc:docMk/>
            <pc:sldMk cId="3692075067" sldId="1631"/>
            <ac:spMk id="38" creationId="{75E0FC49-B92F-A380-8A48-66D079940F7A}"/>
          </ac:spMkLst>
        </pc:spChg>
        <pc:spChg chg="del">
          <ac:chgData name="Sanmukh Kuppannagari" userId="ad215094-da36-4b66-9c79-369a17aea26b" providerId="ADAL" clId="{AD558336-AE15-4CDD-AB6D-EE016937268C}" dt="2025-09-23T14:01:47.678" v="1209" actId="478"/>
          <ac:spMkLst>
            <pc:docMk/>
            <pc:sldMk cId="3692075067" sldId="1631"/>
            <ac:spMk id="42" creationId="{F3DC00F4-9313-6FD4-BBF3-23BE5332F36B}"/>
          </ac:spMkLst>
        </pc:spChg>
        <pc:spChg chg="add mod">
          <ac:chgData name="Sanmukh Kuppannagari" userId="ad215094-da36-4b66-9c79-369a17aea26b" providerId="ADAL" clId="{AD558336-AE15-4CDD-AB6D-EE016937268C}" dt="2025-09-23T14:02:42.136" v="1212"/>
          <ac:spMkLst>
            <pc:docMk/>
            <pc:sldMk cId="3692075067" sldId="1631"/>
            <ac:spMk id="43" creationId="{447B5DD3-7986-55AF-D608-9040A0D98263}"/>
          </ac:spMkLst>
        </pc:spChg>
        <pc:spChg chg="del">
          <ac:chgData name="Sanmukh Kuppannagari" userId="ad215094-da36-4b66-9c79-369a17aea26b" providerId="ADAL" clId="{AD558336-AE15-4CDD-AB6D-EE016937268C}" dt="2025-09-23T14:01:34.987" v="1203" actId="478"/>
          <ac:spMkLst>
            <pc:docMk/>
            <pc:sldMk cId="3692075067" sldId="1631"/>
            <ac:spMk id="44" creationId="{4AA62643-29EF-B635-66BD-76558FB88726}"/>
          </ac:spMkLst>
        </pc:spChg>
        <pc:spChg chg="del">
          <ac:chgData name="Sanmukh Kuppannagari" userId="ad215094-da36-4b66-9c79-369a17aea26b" providerId="ADAL" clId="{AD558336-AE15-4CDD-AB6D-EE016937268C}" dt="2025-09-23T14:01:42.562" v="1207" actId="478"/>
          <ac:spMkLst>
            <pc:docMk/>
            <pc:sldMk cId="3692075067" sldId="1631"/>
            <ac:spMk id="46" creationId="{C173E020-4B6A-47F9-73F1-C9856BCB1A79}"/>
          </ac:spMkLst>
        </pc:spChg>
        <pc:spChg chg="add mod">
          <ac:chgData name="Sanmukh Kuppannagari" userId="ad215094-da36-4b66-9c79-369a17aea26b" providerId="ADAL" clId="{AD558336-AE15-4CDD-AB6D-EE016937268C}" dt="2025-09-23T14:03:07.702" v="1213"/>
          <ac:spMkLst>
            <pc:docMk/>
            <pc:sldMk cId="3692075067" sldId="1631"/>
            <ac:spMk id="47" creationId="{1571307A-A6D6-ADA4-DBB0-7F59DCA3001E}"/>
          </ac:spMkLst>
        </pc:spChg>
        <pc:spChg chg="add mod">
          <ac:chgData name="Sanmukh Kuppannagari" userId="ad215094-da36-4b66-9c79-369a17aea26b" providerId="ADAL" clId="{AD558336-AE15-4CDD-AB6D-EE016937268C}" dt="2025-09-23T14:03:07.702" v="1213"/>
          <ac:spMkLst>
            <pc:docMk/>
            <pc:sldMk cId="3692075067" sldId="1631"/>
            <ac:spMk id="48" creationId="{768CFE64-1100-A519-C86B-3DF762215093}"/>
          </ac:spMkLst>
        </pc:spChg>
        <pc:spChg chg="add mod">
          <ac:chgData name="Sanmukh Kuppannagari" userId="ad215094-da36-4b66-9c79-369a17aea26b" providerId="ADAL" clId="{AD558336-AE15-4CDD-AB6D-EE016937268C}" dt="2025-09-23T14:03:15.523" v="1215" actId="1076"/>
          <ac:spMkLst>
            <pc:docMk/>
            <pc:sldMk cId="3692075067" sldId="1631"/>
            <ac:spMk id="49" creationId="{DB689739-67B2-92B9-09F5-B7A70337DD5D}"/>
          </ac:spMkLst>
        </pc:spChg>
        <pc:cxnChg chg="del mod">
          <ac:chgData name="Sanmukh Kuppannagari" userId="ad215094-da36-4b66-9c79-369a17aea26b" providerId="ADAL" clId="{AD558336-AE15-4CDD-AB6D-EE016937268C}" dt="2025-09-23T14:01:54.830" v="1211" actId="478"/>
          <ac:cxnSpMkLst>
            <pc:docMk/>
            <pc:sldMk cId="3692075067" sldId="1631"/>
            <ac:cxnSpMk id="30" creationId="{D00A111F-A5CB-84A0-AC78-47FB9A933792}"/>
          </ac:cxnSpMkLst>
        </pc:cxnChg>
        <pc:cxnChg chg="del mod">
          <ac:chgData name="Sanmukh Kuppannagari" userId="ad215094-da36-4b66-9c79-369a17aea26b" providerId="ADAL" clId="{AD558336-AE15-4CDD-AB6D-EE016937268C}" dt="2025-09-23T14:01:52.120" v="1210" actId="478"/>
          <ac:cxnSpMkLst>
            <pc:docMk/>
            <pc:sldMk cId="3692075067" sldId="1631"/>
            <ac:cxnSpMk id="39" creationId="{D4E8004E-400B-9078-2449-292719A3C1EF}"/>
          </ac:cxnSpMkLst>
        </pc:cxnChg>
      </pc:sldChg>
      <pc:sldChg chg="delSp modSp add mod">
        <pc:chgData name="Sanmukh Kuppannagari" userId="ad215094-da36-4b66-9c79-369a17aea26b" providerId="ADAL" clId="{AD558336-AE15-4CDD-AB6D-EE016937268C}" dt="2025-09-23T14:09:31.650" v="1363" actId="14100"/>
        <pc:sldMkLst>
          <pc:docMk/>
          <pc:sldMk cId="3605704340" sldId="1632"/>
        </pc:sldMkLst>
        <pc:spChg chg="del">
          <ac:chgData name="Sanmukh Kuppannagari" userId="ad215094-da36-4b66-9c79-369a17aea26b" providerId="ADAL" clId="{AD558336-AE15-4CDD-AB6D-EE016937268C}" dt="2025-09-23T14:09:16.145" v="1360" actId="478"/>
          <ac:spMkLst>
            <pc:docMk/>
            <pc:sldMk cId="3605704340" sldId="1632"/>
            <ac:spMk id="23" creationId="{B867ED10-520F-EBB7-5847-27895E5FD0A9}"/>
          </ac:spMkLst>
        </pc:spChg>
        <pc:spChg chg="del">
          <ac:chgData name="Sanmukh Kuppannagari" userId="ad215094-da36-4b66-9c79-369a17aea26b" providerId="ADAL" clId="{AD558336-AE15-4CDD-AB6D-EE016937268C}" dt="2025-09-23T14:09:10.069" v="1358" actId="478"/>
          <ac:spMkLst>
            <pc:docMk/>
            <pc:sldMk cId="3605704340" sldId="1632"/>
            <ac:spMk id="40" creationId="{935691D1-7A21-24E4-1F1B-AD0C20317AD1}"/>
          </ac:spMkLst>
        </pc:spChg>
        <pc:spChg chg="del">
          <ac:chgData name="Sanmukh Kuppannagari" userId="ad215094-da36-4b66-9c79-369a17aea26b" providerId="ADAL" clId="{AD558336-AE15-4CDD-AB6D-EE016937268C}" dt="2025-09-23T14:09:12.826" v="1359" actId="478"/>
          <ac:spMkLst>
            <pc:docMk/>
            <pc:sldMk cId="3605704340" sldId="1632"/>
            <ac:spMk id="45" creationId="{1341EFF7-D013-4C3D-87FB-4779F3495A19}"/>
          </ac:spMkLst>
        </pc:spChg>
        <pc:spChg chg="mod">
          <ac:chgData name="Sanmukh Kuppannagari" userId="ad215094-da36-4b66-9c79-369a17aea26b" providerId="ADAL" clId="{AD558336-AE15-4CDD-AB6D-EE016937268C}" dt="2025-09-23T14:09:31.650" v="1363" actId="14100"/>
          <ac:spMkLst>
            <pc:docMk/>
            <pc:sldMk cId="3605704340" sldId="1632"/>
            <ac:spMk id="47" creationId="{D63628B6-70B5-3448-2F13-161E1ACB6F17}"/>
          </ac:spMkLst>
        </pc:spChg>
        <pc:cxnChg chg="mod">
          <ac:chgData name="Sanmukh Kuppannagari" userId="ad215094-da36-4b66-9c79-369a17aea26b" providerId="ADAL" clId="{AD558336-AE15-4CDD-AB6D-EE016937268C}" dt="2025-09-23T14:09:20.965" v="1361" actId="14100"/>
          <ac:cxnSpMkLst>
            <pc:docMk/>
            <pc:sldMk cId="3605704340" sldId="1632"/>
            <ac:cxnSpMk id="29" creationId="{C54C7560-931F-C345-E111-1F5FA58DE233}"/>
          </ac:cxnSpMkLst>
        </pc:cxnChg>
      </pc:sldChg>
      <pc:sldChg chg="modSp add">
        <pc:chgData name="Sanmukh Kuppannagari" userId="ad215094-da36-4b66-9c79-369a17aea26b" providerId="ADAL" clId="{AD558336-AE15-4CDD-AB6D-EE016937268C}" dt="2025-09-23T14:11:38.691" v="1379" actId="20577"/>
        <pc:sldMkLst>
          <pc:docMk/>
          <pc:sldMk cId="421242867" sldId="1633"/>
        </pc:sldMkLst>
        <pc:spChg chg="mod">
          <ac:chgData name="Sanmukh Kuppannagari" userId="ad215094-da36-4b66-9c79-369a17aea26b" providerId="ADAL" clId="{AD558336-AE15-4CDD-AB6D-EE016937268C}" dt="2025-09-23T14:11:38.691" v="1379" actId="20577"/>
          <ac:spMkLst>
            <pc:docMk/>
            <pc:sldMk cId="421242867" sldId="1633"/>
            <ac:spMk id="18" creationId="{740295C0-CDC9-AAC7-8A8E-472729E60365}"/>
          </ac:spMkLst>
        </pc:spChg>
      </pc:sldChg>
      <pc:sldChg chg="modSp new mod">
        <pc:chgData name="Sanmukh Kuppannagari" userId="ad215094-da36-4b66-9c79-369a17aea26b" providerId="ADAL" clId="{AD558336-AE15-4CDD-AB6D-EE016937268C}" dt="2025-09-23T14:17:54.204" v="1839" actId="20577"/>
        <pc:sldMkLst>
          <pc:docMk/>
          <pc:sldMk cId="2259558617" sldId="1634"/>
        </pc:sldMkLst>
        <pc:spChg chg="mod">
          <ac:chgData name="Sanmukh Kuppannagari" userId="ad215094-da36-4b66-9c79-369a17aea26b" providerId="ADAL" clId="{AD558336-AE15-4CDD-AB6D-EE016937268C}" dt="2025-09-23T14:12:33.899" v="1425" actId="20577"/>
          <ac:spMkLst>
            <pc:docMk/>
            <pc:sldMk cId="2259558617" sldId="1634"/>
            <ac:spMk id="2" creationId="{26A83D60-4C37-5833-6C33-D265E05875E2}"/>
          </ac:spMkLst>
        </pc:spChg>
        <pc:spChg chg="mod">
          <ac:chgData name="Sanmukh Kuppannagari" userId="ad215094-da36-4b66-9c79-369a17aea26b" providerId="ADAL" clId="{AD558336-AE15-4CDD-AB6D-EE016937268C}" dt="2025-09-23T14:17:54.204" v="1839" actId="20577"/>
          <ac:spMkLst>
            <pc:docMk/>
            <pc:sldMk cId="2259558617" sldId="1634"/>
            <ac:spMk id="3" creationId="{532D4070-B209-9C19-5510-D058AB185AB3}"/>
          </ac:spMkLst>
        </pc:spChg>
      </pc:sldChg>
    </pc:docChg>
  </pc:docChgLst>
  <pc:docChgLst>
    <pc:chgData name="Sanmukh Kuppannagari" userId="ad215094-da36-4b66-9c79-369a17aea26b" providerId="ADAL" clId="{211AAAC7-5250-492F-AD78-DC6370DC9F86}"/>
    <pc:docChg chg="undo custSel addSld delSld modSld">
      <pc:chgData name="Sanmukh Kuppannagari" userId="ad215094-da36-4b66-9c79-369a17aea26b" providerId="ADAL" clId="{211AAAC7-5250-492F-AD78-DC6370DC9F86}" dt="2023-01-17T19:03:05.967" v="5107" actId="20577"/>
      <pc:docMkLst>
        <pc:docMk/>
      </pc:docMkLst>
      <pc:sldChg chg="modSp mod">
        <pc:chgData name="Sanmukh Kuppannagari" userId="ad215094-da36-4b66-9c79-369a17aea26b" providerId="ADAL" clId="{211AAAC7-5250-492F-AD78-DC6370DC9F86}" dt="2023-01-17T00:10:26.149" v="62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211AAAC7-5250-492F-AD78-DC6370DC9F86}" dt="2023-01-17T00:13:53.144" v="165" actId="20577"/>
        <pc:sldMkLst>
          <pc:docMk/>
          <pc:sldMk cId="1853368443" sldId="257"/>
        </pc:sldMkLst>
      </pc:sldChg>
      <pc:sldChg chg="del">
        <pc:chgData name="Sanmukh Kuppannagari" userId="ad215094-da36-4b66-9c79-369a17aea26b" providerId="ADAL" clId="{211AAAC7-5250-492F-AD78-DC6370DC9F86}" dt="2023-01-17T00:14:37.645" v="166" actId="47"/>
        <pc:sldMkLst>
          <pc:docMk/>
          <pc:sldMk cId="1571907200" sldId="258"/>
        </pc:sldMkLst>
      </pc:sldChg>
      <pc:sldChg chg="modSp mod">
        <pc:chgData name="Sanmukh Kuppannagari" userId="ad215094-da36-4b66-9c79-369a17aea26b" providerId="ADAL" clId="{211AAAC7-5250-492F-AD78-DC6370DC9F86}" dt="2023-01-17T05:21:29.636" v="3029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211AAAC7-5250-492F-AD78-DC6370DC9F86}" dt="2023-01-17T00:14:40.024" v="167" actId="47"/>
        <pc:sldMkLst>
          <pc:docMk/>
          <pc:sldMk cId="935783954" sldId="262"/>
        </pc:sldMkLst>
      </pc:sldChg>
      <pc:sldChg chg="modSp mod">
        <pc:chgData name="Sanmukh Kuppannagari" userId="ad215094-da36-4b66-9c79-369a17aea26b" providerId="ADAL" clId="{211AAAC7-5250-492F-AD78-DC6370DC9F86}" dt="2023-01-17T05:27:42.704" v="3061" actId="20577"/>
        <pc:sldMkLst>
          <pc:docMk/>
          <pc:sldMk cId="2115879010" sldId="263"/>
        </pc:sldMkLst>
      </pc:sldChg>
      <pc:sldChg chg="modSp mod">
        <pc:chgData name="Sanmukh Kuppannagari" userId="ad215094-da36-4b66-9c79-369a17aea26b" providerId="ADAL" clId="{211AAAC7-5250-492F-AD78-DC6370DC9F86}" dt="2023-01-17T00:31:13.296" v="259" actId="20577"/>
        <pc:sldMkLst>
          <pc:docMk/>
          <pc:sldMk cId="4279812585" sldId="264"/>
        </pc:sldMkLst>
      </pc:sldChg>
      <pc:sldChg chg="modSp mod">
        <pc:chgData name="Sanmukh Kuppannagari" userId="ad215094-da36-4b66-9c79-369a17aea26b" providerId="ADAL" clId="{211AAAC7-5250-492F-AD78-DC6370DC9F86}" dt="2023-01-17T00:34:34.466" v="465" actId="20577"/>
        <pc:sldMkLst>
          <pc:docMk/>
          <pc:sldMk cId="229327562" sldId="26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773656466" sldId="266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546929182" sldId="267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141319369" sldId="268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869887146" sldId="269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405443998" sldId="270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7832347" sldId="271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974194003" sldId="272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517079826" sldId="274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32663318" sldId="27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665426680" sldId="276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064585860" sldId="277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2392899443" sldId="278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752910855" sldId="279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21001467" sldId="280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740158276" sldId="281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1659248167" sldId="282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056812290" sldId="283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667679245" sldId="284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965516982" sldId="285"/>
        </pc:sldMkLst>
      </pc:sldChg>
      <pc:sldChg chg="del">
        <pc:chgData name="Sanmukh Kuppannagari" userId="ad215094-da36-4b66-9c79-369a17aea26b" providerId="ADAL" clId="{211AAAC7-5250-492F-AD78-DC6370DC9F86}" dt="2023-01-17T00:53:58.669" v="1377" actId="47"/>
        <pc:sldMkLst>
          <pc:docMk/>
          <pc:sldMk cId="3839782843" sldId="286"/>
        </pc:sldMkLst>
      </pc:sldChg>
      <pc:sldChg chg="modSp mod">
        <pc:chgData name="Sanmukh Kuppannagari" userId="ad215094-da36-4b66-9c79-369a17aea26b" providerId="ADAL" clId="{211AAAC7-5250-492F-AD78-DC6370DC9F86}" dt="2023-01-17T19:03:05.967" v="5107" actId="20577"/>
        <pc:sldMkLst>
          <pc:docMk/>
          <pc:sldMk cId="2158303791" sldId="288"/>
        </pc:sldMkLst>
      </pc:sldChg>
      <pc:sldChg chg="modSp mod">
        <pc:chgData name="Sanmukh Kuppannagari" userId="ad215094-da36-4b66-9c79-369a17aea26b" providerId="ADAL" clId="{211AAAC7-5250-492F-AD78-DC6370DC9F86}" dt="2023-01-17T05:27:35.099" v="3045" actId="20577"/>
        <pc:sldMkLst>
          <pc:docMk/>
          <pc:sldMk cId="570291501" sldId="289"/>
        </pc:sldMkLst>
      </pc:sldChg>
      <pc:sldChg chg="modSp new mod">
        <pc:chgData name="Sanmukh Kuppannagari" userId="ad215094-da36-4b66-9c79-369a17aea26b" providerId="ADAL" clId="{211AAAC7-5250-492F-AD78-DC6370DC9F86}" dt="2023-01-17T16:57:39.252" v="3298" actId="20577"/>
        <pc:sldMkLst>
          <pc:docMk/>
          <pc:sldMk cId="2156678824" sldId="290"/>
        </pc:sldMkLst>
      </pc:sldChg>
      <pc:sldChg chg="modSp new mod">
        <pc:chgData name="Sanmukh Kuppannagari" userId="ad215094-da36-4b66-9c79-369a17aea26b" providerId="ADAL" clId="{211AAAC7-5250-492F-AD78-DC6370DC9F86}" dt="2023-01-17T16:58:07.896" v="3380" actId="20577"/>
        <pc:sldMkLst>
          <pc:docMk/>
          <pc:sldMk cId="2291869099" sldId="291"/>
        </pc:sldMkLst>
      </pc:sldChg>
      <pc:sldChg chg="modSp new mod">
        <pc:chgData name="Sanmukh Kuppannagari" userId="ad215094-da36-4b66-9c79-369a17aea26b" providerId="ADAL" clId="{211AAAC7-5250-492F-AD78-DC6370DC9F86}" dt="2023-01-17T00:52:03.469" v="1234" actId="20577"/>
        <pc:sldMkLst>
          <pc:docMk/>
          <pc:sldMk cId="3873626867" sldId="292"/>
        </pc:sldMkLst>
      </pc:sldChg>
      <pc:sldChg chg="modSp new mod">
        <pc:chgData name="Sanmukh Kuppannagari" userId="ad215094-da36-4b66-9c79-369a17aea26b" providerId="ADAL" clId="{211AAAC7-5250-492F-AD78-DC6370DC9F86}" dt="2023-01-17T00:53:22.245" v="1376" actId="20577"/>
        <pc:sldMkLst>
          <pc:docMk/>
          <pc:sldMk cId="1774998115" sldId="293"/>
        </pc:sldMkLst>
      </pc:sldChg>
      <pc:sldChg chg="modSp new mod">
        <pc:chgData name="Sanmukh Kuppannagari" userId="ad215094-da36-4b66-9c79-369a17aea26b" providerId="ADAL" clId="{211AAAC7-5250-492F-AD78-DC6370DC9F86}" dt="2023-01-17T17:07:59.378" v="3662" actId="20577"/>
        <pc:sldMkLst>
          <pc:docMk/>
          <pc:sldMk cId="2638425655" sldId="294"/>
        </pc:sldMkLst>
      </pc:sldChg>
      <pc:sldChg chg="modSp new mod">
        <pc:chgData name="Sanmukh Kuppannagari" userId="ad215094-da36-4b66-9c79-369a17aea26b" providerId="ADAL" clId="{211AAAC7-5250-492F-AD78-DC6370DC9F86}" dt="2023-01-17T04:46:26.863" v="1821" actId="20577"/>
        <pc:sldMkLst>
          <pc:docMk/>
          <pc:sldMk cId="2615144390" sldId="295"/>
        </pc:sldMkLst>
      </pc:sldChg>
      <pc:sldChg chg="modSp new mod">
        <pc:chgData name="Sanmukh Kuppannagari" userId="ad215094-da36-4b66-9c79-369a17aea26b" providerId="ADAL" clId="{211AAAC7-5250-492F-AD78-DC6370DC9F86}" dt="2023-01-17T04:50:22.336" v="2113" actId="20577"/>
        <pc:sldMkLst>
          <pc:docMk/>
          <pc:sldMk cId="3329329736" sldId="296"/>
        </pc:sldMkLst>
      </pc:sldChg>
      <pc:sldChg chg="modSp new mod">
        <pc:chgData name="Sanmukh Kuppannagari" userId="ad215094-da36-4b66-9c79-369a17aea26b" providerId="ADAL" clId="{211AAAC7-5250-492F-AD78-DC6370DC9F86}" dt="2023-01-17T17:57:00.676" v="3862" actId="20577"/>
        <pc:sldMkLst>
          <pc:docMk/>
          <pc:sldMk cId="99553615" sldId="297"/>
        </pc:sldMkLst>
      </pc:sldChg>
      <pc:sldChg chg="modSp new mod">
        <pc:chgData name="Sanmukh Kuppannagari" userId="ad215094-da36-4b66-9c79-369a17aea26b" providerId="ADAL" clId="{211AAAC7-5250-492F-AD78-DC6370DC9F86}" dt="2023-01-17T04:55:37.586" v="2539" actId="20577"/>
        <pc:sldMkLst>
          <pc:docMk/>
          <pc:sldMk cId="3682190543" sldId="298"/>
        </pc:sldMkLst>
      </pc:sldChg>
      <pc:sldChg chg="modSp new mod">
        <pc:chgData name="Sanmukh Kuppannagari" userId="ad215094-da36-4b66-9c79-369a17aea26b" providerId="ADAL" clId="{211AAAC7-5250-492F-AD78-DC6370DC9F86}" dt="2023-01-17T17:59:25.345" v="4026" actId="20577"/>
        <pc:sldMkLst>
          <pc:docMk/>
          <pc:sldMk cId="1020910546" sldId="299"/>
        </pc:sldMkLst>
      </pc:sldChg>
      <pc:sldChg chg="modSp new mod">
        <pc:chgData name="Sanmukh Kuppannagari" userId="ad215094-da36-4b66-9c79-369a17aea26b" providerId="ADAL" clId="{211AAAC7-5250-492F-AD78-DC6370DC9F86}" dt="2023-01-17T05:02:26.766" v="2961" actId="20577"/>
        <pc:sldMkLst>
          <pc:docMk/>
          <pc:sldMk cId="3765558418" sldId="300"/>
        </pc:sldMkLst>
      </pc:sldChg>
      <pc:sldChg chg="modSp add mod">
        <pc:chgData name="Sanmukh Kuppannagari" userId="ad215094-da36-4b66-9c79-369a17aea26b" providerId="ADAL" clId="{211AAAC7-5250-492F-AD78-DC6370DC9F86}" dt="2023-01-17T05:27:59.040" v="3096" actId="207"/>
        <pc:sldMkLst>
          <pc:docMk/>
          <pc:sldMk cId="670794243" sldId="301"/>
        </pc:sldMkLst>
      </pc:sldChg>
      <pc:sldChg chg="modSp new mod">
        <pc:chgData name="Sanmukh Kuppannagari" userId="ad215094-da36-4b66-9c79-369a17aea26b" providerId="ADAL" clId="{211AAAC7-5250-492F-AD78-DC6370DC9F86}" dt="2023-01-17T05:04:14.702" v="3013" actId="20577"/>
        <pc:sldMkLst>
          <pc:docMk/>
          <pc:sldMk cId="2162272" sldId="302"/>
        </pc:sldMkLst>
      </pc:sldChg>
      <pc:sldChg chg="modSp add mod">
        <pc:chgData name="Sanmukh Kuppannagari" userId="ad215094-da36-4b66-9c79-369a17aea26b" providerId="ADAL" clId="{211AAAC7-5250-492F-AD78-DC6370DC9F86}" dt="2023-01-17T05:28:17.340" v="3098" actId="207"/>
        <pc:sldMkLst>
          <pc:docMk/>
          <pc:sldMk cId="2602328554" sldId="303"/>
        </pc:sldMkLst>
      </pc:sldChg>
      <pc:sldChg chg="modSp new mod">
        <pc:chgData name="Sanmukh Kuppannagari" userId="ad215094-da36-4b66-9c79-369a17aea26b" providerId="ADAL" clId="{211AAAC7-5250-492F-AD78-DC6370DC9F86}" dt="2023-01-17T05:32:46.400" v="3279" actId="20577"/>
        <pc:sldMkLst>
          <pc:docMk/>
          <pc:sldMk cId="3182011601" sldId="304"/>
        </pc:sldMkLst>
      </pc:sldChg>
      <pc:sldChg chg="modSp new mod">
        <pc:chgData name="Sanmukh Kuppannagari" userId="ad215094-da36-4b66-9c79-369a17aea26b" providerId="ADAL" clId="{211AAAC7-5250-492F-AD78-DC6370DC9F86}" dt="2023-01-17T18:00:34.818" v="4104" actId="20577"/>
        <pc:sldMkLst>
          <pc:docMk/>
          <pc:sldMk cId="2520937317" sldId="305"/>
        </pc:sldMkLst>
      </pc:sldChg>
      <pc:sldChg chg="addSp delSp modSp new mod">
        <pc:chgData name="Sanmukh Kuppannagari" userId="ad215094-da36-4b66-9c79-369a17aea26b" providerId="ADAL" clId="{211AAAC7-5250-492F-AD78-DC6370DC9F86}" dt="2023-01-17T18:15:02.850" v="4280" actId="1076"/>
        <pc:sldMkLst>
          <pc:docMk/>
          <pc:sldMk cId="787331322" sldId="306"/>
        </pc:sldMkLst>
      </pc:sldChg>
      <pc:sldChg chg="addSp delSp modSp new mod">
        <pc:chgData name="Sanmukh Kuppannagari" userId="ad215094-da36-4b66-9c79-369a17aea26b" providerId="ADAL" clId="{211AAAC7-5250-492F-AD78-DC6370DC9F86}" dt="2023-01-17T18:19:15.464" v="4300" actId="1076"/>
        <pc:sldMkLst>
          <pc:docMk/>
          <pc:sldMk cId="592458898" sldId="307"/>
        </pc:sldMkLst>
      </pc:sldChg>
      <pc:sldChg chg="addSp delSp modSp new mod">
        <pc:chgData name="Sanmukh Kuppannagari" userId="ad215094-da36-4b66-9c79-369a17aea26b" providerId="ADAL" clId="{211AAAC7-5250-492F-AD78-DC6370DC9F86}" dt="2023-01-17T18:20:47.319" v="4319" actId="1076"/>
        <pc:sldMkLst>
          <pc:docMk/>
          <pc:sldMk cId="1871853996" sldId="308"/>
        </pc:sldMkLst>
      </pc:sldChg>
      <pc:sldChg chg="addSp modSp new mod">
        <pc:chgData name="Sanmukh Kuppannagari" userId="ad215094-da36-4b66-9c79-369a17aea26b" providerId="ADAL" clId="{211AAAC7-5250-492F-AD78-DC6370DC9F86}" dt="2023-01-17T18:59:20.062" v="4992" actId="20577"/>
        <pc:sldMkLst>
          <pc:docMk/>
          <pc:sldMk cId="418652833" sldId="309"/>
        </pc:sldMkLst>
      </pc:sldChg>
      <pc:sldChg chg="addSp modSp new mod">
        <pc:chgData name="Sanmukh Kuppannagari" userId="ad215094-da36-4b66-9c79-369a17aea26b" providerId="ADAL" clId="{211AAAC7-5250-492F-AD78-DC6370DC9F86}" dt="2023-01-17T18:41:03.310" v="4764" actId="20577"/>
        <pc:sldMkLst>
          <pc:docMk/>
          <pc:sldMk cId="712137956" sldId="310"/>
        </pc:sldMkLst>
      </pc:sldChg>
      <pc:sldChg chg="addSp delSp modSp new mod">
        <pc:chgData name="Sanmukh Kuppannagari" userId="ad215094-da36-4b66-9c79-369a17aea26b" providerId="ADAL" clId="{211AAAC7-5250-492F-AD78-DC6370DC9F86}" dt="2023-01-17T18:47:03.341" v="4901" actId="20577"/>
        <pc:sldMkLst>
          <pc:docMk/>
          <pc:sldMk cId="670143684" sldId="311"/>
        </pc:sldMkLst>
      </pc:sldChg>
      <pc:sldChg chg="addSp modSp new mod">
        <pc:chgData name="Sanmukh Kuppannagari" userId="ad215094-da36-4b66-9c79-369a17aea26b" providerId="ADAL" clId="{211AAAC7-5250-492F-AD78-DC6370DC9F86}" dt="2023-01-17T18:56:38.874" v="4978" actId="1076"/>
        <pc:sldMkLst>
          <pc:docMk/>
          <pc:sldMk cId="1402496708" sldId="312"/>
        </pc:sldMkLst>
      </pc:sldChg>
      <pc:sldChg chg="modSp new mod">
        <pc:chgData name="Sanmukh Kuppannagari" userId="ad215094-da36-4b66-9c79-369a17aea26b" providerId="ADAL" clId="{211AAAC7-5250-492F-AD78-DC6370DC9F86}" dt="2023-01-17T19:02:16.888" v="5028" actId="20577"/>
        <pc:sldMkLst>
          <pc:docMk/>
          <pc:sldMk cId="4113171285" sldId="313"/>
        </pc:sldMkLst>
      </pc:sldChg>
    </pc:docChg>
  </pc:docChgLst>
  <pc:docChgLst>
    <pc:chgData name="Sanmukh Kuppannagari" userId="ad215094-da36-4b66-9c79-369a17aea26b" providerId="ADAL" clId="{11171A05-B6FC-4395-9957-15FB24B3E448}"/>
    <pc:docChg chg="undo custSel addSld delSld modSld sldOrd">
      <pc:chgData name="Sanmukh Kuppannagari" userId="ad215094-da36-4b66-9c79-369a17aea26b" providerId="ADAL" clId="{11171A05-B6FC-4395-9957-15FB24B3E448}" dt="2024-08-29T14:52:38.567" v="6676" actId="962"/>
      <pc:docMkLst>
        <pc:docMk/>
      </pc:docMkLst>
      <pc:sldChg chg="modSp mod">
        <pc:chgData name="Sanmukh Kuppannagari" userId="ad215094-da36-4b66-9c79-369a17aea26b" providerId="ADAL" clId="{11171A05-B6FC-4395-9957-15FB24B3E448}" dt="2024-08-29T02:48:13.037" v="1" actId="20577"/>
        <pc:sldMkLst>
          <pc:docMk/>
          <pc:sldMk cId="728785357" sldId="25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853368443" sldId="25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571907200" sldId="258"/>
        </pc:sldMkLst>
      </pc:sldChg>
      <pc:sldChg chg="modSp mod">
        <pc:chgData name="Sanmukh Kuppannagari" userId="ad215094-da36-4b66-9c79-369a17aea26b" providerId="ADAL" clId="{11171A05-B6FC-4395-9957-15FB24B3E448}" dt="2024-08-29T13:54:11.711" v="6045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279812585" sldId="26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9327562" sldId="26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773656466" sldId="26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2663318" sldId="27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665426680" sldId="27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64585860" sldId="27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392899443" sldId="27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52910855" sldId="27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40158276" sldId="281"/>
        </pc:sldMkLst>
      </pc:sldChg>
      <pc:sldChg chg="modSp mod">
        <pc:chgData name="Sanmukh Kuppannagari" userId="ad215094-da36-4b66-9c79-369a17aea26b" providerId="ADAL" clId="{11171A05-B6FC-4395-9957-15FB24B3E448}" dt="2024-08-29T14:50:06.257" v="6646" actId="20577"/>
        <pc:sldMkLst>
          <pc:docMk/>
          <pc:sldMk cId="2158303791" sldId="288"/>
        </pc:sldMkLst>
      </pc:sldChg>
      <pc:sldChg chg="modSp add mod">
        <pc:chgData name="Sanmukh Kuppannagari" userId="ad215094-da36-4b66-9c79-369a17aea26b" providerId="ADAL" clId="{11171A05-B6FC-4395-9957-15FB24B3E448}" dt="2024-08-29T13:54:15.117" v="6046" actId="20577"/>
        <pc:sldMkLst>
          <pc:docMk/>
          <pc:sldMk cId="1737272183" sldId="289"/>
        </pc:sldMkLst>
      </pc:sldChg>
      <pc:sldChg chg="modSp new mod">
        <pc:chgData name="Sanmukh Kuppannagari" userId="ad215094-da36-4b66-9c79-369a17aea26b" providerId="ADAL" clId="{11171A05-B6FC-4395-9957-15FB24B3E448}" dt="2024-08-29T03:23:19.483" v="506" actId="113"/>
        <pc:sldMkLst>
          <pc:docMk/>
          <pc:sldMk cId="2096129851" sldId="290"/>
        </pc:sldMkLst>
      </pc:sldChg>
      <pc:sldChg chg="modSp add mod">
        <pc:chgData name="Sanmukh Kuppannagari" userId="ad215094-da36-4b66-9c79-369a17aea26b" providerId="ADAL" clId="{11171A05-B6FC-4395-9957-15FB24B3E448}" dt="2024-08-29T14:52:38.567" v="6676" actId="962"/>
        <pc:sldMkLst>
          <pc:docMk/>
          <pc:sldMk cId="1860245702" sldId="29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91869099" sldId="29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873626867" sldId="29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0871894" sldId="293"/>
        </pc:sldMkLst>
      </pc:sldChg>
      <pc:sldChg chg="modSp add">
        <pc:chgData name="Sanmukh Kuppannagari" userId="ad215094-da36-4b66-9c79-369a17aea26b" providerId="ADAL" clId="{11171A05-B6FC-4395-9957-15FB24B3E448}" dt="2024-08-29T04:32:03.469" v="1362" actId="12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20910546" sldId="29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65558418" sldId="300"/>
        </pc:sldMkLst>
      </pc:sldChg>
      <pc:sldChg chg="addSp delSp modSp add mod">
        <pc:chgData name="Sanmukh Kuppannagari" userId="ad215094-da36-4b66-9c79-369a17aea26b" providerId="ADAL" clId="{11171A05-B6FC-4395-9957-15FB24B3E448}" dt="2024-08-29T04:56:22.963" v="2261" actId="478"/>
        <pc:sldMkLst>
          <pc:docMk/>
          <pc:sldMk cId="2873989303" sldId="301"/>
        </pc:sldMkLst>
      </pc:sldChg>
      <pc:sldChg chg="modSp add mod">
        <pc:chgData name="Sanmukh Kuppannagari" userId="ad215094-da36-4b66-9c79-369a17aea26b" providerId="ADAL" clId="{11171A05-B6FC-4395-9957-15FB24B3E448}" dt="2024-08-29T05:04:51.928" v="2596" actId="20577"/>
        <pc:sldMkLst>
          <pc:docMk/>
          <pc:sldMk cId="1126324089" sldId="302"/>
        </pc:sldMkLst>
      </pc:sldChg>
      <pc:sldChg chg="modSp add mod">
        <pc:chgData name="Sanmukh Kuppannagari" userId="ad215094-da36-4b66-9c79-369a17aea26b" providerId="ADAL" clId="{11171A05-B6FC-4395-9957-15FB24B3E448}" dt="2024-08-29T14:42:13.950" v="6420" actId="20577"/>
        <pc:sldMkLst>
          <pc:docMk/>
          <pc:sldMk cId="1159033991" sldId="30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520937317" sldId="30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56202256" sldId="307"/>
        </pc:sldMkLst>
      </pc:sldChg>
      <pc:sldChg chg="modSp add mod">
        <pc:chgData name="Sanmukh Kuppannagari" userId="ad215094-da36-4b66-9c79-369a17aea26b" providerId="ADAL" clId="{11171A05-B6FC-4395-9957-15FB24B3E448}" dt="2024-08-29T06:15:27.501" v="5155" actId="20577"/>
        <pc:sldMkLst>
          <pc:docMk/>
          <pc:sldMk cId="276729432" sldId="30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13261310" sldId="31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10883220" sldId="31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961129123" sldId="31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305956743" sldId="31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489729582" sldId="31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537906077" sldId="31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047053487" sldId="34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11840423" sldId="344"/>
        </pc:sldMkLst>
      </pc:sldChg>
      <pc:sldChg chg="add">
        <pc:chgData name="Sanmukh Kuppannagari" userId="ad215094-da36-4b66-9c79-369a17aea26b" providerId="ADAL" clId="{11171A05-B6FC-4395-9957-15FB24B3E448}" dt="2024-08-29T03:00:03.375" v="317"/>
        <pc:sldMkLst>
          <pc:docMk/>
          <pc:sldMk cId="1479581269" sldId="344"/>
        </pc:sldMkLst>
      </pc:sldChg>
      <pc:sldChg chg="add">
        <pc:chgData name="Sanmukh Kuppannagari" userId="ad215094-da36-4b66-9c79-369a17aea26b" providerId="ADAL" clId="{11171A05-B6FC-4395-9957-15FB24B3E448}" dt="2024-08-29T02:59:36.373" v="315"/>
        <pc:sldMkLst>
          <pc:docMk/>
          <pc:sldMk cId="1462781511" sldId="345"/>
        </pc:sldMkLst>
      </pc:sldChg>
      <pc:sldChg chg="add">
        <pc:chgData name="Sanmukh Kuppannagari" userId="ad215094-da36-4b66-9c79-369a17aea26b" providerId="ADAL" clId="{11171A05-B6FC-4395-9957-15FB24B3E448}" dt="2024-08-29T02:59:44.248" v="316"/>
        <pc:sldMkLst>
          <pc:docMk/>
          <pc:sldMk cId="1801581427" sldId="346"/>
        </pc:sldMkLst>
      </pc:sldChg>
      <pc:sldChg chg="modSp add mod ord">
        <pc:chgData name="Sanmukh Kuppannagari" userId="ad215094-da36-4b66-9c79-369a17aea26b" providerId="ADAL" clId="{11171A05-B6FC-4395-9957-15FB24B3E448}" dt="2024-08-29T03:23:59.070" v="547" actId="20577"/>
        <pc:sldMkLst>
          <pc:docMk/>
          <pc:sldMk cId="770539502" sldId="347"/>
        </pc:sldMkLst>
      </pc:sldChg>
      <pc:sldChg chg="modSp add mod">
        <pc:chgData name="Sanmukh Kuppannagari" userId="ad215094-da36-4b66-9c79-369a17aea26b" providerId="ADAL" clId="{11171A05-B6FC-4395-9957-15FB24B3E448}" dt="2024-08-29T13:54:42.456" v="6047" actId="20577"/>
        <pc:sldMkLst>
          <pc:docMk/>
          <pc:sldMk cId="2297479372" sldId="348"/>
        </pc:sldMkLst>
      </pc:sldChg>
      <pc:sldChg chg="addSp delSp modSp add mod">
        <pc:chgData name="Sanmukh Kuppannagari" userId="ad215094-da36-4b66-9c79-369a17aea26b" providerId="ADAL" clId="{11171A05-B6FC-4395-9957-15FB24B3E448}" dt="2024-08-29T04:12:22.321" v="748" actId="478"/>
        <pc:sldMkLst>
          <pc:docMk/>
          <pc:sldMk cId="920574792" sldId="34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90123102" sldId="349"/>
        </pc:sldMkLst>
      </pc:sldChg>
      <pc:sldChg chg="delSp modSp add mod">
        <pc:chgData name="Sanmukh Kuppannagari" userId="ad215094-da36-4b66-9c79-369a17aea26b" providerId="ADAL" clId="{11171A05-B6FC-4395-9957-15FB24B3E448}" dt="2024-08-29T04:10:35.198" v="723" actId="20577"/>
        <pc:sldMkLst>
          <pc:docMk/>
          <pc:sldMk cId="3256780983" sldId="350"/>
        </pc:sldMkLst>
      </pc:sldChg>
      <pc:sldChg chg="addSp delSp modSp add mod">
        <pc:chgData name="Sanmukh Kuppannagari" userId="ad215094-da36-4b66-9c79-369a17aea26b" providerId="ADAL" clId="{11171A05-B6FC-4395-9957-15FB24B3E448}" dt="2024-08-29T04:32:11.350" v="1364"/>
        <pc:sldMkLst>
          <pc:docMk/>
          <pc:sldMk cId="2451997251" sldId="35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758420558" sldId="351"/>
        </pc:sldMkLst>
      </pc:sldChg>
      <pc:sldChg chg="modSp add mod">
        <pc:chgData name="Sanmukh Kuppannagari" userId="ad215094-da36-4b66-9c79-369a17aea26b" providerId="ADAL" clId="{11171A05-B6FC-4395-9957-15FB24B3E448}" dt="2024-08-29T04:12:40.860" v="750" actId="20577"/>
        <pc:sldMkLst>
          <pc:docMk/>
          <pc:sldMk cId="3895847466" sldId="352"/>
        </pc:sldMkLst>
      </pc:sldChg>
      <pc:sldChg chg="delSp modSp add mod">
        <pc:chgData name="Sanmukh Kuppannagari" userId="ad215094-da36-4b66-9c79-369a17aea26b" providerId="ADAL" clId="{11171A05-B6FC-4395-9957-15FB24B3E448}" dt="2024-08-29T04:34:56.365" v="1410" actId="20577"/>
        <pc:sldMkLst>
          <pc:docMk/>
          <pc:sldMk cId="2014243733" sldId="35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492042211" sldId="354"/>
        </pc:sldMkLst>
      </pc:sldChg>
      <pc:sldChg chg="modSp add mod ord">
        <pc:chgData name="Sanmukh Kuppannagari" userId="ad215094-da36-4b66-9c79-369a17aea26b" providerId="ADAL" clId="{11171A05-B6FC-4395-9957-15FB24B3E448}" dt="2024-08-29T04:32:07.401" v="1363"/>
        <pc:sldMkLst>
          <pc:docMk/>
          <pc:sldMk cId="4286218002" sldId="35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865917714" sldId="355"/>
        </pc:sldMkLst>
      </pc:sldChg>
      <pc:sldChg chg="addSp modSp add mod">
        <pc:chgData name="Sanmukh Kuppannagari" userId="ad215094-da36-4b66-9c79-369a17aea26b" providerId="ADAL" clId="{11171A05-B6FC-4395-9957-15FB24B3E448}" dt="2024-08-29T04:32:15.343" v="1365"/>
        <pc:sldMkLst>
          <pc:docMk/>
          <pc:sldMk cId="4053306255" sldId="355"/>
        </pc:sldMkLst>
      </pc:sldChg>
      <pc:sldChg chg="modSp new mod">
        <pc:chgData name="Sanmukh Kuppannagari" userId="ad215094-da36-4b66-9c79-369a17aea26b" providerId="ADAL" clId="{11171A05-B6FC-4395-9957-15FB24B3E448}" dt="2024-08-29T04:28:58.024" v="1349" actId="20577"/>
        <pc:sldMkLst>
          <pc:docMk/>
          <pc:sldMk cId="4022701561" sldId="356"/>
        </pc:sldMkLst>
      </pc:sldChg>
      <pc:sldChg chg="delSp modSp add mod">
        <pc:chgData name="Sanmukh Kuppannagari" userId="ad215094-da36-4b66-9c79-369a17aea26b" providerId="ADAL" clId="{11171A05-B6FC-4395-9957-15FB24B3E448}" dt="2024-08-29T04:35:06.838" v="1411"/>
        <pc:sldMkLst>
          <pc:docMk/>
          <pc:sldMk cId="578876639" sldId="35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214734292" sldId="357"/>
        </pc:sldMkLst>
      </pc:sldChg>
      <pc:sldChg chg="modSp add mod">
        <pc:chgData name="Sanmukh Kuppannagari" userId="ad215094-da36-4b66-9c79-369a17aea26b" providerId="ADAL" clId="{11171A05-B6FC-4395-9957-15FB24B3E448}" dt="2024-08-29T04:40:51.696" v="1816" actId="5793"/>
        <pc:sldMkLst>
          <pc:docMk/>
          <pc:sldMk cId="3491075983" sldId="35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508044999" sldId="359"/>
        </pc:sldMkLst>
      </pc:sldChg>
      <pc:sldChg chg="modSp add mod">
        <pc:chgData name="Sanmukh Kuppannagari" userId="ad215094-da36-4b66-9c79-369a17aea26b" providerId="ADAL" clId="{11171A05-B6FC-4395-9957-15FB24B3E448}" dt="2024-08-29T13:54:53.355" v="6048" actId="20577"/>
        <pc:sldMkLst>
          <pc:docMk/>
          <pc:sldMk cId="2439461653" sldId="359"/>
        </pc:sldMkLst>
      </pc:sldChg>
      <pc:sldChg chg="modSp add mod">
        <pc:chgData name="Sanmukh Kuppannagari" userId="ad215094-da36-4b66-9c79-369a17aea26b" providerId="ADAL" clId="{11171A05-B6FC-4395-9957-15FB24B3E448}" dt="2024-08-29T05:38:21.643" v="4008" actId="113"/>
        <pc:sldMkLst>
          <pc:docMk/>
          <pc:sldMk cId="1297561959" sldId="360"/>
        </pc:sldMkLst>
      </pc:sldChg>
      <pc:sldChg chg="addSp modSp add del mod">
        <pc:chgData name="Sanmukh Kuppannagari" userId="ad215094-da36-4b66-9c79-369a17aea26b" providerId="ADAL" clId="{11171A05-B6FC-4395-9957-15FB24B3E448}" dt="2024-08-29T04:39:20.330" v="1614" actId="47"/>
        <pc:sldMkLst>
          <pc:docMk/>
          <pc:sldMk cId="3344308429" sldId="36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582721875" sldId="361"/>
        </pc:sldMkLst>
      </pc:sldChg>
      <pc:sldChg chg="addSp modSp new mod">
        <pc:chgData name="Sanmukh Kuppannagari" userId="ad215094-da36-4b66-9c79-369a17aea26b" providerId="ADAL" clId="{11171A05-B6FC-4395-9957-15FB24B3E448}" dt="2024-08-29T04:39:02.116" v="1596" actId="20577"/>
        <pc:sldMkLst>
          <pc:docMk/>
          <pc:sldMk cId="3929262316" sldId="361"/>
        </pc:sldMkLst>
      </pc:sldChg>
      <pc:sldChg chg="modSp add mod">
        <pc:chgData name="Sanmukh Kuppannagari" userId="ad215094-da36-4b66-9c79-369a17aea26b" providerId="ADAL" clId="{11171A05-B6FC-4395-9957-15FB24B3E448}" dt="2024-08-29T04:39:11.472" v="1613" actId="20577"/>
        <pc:sldMkLst>
          <pc:docMk/>
          <pc:sldMk cId="1945245978" sldId="36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711586685" sldId="362"/>
        </pc:sldMkLst>
      </pc:sldChg>
      <pc:sldChg chg="modSp new mod">
        <pc:chgData name="Sanmukh Kuppannagari" userId="ad215094-da36-4b66-9c79-369a17aea26b" providerId="ADAL" clId="{11171A05-B6FC-4395-9957-15FB24B3E448}" dt="2024-08-29T04:44:10.032" v="2034" actId="20577"/>
        <pc:sldMkLst>
          <pc:docMk/>
          <pc:sldMk cId="3768452387" sldId="36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76817876" sldId="364"/>
        </pc:sldMkLst>
      </pc:sldChg>
      <pc:sldChg chg="addSp modSp new mod">
        <pc:chgData name="Sanmukh Kuppannagari" userId="ad215094-da36-4b66-9c79-369a17aea26b" providerId="ADAL" clId="{11171A05-B6FC-4395-9957-15FB24B3E448}" dt="2024-08-29T04:54:41.167" v="2230" actId="207"/>
        <pc:sldMkLst>
          <pc:docMk/>
          <pc:sldMk cId="1542950900" sldId="36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059025400" sldId="365"/>
        </pc:sldMkLst>
      </pc:sldChg>
      <pc:sldChg chg="modSp add mod">
        <pc:chgData name="Sanmukh Kuppannagari" userId="ad215094-da36-4b66-9c79-369a17aea26b" providerId="ADAL" clId="{11171A05-B6FC-4395-9957-15FB24B3E448}" dt="2024-08-29T04:55:25.790" v="2255" actId="20577"/>
        <pc:sldMkLst>
          <pc:docMk/>
          <pc:sldMk cId="3248262078" sldId="365"/>
        </pc:sldMkLst>
      </pc:sldChg>
      <pc:sldChg chg="modSp add mod">
        <pc:chgData name="Sanmukh Kuppannagari" userId="ad215094-da36-4b66-9c79-369a17aea26b" providerId="ADAL" clId="{11171A05-B6FC-4395-9957-15FB24B3E448}" dt="2024-08-29T04:56:34.507" v="2262" actId="207"/>
        <pc:sldMkLst>
          <pc:docMk/>
          <pc:sldMk cId="1214549395" sldId="36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982809871" sldId="366"/>
        </pc:sldMkLst>
      </pc:sldChg>
      <pc:sldChg chg="add">
        <pc:chgData name="Sanmukh Kuppannagari" userId="ad215094-da36-4b66-9c79-369a17aea26b" providerId="ADAL" clId="{11171A05-B6FC-4395-9957-15FB24B3E448}" dt="2024-08-29T04:57:32.754" v="2263"/>
        <pc:sldMkLst>
          <pc:docMk/>
          <pc:sldMk cId="4238699627" sldId="367"/>
        </pc:sldMkLst>
      </pc:sldChg>
      <pc:sldChg chg="modSp add mod">
        <pc:chgData name="Sanmukh Kuppannagari" userId="ad215094-da36-4b66-9c79-369a17aea26b" providerId="ADAL" clId="{11171A05-B6FC-4395-9957-15FB24B3E448}" dt="2024-08-29T05:00:42.811" v="2508" actId="207"/>
        <pc:sldMkLst>
          <pc:docMk/>
          <pc:sldMk cId="2321776317" sldId="368"/>
        </pc:sldMkLst>
      </pc:sldChg>
      <pc:sldChg chg="modSp add mod">
        <pc:chgData name="Sanmukh Kuppannagari" userId="ad215094-da36-4b66-9c79-369a17aea26b" providerId="ADAL" clId="{11171A05-B6FC-4395-9957-15FB24B3E448}" dt="2024-08-29T05:01:57.706" v="2572" actId="207"/>
        <pc:sldMkLst>
          <pc:docMk/>
          <pc:sldMk cId="870490" sldId="36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44624359" sldId="369"/>
        </pc:sldMkLst>
      </pc:sldChg>
      <pc:sldChg chg="modSp add mod">
        <pc:chgData name="Sanmukh Kuppannagari" userId="ad215094-da36-4b66-9c79-369a17aea26b" providerId="ADAL" clId="{11171A05-B6FC-4395-9957-15FB24B3E448}" dt="2024-08-29T05:04:06.167" v="2592" actId="20577"/>
        <pc:sldMkLst>
          <pc:docMk/>
          <pc:sldMk cId="1557585788" sldId="37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04881137" sldId="370"/>
        </pc:sldMkLst>
      </pc:sldChg>
      <pc:sldChg chg="add ord">
        <pc:chgData name="Sanmukh Kuppannagari" userId="ad215094-da36-4b66-9c79-369a17aea26b" providerId="ADAL" clId="{11171A05-B6FC-4395-9957-15FB24B3E448}" dt="2024-08-29T05:04:12.943" v="2594"/>
        <pc:sldMkLst>
          <pc:docMk/>
          <pc:sldMk cId="2998747380" sldId="371"/>
        </pc:sldMkLst>
      </pc:sldChg>
      <pc:sldChg chg="addSp modSp add mod">
        <pc:chgData name="Sanmukh Kuppannagari" userId="ad215094-da36-4b66-9c79-369a17aea26b" providerId="ADAL" clId="{11171A05-B6FC-4395-9957-15FB24B3E448}" dt="2024-08-29T14:42:02.660" v="6414" actId="20577"/>
        <pc:sldMkLst>
          <pc:docMk/>
          <pc:sldMk cId="2379148958" sldId="372"/>
        </pc:sldMkLst>
      </pc:sldChg>
      <pc:sldChg chg="addSp modSp new mod">
        <pc:chgData name="Sanmukh Kuppannagari" userId="ad215094-da36-4b66-9c79-369a17aea26b" providerId="ADAL" clId="{11171A05-B6FC-4395-9957-15FB24B3E448}" dt="2024-08-29T14:42:38.760" v="6421" actId="113"/>
        <pc:sldMkLst>
          <pc:docMk/>
          <pc:sldMk cId="516672496" sldId="373"/>
        </pc:sldMkLst>
      </pc:sldChg>
      <pc:sldChg chg="modSp new mod ord">
        <pc:chgData name="Sanmukh Kuppannagari" userId="ad215094-da36-4b66-9c79-369a17aea26b" providerId="ADAL" clId="{11171A05-B6FC-4395-9957-15FB24B3E448}" dt="2024-08-29T14:40:40.631" v="6410"/>
        <pc:sldMkLst>
          <pc:docMk/>
          <pc:sldMk cId="3793747627" sldId="374"/>
        </pc:sldMkLst>
      </pc:sldChg>
      <pc:sldChg chg="addSp modSp add mod">
        <pc:chgData name="Sanmukh Kuppannagari" userId="ad215094-da36-4b66-9c79-369a17aea26b" providerId="ADAL" clId="{11171A05-B6FC-4395-9957-15FB24B3E448}" dt="2024-08-29T05:29:06.839" v="3626"/>
        <pc:sldMkLst>
          <pc:docMk/>
          <pc:sldMk cId="429392883" sldId="375"/>
        </pc:sldMkLst>
      </pc:sldChg>
      <pc:sldChg chg="modSp new mod">
        <pc:chgData name="Sanmukh Kuppannagari" userId="ad215094-da36-4b66-9c79-369a17aea26b" providerId="ADAL" clId="{11171A05-B6FC-4395-9957-15FB24B3E448}" dt="2024-08-29T14:43:44.626" v="6437" actId="20577"/>
        <pc:sldMkLst>
          <pc:docMk/>
          <pc:sldMk cId="1569227808" sldId="376"/>
        </pc:sldMkLst>
      </pc:sldChg>
      <pc:sldChg chg="modSp add del mod">
        <pc:chgData name="Sanmukh Kuppannagari" userId="ad215094-da36-4b66-9c79-369a17aea26b" providerId="ADAL" clId="{11171A05-B6FC-4395-9957-15FB24B3E448}" dt="2024-08-29T05:29:17.311" v="3628" actId="47"/>
        <pc:sldMkLst>
          <pc:docMk/>
          <pc:sldMk cId="2849554143" sldId="376"/>
        </pc:sldMkLst>
      </pc:sldChg>
      <pc:sldChg chg="add del">
        <pc:chgData name="Sanmukh Kuppannagari" userId="ad215094-da36-4b66-9c79-369a17aea26b" providerId="ADAL" clId="{11171A05-B6FC-4395-9957-15FB24B3E448}" dt="2024-08-29T05:29:29.409" v="3631"/>
        <pc:sldMkLst>
          <pc:docMk/>
          <pc:sldMk cId="359187930" sldId="377"/>
        </pc:sldMkLst>
      </pc:sldChg>
      <pc:sldChg chg="modSp add mod">
        <pc:chgData name="Sanmukh Kuppannagari" userId="ad215094-da36-4b66-9c79-369a17aea26b" providerId="ADAL" clId="{11171A05-B6FC-4395-9957-15FB24B3E448}" dt="2024-08-29T14:43:50.328" v="6447" actId="20577"/>
        <pc:sldMkLst>
          <pc:docMk/>
          <pc:sldMk cId="3476898497" sldId="377"/>
        </pc:sldMkLst>
      </pc:sldChg>
      <pc:sldChg chg="addSp modSp new mod">
        <pc:chgData name="Sanmukh Kuppannagari" userId="ad215094-da36-4b66-9c79-369a17aea26b" providerId="ADAL" clId="{11171A05-B6FC-4395-9957-15FB24B3E448}" dt="2024-08-29T05:52:17.083" v="4886" actId="20577"/>
        <pc:sldMkLst>
          <pc:docMk/>
          <pc:sldMk cId="3635117112" sldId="378"/>
        </pc:sldMkLst>
      </pc:sldChg>
      <pc:sldChg chg="addSp modSp new mod ord">
        <pc:chgData name="Sanmukh Kuppannagari" userId="ad215094-da36-4b66-9c79-369a17aea26b" providerId="ADAL" clId="{11171A05-B6FC-4395-9957-15FB24B3E448}" dt="2024-08-29T05:48:09.784" v="4605" actId="20577"/>
        <pc:sldMkLst>
          <pc:docMk/>
          <pc:sldMk cId="41816131" sldId="379"/>
        </pc:sldMkLst>
      </pc:sldChg>
      <pc:sldChg chg="modSp new mod">
        <pc:chgData name="Sanmukh Kuppannagari" userId="ad215094-da36-4b66-9c79-369a17aea26b" providerId="ADAL" clId="{11171A05-B6FC-4395-9957-15FB24B3E448}" dt="2024-08-29T05:53:16.792" v="4977" actId="20577"/>
        <pc:sldMkLst>
          <pc:docMk/>
          <pc:sldMk cId="2126930210" sldId="380"/>
        </pc:sldMkLst>
      </pc:sldChg>
      <pc:sldChg chg="addSp delSp modSp add mod">
        <pc:chgData name="Sanmukh Kuppannagari" userId="ad215094-da36-4b66-9c79-369a17aea26b" providerId="ADAL" clId="{11171A05-B6FC-4395-9957-15FB24B3E448}" dt="2024-08-29T14:45:36.314" v="6483" actId="113"/>
        <pc:sldMkLst>
          <pc:docMk/>
          <pc:sldMk cId="2509516140" sldId="381"/>
        </pc:sldMkLst>
      </pc:sldChg>
      <pc:sldChg chg="modSp add mod">
        <pc:chgData name="Sanmukh Kuppannagari" userId="ad215094-da36-4b66-9c79-369a17aea26b" providerId="ADAL" clId="{11171A05-B6FC-4395-9957-15FB24B3E448}" dt="2024-08-29T14:46:01.205" v="6484"/>
        <pc:sldMkLst>
          <pc:docMk/>
          <pc:sldMk cId="793354200" sldId="382"/>
        </pc:sldMkLst>
      </pc:sldChg>
      <pc:sldChg chg="addSp modSp add mod">
        <pc:chgData name="Sanmukh Kuppannagari" userId="ad215094-da36-4b66-9c79-369a17aea26b" providerId="ADAL" clId="{11171A05-B6FC-4395-9957-15FB24B3E448}" dt="2024-08-29T14:46:19.193" v="6485"/>
        <pc:sldMkLst>
          <pc:docMk/>
          <pc:sldMk cId="2098484828" sldId="383"/>
        </pc:sldMkLst>
      </pc:sldChg>
      <pc:sldChg chg="modSp add mod">
        <pc:chgData name="Sanmukh Kuppannagari" userId="ad215094-da36-4b66-9c79-369a17aea26b" providerId="ADAL" clId="{11171A05-B6FC-4395-9957-15FB24B3E448}" dt="2024-08-29T06:00:00.119" v="5113" actId="20577"/>
        <pc:sldMkLst>
          <pc:docMk/>
          <pc:sldMk cId="468428153" sldId="384"/>
        </pc:sldMkLst>
      </pc:sldChg>
      <pc:sldChg chg="modSp add mod">
        <pc:chgData name="Sanmukh Kuppannagari" userId="ad215094-da36-4b66-9c79-369a17aea26b" providerId="ADAL" clId="{11171A05-B6FC-4395-9957-15FB24B3E448}" dt="2024-08-29T14:51:11.632" v="6672" actId="20577"/>
        <pc:sldMkLst>
          <pc:docMk/>
          <pc:sldMk cId="3753143955" sldId="385"/>
        </pc:sldMkLst>
      </pc:sldChg>
      <pc:sldChg chg="modSp add del mod">
        <pc:chgData name="Sanmukh Kuppannagari" userId="ad215094-da36-4b66-9c79-369a17aea26b" providerId="ADAL" clId="{11171A05-B6FC-4395-9957-15FB24B3E448}" dt="2024-08-29T13:55:06.345" v="6049" actId="47"/>
        <pc:sldMkLst>
          <pc:docMk/>
          <pc:sldMk cId="3189588850" sldId="386"/>
        </pc:sldMkLst>
      </pc:sldChg>
      <pc:sldChg chg="modSp new mod">
        <pc:chgData name="Sanmukh Kuppannagari" userId="ad215094-da36-4b66-9c79-369a17aea26b" providerId="ADAL" clId="{11171A05-B6FC-4395-9957-15FB24B3E448}" dt="2024-08-29T13:50:23.094" v="5793" actId="20577"/>
        <pc:sldMkLst>
          <pc:docMk/>
          <pc:sldMk cId="3250158129" sldId="387"/>
        </pc:sldMkLst>
      </pc:sldChg>
      <pc:sldChg chg="modSp add mod">
        <pc:chgData name="Sanmukh Kuppannagari" userId="ad215094-da36-4b66-9c79-369a17aea26b" providerId="ADAL" clId="{11171A05-B6FC-4395-9957-15FB24B3E448}" dt="2024-08-29T14:48:00.793" v="6509" actId="20577"/>
        <pc:sldMkLst>
          <pc:docMk/>
          <pc:sldMk cId="1655728199" sldId="388"/>
        </pc:sldMkLst>
      </pc:sldChg>
      <pc:sldChg chg="modSp new mod">
        <pc:chgData name="Sanmukh Kuppannagari" userId="ad215094-da36-4b66-9c79-369a17aea26b" providerId="ADAL" clId="{11171A05-B6FC-4395-9957-15FB24B3E448}" dt="2024-08-29T13:58:03.672" v="6405" actId="20577"/>
        <pc:sldMkLst>
          <pc:docMk/>
          <pc:sldMk cId="531953894" sldId="38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145402012" sldId="141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95492823" sldId="141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399650778" sldId="141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24960510" sldId="141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842676586" sldId="1419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4171868693" sldId="1420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70763525" sldId="1421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665993282" sldId="1422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88014077" sldId="1423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464992614" sldId="1424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900684070" sldId="1425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21228576" sldId="1426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023560490" sldId="1427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2220318750" sldId="1428"/>
        </pc:sldMkLst>
      </pc:sldChg>
      <pc:sldChg chg="del">
        <pc:chgData name="Sanmukh Kuppannagari" userId="ad215094-da36-4b66-9c79-369a17aea26b" providerId="ADAL" clId="{11171A05-B6FC-4395-9957-15FB24B3E448}" dt="2024-08-29T02:48:21.039" v="2" actId="47"/>
        <pc:sldMkLst>
          <pc:docMk/>
          <pc:sldMk cId="3958413754" sldId="1429"/>
        </pc:sldMkLst>
      </pc:sldChg>
    </pc:docChg>
  </pc:docChgLst>
  <pc:docChgLst>
    <pc:chgData name="Sanmukh Kuppannagari" userId="ad215094-da36-4b66-9c79-369a17aea26b" providerId="ADAL" clId="{5FCC71F3-C825-43C2-BB90-7A89A27DA80B}"/>
    <pc:docChg chg="undo custSel addSld delSld modSld sldOrd">
      <pc:chgData name="Sanmukh Kuppannagari" userId="ad215094-da36-4b66-9c79-369a17aea26b" providerId="ADAL" clId="{5FCC71F3-C825-43C2-BB90-7A89A27DA80B}" dt="2024-08-27T14:56:17.359" v="2869" actId="1076"/>
      <pc:docMkLst>
        <pc:docMk/>
      </pc:docMkLst>
      <pc:sldChg chg="modSp mod">
        <pc:chgData name="Sanmukh Kuppannagari" userId="ad215094-da36-4b66-9c79-369a17aea26b" providerId="ADAL" clId="{5FCC71F3-C825-43C2-BB90-7A89A27DA80B}" dt="2024-08-27T12:44:58.871" v="21" actId="20577"/>
        <pc:sldMkLst>
          <pc:docMk/>
          <pc:sldMk cId="728785357" sldId="256"/>
        </pc:sldMkLst>
      </pc:sldChg>
      <pc:sldChg chg="addSp delSp modSp mod">
        <pc:chgData name="Sanmukh Kuppannagari" userId="ad215094-da36-4b66-9c79-369a17aea26b" providerId="ADAL" clId="{5FCC71F3-C825-43C2-BB90-7A89A27DA80B}" dt="2024-08-27T14:56:17.359" v="2869" actId="1076"/>
        <pc:sldMkLst>
          <pc:docMk/>
          <pc:sldMk cId="1853368443" sldId="257"/>
        </pc:sldMkLst>
      </pc:sldChg>
      <pc:sldChg chg="modSp mod">
        <pc:chgData name="Sanmukh Kuppannagari" userId="ad215094-da36-4b66-9c79-369a17aea26b" providerId="ADAL" clId="{5FCC71F3-C825-43C2-BB90-7A89A27DA80B}" dt="2024-08-27T12:45:35.542" v="27" actId="6549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5FCC71F3-C825-43C2-BB90-7A89A27DA80B}" dt="2024-08-27T12:46:21.210" v="33" actId="47"/>
        <pc:sldMkLst>
          <pc:docMk/>
          <pc:sldMk cId="2115879010" sldId="263"/>
        </pc:sldMkLst>
      </pc:sldChg>
      <pc:sldChg chg="modSp mod">
        <pc:chgData name="Sanmukh Kuppannagari" userId="ad215094-da36-4b66-9c79-369a17aea26b" providerId="ADAL" clId="{5FCC71F3-C825-43C2-BB90-7A89A27DA80B}" dt="2024-08-27T12:47:52.206" v="81" actId="20577"/>
        <pc:sldMkLst>
          <pc:docMk/>
          <pc:sldMk cId="4279812585" sldId="264"/>
        </pc:sldMkLst>
      </pc:sldChg>
      <pc:sldChg chg="modSp mod">
        <pc:chgData name="Sanmukh Kuppannagari" userId="ad215094-da36-4b66-9c79-369a17aea26b" providerId="ADAL" clId="{5FCC71F3-C825-43C2-BB90-7A89A27DA80B}" dt="2024-08-27T13:46:38.444" v="734" actId="20577"/>
        <pc:sldMkLst>
          <pc:docMk/>
          <pc:sldMk cId="229327562" sldId="265"/>
        </pc:sldMkLst>
      </pc:sldChg>
      <pc:sldChg chg="modSp mod">
        <pc:chgData name="Sanmukh Kuppannagari" userId="ad215094-da36-4b66-9c79-369a17aea26b" providerId="ADAL" clId="{5FCC71F3-C825-43C2-BB90-7A89A27DA80B}" dt="2024-08-27T13:48:25.862" v="819" actId="20577"/>
        <pc:sldMkLst>
          <pc:docMk/>
          <pc:sldMk cId="773656466" sldId="266"/>
        </pc:sldMkLst>
      </pc:sldChg>
      <pc:sldChg chg="modSp mod">
        <pc:chgData name="Sanmukh Kuppannagari" userId="ad215094-da36-4b66-9c79-369a17aea26b" providerId="ADAL" clId="{5FCC71F3-C825-43C2-BB90-7A89A27DA80B}" dt="2024-08-27T13:44:27.239" v="709" actId="27636"/>
        <pc:sldMkLst>
          <pc:docMk/>
          <pc:sldMk cId="664933502" sldId="273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517079826" sldId="274"/>
        </pc:sldMkLst>
      </pc:sldChg>
      <pc:sldChg chg="modSp mod">
        <pc:chgData name="Sanmukh Kuppannagari" userId="ad215094-da36-4b66-9c79-369a17aea26b" providerId="ADAL" clId="{5FCC71F3-C825-43C2-BB90-7A89A27DA80B}" dt="2024-08-27T14:22:04.340" v="2079" actId="20577"/>
        <pc:sldMkLst>
          <pc:docMk/>
          <pc:sldMk cId="1064585860" sldId="277"/>
        </pc:sldMkLst>
      </pc:sldChg>
      <pc:sldChg chg="modSp mod">
        <pc:chgData name="Sanmukh Kuppannagari" userId="ad215094-da36-4b66-9c79-369a17aea26b" providerId="ADAL" clId="{5FCC71F3-C825-43C2-BB90-7A89A27DA80B}" dt="2024-08-27T13:57:02.226" v="873" actId="20577"/>
        <pc:sldMkLst>
          <pc:docMk/>
          <pc:sldMk cId="2392899443" sldId="278"/>
        </pc:sldMkLst>
      </pc:sldChg>
      <pc:sldChg chg="modSp mod">
        <pc:chgData name="Sanmukh Kuppannagari" userId="ad215094-da36-4b66-9c79-369a17aea26b" providerId="ADAL" clId="{5FCC71F3-C825-43C2-BB90-7A89A27DA80B}" dt="2024-08-27T13:57:06.581" v="874" actId="20577"/>
        <pc:sldMkLst>
          <pc:docMk/>
          <pc:sldMk cId="3752910855" sldId="279"/>
        </pc:sldMkLst>
      </pc:sldChg>
      <pc:sldChg chg="modSp del mod">
        <pc:chgData name="Sanmukh Kuppannagari" userId="ad215094-da36-4b66-9c79-369a17aea26b" providerId="ADAL" clId="{5FCC71F3-C825-43C2-BB90-7A89A27DA80B}" dt="2024-08-27T14:01:55.303" v="877" actId="47"/>
        <pc:sldMkLst>
          <pc:docMk/>
          <pc:sldMk cId="621001467" sldId="280"/>
        </pc:sldMkLst>
      </pc:sldChg>
      <pc:sldChg chg="modSp mod">
        <pc:chgData name="Sanmukh Kuppannagari" userId="ad215094-da36-4b66-9c79-369a17aea26b" providerId="ADAL" clId="{5FCC71F3-C825-43C2-BB90-7A89A27DA80B}" dt="2024-08-27T14:18:22.939" v="1920" actId="20577"/>
        <pc:sldMkLst>
          <pc:docMk/>
          <pc:sldMk cId="3740158276" sldId="281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1659248167" sldId="282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3056812290" sldId="283"/>
        </pc:sldMkLst>
      </pc:sldChg>
      <pc:sldChg chg="modSp mod">
        <pc:chgData name="Sanmukh Kuppannagari" userId="ad215094-da36-4b66-9c79-369a17aea26b" providerId="ADAL" clId="{5FCC71F3-C825-43C2-BB90-7A89A27DA80B}" dt="2024-08-27T14:30:48.700" v="2231" actId="20577"/>
        <pc:sldMkLst>
          <pc:docMk/>
          <pc:sldMk cId="2158303791" sldId="288"/>
        </pc:sldMkLst>
      </pc:sldChg>
      <pc:sldChg chg="del">
        <pc:chgData name="Sanmukh Kuppannagari" userId="ad215094-da36-4b66-9c79-369a17aea26b" providerId="ADAL" clId="{5FCC71F3-C825-43C2-BB90-7A89A27DA80B}" dt="2024-08-27T12:45:39.178" v="28" actId="47"/>
        <pc:sldMkLst>
          <pc:docMk/>
          <pc:sldMk cId="570291501" sldId="289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00871894" sldId="293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5FCC71F3-C825-43C2-BB90-7A89A27DA80B}" dt="2024-08-27T12:46:57.001" v="38" actId="47"/>
        <pc:sldMkLst>
          <pc:docMk/>
          <pc:sldMk cId="670794243" sldId="301"/>
        </pc:sldMkLst>
      </pc:sldChg>
      <pc:sldChg chg="del">
        <pc:chgData name="Sanmukh Kuppannagari" userId="ad215094-da36-4b66-9c79-369a17aea26b" providerId="ADAL" clId="{5FCC71F3-C825-43C2-BB90-7A89A27DA80B}" dt="2024-08-27T12:46:10.357" v="31" actId="47"/>
        <pc:sldMkLst>
          <pc:docMk/>
          <pc:sldMk cId="2162272" sldId="302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456202256" sldId="307"/>
        </pc:sldMkLst>
      </pc:sldChg>
      <pc:sldChg chg="modSp mod">
        <pc:chgData name="Sanmukh Kuppannagari" userId="ad215094-da36-4b66-9c79-369a17aea26b" providerId="ADAL" clId="{5FCC71F3-C825-43C2-BB90-7A89A27DA80B}" dt="2024-08-27T12:50:53.261" v="131" actId="20577"/>
        <pc:sldMkLst>
          <pc:docMk/>
          <pc:sldMk cId="4010883220" sldId="315"/>
        </pc:sldMkLst>
      </pc:sldChg>
      <pc:sldChg chg="modSp mod">
        <pc:chgData name="Sanmukh Kuppannagari" userId="ad215094-da36-4b66-9c79-369a17aea26b" providerId="ADAL" clId="{5FCC71F3-C825-43C2-BB90-7A89A27DA80B}" dt="2024-08-27T12:51:14.099" v="134" actId="20577"/>
        <pc:sldMkLst>
          <pc:docMk/>
          <pc:sldMk cId="961129123" sldId="316"/>
        </pc:sldMkLst>
      </pc:sldChg>
      <pc:sldChg chg="modSp mod">
        <pc:chgData name="Sanmukh Kuppannagari" userId="ad215094-da36-4b66-9c79-369a17aea26b" providerId="ADAL" clId="{5FCC71F3-C825-43C2-BB90-7A89A27DA80B}" dt="2024-08-27T13:47:13.431" v="812" actId="20577"/>
        <pc:sldMkLst>
          <pc:docMk/>
          <pc:sldMk cId="537906077" sldId="319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2522483144" sldId="341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047053487" sldId="343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11840423" sldId="344"/>
        </pc:sldMkLst>
      </pc:sldChg>
      <pc:sldChg chg="add del">
        <pc:chgData name="Sanmukh Kuppannagari" userId="ad215094-da36-4b66-9c79-369a17aea26b" providerId="ADAL" clId="{5FCC71F3-C825-43C2-BB90-7A89A27DA80B}" dt="2024-08-27T13:06:08.936" v="354" actId="47"/>
        <pc:sldMkLst>
          <pc:docMk/>
          <pc:sldMk cId="3723127128" sldId="348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490123102" sldId="349"/>
        </pc:sldMkLst>
      </pc:sldChg>
      <pc:sldChg chg="add del">
        <pc:chgData name="Sanmukh Kuppannagari" userId="ad215094-da36-4b66-9c79-369a17aea26b" providerId="ADAL" clId="{5FCC71F3-C825-43C2-BB90-7A89A27DA80B}" dt="2024-08-27T13:06:03.574" v="352" actId="47"/>
        <pc:sldMkLst>
          <pc:docMk/>
          <pc:sldMk cId="3483887094" sldId="350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758420558" sldId="351"/>
        </pc:sldMkLst>
      </pc:sldChg>
      <pc:sldChg chg="add del">
        <pc:chgData name="Sanmukh Kuppannagari" userId="ad215094-da36-4b66-9c79-369a17aea26b" providerId="ADAL" clId="{5FCC71F3-C825-43C2-BB90-7A89A27DA80B}" dt="2024-08-27T13:06:06.715" v="353" actId="47"/>
        <pc:sldMkLst>
          <pc:docMk/>
          <pc:sldMk cId="1279029055" sldId="352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1812071874" sldId="353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492042211" sldId="354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865917714" sldId="355"/>
        </pc:sldMkLst>
      </pc:sldChg>
      <pc:sldChg chg="add del">
        <pc:chgData name="Sanmukh Kuppannagari" userId="ad215094-da36-4b66-9c79-369a17aea26b" providerId="ADAL" clId="{5FCC71F3-C825-43C2-BB90-7A89A27DA80B}" dt="2024-08-27T14:28:26.121" v="2081" actId="47"/>
        <pc:sldMkLst>
          <pc:docMk/>
          <pc:sldMk cId="705628724" sldId="35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214734292" sldId="357"/>
        </pc:sldMkLst>
      </pc:sldChg>
      <pc:sldChg chg="add del">
        <pc:chgData name="Sanmukh Kuppannagari" userId="ad215094-da36-4b66-9c79-369a17aea26b" providerId="ADAL" clId="{5FCC71F3-C825-43C2-BB90-7A89A27DA80B}" dt="2024-08-27T14:28:33.065" v="2082" actId="47"/>
        <pc:sldMkLst>
          <pc:docMk/>
          <pc:sldMk cId="1027554099" sldId="358"/>
        </pc:sldMkLst>
      </pc:sldChg>
      <pc:sldChg chg="addSp modSp add mod">
        <pc:chgData name="Sanmukh Kuppannagari" userId="ad215094-da36-4b66-9c79-369a17aea26b" providerId="ADAL" clId="{5FCC71F3-C825-43C2-BB90-7A89A27DA80B}" dt="2024-08-27T14:30:12.508" v="2214" actId="20577"/>
        <pc:sldMkLst>
          <pc:docMk/>
          <pc:sldMk cId="508044999" sldId="359"/>
        </pc:sldMkLst>
      </pc:sldChg>
      <pc:sldChg chg="add del">
        <pc:chgData name="Sanmukh Kuppannagari" userId="ad215094-da36-4b66-9c79-369a17aea26b" providerId="ADAL" clId="{5FCC71F3-C825-43C2-BB90-7A89A27DA80B}" dt="2024-08-27T14:28:57.385" v="2085" actId="47"/>
        <pc:sldMkLst>
          <pc:docMk/>
          <pc:sldMk cId="1622640958" sldId="360"/>
        </pc:sldMkLst>
      </pc:sldChg>
      <pc:sldChg chg="add ord">
        <pc:chgData name="Sanmukh Kuppannagari" userId="ad215094-da36-4b66-9c79-369a17aea26b" providerId="ADAL" clId="{5FCC71F3-C825-43C2-BB90-7A89A27DA80B}" dt="2024-08-27T14:28:43.371" v="2084"/>
        <pc:sldMkLst>
          <pc:docMk/>
          <pc:sldMk cId="3582721875" sldId="361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711586685" sldId="362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676817876" sldId="364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1059025400" sldId="365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1982809871" sldId="36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344624359" sldId="369"/>
        </pc:sldMkLst>
      </pc:sldChg>
      <pc:sldChg chg="modSp add mod">
        <pc:chgData name="Sanmukh Kuppannagari" userId="ad215094-da36-4b66-9c79-369a17aea26b" providerId="ADAL" clId="{5FCC71F3-C825-43C2-BB90-7A89A27DA80B}" dt="2024-08-27T14:27:51.019" v="2080" actId="20577"/>
        <pc:sldMkLst>
          <pc:docMk/>
          <pc:sldMk cId="3904881137" sldId="370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1638638761" sldId="1242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3019430982" sldId="1243"/>
        </pc:sldMkLst>
      </pc:sldChg>
      <pc:sldChg chg="add del">
        <pc:chgData name="Sanmukh Kuppannagari" userId="ad215094-da36-4b66-9c79-369a17aea26b" providerId="ADAL" clId="{5FCC71F3-C825-43C2-BB90-7A89A27DA80B}" dt="2024-08-27T14:42:17.722" v="2619" actId="47"/>
        <pc:sldMkLst>
          <pc:docMk/>
          <pc:sldMk cId="1516867430" sldId="1244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4248992536" sldId="1413"/>
        </pc:sldMkLst>
      </pc:sldChg>
      <pc:sldChg chg="del">
        <pc:chgData name="Sanmukh Kuppannagari" userId="ad215094-da36-4b66-9c79-369a17aea26b" providerId="ADAL" clId="{5FCC71F3-C825-43C2-BB90-7A89A27DA80B}" dt="2024-08-27T13:44:36.563" v="710" actId="47"/>
        <pc:sldMkLst>
          <pc:docMk/>
          <pc:sldMk cId="738820361" sldId="1414"/>
        </pc:sldMkLst>
      </pc:sldChg>
      <pc:sldChg chg="modSp add mod">
        <pc:chgData name="Sanmukh Kuppannagari" userId="ad215094-da36-4b66-9c79-369a17aea26b" providerId="ADAL" clId="{5FCC71F3-C825-43C2-BB90-7A89A27DA80B}" dt="2024-08-27T12:46:01.359" v="30" actId="207"/>
        <pc:sldMkLst>
          <pc:docMk/>
          <pc:sldMk cId="145402012" sldId="1415"/>
        </pc:sldMkLst>
      </pc:sldChg>
      <pc:sldChg chg="modSp add mod ord">
        <pc:chgData name="Sanmukh Kuppannagari" userId="ad215094-da36-4b66-9c79-369a17aea26b" providerId="ADAL" clId="{5FCC71F3-C825-43C2-BB90-7A89A27DA80B}" dt="2024-08-27T12:46:50.722" v="37"/>
        <pc:sldMkLst>
          <pc:docMk/>
          <pc:sldMk cId="295492823" sldId="1416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3399650778" sldId="1417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624960510" sldId="1418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842676586" sldId="1419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4171868693" sldId="1420"/>
        </pc:sldMkLst>
      </pc:sldChg>
      <pc:sldChg chg="add">
        <pc:chgData name="Sanmukh Kuppannagari" userId="ad215094-da36-4b66-9c79-369a17aea26b" providerId="ADAL" clId="{5FCC71F3-C825-43C2-BB90-7A89A27DA80B}" dt="2024-08-27T13:01:51.315" v="345"/>
        <pc:sldMkLst>
          <pc:docMk/>
          <pc:sldMk cId="2070763525" sldId="1421"/>
        </pc:sldMkLst>
      </pc:sldChg>
      <pc:sldChg chg="modSp add mod">
        <pc:chgData name="Sanmukh Kuppannagari" userId="ad215094-da36-4b66-9c79-369a17aea26b" providerId="ADAL" clId="{5FCC71F3-C825-43C2-BB90-7A89A27DA80B}" dt="2024-08-27T13:02:13.990" v="348" actId="207"/>
        <pc:sldMkLst>
          <pc:docMk/>
          <pc:sldMk cId="665993282" sldId="1422"/>
        </pc:sldMkLst>
      </pc:sldChg>
      <pc:sldChg chg="modSp add mod">
        <pc:chgData name="Sanmukh Kuppannagari" userId="ad215094-da36-4b66-9c79-369a17aea26b" providerId="ADAL" clId="{5FCC71F3-C825-43C2-BB90-7A89A27DA80B}" dt="2024-08-27T13:02:32.376" v="350" actId="207"/>
        <pc:sldMkLst>
          <pc:docMk/>
          <pc:sldMk cId="3988014077" sldId="1423"/>
        </pc:sldMkLst>
      </pc:sldChg>
      <pc:sldChg chg="addSp delSp modSp new mod modNotesTx">
        <pc:chgData name="Sanmukh Kuppannagari" userId="ad215094-da36-4b66-9c79-369a17aea26b" providerId="ADAL" clId="{5FCC71F3-C825-43C2-BB90-7A89A27DA80B}" dt="2024-08-27T13:56:52.839" v="871" actId="20577"/>
        <pc:sldMkLst>
          <pc:docMk/>
          <pc:sldMk cId="3464992614" sldId="1424"/>
        </pc:sldMkLst>
      </pc:sldChg>
      <pc:sldChg chg="modSp new mod">
        <pc:chgData name="Sanmukh Kuppannagari" userId="ad215094-da36-4b66-9c79-369a17aea26b" providerId="ADAL" clId="{5FCC71F3-C825-43C2-BB90-7A89A27DA80B}" dt="2024-08-27T14:07:06.102" v="1226" actId="20577"/>
        <pc:sldMkLst>
          <pc:docMk/>
          <pc:sldMk cId="2900684070" sldId="1425"/>
        </pc:sldMkLst>
      </pc:sldChg>
      <pc:sldChg chg="addSp modSp add mod">
        <pc:chgData name="Sanmukh Kuppannagari" userId="ad215094-da36-4b66-9c79-369a17aea26b" providerId="ADAL" clId="{5FCC71F3-C825-43C2-BB90-7A89A27DA80B}" dt="2024-08-27T14:19:41.285" v="1996" actId="403"/>
        <pc:sldMkLst>
          <pc:docMk/>
          <pc:sldMk cId="2221228576" sldId="1426"/>
        </pc:sldMkLst>
      </pc:sldChg>
      <pc:sldChg chg="modSp add mod">
        <pc:chgData name="Sanmukh Kuppannagari" userId="ad215094-da36-4b66-9c79-369a17aea26b" providerId="ADAL" clId="{5FCC71F3-C825-43C2-BB90-7A89A27DA80B}" dt="2024-08-27T14:20:05.515" v="2057" actId="20577"/>
        <pc:sldMkLst>
          <pc:docMk/>
          <pc:sldMk cId="2023560490" sldId="1427"/>
        </pc:sldMkLst>
      </pc:sldChg>
      <pc:sldChg chg="modSp new mod">
        <pc:chgData name="Sanmukh Kuppannagari" userId="ad215094-da36-4b66-9c79-369a17aea26b" providerId="ADAL" clId="{5FCC71F3-C825-43C2-BB90-7A89A27DA80B}" dt="2024-08-27T14:42:08.727" v="2618" actId="20577"/>
        <pc:sldMkLst>
          <pc:docMk/>
          <pc:sldMk cId="2220318750" sldId="1428"/>
        </pc:sldMkLst>
      </pc:sldChg>
      <pc:sldChg chg="modSp new mod">
        <pc:chgData name="Sanmukh Kuppannagari" userId="ad215094-da36-4b66-9c79-369a17aea26b" providerId="ADAL" clId="{5FCC71F3-C825-43C2-BB90-7A89A27DA80B}" dt="2024-08-27T14:43:10.500" v="2790" actId="20577"/>
        <pc:sldMkLst>
          <pc:docMk/>
          <pc:sldMk cId="3958413754" sldId="1429"/>
        </pc:sldMkLst>
      </pc:sldChg>
    </pc:docChg>
  </pc:docChgLst>
  <pc:docChgLst>
    <pc:chgData name="Sanmukh Kuppannagari" userId="ad215094-da36-4b66-9c79-369a17aea26b" providerId="ADAL" clId="{F807B796-0606-4BF0-9A84-6557326C69B2}"/>
    <pc:docChg chg="undo custSel addSld delSld modSld">
      <pc:chgData name="Sanmukh Kuppannagari" userId="ad215094-da36-4b66-9c79-369a17aea26b" providerId="ADAL" clId="{F807B796-0606-4BF0-9A84-6557326C69B2}" dt="2024-09-03T17:27:21.796" v="6281" actId="20577"/>
      <pc:docMkLst>
        <pc:docMk/>
      </pc:docMkLst>
      <pc:sldChg chg="modSp mod">
        <pc:chgData name="Sanmukh Kuppannagari" userId="ad215094-da36-4b66-9c79-369a17aea26b" providerId="ADAL" clId="{F807B796-0606-4BF0-9A84-6557326C69B2}" dt="2024-09-02T20:54:53.692" v="3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F807B796-0606-4BF0-9A84-6557326C69B2}" dt="2024-09-02T21:00:55.314" v="267" actId="20577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396895355" sldId="28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158303791" sldId="28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737272183" sldId="28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96129851" sldId="29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860245702" sldId="29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873989303" sldId="30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126324089" sldId="30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159033991" sldId="303"/>
        </pc:sldMkLst>
      </pc:sldChg>
      <pc:sldChg chg="modSp add del mod">
        <pc:chgData name="Sanmukh Kuppannagari" userId="ad215094-da36-4b66-9c79-369a17aea26b" providerId="ADAL" clId="{F807B796-0606-4BF0-9A84-6557326C69B2}" dt="2024-09-03T12:45:55.217" v="3724" actId="20577"/>
        <pc:sldMkLst>
          <pc:docMk/>
          <pc:sldMk cId="276729432" sldId="309"/>
        </pc:sldMkLst>
      </pc:sldChg>
      <pc:sldChg chg="addSp delSp modSp add mod">
        <pc:chgData name="Sanmukh Kuppannagari" userId="ad215094-da36-4b66-9c79-369a17aea26b" providerId="ADAL" clId="{F807B796-0606-4BF0-9A84-6557326C69B2}" dt="2024-09-03T02:17:35.441" v="1671" actId="20577"/>
        <pc:sldMkLst>
          <pc:docMk/>
          <pc:sldMk cId="2950079441" sldId="328"/>
        </pc:sldMkLst>
      </pc:sldChg>
      <pc:sldChg chg="modSp add mod">
        <pc:chgData name="Sanmukh Kuppannagari" userId="ad215094-da36-4b66-9c79-369a17aea26b" providerId="ADAL" clId="{F807B796-0606-4BF0-9A84-6557326C69B2}" dt="2024-09-03T02:40:17.050" v="2520" actId="20577"/>
        <pc:sldMkLst>
          <pc:docMk/>
          <pc:sldMk cId="607569566" sldId="335"/>
        </pc:sldMkLst>
      </pc:sldChg>
      <pc:sldChg chg="add">
        <pc:chgData name="Sanmukh Kuppannagari" userId="ad215094-da36-4b66-9c79-369a17aea26b" providerId="ADAL" clId="{F807B796-0606-4BF0-9A84-6557326C69B2}" dt="2024-09-03T13:08:49.519" v="3811"/>
        <pc:sldMkLst>
          <pc:docMk/>
          <pc:sldMk cId="2522483144" sldId="34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479581269" sldId="34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462781511" sldId="34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801581427" sldId="34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770539502" sldId="34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297479372" sldId="34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920574792" sldId="34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56780983" sldId="35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451997251" sldId="35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895847466" sldId="35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14243733" sldId="35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86218002" sldId="35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053306255" sldId="35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022701561" sldId="35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78876639" sldId="35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491075983" sldId="35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439461653" sldId="35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297561959" sldId="36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929262316" sldId="36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945245978" sldId="36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68452387" sldId="36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42950900" sldId="36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48262078" sldId="36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214549395" sldId="36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38699627" sldId="36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321776317" sldId="36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870490" sldId="36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57585788" sldId="37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998747380" sldId="37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379148958" sldId="37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16672496" sldId="37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93747627" sldId="37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29392883" sldId="37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569227808" sldId="376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476898497" sldId="37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635117112" sldId="37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1816131" sldId="379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126930210" sldId="380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509516140" sldId="381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793354200" sldId="382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2098484828" sldId="383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468428153" sldId="384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753143955" sldId="385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3250158129" sldId="387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1655728199" sldId="388"/>
        </pc:sldMkLst>
      </pc:sldChg>
      <pc:sldChg chg="del">
        <pc:chgData name="Sanmukh Kuppannagari" userId="ad215094-da36-4b66-9c79-369a17aea26b" providerId="ADAL" clId="{F807B796-0606-4BF0-9A84-6557326C69B2}" dt="2024-09-02T21:29:45.979" v="1115" actId="47"/>
        <pc:sldMkLst>
          <pc:docMk/>
          <pc:sldMk cId="531953894" sldId="389"/>
        </pc:sldMkLst>
      </pc:sldChg>
      <pc:sldChg chg="modSp add mod">
        <pc:chgData name="Sanmukh Kuppannagari" userId="ad215094-da36-4b66-9c79-369a17aea26b" providerId="ADAL" clId="{F807B796-0606-4BF0-9A84-6557326C69B2}" dt="2024-09-02T20:55:49.175" v="65" actId="20577"/>
        <pc:sldMkLst>
          <pc:docMk/>
          <pc:sldMk cId="3837875043" sldId="390"/>
        </pc:sldMkLst>
      </pc:sldChg>
      <pc:sldChg chg="add">
        <pc:chgData name="Sanmukh Kuppannagari" userId="ad215094-da36-4b66-9c79-369a17aea26b" providerId="ADAL" clId="{F807B796-0606-4BF0-9A84-6557326C69B2}" dt="2024-09-02T20:55:16.300" v="4"/>
        <pc:sldMkLst>
          <pc:docMk/>
          <pc:sldMk cId="4141662449" sldId="391"/>
        </pc:sldMkLst>
      </pc:sldChg>
      <pc:sldChg chg="add">
        <pc:chgData name="Sanmukh Kuppannagari" userId="ad215094-da36-4b66-9c79-369a17aea26b" providerId="ADAL" clId="{F807B796-0606-4BF0-9A84-6557326C69B2}" dt="2024-09-02T20:59:42.685" v="220"/>
        <pc:sldMkLst>
          <pc:docMk/>
          <pc:sldMk cId="2314761624" sldId="392"/>
        </pc:sldMkLst>
      </pc:sldChg>
      <pc:sldChg chg="add del">
        <pc:chgData name="Sanmukh Kuppannagari" userId="ad215094-da36-4b66-9c79-369a17aea26b" providerId="ADAL" clId="{F807B796-0606-4BF0-9A84-6557326C69B2}" dt="2024-09-03T12:45:51.099" v="3716" actId="47"/>
        <pc:sldMkLst>
          <pc:docMk/>
          <pc:sldMk cId="3854406681" sldId="393"/>
        </pc:sldMkLst>
      </pc:sldChg>
      <pc:sldChg chg="modSp add mod">
        <pc:chgData name="Sanmukh Kuppannagari" userId="ad215094-da36-4b66-9c79-369a17aea26b" providerId="ADAL" clId="{F807B796-0606-4BF0-9A84-6557326C69B2}" dt="2024-09-03T12:46:30.391" v="3736" actId="20577"/>
        <pc:sldMkLst>
          <pc:docMk/>
          <pc:sldMk cId="4158598040" sldId="394"/>
        </pc:sldMkLst>
      </pc:sldChg>
      <pc:sldChg chg="add">
        <pc:chgData name="Sanmukh Kuppannagari" userId="ad215094-da36-4b66-9c79-369a17aea26b" providerId="ADAL" clId="{F807B796-0606-4BF0-9A84-6557326C69B2}" dt="2024-09-02T20:59:56.248" v="221"/>
        <pc:sldMkLst>
          <pc:docMk/>
          <pc:sldMk cId="854907447" sldId="395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3473456708" sldId="1344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3462074433" sldId="1345"/>
        </pc:sldMkLst>
      </pc:sldChg>
      <pc:sldChg chg="addSp modSp add mod">
        <pc:chgData name="Sanmukh Kuppannagari" userId="ad215094-da36-4b66-9c79-369a17aea26b" providerId="ADAL" clId="{F807B796-0606-4BF0-9A84-6557326C69B2}" dt="2024-09-02T21:02:28.358" v="358" actId="20577"/>
        <pc:sldMkLst>
          <pc:docMk/>
          <pc:sldMk cId="3585318733" sldId="1346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3890367929" sldId="1347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1799099576" sldId="1348"/>
        </pc:sldMkLst>
      </pc:sldChg>
      <pc:sldChg chg="add">
        <pc:chgData name="Sanmukh Kuppannagari" userId="ad215094-da36-4b66-9c79-369a17aea26b" providerId="ADAL" clId="{F807B796-0606-4BF0-9A84-6557326C69B2}" dt="2024-09-02T21:02:57.911" v="359"/>
        <pc:sldMkLst>
          <pc:docMk/>
          <pc:sldMk cId="4227676260" sldId="1349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2262656913" sldId="1352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167355194" sldId="1353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2804131373" sldId="1354"/>
        </pc:sldMkLst>
      </pc:sldChg>
      <pc:sldChg chg="add">
        <pc:chgData name="Sanmukh Kuppannagari" userId="ad215094-da36-4b66-9c79-369a17aea26b" providerId="ADAL" clId="{F807B796-0606-4BF0-9A84-6557326C69B2}" dt="2024-09-02T21:03:37.198" v="360"/>
        <pc:sldMkLst>
          <pc:docMk/>
          <pc:sldMk cId="3834269155" sldId="1355"/>
        </pc:sldMkLst>
      </pc:sldChg>
      <pc:sldChg chg="modSp add mod">
        <pc:chgData name="Sanmukh Kuppannagari" userId="ad215094-da36-4b66-9c79-369a17aea26b" providerId="ADAL" clId="{F807B796-0606-4BF0-9A84-6557326C69B2}" dt="2024-09-02T21:08:32.777" v="697" actId="15"/>
        <pc:sldMkLst>
          <pc:docMk/>
          <pc:sldMk cId="1967107891" sldId="1356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794884751" sldId="1358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1315821937" sldId="1359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2463516898" sldId="1361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1886344154" sldId="1362"/>
        </pc:sldMkLst>
      </pc:sldChg>
      <pc:sldChg chg="add">
        <pc:chgData name="Sanmukh Kuppannagari" userId="ad215094-da36-4b66-9c79-369a17aea26b" providerId="ADAL" clId="{F807B796-0606-4BF0-9A84-6557326C69B2}" dt="2024-09-03T02:41:33.843" v="2521"/>
        <pc:sldMkLst>
          <pc:docMk/>
          <pc:sldMk cId="2856732028" sldId="1363"/>
        </pc:sldMkLst>
      </pc:sldChg>
      <pc:sldChg chg="modSp add mod">
        <pc:chgData name="Sanmukh Kuppannagari" userId="ad215094-da36-4b66-9c79-369a17aea26b" providerId="ADAL" clId="{F807B796-0606-4BF0-9A84-6557326C69B2}" dt="2024-09-03T13:12:03.900" v="3832" actId="20577"/>
        <pc:sldMkLst>
          <pc:docMk/>
          <pc:sldMk cId="603735269" sldId="1365"/>
        </pc:sldMkLst>
      </pc:sldChg>
      <pc:sldChg chg="modSp add mod">
        <pc:chgData name="Sanmukh Kuppannagari" userId="ad215094-da36-4b66-9c79-369a17aea26b" providerId="ADAL" clId="{F807B796-0606-4BF0-9A84-6557326C69B2}" dt="2024-09-03T13:13:47.455" v="3844" actId="20577"/>
        <pc:sldMkLst>
          <pc:docMk/>
          <pc:sldMk cId="3326920156" sldId="1366"/>
        </pc:sldMkLst>
      </pc:sldChg>
      <pc:sldChg chg="delSp modSp add mod">
        <pc:chgData name="Sanmukh Kuppannagari" userId="ad215094-da36-4b66-9c79-369a17aea26b" providerId="ADAL" clId="{F807B796-0606-4BF0-9A84-6557326C69B2}" dt="2024-09-03T13:49:28.301" v="5270" actId="1076"/>
        <pc:sldMkLst>
          <pc:docMk/>
          <pc:sldMk cId="3859140757" sldId="1367"/>
        </pc:sldMkLst>
      </pc:sldChg>
      <pc:sldChg chg="add">
        <pc:chgData name="Sanmukh Kuppannagari" userId="ad215094-da36-4b66-9c79-369a17aea26b" providerId="ADAL" clId="{F807B796-0606-4BF0-9A84-6557326C69B2}" dt="2024-09-03T02:55:12.122" v="3067"/>
        <pc:sldMkLst>
          <pc:docMk/>
          <pc:sldMk cId="4078040195" sldId="1369"/>
        </pc:sldMkLst>
      </pc:sldChg>
      <pc:sldChg chg="addSp modSp add mod">
        <pc:chgData name="Sanmukh Kuppannagari" userId="ad215094-da36-4b66-9c79-369a17aea26b" providerId="ADAL" clId="{F807B796-0606-4BF0-9A84-6557326C69B2}" dt="2024-09-03T13:52:40.634" v="5308" actId="1076"/>
        <pc:sldMkLst>
          <pc:docMk/>
          <pc:sldMk cId="284771599" sldId="1370"/>
        </pc:sldMkLst>
      </pc:sldChg>
      <pc:sldChg chg="modSp add mod">
        <pc:chgData name="Sanmukh Kuppannagari" userId="ad215094-da36-4b66-9c79-369a17aea26b" providerId="ADAL" clId="{F807B796-0606-4BF0-9A84-6557326C69B2}" dt="2024-09-03T13:54:59.046" v="5421" actId="20577"/>
        <pc:sldMkLst>
          <pc:docMk/>
          <pc:sldMk cId="906755194" sldId="1371"/>
        </pc:sldMkLst>
      </pc:sldChg>
      <pc:sldChg chg="modSp add mod">
        <pc:chgData name="Sanmukh Kuppannagari" userId="ad215094-da36-4b66-9c79-369a17aea26b" providerId="ADAL" clId="{F807B796-0606-4BF0-9A84-6557326C69B2}" dt="2024-09-03T02:37:21.221" v="2435" actId="20577"/>
        <pc:sldMkLst>
          <pc:docMk/>
          <pc:sldMk cId="518010934" sldId="1373"/>
        </pc:sldMkLst>
      </pc:sldChg>
      <pc:sldChg chg="add">
        <pc:chgData name="Sanmukh Kuppannagari" userId="ad215094-da36-4b66-9c79-369a17aea26b" providerId="ADAL" clId="{F807B796-0606-4BF0-9A84-6557326C69B2}" dt="2024-09-02T21:01:50.833" v="269"/>
        <pc:sldMkLst>
          <pc:docMk/>
          <pc:sldMk cId="2532106449" sldId="1374"/>
        </pc:sldMkLst>
      </pc:sldChg>
      <pc:sldChg chg="modSp new mod">
        <pc:chgData name="Sanmukh Kuppannagari" userId="ad215094-da36-4b66-9c79-369a17aea26b" providerId="ADAL" clId="{F807B796-0606-4BF0-9A84-6557326C69B2}" dt="2024-09-02T21:42:29.989" v="1380" actId="20577"/>
        <pc:sldMkLst>
          <pc:docMk/>
          <pc:sldMk cId="63097358" sldId="1375"/>
        </pc:sldMkLst>
      </pc:sldChg>
      <pc:sldChg chg="delSp modSp add mod">
        <pc:chgData name="Sanmukh Kuppannagari" userId="ad215094-da36-4b66-9c79-369a17aea26b" providerId="ADAL" clId="{F807B796-0606-4BF0-9A84-6557326C69B2}" dt="2024-09-03T02:12:19.131" v="1602" actId="20577"/>
        <pc:sldMkLst>
          <pc:docMk/>
          <pc:sldMk cId="2155445605" sldId="1376"/>
        </pc:sldMkLst>
      </pc:sldChg>
      <pc:sldChg chg="addSp delSp modSp add mod">
        <pc:chgData name="Sanmukh Kuppannagari" userId="ad215094-da36-4b66-9c79-369a17aea26b" providerId="ADAL" clId="{F807B796-0606-4BF0-9A84-6557326C69B2}" dt="2024-09-03T02:15:33.103" v="1646" actId="20577"/>
        <pc:sldMkLst>
          <pc:docMk/>
          <pc:sldMk cId="2373852911" sldId="1377"/>
        </pc:sldMkLst>
      </pc:sldChg>
      <pc:sldChg chg="addSp delSp modSp add mod">
        <pc:chgData name="Sanmukh Kuppannagari" userId="ad215094-da36-4b66-9c79-369a17aea26b" providerId="ADAL" clId="{F807B796-0606-4BF0-9A84-6557326C69B2}" dt="2024-09-03T02:18:53.201" v="1704" actId="1076"/>
        <pc:sldMkLst>
          <pc:docMk/>
          <pc:sldMk cId="2785090204" sldId="1378"/>
        </pc:sldMkLst>
      </pc:sldChg>
      <pc:sldChg chg="modSp new mod">
        <pc:chgData name="Sanmukh Kuppannagari" userId="ad215094-da36-4b66-9c79-369a17aea26b" providerId="ADAL" clId="{F807B796-0606-4BF0-9A84-6557326C69B2}" dt="2024-09-03T02:19:58.369" v="1758" actId="207"/>
        <pc:sldMkLst>
          <pc:docMk/>
          <pc:sldMk cId="1578956546" sldId="1379"/>
        </pc:sldMkLst>
      </pc:sldChg>
      <pc:sldChg chg="modSp add mod">
        <pc:chgData name="Sanmukh Kuppannagari" userId="ad215094-da36-4b66-9c79-369a17aea26b" providerId="ADAL" clId="{F807B796-0606-4BF0-9A84-6557326C69B2}" dt="2024-09-03T02:26:15.664" v="2061" actId="20577"/>
        <pc:sldMkLst>
          <pc:docMk/>
          <pc:sldMk cId="1387291192" sldId="1380"/>
        </pc:sldMkLst>
      </pc:sldChg>
      <pc:sldChg chg="modSp new mod">
        <pc:chgData name="Sanmukh Kuppannagari" userId="ad215094-da36-4b66-9c79-369a17aea26b" providerId="ADAL" clId="{F807B796-0606-4BF0-9A84-6557326C69B2}" dt="2024-09-03T02:26:24.889" v="2064" actId="207"/>
        <pc:sldMkLst>
          <pc:docMk/>
          <pc:sldMk cId="3729273499" sldId="1381"/>
        </pc:sldMkLst>
      </pc:sldChg>
      <pc:sldChg chg="modSp add mod">
        <pc:chgData name="Sanmukh Kuppannagari" userId="ad215094-da36-4b66-9c79-369a17aea26b" providerId="ADAL" clId="{F807B796-0606-4BF0-9A84-6557326C69B2}" dt="2024-09-03T02:27:58.737" v="2084" actId="20577"/>
        <pc:sldMkLst>
          <pc:docMk/>
          <pc:sldMk cId="1604865990" sldId="1382"/>
        </pc:sldMkLst>
      </pc:sldChg>
      <pc:sldChg chg="add">
        <pc:chgData name="Sanmukh Kuppannagari" userId="ad215094-da36-4b66-9c79-369a17aea26b" providerId="ADAL" clId="{F807B796-0606-4BF0-9A84-6557326C69B2}" dt="2024-09-03T02:28:04.789" v="2085"/>
        <pc:sldMkLst>
          <pc:docMk/>
          <pc:sldMk cId="3140536196" sldId="1383"/>
        </pc:sldMkLst>
      </pc:sldChg>
      <pc:sldChg chg="modSp add mod">
        <pc:chgData name="Sanmukh Kuppannagari" userId="ad215094-da36-4b66-9c79-369a17aea26b" providerId="ADAL" clId="{F807B796-0606-4BF0-9A84-6557326C69B2}" dt="2024-09-03T02:28:44.396" v="2099" actId="20577"/>
        <pc:sldMkLst>
          <pc:docMk/>
          <pc:sldMk cId="4028848195" sldId="1384"/>
        </pc:sldMkLst>
      </pc:sldChg>
      <pc:sldChg chg="modSp new mod">
        <pc:chgData name="Sanmukh Kuppannagari" userId="ad215094-da36-4b66-9c79-369a17aea26b" providerId="ADAL" clId="{F807B796-0606-4BF0-9A84-6557326C69B2}" dt="2024-09-03T02:32:27.269" v="2432" actId="20577"/>
        <pc:sldMkLst>
          <pc:docMk/>
          <pc:sldMk cId="855061855" sldId="1385"/>
        </pc:sldMkLst>
      </pc:sldChg>
      <pc:sldChg chg="add">
        <pc:chgData name="Sanmukh Kuppannagari" userId="ad215094-da36-4b66-9c79-369a17aea26b" providerId="ADAL" clId="{F807B796-0606-4BF0-9A84-6557326C69B2}" dt="2024-09-03T02:38:51.879" v="2436"/>
        <pc:sldMkLst>
          <pc:docMk/>
          <pc:sldMk cId="3507384733" sldId="1386"/>
        </pc:sldMkLst>
      </pc:sldChg>
      <pc:sldChg chg="modSp new del mod">
        <pc:chgData name="Sanmukh Kuppannagari" userId="ad215094-da36-4b66-9c79-369a17aea26b" providerId="ADAL" clId="{F807B796-0606-4BF0-9A84-6557326C69B2}" dt="2024-09-03T13:20:40.100" v="4051" actId="47"/>
        <pc:sldMkLst>
          <pc:docMk/>
          <pc:sldMk cId="1227237758" sldId="1387"/>
        </pc:sldMkLst>
      </pc:sldChg>
      <pc:sldChg chg="modSp add mod">
        <pc:chgData name="Sanmukh Kuppannagari" userId="ad215094-da36-4b66-9c79-369a17aea26b" providerId="ADAL" clId="{F807B796-0606-4BF0-9A84-6557326C69B2}" dt="2024-09-03T02:45:20.826" v="2547" actId="207"/>
        <pc:sldMkLst>
          <pc:docMk/>
          <pc:sldMk cId="1406617072" sldId="1388"/>
        </pc:sldMkLst>
      </pc:sldChg>
      <pc:sldChg chg="modSp new mod">
        <pc:chgData name="Sanmukh Kuppannagari" userId="ad215094-da36-4b66-9c79-369a17aea26b" providerId="ADAL" clId="{F807B796-0606-4BF0-9A84-6557326C69B2}" dt="2024-09-03T12:43:53.169" v="3714" actId="20577"/>
        <pc:sldMkLst>
          <pc:docMk/>
          <pc:sldMk cId="15178750" sldId="1389"/>
        </pc:sldMkLst>
      </pc:sldChg>
      <pc:sldChg chg="addSp delSp modSp add mod">
        <pc:chgData name="Sanmukh Kuppannagari" userId="ad215094-da36-4b66-9c79-369a17aea26b" providerId="ADAL" clId="{F807B796-0606-4BF0-9A84-6557326C69B2}" dt="2024-09-03T13:47:41.899" v="5236" actId="14100"/>
        <pc:sldMkLst>
          <pc:docMk/>
          <pc:sldMk cId="3904397812" sldId="1390"/>
        </pc:sldMkLst>
      </pc:sldChg>
      <pc:sldChg chg="modSp new mod">
        <pc:chgData name="Sanmukh Kuppannagari" userId="ad215094-da36-4b66-9c79-369a17aea26b" providerId="ADAL" clId="{F807B796-0606-4BF0-9A84-6557326C69B2}" dt="2024-09-03T13:21:58.025" v="4299" actId="20577"/>
        <pc:sldMkLst>
          <pc:docMk/>
          <pc:sldMk cId="1115784977" sldId="1391"/>
        </pc:sldMkLst>
      </pc:sldChg>
      <pc:sldChg chg="addSp delSp modSp add mod">
        <pc:chgData name="Sanmukh Kuppannagari" userId="ad215094-da36-4b66-9c79-369a17aea26b" providerId="ADAL" clId="{F807B796-0606-4BF0-9A84-6557326C69B2}" dt="2024-09-03T12:51:33.052" v="3745" actId="20577"/>
        <pc:sldMkLst>
          <pc:docMk/>
          <pc:sldMk cId="3579675671" sldId="1392"/>
        </pc:sldMkLst>
      </pc:sldChg>
      <pc:sldChg chg="addSp modSp add mod">
        <pc:chgData name="Sanmukh Kuppannagari" userId="ad215094-da36-4b66-9c79-369a17aea26b" providerId="ADAL" clId="{F807B796-0606-4BF0-9A84-6557326C69B2}" dt="2024-09-03T12:51:38.226" v="3752" actId="20577"/>
        <pc:sldMkLst>
          <pc:docMk/>
          <pc:sldMk cId="3848896675" sldId="1393"/>
        </pc:sldMkLst>
      </pc:sldChg>
      <pc:sldChg chg="modSp add mod">
        <pc:chgData name="Sanmukh Kuppannagari" userId="ad215094-da36-4b66-9c79-369a17aea26b" providerId="ADAL" clId="{F807B796-0606-4BF0-9A84-6557326C69B2}" dt="2024-09-03T12:51:44.050" v="3753"/>
        <pc:sldMkLst>
          <pc:docMk/>
          <pc:sldMk cId="1213479204" sldId="1394"/>
        </pc:sldMkLst>
      </pc:sldChg>
      <pc:sldChg chg="modSp add mod">
        <pc:chgData name="Sanmukh Kuppannagari" userId="ad215094-da36-4b66-9c79-369a17aea26b" providerId="ADAL" clId="{F807B796-0606-4BF0-9A84-6557326C69B2}" dt="2024-09-03T12:51:47.861" v="3754"/>
        <pc:sldMkLst>
          <pc:docMk/>
          <pc:sldMk cId="3698062718" sldId="1395"/>
        </pc:sldMkLst>
      </pc:sldChg>
      <pc:sldChg chg="modSp add mod">
        <pc:chgData name="Sanmukh Kuppannagari" userId="ad215094-da36-4b66-9c79-369a17aea26b" providerId="ADAL" clId="{F807B796-0606-4BF0-9A84-6557326C69B2}" dt="2024-09-03T12:51:51.477" v="3755"/>
        <pc:sldMkLst>
          <pc:docMk/>
          <pc:sldMk cId="2428240830" sldId="1396"/>
        </pc:sldMkLst>
      </pc:sldChg>
      <pc:sldChg chg="addSp delSp modSp add mod">
        <pc:chgData name="Sanmukh Kuppannagari" userId="ad215094-da36-4b66-9c79-369a17aea26b" providerId="ADAL" clId="{F807B796-0606-4BF0-9A84-6557326C69B2}" dt="2024-09-03T12:38:02.576" v="3536" actId="207"/>
        <pc:sldMkLst>
          <pc:docMk/>
          <pc:sldMk cId="1577004698" sldId="1397"/>
        </pc:sldMkLst>
      </pc:sldChg>
      <pc:sldChg chg="modSp add mod">
        <pc:chgData name="Sanmukh Kuppannagari" userId="ad215094-da36-4b66-9c79-369a17aea26b" providerId="ADAL" clId="{F807B796-0606-4BF0-9A84-6557326C69B2}" dt="2024-09-03T12:52:00.900" v="3762" actId="20577"/>
        <pc:sldMkLst>
          <pc:docMk/>
          <pc:sldMk cId="3187165335" sldId="1398"/>
        </pc:sldMkLst>
      </pc:sldChg>
      <pc:sldChg chg="modSp add mod">
        <pc:chgData name="Sanmukh Kuppannagari" userId="ad215094-da36-4b66-9c79-369a17aea26b" providerId="ADAL" clId="{F807B796-0606-4BF0-9A84-6557326C69B2}" dt="2024-09-03T12:52:07.589" v="3763"/>
        <pc:sldMkLst>
          <pc:docMk/>
          <pc:sldMk cId="3448802495" sldId="1399"/>
        </pc:sldMkLst>
      </pc:sldChg>
      <pc:sldChg chg="modSp add mod">
        <pc:chgData name="Sanmukh Kuppannagari" userId="ad215094-da36-4b66-9c79-369a17aea26b" providerId="ADAL" clId="{F807B796-0606-4BF0-9A84-6557326C69B2}" dt="2024-09-03T12:52:11.223" v="3764"/>
        <pc:sldMkLst>
          <pc:docMk/>
          <pc:sldMk cId="1426423657" sldId="1400"/>
        </pc:sldMkLst>
      </pc:sldChg>
      <pc:sldChg chg="modSp add mod">
        <pc:chgData name="Sanmukh Kuppannagari" userId="ad215094-da36-4b66-9c79-369a17aea26b" providerId="ADAL" clId="{F807B796-0606-4BF0-9A84-6557326C69B2}" dt="2024-09-03T12:52:15.594" v="3765"/>
        <pc:sldMkLst>
          <pc:docMk/>
          <pc:sldMk cId="1876721923" sldId="1401"/>
        </pc:sldMkLst>
      </pc:sldChg>
      <pc:sldChg chg="modSp add mod">
        <pc:chgData name="Sanmukh Kuppannagari" userId="ad215094-da36-4b66-9c79-369a17aea26b" providerId="ADAL" clId="{F807B796-0606-4BF0-9A84-6557326C69B2}" dt="2024-09-03T12:52:19.348" v="3766"/>
        <pc:sldMkLst>
          <pc:docMk/>
          <pc:sldMk cId="4100405277" sldId="1402"/>
        </pc:sldMkLst>
      </pc:sldChg>
      <pc:sldChg chg="modSp add mod">
        <pc:chgData name="Sanmukh Kuppannagari" userId="ad215094-da36-4b66-9c79-369a17aea26b" providerId="ADAL" clId="{F807B796-0606-4BF0-9A84-6557326C69B2}" dt="2024-09-03T12:47:06.300" v="3738" actId="207"/>
        <pc:sldMkLst>
          <pc:docMk/>
          <pc:sldMk cId="2967499912" sldId="1403"/>
        </pc:sldMkLst>
      </pc:sldChg>
      <pc:sldChg chg="addSp modSp new mod">
        <pc:chgData name="Sanmukh Kuppannagari" userId="ad215094-da36-4b66-9c79-369a17aea26b" providerId="ADAL" clId="{F807B796-0606-4BF0-9A84-6557326C69B2}" dt="2024-09-03T13:09:42.209" v="3826" actId="1076"/>
        <pc:sldMkLst>
          <pc:docMk/>
          <pc:sldMk cId="3881972497" sldId="1404"/>
        </pc:sldMkLst>
      </pc:sldChg>
      <pc:sldChg chg="modSp add mod">
        <pc:chgData name="Sanmukh Kuppannagari" userId="ad215094-da36-4b66-9c79-369a17aea26b" providerId="ADAL" clId="{F807B796-0606-4BF0-9A84-6557326C69B2}" dt="2024-09-03T13:13:53.902" v="3850" actId="20577"/>
        <pc:sldMkLst>
          <pc:docMk/>
          <pc:sldMk cId="3154475222" sldId="1405"/>
        </pc:sldMkLst>
      </pc:sldChg>
      <pc:sldChg chg="addSp delSp modSp new mod">
        <pc:chgData name="Sanmukh Kuppannagari" userId="ad215094-da36-4b66-9c79-369a17aea26b" providerId="ADAL" clId="{F807B796-0606-4BF0-9A84-6557326C69B2}" dt="2024-09-03T13:23:06.940" v="4304" actId="20577"/>
        <pc:sldMkLst>
          <pc:docMk/>
          <pc:sldMk cId="1657037968" sldId="1406"/>
        </pc:sldMkLst>
      </pc:sldChg>
      <pc:sldChg chg="modSp add mod">
        <pc:chgData name="Sanmukh Kuppannagari" userId="ad215094-da36-4b66-9c79-369a17aea26b" providerId="ADAL" clId="{F807B796-0606-4BF0-9A84-6557326C69B2}" dt="2024-09-03T13:23:33.807" v="4333" actId="207"/>
        <pc:sldMkLst>
          <pc:docMk/>
          <pc:sldMk cId="808826284" sldId="1407"/>
        </pc:sldMkLst>
      </pc:sldChg>
      <pc:sldChg chg="modSp add mod">
        <pc:chgData name="Sanmukh Kuppannagari" userId="ad215094-da36-4b66-9c79-369a17aea26b" providerId="ADAL" clId="{F807B796-0606-4BF0-9A84-6557326C69B2}" dt="2024-09-03T13:26:30.186" v="4500" actId="20577"/>
        <pc:sldMkLst>
          <pc:docMk/>
          <pc:sldMk cId="2415060599" sldId="1408"/>
        </pc:sldMkLst>
      </pc:sldChg>
      <pc:sldChg chg="modSp add mod">
        <pc:chgData name="Sanmukh Kuppannagari" userId="ad215094-da36-4b66-9c79-369a17aea26b" providerId="ADAL" clId="{F807B796-0606-4BF0-9A84-6557326C69B2}" dt="2024-09-03T13:27:44.971" v="4531" actId="20577"/>
        <pc:sldMkLst>
          <pc:docMk/>
          <pc:sldMk cId="119380334" sldId="1409"/>
        </pc:sldMkLst>
      </pc:sldChg>
      <pc:sldChg chg="modSp new mod">
        <pc:chgData name="Sanmukh Kuppannagari" userId="ad215094-da36-4b66-9c79-369a17aea26b" providerId="ADAL" clId="{F807B796-0606-4BF0-9A84-6557326C69B2}" dt="2024-09-03T13:32:52.648" v="4947" actId="20577"/>
        <pc:sldMkLst>
          <pc:docMk/>
          <pc:sldMk cId="69742158" sldId="1410"/>
        </pc:sldMkLst>
      </pc:sldChg>
      <pc:sldChg chg="modSp new mod">
        <pc:chgData name="Sanmukh Kuppannagari" userId="ad215094-da36-4b66-9c79-369a17aea26b" providerId="ADAL" clId="{F807B796-0606-4BF0-9A84-6557326C69B2}" dt="2024-09-03T13:35:10.197" v="5167" actId="20577"/>
        <pc:sldMkLst>
          <pc:docMk/>
          <pc:sldMk cId="1450716392" sldId="1411"/>
        </pc:sldMkLst>
      </pc:sldChg>
      <pc:sldChg chg="add del">
        <pc:chgData name="Sanmukh Kuppannagari" userId="ad215094-da36-4b66-9c79-369a17aea26b" providerId="ADAL" clId="{F807B796-0606-4BF0-9A84-6557326C69B2}" dt="2024-09-03T13:48:45.238" v="5247" actId="47"/>
        <pc:sldMkLst>
          <pc:docMk/>
          <pc:sldMk cId="2820047232" sldId="1412"/>
        </pc:sldMkLst>
      </pc:sldChg>
      <pc:sldChg chg="modSp add mod">
        <pc:chgData name="Sanmukh Kuppannagari" userId="ad215094-da36-4b66-9c79-369a17aea26b" providerId="ADAL" clId="{F807B796-0606-4BF0-9A84-6557326C69B2}" dt="2024-09-03T13:48:02.122" v="5240" actId="14100"/>
        <pc:sldMkLst>
          <pc:docMk/>
          <pc:sldMk cId="393658469" sldId="1413"/>
        </pc:sldMkLst>
      </pc:sldChg>
      <pc:sldChg chg="modSp add">
        <pc:chgData name="Sanmukh Kuppannagari" userId="ad215094-da36-4b66-9c79-369a17aea26b" providerId="ADAL" clId="{F807B796-0606-4BF0-9A84-6557326C69B2}" dt="2024-09-03T13:48:24.868" v="5243" actId="1076"/>
        <pc:sldMkLst>
          <pc:docMk/>
          <pc:sldMk cId="2454853527" sldId="1414"/>
        </pc:sldMkLst>
      </pc:sldChg>
      <pc:sldChg chg="modSp add">
        <pc:chgData name="Sanmukh Kuppannagari" userId="ad215094-da36-4b66-9c79-369a17aea26b" providerId="ADAL" clId="{F807B796-0606-4BF0-9A84-6557326C69B2}" dt="2024-09-03T13:48:36.753" v="5246" actId="1076"/>
        <pc:sldMkLst>
          <pc:docMk/>
          <pc:sldMk cId="458868704" sldId="1415"/>
        </pc:sldMkLst>
      </pc:sldChg>
      <pc:sldChg chg="modSp add mod">
        <pc:chgData name="Sanmukh Kuppannagari" userId="ad215094-da36-4b66-9c79-369a17aea26b" providerId="ADAL" clId="{F807B796-0606-4BF0-9A84-6557326C69B2}" dt="2024-09-03T13:53:12.550" v="5332" actId="20577"/>
        <pc:sldMkLst>
          <pc:docMk/>
          <pc:sldMk cId="1712966043" sldId="1416"/>
        </pc:sldMkLst>
      </pc:sldChg>
      <pc:sldChg chg="modSp add mod">
        <pc:chgData name="Sanmukh Kuppannagari" userId="ad215094-da36-4b66-9c79-369a17aea26b" providerId="ADAL" clId="{F807B796-0606-4BF0-9A84-6557326C69B2}" dt="2024-09-03T13:54:02.045" v="5365" actId="1076"/>
        <pc:sldMkLst>
          <pc:docMk/>
          <pc:sldMk cId="2077281943" sldId="1417"/>
        </pc:sldMkLst>
      </pc:sldChg>
      <pc:sldChg chg="modSp new mod">
        <pc:chgData name="Sanmukh Kuppannagari" userId="ad215094-da36-4b66-9c79-369a17aea26b" providerId="ADAL" clId="{F807B796-0606-4BF0-9A84-6557326C69B2}" dt="2024-09-03T17:18:57.431" v="5611" actId="20577"/>
        <pc:sldMkLst>
          <pc:docMk/>
          <pc:sldMk cId="2646681002" sldId="1418"/>
        </pc:sldMkLst>
      </pc:sldChg>
      <pc:sldChg chg="modSp new mod">
        <pc:chgData name="Sanmukh Kuppannagari" userId="ad215094-da36-4b66-9c79-369a17aea26b" providerId="ADAL" clId="{F807B796-0606-4BF0-9A84-6557326C69B2}" dt="2024-09-03T17:20:30.540" v="5941" actId="20577"/>
        <pc:sldMkLst>
          <pc:docMk/>
          <pc:sldMk cId="2756067693" sldId="1419"/>
        </pc:sldMkLst>
      </pc:sldChg>
      <pc:sldChg chg="addSp modSp new mod">
        <pc:chgData name="Sanmukh Kuppannagari" userId="ad215094-da36-4b66-9c79-369a17aea26b" providerId="ADAL" clId="{F807B796-0606-4BF0-9A84-6557326C69B2}" dt="2024-09-03T17:26:17.273" v="6104" actId="27636"/>
        <pc:sldMkLst>
          <pc:docMk/>
          <pc:sldMk cId="519883686" sldId="1420"/>
        </pc:sldMkLst>
      </pc:sldChg>
      <pc:sldChg chg="modSp new mod">
        <pc:chgData name="Sanmukh Kuppannagari" userId="ad215094-da36-4b66-9c79-369a17aea26b" providerId="ADAL" clId="{F807B796-0606-4BF0-9A84-6557326C69B2}" dt="2024-09-03T17:27:21.796" v="6281" actId="20577"/>
        <pc:sldMkLst>
          <pc:docMk/>
          <pc:sldMk cId="3752423486" sldId="1421"/>
        </pc:sldMkLst>
      </pc:sldChg>
    </pc:docChg>
  </pc:docChgLst>
  <pc:docChgLst>
    <pc:chgData name="Sanmukh Kuppannagari" userId="ad215094-da36-4b66-9c79-369a17aea26b" providerId="ADAL" clId="{81DCEDA7-60EA-499B-B80C-1BDE2D6C1E99}"/>
    <pc:docChg chg="undo custSel addSld delSld modSld sldOrd">
      <pc:chgData name="Sanmukh Kuppannagari" userId="ad215094-da36-4b66-9c79-369a17aea26b" providerId="ADAL" clId="{81DCEDA7-60EA-499B-B80C-1BDE2D6C1E99}" dt="2024-09-12T15:51:00.215" v="2933" actId="478"/>
      <pc:docMkLst>
        <pc:docMk/>
      </pc:docMkLst>
      <pc:sldChg chg="modSp mod">
        <pc:chgData name="Sanmukh Kuppannagari" userId="ad215094-da36-4b66-9c79-369a17aea26b" providerId="ADAL" clId="{81DCEDA7-60EA-499B-B80C-1BDE2D6C1E99}" dt="2024-09-12T12:58:23.147" v="262" actId="20577"/>
        <pc:sldMkLst>
          <pc:docMk/>
          <pc:sldMk cId="2017305151" sldId="261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818063122" sldId="347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287006485" sldId="348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541016882" sldId="349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430606432" sldId="35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492042211" sldId="354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998572678" sldId="355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590445591" sldId="356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349920142" sldId="357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740634628" sldId="358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82194659" sldId="359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431469683" sldId="373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72326915" sldId="375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2598278600" sldId="389"/>
        </pc:sldMkLst>
      </pc:sldChg>
      <pc:sldChg chg="modSp mod">
        <pc:chgData name="Sanmukh Kuppannagari" userId="ad215094-da36-4b66-9c79-369a17aea26b" providerId="ADAL" clId="{81DCEDA7-60EA-499B-B80C-1BDE2D6C1E99}" dt="2024-09-12T15:36:10.680" v="2760" actId="20577"/>
        <pc:sldMkLst>
          <pc:docMk/>
          <pc:sldMk cId="3837875043" sldId="39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83873654" sldId="42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888738288" sldId="42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793507665" sldId="43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87871764" sldId="43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68865837" sldId="43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302553672" sldId="43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361697695" sldId="43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738599002" sldId="444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967081645" sldId="466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829024903" sldId="640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233672176" sldId="1228"/>
        </pc:sldMkLst>
      </pc:sldChg>
      <pc:sldChg chg="modSp add mod">
        <pc:chgData name="Sanmukh Kuppannagari" userId="ad215094-da36-4b66-9c79-369a17aea26b" providerId="ADAL" clId="{81DCEDA7-60EA-499B-B80C-1BDE2D6C1E99}" dt="2024-09-12T12:57:24.938" v="256"/>
        <pc:sldMkLst>
          <pc:docMk/>
          <pc:sldMk cId="4246288794" sldId="1237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692180613" sldId="1239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4095821644" sldId="1240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1559763505" sldId="1241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3178271313" sldId="1242"/>
        </pc:sldMkLst>
      </pc:sldChg>
      <pc:sldChg chg="add">
        <pc:chgData name="Sanmukh Kuppannagari" userId="ad215094-da36-4b66-9c79-369a17aea26b" providerId="ADAL" clId="{81DCEDA7-60EA-499B-B80C-1BDE2D6C1E99}" dt="2024-09-12T12:56:47.478" v="162"/>
        <pc:sldMkLst>
          <pc:docMk/>
          <pc:sldMk cId="505400230" sldId="124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845386772" sldId="125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683670839" sldId="125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018864358" sldId="125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787861397" sldId="125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706379635" sldId="125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188572601" sldId="125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11274223" sldId="125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969816698" sldId="125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375916416" sldId="126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696076742" sldId="126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8347974" sldId="126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163333809" sldId="126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61059533" sldId="126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769872445" sldId="126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1496660" sldId="126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49417311" sldId="126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981443244" sldId="126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87788205" sldId="126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224902270" sldId="127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430267348" sldId="127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564167782" sldId="127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926195366" sldId="127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115725712" sldId="127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712480366" sldId="127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839462493" sldId="128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617399218" sldId="128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155445605" sldId="1376"/>
        </pc:sldMkLst>
      </pc:sldChg>
      <pc:sldChg chg="del">
        <pc:chgData name="Sanmukh Kuppannagari" userId="ad215094-da36-4b66-9c79-369a17aea26b" providerId="ADAL" clId="{81DCEDA7-60EA-499B-B80C-1BDE2D6C1E99}" dt="2024-09-12T12:44:56.821" v="144" actId="47"/>
        <pc:sldMkLst>
          <pc:docMk/>
          <pc:sldMk cId="2646681002" sldId="1418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024660992" sldId="1422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732262" sldId="1423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162645904" sldId="1424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423648906" sldId="1425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061472416" sldId="1426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109825613" sldId="1427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521121717" sldId="1428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988378371" sldId="1429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300145823" sldId="1430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799776817" sldId="1431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670905119" sldId="1432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681725977" sldId="1433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410148444" sldId="1434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2895113626" sldId="1435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1065455456" sldId="1436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4249774978" sldId="1437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3744848553" sldId="1438"/>
        </pc:sldMkLst>
      </pc:sldChg>
      <pc:sldChg chg="add del">
        <pc:chgData name="Sanmukh Kuppannagari" userId="ad215094-da36-4b66-9c79-369a17aea26b" providerId="ADAL" clId="{81DCEDA7-60EA-499B-B80C-1BDE2D6C1E99}" dt="2024-09-12T13:55:38.046" v="297"/>
        <pc:sldMkLst>
          <pc:docMk/>
          <pc:sldMk cId="3911730472" sldId="1439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1806484747" sldId="1440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510140089" sldId="1441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198400876" sldId="1442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310307108" sldId="1443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239455098" sldId="144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435438658" sldId="144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528700108" sldId="144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448580318" sldId="144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596653468" sldId="144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880408666" sldId="144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060134973" sldId="145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02584918" sldId="1452"/>
        </pc:sldMkLst>
      </pc:sldChg>
      <pc:sldChg chg="modSp add del mod">
        <pc:chgData name="Sanmukh Kuppannagari" userId="ad215094-da36-4b66-9c79-369a17aea26b" providerId="ADAL" clId="{81DCEDA7-60EA-499B-B80C-1BDE2D6C1E99}" dt="2024-09-12T13:58:59.660" v="579" actId="20577"/>
        <pc:sldMkLst>
          <pc:docMk/>
          <pc:sldMk cId="166141272" sldId="145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637042343" sldId="145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77584720" sldId="1455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601611775" sldId="145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32978893" sldId="145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977200157" sldId="145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026247998" sldId="145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306065322" sldId="146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428985795" sldId="146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519324463" sldId="146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373048709" sldId="146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075436054" sldId="146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872022406" sldId="1465"/>
        </pc:sldMkLst>
      </pc:sldChg>
      <pc:sldChg chg="del">
        <pc:chgData name="Sanmukh Kuppannagari" userId="ad215094-da36-4b66-9c79-369a17aea26b" providerId="ADAL" clId="{81DCEDA7-60EA-499B-B80C-1BDE2D6C1E99}" dt="2024-09-12T12:46:21.732" v="152" actId="47"/>
        <pc:sldMkLst>
          <pc:docMk/>
          <pc:sldMk cId="3474961130" sldId="1466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693279848" sldId="1467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977406003" sldId="1468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913176791" sldId="1469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4190536048" sldId="1470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2020050802" sldId="1471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84454124" sldId="1472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1095382800" sldId="1473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702332589" sldId="1474"/>
        </pc:sldMkLst>
      </pc:sldChg>
      <pc:sldChg chg="del">
        <pc:chgData name="Sanmukh Kuppannagari" userId="ad215094-da36-4b66-9c79-369a17aea26b" providerId="ADAL" clId="{81DCEDA7-60EA-499B-B80C-1BDE2D6C1E99}" dt="2024-09-12T12:51:21.177" v="158" actId="47"/>
        <pc:sldMkLst>
          <pc:docMk/>
          <pc:sldMk cId="3957084145" sldId="1475"/>
        </pc:sldMkLst>
      </pc:sldChg>
      <pc:sldChg chg="modSp add mod">
        <pc:chgData name="Sanmukh Kuppannagari" userId="ad215094-da36-4b66-9c79-369a17aea26b" providerId="ADAL" clId="{81DCEDA7-60EA-499B-B80C-1BDE2D6C1E99}" dt="2024-09-12T12:58:38.148" v="273" actId="20577"/>
        <pc:sldMkLst>
          <pc:docMk/>
          <pc:sldMk cId="1535296341" sldId="1476"/>
        </pc:sldMkLst>
      </pc:sldChg>
      <pc:sldChg chg="modSp add mod">
        <pc:chgData name="Sanmukh Kuppannagari" userId="ad215094-da36-4b66-9c79-369a17aea26b" providerId="ADAL" clId="{81DCEDA7-60EA-499B-B80C-1BDE2D6C1E99}" dt="2024-09-12T12:59:20.577" v="294"/>
        <pc:sldMkLst>
          <pc:docMk/>
          <pc:sldMk cId="359220519" sldId="1477"/>
        </pc:sldMkLst>
      </pc:sldChg>
      <pc:sldChg chg="modSp add del mod">
        <pc:chgData name="Sanmukh Kuppannagari" userId="ad215094-da36-4b66-9c79-369a17aea26b" providerId="ADAL" clId="{81DCEDA7-60EA-499B-B80C-1BDE2D6C1E99}" dt="2024-09-12T12:59:01.682" v="283" actId="2696"/>
        <pc:sldMkLst>
          <pc:docMk/>
          <pc:sldMk cId="4025197292" sldId="1477"/>
        </pc:sldMkLst>
      </pc:sldChg>
      <pc:sldChg chg="modSp add mod">
        <pc:chgData name="Sanmukh Kuppannagari" userId="ad215094-da36-4b66-9c79-369a17aea26b" providerId="ADAL" clId="{81DCEDA7-60EA-499B-B80C-1BDE2D6C1E99}" dt="2024-09-12T12:58:58.410" v="282" actId="20577"/>
        <pc:sldMkLst>
          <pc:docMk/>
          <pc:sldMk cId="3637780389" sldId="1478"/>
        </pc:sldMkLst>
      </pc:sldChg>
      <pc:sldChg chg="add">
        <pc:chgData name="Sanmukh Kuppannagari" userId="ad215094-da36-4b66-9c79-369a17aea26b" providerId="ADAL" clId="{81DCEDA7-60EA-499B-B80C-1BDE2D6C1E99}" dt="2024-09-12T12:47:09.761" v="153"/>
        <pc:sldMkLst>
          <pc:docMk/>
          <pc:sldMk cId="2565918572" sldId="1479"/>
        </pc:sldMkLst>
      </pc:sldChg>
      <pc:sldChg chg="add">
        <pc:chgData name="Sanmukh Kuppannagari" userId="ad215094-da36-4b66-9c79-369a17aea26b" providerId="ADAL" clId="{81DCEDA7-60EA-499B-B80C-1BDE2D6C1E99}" dt="2024-09-12T12:47:38.985" v="154"/>
        <pc:sldMkLst>
          <pc:docMk/>
          <pc:sldMk cId="1533588936" sldId="1480"/>
        </pc:sldMkLst>
      </pc:sldChg>
      <pc:sldChg chg="add">
        <pc:chgData name="Sanmukh Kuppannagari" userId="ad215094-da36-4b66-9c79-369a17aea26b" providerId="ADAL" clId="{81DCEDA7-60EA-499B-B80C-1BDE2D6C1E99}" dt="2024-09-12T12:47:38.985" v="154"/>
        <pc:sldMkLst>
          <pc:docMk/>
          <pc:sldMk cId="2551489107" sldId="1481"/>
        </pc:sldMkLst>
      </pc:sldChg>
      <pc:sldChg chg="add">
        <pc:chgData name="Sanmukh Kuppannagari" userId="ad215094-da36-4b66-9c79-369a17aea26b" providerId="ADAL" clId="{81DCEDA7-60EA-499B-B80C-1BDE2D6C1E99}" dt="2024-09-12T12:48:03.531" v="155"/>
        <pc:sldMkLst>
          <pc:docMk/>
          <pc:sldMk cId="1137888738" sldId="1482"/>
        </pc:sldMkLst>
      </pc:sldChg>
      <pc:sldChg chg="add">
        <pc:chgData name="Sanmukh Kuppannagari" userId="ad215094-da36-4b66-9c79-369a17aea26b" providerId="ADAL" clId="{81DCEDA7-60EA-499B-B80C-1BDE2D6C1E99}" dt="2024-09-12T12:48:30.050" v="156"/>
        <pc:sldMkLst>
          <pc:docMk/>
          <pc:sldMk cId="1749571042" sldId="1483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073926282" sldId="1484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2951002451" sldId="1485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2093951396" sldId="1486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327016912" sldId="1487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581566112" sldId="1488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895175968" sldId="1489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3883266803" sldId="1490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432030833" sldId="1491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1851547733" sldId="1492"/>
        </pc:sldMkLst>
      </pc:sldChg>
      <pc:sldChg chg="add">
        <pc:chgData name="Sanmukh Kuppannagari" userId="ad215094-da36-4b66-9c79-369a17aea26b" providerId="ADAL" clId="{81DCEDA7-60EA-499B-B80C-1BDE2D6C1E99}" dt="2024-09-12T12:49:18.214" v="157"/>
        <pc:sldMkLst>
          <pc:docMk/>
          <pc:sldMk cId="2110247357" sldId="1493"/>
        </pc:sldMkLst>
      </pc:sldChg>
      <pc:sldChg chg="modSp new mod">
        <pc:chgData name="Sanmukh Kuppannagari" userId="ad215094-da36-4b66-9c79-369a17aea26b" providerId="ADAL" clId="{81DCEDA7-60EA-499B-B80C-1BDE2D6C1E99}" dt="2024-09-12T14:00:50.976" v="584" actId="207"/>
        <pc:sldMkLst>
          <pc:docMk/>
          <pc:sldMk cId="1048702013" sldId="1494"/>
        </pc:sldMkLst>
      </pc:sldChg>
      <pc:sldChg chg="modSp add mod">
        <pc:chgData name="Sanmukh Kuppannagari" userId="ad215094-da36-4b66-9c79-369a17aea26b" providerId="ADAL" clId="{81DCEDA7-60EA-499B-B80C-1BDE2D6C1E99}" dt="2024-09-12T14:05:25.961" v="700" actId="20577"/>
        <pc:sldMkLst>
          <pc:docMk/>
          <pc:sldMk cId="383901888" sldId="1495"/>
        </pc:sldMkLst>
      </pc:sldChg>
      <pc:sldChg chg="modSp new mod">
        <pc:chgData name="Sanmukh Kuppannagari" userId="ad215094-da36-4b66-9c79-369a17aea26b" providerId="ADAL" clId="{81DCEDA7-60EA-499B-B80C-1BDE2D6C1E99}" dt="2024-09-12T14:08:34.517" v="815" actId="20577"/>
        <pc:sldMkLst>
          <pc:docMk/>
          <pc:sldMk cId="1607590641" sldId="1496"/>
        </pc:sldMkLst>
      </pc:sldChg>
      <pc:sldChg chg="modSp add mod">
        <pc:chgData name="Sanmukh Kuppannagari" userId="ad215094-da36-4b66-9c79-369a17aea26b" providerId="ADAL" clId="{81DCEDA7-60EA-499B-B80C-1BDE2D6C1E99}" dt="2024-09-12T14:09:35.042" v="950" actId="207"/>
        <pc:sldMkLst>
          <pc:docMk/>
          <pc:sldMk cId="3416366971" sldId="1497"/>
        </pc:sldMkLst>
      </pc:sldChg>
      <pc:sldChg chg="addSp modSp new mod">
        <pc:chgData name="Sanmukh Kuppannagari" userId="ad215094-da36-4b66-9c79-369a17aea26b" providerId="ADAL" clId="{81DCEDA7-60EA-499B-B80C-1BDE2D6C1E99}" dt="2024-09-12T14:17:44.139" v="1359" actId="20577"/>
        <pc:sldMkLst>
          <pc:docMk/>
          <pc:sldMk cId="3466822053" sldId="1498"/>
        </pc:sldMkLst>
      </pc:sldChg>
      <pc:sldChg chg="addSp delSp modSp new mod">
        <pc:chgData name="Sanmukh Kuppannagari" userId="ad215094-da36-4b66-9c79-369a17aea26b" providerId="ADAL" clId="{81DCEDA7-60EA-499B-B80C-1BDE2D6C1E99}" dt="2024-09-12T14:57:18.679" v="1742" actId="20577"/>
        <pc:sldMkLst>
          <pc:docMk/>
          <pc:sldMk cId="1318329734" sldId="1499"/>
        </pc:sldMkLst>
      </pc:sldChg>
      <pc:sldChg chg="delSp modSp add del ord">
        <pc:chgData name="Sanmukh Kuppannagari" userId="ad215094-da36-4b66-9c79-369a17aea26b" providerId="ADAL" clId="{81DCEDA7-60EA-499B-B80C-1BDE2D6C1E99}" dt="2024-09-12T14:53:42.299" v="1716" actId="47"/>
        <pc:sldMkLst>
          <pc:docMk/>
          <pc:sldMk cId="838647199" sldId="1500"/>
        </pc:sldMkLst>
      </pc:sldChg>
      <pc:sldChg chg="addSp delSp modSp new mod">
        <pc:chgData name="Sanmukh Kuppannagari" userId="ad215094-da36-4b66-9c79-369a17aea26b" providerId="ADAL" clId="{81DCEDA7-60EA-499B-B80C-1BDE2D6C1E99}" dt="2024-09-12T14:58:26.565" v="1822" actId="207"/>
        <pc:sldMkLst>
          <pc:docMk/>
          <pc:sldMk cId="2356971427" sldId="1500"/>
        </pc:sldMkLst>
      </pc:sldChg>
      <pc:sldChg chg="modSp add mod">
        <pc:chgData name="Sanmukh Kuppannagari" userId="ad215094-da36-4b66-9c79-369a17aea26b" providerId="ADAL" clId="{81DCEDA7-60EA-499B-B80C-1BDE2D6C1E99}" dt="2024-09-12T14:59:46.295" v="1848" actId="207"/>
        <pc:sldMkLst>
          <pc:docMk/>
          <pc:sldMk cId="4018545262" sldId="1501"/>
        </pc:sldMkLst>
      </pc:sldChg>
      <pc:sldChg chg="addSp delSp modSp add mod">
        <pc:chgData name="Sanmukh Kuppannagari" userId="ad215094-da36-4b66-9c79-369a17aea26b" providerId="ADAL" clId="{81DCEDA7-60EA-499B-B80C-1BDE2D6C1E99}" dt="2024-09-12T15:01:27.407" v="1942" actId="207"/>
        <pc:sldMkLst>
          <pc:docMk/>
          <pc:sldMk cId="2635305440" sldId="1502"/>
        </pc:sldMkLst>
      </pc:sldChg>
      <pc:sldChg chg="modSp add mod">
        <pc:chgData name="Sanmukh Kuppannagari" userId="ad215094-da36-4b66-9c79-369a17aea26b" providerId="ADAL" clId="{81DCEDA7-60EA-499B-B80C-1BDE2D6C1E99}" dt="2024-09-12T15:02:55.224" v="1993" actId="20577"/>
        <pc:sldMkLst>
          <pc:docMk/>
          <pc:sldMk cId="1450447005" sldId="1503"/>
        </pc:sldMkLst>
      </pc:sldChg>
      <pc:sldChg chg="modSp add mod">
        <pc:chgData name="Sanmukh Kuppannagari" userId="ad215094-da36-4b66-9c79-369a17aea26b" providerId="ADAL" clId="{81DCEDA7-60EA-499B-B80C-1BDE2D6C1E99}" dt="2024-09-12T15:03:51.608" v="2086" actId="20577"/>
        <pc:sldMkLst>
          <pc:docMk/>
          <pc:sldMk cId="591644866" sldId="1504"/>
        </pc:sldMkLst>
      </pc:sldChg>
      <pc:sldChg chg="modSp add mod">
        <pc:chgData name="Sanmukh Kuppannagari" userId="ad215094-da36-4b66-9c79-369a17aea26b" providerId="ADAL" clId="{81DCEDA7-60EA-499B-B80C-1BDE2D6C1E99}" dt="2024-09-12T15:04:56.785" v="2252" actId="207"/>
        <pc:sldMkLst>
          <pc:docMk/>
          <pc:sldMk cId="4226465458" sldId="1505"/>
        </pc:sldMkLst>
      </pc:sldChg>
      <pc:sldChg chg="addSp modSp add mod">
        <pc:chgData name="Sanmukh Kuppannagari" userId="ad215094-da36-4b66-9c79-369a17aea26b" providerId="ADAL" clId="{81DCEDA7-60EA-499B-B80C-1BDE2D6C1E99}" dt="2024-09-12T15:30:38.888" v="2434" actId="20577"/>
        <pc:sldMkLst>
          <pc:docMk/>
          <pc:sldMk cId="2571495037" sldId="1506"/>
        </pc:sldMkLst>
      </pc:sldChg>
      <pc:sldChg chg="modSp add mod">
        <pc:chgData name="Sanmukh Kuppannagari" userId="ad215094-da36-4b66-9c79-369a17aea26b" providerId="ADAL" clId="{81DCEDA7-60EA-499B-B80C-1BDE2D6C1E99}" dt="2024-09-12T15:32:17.818" v="2477" actId="207"/>
        <pc:sldMkLst>
          <pc:docMk/>
          <pc:sldMk cId="2267279555" sldId="1507"/>
        </pc:sldMkLst>
      </pc:sldChg>
      <pc:sldChg chg="modSp new mod">
        <pc:chgData name="Sanmukh Kuppannagari" userId="ad215094-da36-4b66-9c79-369a17aea26b" providerId="ADAL" clId="{81DCEDA7-60EA-499B-B80C-1BDE2D6C1E99}" dt="2024-09-12T15:35:01.939" v="2561" actId="20577"/>
        <pc:sldMkLst>
          <pc:docMk/>
          <pc:sldMk cId="1753430728" sldId="1508"/>
        </pc:sldMkLst>
      </pc:sldChg>
      <pc:sldChg chg="modSp new mod">
        <pc:chgData name="Sanmukh Kuppannagari" userId="ad215094-da36-4b66-9c79-369a17aea26b" providerId="ADAL" clId="{81DCEDA7-60EA-499B-B80C-1BDE2D6C1E99}" dt="2024-09-12T15:35:55.337" v="2712" actId="20577"/>
        <pc:sldMkLst>
          <pc:docMk/>
          <pc:sldMk cId="1438830724" sldId="1509"/>
        </pc:sldMkLst>
      </pc:sldChg>
      <pc:sldChg chg="addSp delSp modSp new mod">
        <pc:chgData name="Sanmukh Kuppannagari" userId="ad215094-da36-4b66-9c79-369a17aea26b" providerId="ADAL" clId="{81DCEDA7-60EA-499B-B80C-1BDE2D6C1E99}" dt="2024-09-12T15:46:38.329" v="2852" actId="122"/>
        <pc:sldMkLst>
          <pc:docMk/>
          <pc:sldMk cId="1897212904" sldId="1510"/>
        </pc:sldMkLst>
      </pc:sldChg>
      <pc:sldChg chg="addSp modSp add mod">
        <pc:chgData name="Sanmukh Kuppannagari" userId="ad215094-da36-4b66-9c79-369a17aea26b" providerId="ADAL" clId="{81DCEDA7-60EA-499B-B80C-1BDE2D6C1E99}" dt="2024-09-12T15:49:36.633" v="2906" actId="207"/>
        <pc:sldMkLst>
          <pc:docMk/>
          <pc:sldMk cId="2991715139" sldId="1511"/>
        </pc:sldMkLst>
      </pc:sldChg>
      <pc:sldChg chg="addSp delSp modSp add mod">
        <pc:chgData name="Sanmukh Kuppannagari" userId="ad215094-da36-4b66-9c79-369a17aea26b" providerId="ADAL" clId="{81DCEDA7-60EA-499B-B80C-1BDE2D6C1E99}" dt="2024-09-12T15:51:00.215" v="2933" actId="478"/>
        <pc:sldMkLst>
          <pc:docMk/>
          <pc:sldMk cId="1042445932" sldId="1512"/>
        </pc:sldMkLst>
      </pc:sldChg>
    </pc:docChg>
  </pc:docChgLst>
  <pc:docChgLst>
    <pc:chgData name="Sanmukh Kuppannagari" userId="ad215094-da36-4b66-9c79-369a17aea26b" providerId="ADAL" clId="{AA11B565-206C-4EF0-881B-47DE8798C588}"/>
    <pc:docChg chg="undo custSel addSld delSld modSld sldOrd">
      <pc:chgData name="Sanmukh Kuppannagari" userId="ad215094-da36-4b66-9c79-369a17aea26b" providerId="ADAL" clId="{AA11B565-206C-4EF0-881B-47DE8798C588}" dt="2024-10-01T14:08:02.554" v="5632" actId="47"/>
      <pc:docMkLst>
        <pc:docMk/>
      </pc:docMkLst>
      <pc:sldChg chg="modSp mod">
        <pc:chgData name="Sanmukh Kuppannagari" userId="ad215094-da36-4b66-9c79-369a17aea26b" providerId="ADAL" clId="{AA11B565-206C-4EF0-881B-47DE8798C588}" dt="2024-10-01T09:58:55.217" v="4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AA11B565-206C-4EF0-881B-47DE8798C588}" dt="2024-10-01T09:59:06.456" v="19" actId="20577"/>
        <pc:sldMkLst>
          <pc:docMk/>
          <pc:sldMk cId="2017305151" sldId="261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2664133677" sldId="29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934877374" sldId="31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937731969" sldId="31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275422666" sldId="31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230029266" sldId="31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79505598" sldId="31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964895541" sldId="32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496462880" sldId="36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289731522" sldId="36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086263254" sldId="37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34613010" sldId="37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54907447" sldId="38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38842979" sldId="38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3771660" sldId="385"/>
        </pc:sldMkLst>
      </pc:sldChg>
      <pc:sldChg chg="add">
        <pc:chgData name="Sanmukh Kuppannagari" userId="ad215094-da36-4b66-9c79-369a17aea26b" providerId="ADAL" clId="{AA11B565-206C-4EF0-881B-47DE8798C588}" dt="2024-10-01T10:05:48.128" v="596"/>
        <pc:sldMkLst>
          <pc:docMk/>
          <pc:sldMk cId="1402981858" sldId="38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37875043" sldId="39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181382666" sldId="40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319194896" sldId="41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947479394" sldId="41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51680372" sldId="43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736426824" sldId="43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20019786" sldId="43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642145031" sldId="44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275163260" sldId="45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699708138" sldId="122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453964490" sldId="123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037780407" sldId="123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479534324" sldId="1233"/>
        </pc:sldMkLst>
      </pc:sldChg>
      <pc:sldChg chg="add">
        <pc:chgData name="Sanmukh Kuppannagari" userId="ad215094-da36-4b66-9c79-369a17aea26b" providerId="ADAL" clId="{AA11B565-206C-4EF0-881B-47DE8798C588}" dt="2024-10-01T10:11:18.549" v="597"/>
        <pc:sldMkLst>
          <pc:docMk/>
          <pc:sldMk cId="3857326952" sldId="1234"/>
        </pc:sldMkLst>
      </pc:sldChg>
      <pc:sldChg chg="addSp delSp modSp add mod">
        <pc:chgData name="Sanmukh Kuppannagari" userId="ad215094-da36-4b66-9c79-369a17aea26b" providerId="ADAL" clId="{AA11B565-206C-4EF0-881B-47DE8798C588}" dt="2024-10-01T11:07:20.802" v="3082" actId="1076"/>
        <pc:sldMkLst>
          <pc:docMk/>
          <pc:sldMk cId="2152651734" sldId="123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124545071" sldId="1238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3423587688" sldId="1304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1249666363" sldId="1305"/>
        </pc:sldMkLst>
      </pc:sldChg>
      <pc:sldChg chg="addSp delSp modSp add mod">
        <pc:chgData name="Sanmukh Kuppannagari" userId="ad215094-da36-4b66-9c79-369a17aea26b" providerId="ADAL" clId="{AA11B565-206C-4EF0-881B-47DE8798C588}" dt="2024-10-01T11:14:09.005" v="3149" actId="20577"/>
        <pc:sldMkLst>
          <pc:docMk/>
          <pc:sldMk cId="2044792240" sldId="1306"/>
        </pc:sldMkLst>
      </pc:sldChg>
      <pc:sldChg chg="addSp modSp add mod">
        <pc:chgData name="Sanmukh Kuppannagari" userId="ad215094-da36-4b66-9c79-369a17aea26b" providerId="ADAL" clId="{AA11B565-206C-4EF0-881B-47DE8798C588}" dt="2024-10-01T11:14:16.062" v="3150"/>
        <pc:sldMkLst>
          <pc:docMk/>
          <pc:sldMk cId="1826032475" sldId="1307"/>
        </pc:sldMkLst>
      </pc:sldChg>
      <pc:sldChg chg="addSp modSp add mod">
        <pc:chgData name="Sanmukh Kuppannagari" userId="ad215094-da36-4b66-9c79-369a17aea26b" providerId="ADAL" clId="{AA11B565-206C-4EF0-881B-47DE8798C588}" dt="2024-10-01T11:14:19.432" v="3151"/>
        <pc:sldMkLst>
          <pc:docMk/>
          <pc:sldMk cId="2121754159" sldId="1308"/>
        </pc:sldMkLst>
      </pc:sldChg>
      <pc:sldChg chg="addSp modSp add mod">
        <pc:chgData name="Sanmukh Kuppannagari" userId="ad215094-da36-4b66-9c79-369a17aea26b" providerId="ADAL" clId="{AA11B565-206C-4EF0-881B-47DE8798C588}" dt="2024-10-01T11:05:27.831" v="2857" actId="20577"/>
        <pc:sldMkLst>
          <pc:docMk/>
          <pc:sldMk cId="3322226313" sldId="1309"/>
        </pc:sldMkLst>
      </pc:sldChg>
      <pc:sldChg chg="add">
        <pc:chgData name="Sanmukh Kuppannagari" userId="ad215094-da36-4b66-9c79-369a17aea26b" providerId="ADAL" clId="{AA11B565-206C-4EF0-881B-47DE8798C588}" dt="2024-10-01T10:58:04.551" v="2763"/>
        <pc:sldMkLst>
          <pc:docMk/>
          <pc:sldMk cId="2120287752" sldId="1310"/>
        </pc:sldMkLst>
      </pc:sldChg>
      <pc:sldChg chg="addSp modSp add mod">
        <pc:chgData name="Sanmukh Kuppannagari" userId="ad215094-da36-4b66-9c79-369a17aea26b" providerId="ADAL" clId="{AA11B565-206C-4EF0-881B-47DE8798C588}" dt="2024-10-01T11:16:51.587" v="3211" actId="14100"/>
        <pc:sldMkLst>
          <pc:docMk/>
          <pc:sldMk cId="2652461517" sldId="1311"/>
        </pc:sldMkLst>
      </pc:sldChg>
      <pc:sldChg chg="addSp modSp add">
        <pc:chgData name="Sanmukh Kuppannagari" userId="ad215094-da36-4b66-9c79-369a17aea26b" providerId="ADAL" clId="{AA11B565-206C-4EF0-881B-47DE8798C588}" dt="2024-10-01T11:17:00.366" v="3212"/>
        <pc:sldMkLst>
          <pc:docMk/>
          <pc:sldMk cId="284065558" sldId="1312"/>
        </pc:sldMkLst>
      </pc:sldChg>
      <pc:sldChg chg="addSp modSp add">
        <pc:chgData name="Sanmukh Kuppannagari" userId="ad215094-da36-4b66-9c79-369a17aea26b" providerId="ADAL" clId="{AA11B565-206C-4EF0-881B-47DE8798C588}" dt="2024-10-01T11:17:12.644" v="3213"/>
        <pc:sldMkLst>
          <pc:docMk/>
          <pc:sldMk cId="303362016" sldId="1313"/>
        </pc:sldMkLst>
      </pc:sldChg>
      <pc:sldChg chg="addSp delSp modSp add mod">
        <pc:chgData name="Sanmukh Kuppannagari" userId="ad215094-da36-4b66-9c79-369a17aea26b" providerId="ADAL" clId="{AA11B565-206C-4EF0-881B-47DE8798C588}" dt="2024-10-01T11:24:38.186" v="3272" actId="478"/>
        <pc:sldMkLst>
          <pc:docMk/>
          <pc:sldMk cId="1137941797" sldId="1314"/>
        </pc:sldMkLst>
      </pc:sldChg>
      <pc:sldChg chg="addSp modSp add mod">
        <pc:chgData name="Sanmukh Kuppannagari" userId="ad215094-da36-4b66-9c79-369a17aea26b" providerId="ADAL" clId="{AA11B565-206C-4EF0-881B-47DE8798C588}" dt="2024-10-01T11:36:59.712" v="3420" actId="1076"/>
        <pc:sldMkLst>
          <pc:docMk/>
          <pc:sldMk cId="1070225856" sldId="1315"/>
        </pc:sldMkLst>
      </pc:sldChg>
      <pc:sldChg chg="modSp add mod">
        <pc:chgData name="Sanmukh Kuppannagari" userId="ad215094-da36-4b66-9c79-369a17aea26b" providerId="ADAL" clId="{AA11B565-206C-4EF0-881B-47DE8798C588}" dt="2024-10-01T11:52:49.664" v="3890" actId="27636"/>
        <pc:sldMkLst>
          <pc:docMk/>
          <pc:sldMk cId="3769246865" sldId="1316"/>
        </pc:sldMkLst>
      </pc:sldChg>
      <pc:sldChg chg="modSp add mod">
        <pc:chgData name="Sanmukh Kuppannagari" userId="ad215094-da36-4b66-9c79-369a17aea26b" providerId="ADAL" clId="{AA11B565-206C-4EF0-881B-47DE8798C588}" dt="2024-10-01T13:51:42.692" v="5037"/>
        <pc:sldMkLst>
          <pc:docMk/>
          <pc:sldMk cId="3610053994" sldId="1317"/>
        </pc:sldMkLst>
      </pc:sldChg>
      <pc:sldChg chg="addSp delSp modSp add mod">
        <pc:chgData name="Sanmukh Kuppannagari" userId="ad215094-da36-4b66-9c79-369a17aea26b" providerId="ADAL" clId="{AA11B565-206C-4EF0-881B-47DE8798C588}" dt="2024-10-01T13:39:20.194" v="4580" actId="20577"/>
        <pc:sldMkLst>
          <pc:docMk/>
          <pc:sldMk cId="2864732836" sldId="1318"/>
        </pc:sldMkLst>
      </pc:sldChg>
      <pc:sldChg chg="modSp add">
        <pc:chgData name="Sanmukh Kuppannagari" userId="ad215094-da36-4b66-9c79-369a17aea26b" providerId="ADAL" clId="{AA11B565-206C-4EF0-881B-47DE8798C588}" dt="2024-10-01T13:51:57.821" v="5047" actId="20577"/>
        <pc:sldMkLst>
          <pc:docMk/>
          <pc:sldMk cId="1541579916" sldId="1319"/>
        </pc:sldMkLst>
      </pc:sldChg>
      <pc:sldChg chg="addSp modSp add mod">
        <pc:chgData name="Sanmukh Kuppannagari" userId="ad215094-da36-4b66-9c79-369a17aea26b" providerId="ADAL" clId="{AA11B565-206C-4EF0-881B-47DE8798C588}" dt="2024-10-01T11:50:28.923" v="3663" actId="20577"/>
        <pc:sldMkLst>
          <pc:docMk/>
          <pc:sldMk cId="3204193764" sldId="1320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442729149" sldId="1321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727594955" sldId="1322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4025259238" sldId="1323"/>
        </pc:sldMkLst>
      </pc:sldChg>
      <pc:sldChg chg="modSp add mod">
        <pc:chgData name="Sanmukh Kuppannagari" userId="ad215094-da36-4b66-9c79-369a17aea26b" providerId="ADAL" clId="{AA11B565-206C-4EF0-881B-47DE8798C588}" dt="2024-10-01T14:05:54.496" v="5475" actId="20577"/>
        <pc:sldMkLst>
          <pc:docMk/>
          <pc:sldMk cId="433802440" sldId="1324"/>
        </pc:sldMkLst>
      </pc:sldChg>
      <pc:sldChg chg="modSp add mod">
        <pc:chgData name="Sanmukh Kuppannagari" userId="ad215094-da36-4b66-9c79-369a17aea26b" providerId="ADAL" clId="{AA11B565-206C-4EF0-881B-47DE8798C588}" dt="2024-10-01T14:07:04.043" v="5578" actId="20577"/>
        <pc:sldMkLst>
          <pc:docMk/>
          <pc:sldMk cId="1510092015" sldId="1325"/>
        </pc:sldMkLst>
      </pc:sldChg>
      <pc:sldChg chg="modSp add">
        <pc:chgData name="Sanmukh Kuppannagari" userId="ad215094-da36-4b66-9c79-369a17aea26b" providerId="ADAL" clId="{AA11B565-206C-4EF0-881B-47DE8798C588}" dt="2024-10-01T14:02:27.400" v="5259" actId="20577"/>
        <pc:sldMkLst>
          <pc:docMk/>
          <pc:sldMk cId="1032694092" sldId="1326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882075548" sldId="1327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213054822" sldId="1328"/>
        </pc:sldMkLst>
      </pc:sldChg>
      <pc:sldChg chg="modSp add mod">
        <pc:chgData name="Sanmukh Kuppannagari" userId="ad215094-da36-4b66-9c79-369a17aea26b" providerId="ADAL" clId="{AA11B565-206C-4EF0-881B-47DE8798C588}" dt="2024-10-01T14:07:59.552" v="5631" actId="6549"/>
        <pc:sldMkLst>
          <pc:docMk/>
          <pc:sldMk cId="2090666711" sldId="1329"/>
        </pc:sldMkLst>
      </pc:sldChg>
      <pc:sldChg chg="add del">
        <pc:chgData name="Sanmukh Kuppannagari" userId="ad215094-da36-4b66-9c79-369a17aea26b" providerId="ADAL" clId="{AA11B565-206C-4EF0-881B-47DE8798C588}" dt="2024-10-01T14:08:02.554" v="5632" actId="47"/>
        <pc:sldMkLst>
          <pc:docMk/>
          <pc:sldMk cId="517395871" sldId="1330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292168333" sldId="1331"/>
        </pc:sldMkLst>
      </pc:sldChg>
      <pc:sldChg chg="addSp delSp modSp add mod modShow">
        <pc:chgData name="Sanmukh Kuppannagari" userId="ad215094-da36-4b66-9c79-369a17aea26b" providerId="ADAL" clId="{AA11B565-206C-4EF0-881B-47DE8798C588}" dt="2024-10-01T14:00:57.584" v="5255" actId="20577"/>
        <pc:sldMkLst>
          <pc:docMk/>
          <pc:sldMk cId="4063916795" sldId="1332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449812825" sldId="1333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521760129" sldId="1334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697549759" sldId="1335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913952742" sldId="1336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2246694647" sldId="1337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1611822888" sldId="1338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3710810416" sldId="1339"/>
        </pc:sldMkLst>
      </pc:sldChg>
      <pc:sldChg chg="modSp add mod">
        <pc:chgData name="Sanmukh Kuppannagari" userId="ad215094-da36-4b66-9c79-369a17aea26b" providerId="ADAL" clId="{AA11B565-206C-4EF0-881B-47DE8798C588}" dt="2024-10-01T12:37:05.789" v="4494" actId="20577"/>
        <pc:sldMkLst>
          <pc:docMk/>
          <pc:sldMk cId="330368493" sldId="1340"/>
        </pc:sldMkLst>
      </pc:sldChg>
      <pc:sldChg chg="add">
        <pc:chgData name="Sanmukh Kuppannagari" userId="ad215094-da36-4b66-9c79-369a17aea26b" providerId="ADAL" clId="{AA11B565-206C-4EF0-881B-47DE8798C588}" dt="2024-10-01T10:11:18.549" v="597"/>
        <pc:sldMkLst>
          <pc:docMk/>
          <pc:sldMk cId="2647962746" sldId="1341"/>
        </pc:sldMkLst>
      </pc:sldChg>
      <pc:sldChg chg="add">
        <pc:chgData name="Sanmukh Kuppannagari" userId="ad215094-da36-4b66-9c79-369a17aea26b" providerId="ADAL" clId="{AA11B565-206C-4EF0-881B-47DE8798C588}" dt="2024-10-01T12:28:43.454" v="3892"/>
        <pc:sldMkLst>
          <pc:docMk/>
          <pc:sldMk cId="662702247" sldId="1342"/>
        </pc:sldMkLst>
      </pc:sldChg>
      <pc:sldChg chg="addSp modSp add mod">
        <pc:chgData name="Sanmukh Kuppannagari" userId="ad215094-da36-4b66-9c79-369a17aea26b" providerId="ADAL" clId="{AA11B565-206C-4EF0-881B-47DE8798C588}" dt="2024-10-01T10:22:14.887" v="874" actId="208"/>
        <pc:sldMkLst>
          <pc:docMk/>
          <pc:sldMk cId="1718626453" sldId="1343"/>
        </pc:sldMkLst>
      </pc:sldChg>
      <pc:sldChg chg="add">
        <pc:chgData name="Sanmukh Kuppannagari" userId="ad215094-da36-4b66-9c79-369a17aea26b" providerId="ADAL" clId="{AA11B565-206C-4EF0-881B-47DE8798C588}" dt="2024-10-01T10:05:36.200" v="595"/>
        <pc:sldMkLst>
          <pc:docMk/>
          <pc:sldMk cId="3119197295" sldId="135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66141272" sldId="1453"/>
        </pc:sldMkLst>
      </pc:sldChg>
      <pc:sldChg chg="modSp mod">
        <pc:chgData name="Sanmukh Kuppannagari" userId="ad215094-da36-4b66-9c79-369a17aea26b" providerId="ADAL" clId="{AA11B565-206C-4EF0-881B-47DE8798C588}" dt="2024-10-01T09:59:35.031" v="135" actId="20577"/>
        <pc:sldMkLst>
          <pc:docMk/>
          <pc:sldMk cId="2091044005" sldId="1513"/>
        </pc:sldMkLst>
      </pc:sldChg>
      <pc:sldChg chg="modSp mod">
        <pc:chgData name="Sanmukh Kuppannagari" userId="ad215094-da36-4b66-9c79-369a17aea26b" providerId="ADAL" clId="{AA11B565-206C-4EF0-881B-47DE8798C588}" dt="2024-10-01T10:00:36.240" v="384" actId="20577"/>
        <pc:sldMkLst>
          <pc:docMk/>
          <pc:sldMk cId="48973366" sldId="151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02113540" sldId="151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51048179" sldId="151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170564833" sldId="151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223128325" sldId="151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63376498" sldId="152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29791837" sldId="152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93234935" sldId="152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481763059" sldId="152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617663034" sldId="152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939595551" sldId="152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78398838" sldId="152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827224132" sldId="152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97830899" sldId="152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863297826" sldId="152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983326334" sldId="153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897297747" sldId="153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72806902" sldId="153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249077636" sldId="153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35340187" sldId="153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563148363" sldId="153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4060344090" sldId="153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917529413" sldId="1538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364603884" sldId="1539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96873436" sldId="1540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873707918" sldId="1541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634998908" sldId="1542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27029584" sldId="1543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963799951" sldId="1544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64679798" sldId="1545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1378971665" sldId="1546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2055355578" sldId="1547"/>
        </pc:sldMkLst>
      </pc:sldChg>
      <pc:sldChg chg="del">
        <pc:chgData name="Sanmukh Kuppannagari" userId="ad215094-da36-4b66-9c79-369a17aea26b" providerId="ADAL" clId="{AA11B565-206C-4EF0-881B-47DE8798C588}" dt="2024-10-01T11:53:05.818" v="3891" actId="47"/>
        <pc:sldMkLst>
          <pc:docMk/>
          <pc:sldMk cId="3972000199" sldId="1548"/>
        </pc:sldMkLst>
      </pc:sldChg>
      <pc:sldChg chg="modSp new mod">
        <pc:chgData name="Sanmukh Kuppannagari" userId="ad215094-da36-4b66-9c79-369a17aea26b" providerId="ADAL" clId="{AA11B565-206C-4EF0-881B-47DE8798C588}" dt="2024-10-01T10:01:30.466" v="557" actId="20577"/>
        <pc:sldMkLst>
          <pc:docMk/>
          <pc:sldMk cId="312789784" sldId="1549"/>
        </pc:sldMkLst>
      </pc:sldChg>
      <pc:sldChg chg="add">
        <pc:chgData name="Sanmukh Kuppannagari" userId="ad215094-da36-4b66-9c79-369a17aea26b" providerId="ADAL" clId="{AA11B565-206C-4EF0-881B-47DE8798C588}" dt="2024-10-01T10:01:43.558" v="558"/>
        <pc:sldMkLst>
          <pc:docMk/>
          <pc:sldMk cId="3693446765" sldId="1550"/>
        </pc:sldMkLst>
      </pc:sldChg>
      <pc:sldChg chg="modSp add mod">
        <pc:chgData name="Sanmukh Kuppannagari" userId="ad215094-da36-4b66-9c79-369a17aea26b" providerId="ADAL" clId="{AA11B565-206C-4EF0-881B-47DE8798C588}" dt="2024-10-01T10:03:59.521" v="594" actId="20577"/>
        <pc:sldMkLst>
          <pc:docMk/>
          <pc:sldMk cId="1297240811" sldId="1551"/>
        </pc:sldMkLst>
      </pc:sldChg>
      <pc:sldChg chg="add">
        <pc:chgData name="Sanmukh Kuppannagari" userId="ad215094-da36-4b66-9c79-369a17aea26b" providerId="ADAL" clId="{AA11B565-206C-4EF0-881B-47DE8798C588}" dt="2024-10-01T10:11:18.549" v="597"/>
        <pc:sldMkLst>
          <pc:docMk/>
          <pc:sldMk cId="1944980054" sldId="1552"/>
        </pc:sldMkLst>
      </pc:sldChg>
      <pc:sldChg chg="addSp delSp modSp add mod">
        <pc:chgData name="Sanmukh Kuppannagari" userId="ad215094-da36-4b66-9c79-369a17aea26b" providerId="ADAL" clId="{AA11B565-206C-4EF0-881B-47DE8798C588}" dt="2024-10-01T10:14:52.887" v="676" actId="478"/>
        <pc:sldMkLst>
          <pc:docMk/>
          <pc:sldMk cId="3777170493" sldId="1553"/>
        </pc:sldMkLst>
      </pc:sldChg>
      <pc:sldChg chg="addSp delSp modSp add mod">
        <pc:chgData name="Sanmukh Kuppannagari" userId="ad215094-da36-4b66-9c79-369a17aea26b" providerId="ADAL" clId="{AA11B565-206C-4EF0-881B-47DE8798C588}" dt="2024-10-01T10:16:46.428" v="759" actId="208"/>
        <pc:sldMkLst>
          <pc:docMk/>
          <pc:sldMk cId="3166067996" sldId="1554"/>
        </pc:sldMkLst>
      </pc:sldChg>
      <pc:sldChg chg="modSp add">
        <pc:chgData name="Sanmukh Kuppannagari" userId="ad215094-da36-4b66-9c79-369a17aea26b" providerId="ADAL" clId="{AA11B565-206C-4EF0-881B-47DE8798C588}" dt="2024-10-01T10:17:44.613" v="781" actId="207"/>
        <pc:sldMkLst>
          <pc:docMk/>
          <pc:sldMk cId="3437991697" sldId="1555"/>
        </pc:sldMkLst>
      </pc:sldChg>
      <pc:sldChg chg="modSp add">
        <pc:chgData name="Sanmukh Kuppannagari" userId="ad215094-da36-4b66-9c79-369a17aea26b" providerId="ADAL" clId="{AA11B565-206C-4EF0-881B-47DE8798C588}" dt="2024-10-01T10:18:05.746" v="791" actId="207"/>
        <pc:sldMkLst>
          <pc:docMk/>
          <pc:sldMk cId="2404150593" sldId="1556"/>
        </pc:sldMkLst>
      </pc:sldChg>
      <pc:sldChg chg="addSp delSp modSp add mod">
        <pc:chgData name="Sanmukh Kuppannagari" userId="ad215094-da36-4b66-9c79-369a17aea26b" providerId="ADAL" clId="{AA11B565-206C-4EF0-881B-47DE8798C588}" dt="2024-10-01T10:23:01.334" v="930" actId="207"/>
        <pc:sldMkLst>
          <pc:docMk/>
          <pc:sldMk cId="3779503060" sldId="1557"/>
        </pc:sldMkLst>
      </pc:sldChg>
      <pc:sldChg chg="modSp add mod">
        <pc:chgData name="Sanmukh Kuppannagari" userId="ad215094-da36-4b66-9c79-369a17aea26b" providerId="ADAL" clId="{AA11B565-206C-4EF0-881B-47DE8798C588}" dt="2024-10-01T10:23:17.888" v="937" actId="207"/>
        <pc:sldMkLst>
          <pc:docMk/>
          <pc:sldMk cId="106497288" sldId="1558"/>
        </pc:sldMkLst>
      </pc:sldChg>
      <pc:sldChg chg="modSp add mod">
        <pc:chgData name="Sanmukh Kuppannagari" userId="ad215094-da36-4b66-9c79-369a17aea26b" providerId="ADAL" clId="{AA11B565-206C-4EF0-881B-47DE8798C588}" dt="2024-10-01T10:23:55.131" v="977" actId="207"/>
        <pc:sldMkLst>
          <pc:docMk/>
          <pc:sldMk cId="3799998865" sldId="1559"/>
        </pc:sldMkLst>
      </pc:sldChg>
      <pc:sldChg chg="modSp add mod">
        <pc:chgData name="Sanmukh Kuppannagari" userId="ad215094-da36-4b66-9c79-369a17aea26b" providerId="ADAL" clId="{AA11B565-206C-4EF0-881B-47DE8798C588}" dt="2024-10-01T10:24:31.261" v="992" actId="20577"/>
        <pc:sldMkLst>
          <pc:docMk/>
          <pc:sldMk cId="2468521858" sldId="1560"/>
        </pc:sldMkLst>
      </pc:sldChg>
      <pc:sldChg chg="modSp add mod">
        <pc:chgData name="Sanmukh Kuppannagari" userId="ad215094-da36-4b66-9c79-369a17aea26b" providerId="ADAL" clId="{AA11B565-206C-4EF0-881B-47DE8798C588}" dt="2024-10-01T10:25:19.458" v="1092" actId="207"/>
        <pc:sldMkLst>
          <pc:docMk/>
          <pc:sldMk cId="4139369451" sldId="1561"/>
        </pc:sldMkLst>
      </pc:sldChg>
      <pc:sldChg chg="modSp add">
        <pc:chgData name="Sanmukh Kuppannagari" userId="ad215094-da36-4b66-9c79-369a17aea26b" providerId="ADAL" clId="{AA11B565-206C-4EF0-881B-47DE8798C588}" dt="2024-10-01T10:25:51.260" v="1108" actId="207"/>
        <pc:sldMkLst>
          <pc:docMk/>
          <pc:sldMk cId="3842374225" sldId="1562"/>
        </pc:sldMkLst>
      </pc:sldChg>
      <pc:sldChg chg="modSp add">
        <pc:chgData name="Sanmukh Kuppannagari" userId="ad215094-da36-4b66-9c79-369a17aea26b" providerId="ADAL" clId="{AA11B565-206C-4EF0-881B-47DE8798C588}" dt="2024-10-01T10:26:43.345" v="1171" actId="207"/>
        <pc:sldMkLst>
          <pc:docMk/>
          <pc:sldMk cId="467876598" sldId="1563"/>
        </pc:sldMkLst>
      </pc:sldChg>
      <pc:sldChg chg="modSp add">
        <pc:chgData name="Sanmukh Kuppannagari" userId="ad215094-da36-4b66-9c79-369a17aea26b" providerId="ADAL" clId="{AA11B565-206C-4EF0-881B-47DE8798C588}" dt="2024-10-01T10:27:11.392" v="1179" actId="207"/>
        <pc:sldMkLst>
          <pc:docMk/>
          <pc:sldMk cId="2623927009" sldId="1564"/>
        </pc:sldMkLst>
      </pc:sldChg>
      <pc:sldChg chg="modSp new mod">
        <pc:chgData name="Sanmukh Kuppannagari" userId="ad215094-da36-4b66-9c79-369a17aea26b" providerId="ADAL" clId="{AA11B565-206C-4EF0-881B-47DE8798C588}" dt="2024-10-01T10:40:02.652" v="2383" actId="27636"/>
        <pc:sldMkLst>
          <pc:docMk/>
          <pc:sldMk cId="2204093479" sldId="1565"/>
        </pc:sldMkLst>
      </pc:sldChg>
      <pc:sldChg chg="modSp new mod">
        <pc:chgData name="Sanmukh Kuppannagari" userId="ad215094-da36-4b66-9c79-369a17aea26b" providerId="ADAL" clId="{AA11B565-206C-4EF0-881B-47DE8798C588}" dt="2024-10-01T11:06:03.324" v="2987" actId="20577"/>
        <pc:sldMkLst>
          <pc:docMk/>
          <pc:sldMk cId="4158087431" sldId="1566"/>
        </pc:sldMkLst>
      </pc:sldChg>
      <pc:sldChg chg="modSp new mod">
        <pc:chgData name="Sanmukh Kuppannagari" userId="ad215094-da36-4b66-9c79-369a17aea26b" providerId="ADAL" clId="{AA11B565-206C-4EF0-881B-47DE8798C588}" dt="2024-10-01T10:57:28.516" v="2762" actId="20577"/>
        <pc:sldMkLst>
          <pc:docMk/>
          <pc:sldMk cId="821460343" sldId="1567"/>
        </pc:sldMkLst>
      </pc:sldChg>
      <pc:sldChg chg="delSp modSp add mod">
        <pc:chgData name="Sanmukh Kuppannagari" userId="ad215094-da36-4b66-9c79-369a17aea26b" providerId="ADAL" clId="{AA11B565-206C-4EF0-881B-47DE8798C588}" dt="2024-10-01T11:11:59.348" v="3093" actId="122"/>
        <pc:sldMkLst>
          <pc:docMk/>
          <pc:sldMk cId="2973146182" sldId="1568"/>
        </pc:sldMkLst>
      </pc:sldChg>
      <pc:sldChg chg="add del">
        <pc:chgData name="Sanmukh Kuppannagari" userId="ad215094-da36-4b66-9c79-369a17aea26b" providerId="ADAL" clId="{AA11B565-206C-4EF0-881B-47DE8798C588}" dt="2024-10-01T11:04:30.100" v="2820"/>
        <pc:sldMkLst>
          <pc:docMk/>
          <pc:sldMk cId="3818436102" sldId="1568"/>
        </pc:sldMkLst>
      </pc:sldChg>
      <pc:sldChg chg="addSp modSp add mod">
        <pc:chgData name="Sanmukh Kuppannagari" userId="ad215094-da36-4b66-9c79-369a17aea26b" providerId="ADAL" clId="{AA11B565-206C-4EF0-881B-47DE8798C588}" dt="2024-10-01T11:12:45.543" v="3129" actId="20577"/>
        <pc:sldMkLst>
          <pc:docMk/>
          <pc:sldMk cId="2321545462" sldId="1569"/>
        </pc:sldMkLst>
      </pc:sldChg>
      <pc:sldChg chg="modSp add mod">
        <pc:chgData name="Sanmukh Kuppannagari" userId="ad215094-da36-4b66-9c79-369a17aea26b" providerId="ADAL" clId="{AA11B565-206C-4EF0-881B-47DE8798C588}" dt="2024-10-01T11:13:01.546" v="3131" actId="1076"/>
        <pc:sldMkLst>
          <pc:docMk/>
          <pc:sldMk cId="1024748460" sldId="1570"/>
        </pc:sldMkLst>
      </pc:sldChg>
      <pc:sldChg chg="addSp delSp modSp add mod">
        <pc:chgData name="Sanmukh Kuppannagari" userId="ad215094-da36-4b66-9c79-369a17aea26b" providerId="ADAL" clId="{AA11B565-206C-4EF0-881B-47DE8798C588}" dt="2024-10-01T11:13:33.815" v="3142" actId="1076"/>
        <pc:sldMkLst>
          <pc:docMk/>
          <pc:sldMk cId="3042058996" sldId="1571"/>
        </pc:sldMkLst>
      </pc:sldChg>
      <pc:sldChg chg="add">
        <pc:chgData name="Sanmukh Kuppannagari" userId="ad215094-da36-4b66-9c79-369a17aea26b" providerId="ADAL" clId="{AA11B565-206C-4EF0-881B-47DE8798C588}" dt="2024-10-01T11:13:20.810" v="3132"/>
        <pc:sldMkLst>
          <pc:docMk/>
          <pc:sldMk cId="2940334320" sldId="1572"/>
        </pc:sldMkLst>
      </pc:sldChg>
      <pc:sldChg chg="delSp modSp add mod">
        <pc:chgData name="Sanmukh Kuppannagari" userId="ad215094-da36-4b66-9c79-369a17aea26b" providerId="ADAL" clId="{AA11B565-206C-4EF0-881B-47DE8798C588}" dt="2024-10-01T11:24:45.046" v="3273" actId="478"/>
        <pc:sldMkLst>
          <pc:docMk/>
          <pc:sldMk cId="570117069" sldId="1573"/>
        </pc:sldMkLst>
      </pc:sldChg>
      <pc:sldChg chg="addSp delSp modSp add mod">
        <pc:chgData name="Sanmukh Kuppannagari" userId="ad215094-da36-4b66-9c79-369a17aea26b" providerId="ADAL" clId="{AA11B565-206C-4EF0-881B-47DE8798C588}" dt="2024-10-01T11:24:56.219" v="3274" actId="478"/>
        <pc:sldMkLst>
          <pc:docMk/>
          <pc:sldMk cId="995901004" sldId="1574"/>
        </pc:sldMkLst>
      </pc:sldChg>
      <pc:sldChg chg="delSp modSp add mod">
        <pc:chgData name="Sanmukh Kuppannagari" userId="ad215094-da36-4b66-9c79-369a17aea26b" providerId="ADAL" clId="{AA11B565-206C-4EF0-881B-47DE8798C588}" dt="2024-10-01T11:25:01.341" v="3275" actId="478"/>
        <pc:sldMkLst>
          <pc:docMk/>
          <pc:sldMk cId="440498288" sldId="1575"/>
        </pc:sldMkLst>
      </pc:sldChg>
      <pc:sldChg chg="delSp modSp add mod">
        <pc:chgData name="Sanmukh Kuppannagari" userId="ad215094-da36-4b66-9c79-369a17aea26b" providerId="ADAL" clId="{AA11B565-206C-4EF0-881B-47DE8798C588}" dt="2024-10-01T11:25:17.466" v="3277" actId="478"/>
        <pc:sldMkLst>
          <pc:docMk/>
          <pc:sldMk cId="670652363" sldId="1576"/>
        </pc:sldMkLst>
      </pc:sldChg>
      <pc:sldChg chg="modSp add mod">
        <pc:chgData name="Sanmukh Kuppannagari" userId="ad215094-da36-4b66-9c79-369a17aea26b" providerId="ADAL" clId="{AA11B565-206C-4EF0-881B-47DE8798C588}" dt="2024-10-01T11:37:50.448" v="3456" actId="20577"/>
        <pc:sldMkLst>
          <pc:docMk/>
          <pc:sldMk cId="3839101789" sldId="1577"/>
        </pc:sldMkLst>
      </pc:sldChg>
      <pc:sldChg chg="delSp modSp add del mod">
        <pc:chgData name="Sanmukh Kuppannagari" userId="ad215094-da36-4b66-9c79-369a17aea26b" providerId="ADAL" clId="{AA11B565-206C-4EF0-881B-47DE8798C588}" dt="2024-10-01T11:25:21.712" v="3278" actId="47"/>
        <pc:sldMkLst>
          <pc:docMk/>
          <pc:sldMk cId="3875852213" sldId="1577"/>
        </pc:sldMkLst>
      </pc:sldChg>
      <pc:sldChg chg="modSp add mod">
        <pc:chgData name="Sanmukh Kuppannagari" userId="ad215094-da36-4b66-9c79-369a17aea26b" providerId="ADAL" clId="{AA11B565-206C-4EF0-881B-47DE8798C588}" dt="2024-10-01T11:38:37.488" v="3475" actId="1076"/>
        <pc:sldMkLst>
          <pc:docMk/>
          <pc:sldMk cId="106292723" sldId="1578"/>
        </pc:sldMkLst>
      </pc:sldChg>
      <pc:sldChg chg="modSp add mod">
        <pc:chgData name="Sanmukh Kuppannagari" userId="ad215094-da36-4b66-9c79-369a17aea26b" providerId="ADAL" clId="{AA11B565-206C-4EF0-881B-47DE8798C588}" dt="2024-10-01T11:39:03.607" v="3515" actId="1076"/>
        <pc:sldMkLst>
          <pc:docMk/>
          <pc:sldMk cId="201330410" sldId="1579"/>
        </pc:sldMkLst>
      </pc:sldChg>
      <pc:sldChg chg="modSp add mod">
        <pc:chgData name="Sanmukh Kuppannagari" userId="ad215094-da36-4b66-9c79-369a17aea26b" providerId="ADAL" clId="{AA11B565-206C-4EF0-881B-47DE8798C588}" dt="2024-10-01T11:52:42.923" v="3885" actId="27636"/>
        <pc:sldMkLst>
          <pc:docMk/>
          <pc:sldMk cId="2481400793" sldId="1580"/>
        </pc:sldMkLst>
      </pc:sldChg>
      <pc:sldChg chg="modSp add">
        <pc:chgData name="Sanmukh Kuppannagari" userId="ad215094-da36-4b66-9c79-369a17aea26b" providerId="ADAL" clId="{AA11B565-206C-4EF0-881B-47DE8798C588}" dt="2024-10-01T13:43:50.810" v="4755" actId="207"/>
        <pc:sldMkLst>
          <pc:docMk/>
          <pc:sldMk cId="3218476509" sldId="1581"/>
        </pc:sldMkLst>
      </pc:sldChg>
      <pc:sldChg chg="modSp add mod">
        <pc:chgData name="Sanmukh Kuppannagari" userId="ad215094-da36-4b66-9c79-369a17aea26b" providerId="ADAL" clId="{AA11B565-206C-4EF0-881B-47DE8798C588}" dt="2024-10-01T13:55:19.647" v="5146" actId="20577"/>
        <pc:sldMkLst>
          <pc:docMk/>
          <pc:sldMk cId="535281774" sldId="1582"/>
        </pc:sldMkLst>
      </pc:sldChg>
      <pc:sldChg chg="add del">
        <pc:chgData name="Sanmukh Kuppannagari" userId="ad215094-da36-4b66-9c79-369a17aea26b" providerId="ADAL" clId="{AA11B565-206C-4EF0-881B-47DE8798C588}" dt="2024-10-01T13:49:44.294" v="5009"/>
        <pc:sldMkLst>
          <pc:docMk/>
          <pc:sldMk cId="2076416953" sldId="1582"/>
        </pc:sldMkLst>
      </pc:sldChg>
      <pc:sldChg chg="modSp add">
        <pc:chgData name="Sanmukh Kuppannagari" userId="ad215094-da36-4b66-9c79-369a17aea26b" providerId="ADAL" clId="{AA11B565-206C-4EF0-881B-47DE8798C588}" dt="2024-10-01T13:51:46.507" v="5038"/>
        <pc:sldMkLst>
          <pc:docMk/>
          <pc:sldMk cId="3330804335" sldId="1583"/>
        </pc:sldMkLst>
      </pc:sldChg>
      <pc:sldChg chg="addSp delSp modSp add mod">
        <pc:chgData name="Sanmukh Kuppannagari" userId="ad215094-da36-4b66-9c79-369a17aea26b" providerId="ADAL" clId="{AA11B565-206C-4EF0-881B-47DE8798C588}" dt="2024-10-01T13:54:07.958" v="5074" actId="478"/>
        <pc:sldMkLst>
          <pc:docMk/>
          <pc:sldMk cId="936452190" sldId="1584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652014047" sldId="1585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3673118713" sldId="1586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1582105460" sldId="1587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2630656864" sldId="1588"/>
        </pc:sldMkLst>
      </pc:sldChg>
      <pc:sldChg chg="add">
        <pc:chgData name="Sanmukh Kuppannagari" userId="ad215094-da36-4b66-9c79-369a17aea26b" providerId="ADAL" clId="{AA11B565-206C-4EF0-881B-47DE8798C588}" dt="2024-10-01T13:52:41.027" v="5058"/>
        <pc:sldMkLst>
          <pc:docMk/>
          <pc:sldMk cId="501396604" sldId="1589"/>
        </pc:sldMkLst>
      </pc:sldChg>
      <pc:sldChg chg="modSp add mod">
        <pc:chgData name="Sanmukh Kuppannagari" userId="ad215094-da36-4b66-9c79-369a17aea26b" providerId="ADAL" clId="{AA11B565-206C-4EF0-881B-47DE8798C588}" dt="2024-10-01T13:57:24.279" v="5244" actId="20577"/>
        <pc:sldMkLst>
          <pc:docMk/>
          <pc:sldMk cId="1936211990" sldId="1590"/>
        </pc:sldMkLst>
      </pc:sldChg>
      <pc:sldChg chg="add ord">
        <pc:chgData name="Sanmukh Kuppannagari" userId="ad215094-da36-4b66-9c79-369a17aea26b" providerId="ADAL" clId="{AA11B565-206C-4EF0-881B-47DE8798C588}" dt="2024-10-01T13:57:46.397" v="5247"/>
        <pc:sldMkLst>
          <pc:docMk/>
          <pc:sldMk cId="2024305596" sldId="1591"/>
        </pc:sldMkLst>
      </pc:sldChg>
      <pc:sldMasterChg chg="delSldLayout">
        <pc:chgData name="Sanmukh Kuppannagari" userId="ad215094-da36-4b66-9c79-369a17aea26b" providerId="ADAL" clId="{AA11B565-206C-4EF0-881B-47DE8798C588}" dt="2024-10-01T11:53:05.818" v="3891" actId="47"/>
        <pc:sldMasterMkLst>
          <pc:docMk/>
          <pc:sldMasterMk cId="1728476084" sldId="2147483648"/>
        </pc:sldMasterMkLst>
        <pc:sldLayoutChg chg="del">
          <pc:chgData name="Sanmukh Kuppannagari" userId="ad215094-da36-4b66-9c79-369a17aea26b" providerId="ADAL" clId="{AA11B565-206C-4EF0-881B-47DE8798C588}" dt="2024-10-01T11:53:05.818" v="3891" actId="47"/>
          <pc:sldLayoutMkLst>
            <pc:docMk/>
            <pc:sldMasterMk cId="1728476084" sldId="2147483648"/>
            <pc:sldLayoutMk cId="2002986407" sldId="2147483660"/>
          </pc:sldLayoutMkLst>
        </pc:sldLayoutChg>
      </pc:sldMasterChg>
    </pc:docChg>
  </pc:docChgLst>
  <pc:docChgLst>
    <pc:chgData name="Sanmukh Kuppannagari" userId="ad215094-da36-4b66-9c79-369a17aea26b" providerId="ADAL" clId="{613A0AB2-BD56-483A-AC30-AF62202992E8}"/>
    <pc:docChg chg="undo custSel addSld delSld modSld sldOrd">
      <pc:chgData name="Sanmukh Kuppannagari" userId="ad215094-da36-4b66-9c79-369a17aea26b" providerId="ADAL" clId="{613A0AB2-BD56-483A-AC30-AF62202992E8}" dt="2024-09-10T14:08:58.540" v="4073" actId="20577"/>
      <pc:docMkLst>
        <pc:docMk/>
      </pc:docMkLst>
      <pc:sldChg chg="modSp mod">
        <pc:chgData name="Sanmukh Kuppannagari" userId="ad215094-da36-4b66-9c79-369a17aea26b" providerId="ADAL" clId="{613A0AB2-BD56-483A-AC30-AF62202992E8}" dt="2024-09-10T01:24:47.484" v="2" actId="20577"/>
        <pc:sldMkLst>
          <pc:docMk/>
          <pc:sldMk cId="728785357" sldId="256"/>
        </pc:sldMkLst>
      </pc:sldChg>
      <pc:sldChg chg="modSp mod">
        <pc:chgData name="Sanmukh Kuppannagari" userId="ad215094-da36-4b66-9c79-369a17aea26b" providerId="ADAL" clId="{613A0AB2-BD56-483A-AC30-AF62202992E8}" dt="2024-09-10T02:48:27.130" v="2989" actId="6549"/>
        <pc:sldMkLst>
          <pc:docMk/>
          <pc:sldMk cId="2017305151" sldId="26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76729432" sldId="30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950079441" sldId="32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07569566" sldId="33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522483144" sldId="341"/>
        </pc:sldMkLst>
      </pc:sldChg>
      <pc:sldChg chg="add">
        <pc:chgData name="Sanmukh Kuppannagari" userId="ad215094-da36-4b66-9c79-369a17aea26b" providerId="ADAL" clId="{613A0AB2-BD56-483A-AC30-AF62202992E8}" dt="2024-09-10T01:44:36.823" v="208"/>
        <pc:sldMkLst>
          <pc:docMk/>
          <pc:sldMk cId="2492042211" sldId="354"/>
        </pc:sldMkLst>
      </pc:sldChg>
      <pc:sldChg chg="modSp mod">
        <pc:chgData name="Sanmukh Kuppannagari" userId="ad215094-da36-4b66-9c79-369a17aea26b" providerId="ADAL" clId="{613A0AB2-BD56-483A-AC30-AF62202992E8}" dt="2024-09-10T02:49:54.542" v="3055" actId="15"/>
        <pc:sldMkLst>
          <pc:docMk/>
          <pc:sldMk cId="3837875043" sldId="39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314761624" sldId="39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158598040" sldId="39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854907447" sldId="39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983873654" sldId="42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888738288" sldId="42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793507665" sldId="430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87871764" sldId="43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68865837" sldId="43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302553672" sldId="43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361697695" sldId="43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738599002" sldId="44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845386772" sldId="125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683670839" sldId="125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018864358" sldId="125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787861397" sldId="125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706379635" sldId="1256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188572601" sldId="1257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911274223" sldId="1258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969816698" sldId="1259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375916416" sldId="1260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696076742" sldId="126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8347974" sldId="126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163333809" sldId="126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061059533" sldId="126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769872445" sldId="126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1496660" sldId="1266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949417311" sldId="1267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981443244" sldId="1268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87788205" sldId="1269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224902270" sldId="1270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430267348" sldId="127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564167782" sldId="1272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926195366" sldId="1273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4115725712" sldId="1274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1712480366" sldId="1275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3839462493" sldId="1281"/>
        </pc:sldMkLst>
      </pc:sldChg>
      <pc:sldChg chg="add">
        <pc:chgData name="Sanmukh Kuppannagari" userId="ad215094-da36-4b66-9c79-369a17aea26b" providerId="ADAL" clId="{613A0AB2-BD56-483A-AC30-AF62202992E8}" dt="2024-09-10T02:46:39.387" v="2942"/>
        <pc:sldMkLst>
          <pc:docMk/>
          <pc:sldMk cId="2617399218" sldId="128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473456708" sldId="134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462074433" sldId="134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585318733" sldId="134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90367929" sldId="134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799099576" sldId="134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227676260" sldId="134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262656913" sldId="135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67355194" sldId="135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804131373" sldId="135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34269155" sldId="135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967107891" sldId="135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794884751" sldId="135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315821937" sldId="135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63516898" sldId="136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886344154" sldId="136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856732028" sldId="136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03735269" sldId="136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326920156" sldId="136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59140757" sldId="136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078040195" sldId="136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84771599" sldId="137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906755194" sldId="137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518010934" sldId="137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532106449" sldId="137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3097358" sldId="1375"/>
        </pc:sldMkLst>
      </pc:sldChg>
      <pc:sldChg chg="addSp modSp add del mod">
        <pc:chgData name="Sanmukh Kuppannagari" userId="ad215094-da36-4b66-9c79-369a17aea26b" providerId="ADAL" clId="{613A0AB2-BD56-483A-AC30-AF62202992E8}" dt="2024-09-10T14:04:28.145" v="3383" actId="20577"/>
        <pc:sldMkLst>
          <pc:docMk/>
          <pc:sldMk cId="2155445605" sldId="137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373852911" sldId="137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785090204" sldId="137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578956546" sldId="137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387291192" sldId="138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729273499" sldId="138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604865990" sldId="138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140536196" sldId="138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028848195" sldId="138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855061855" sldId="138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507384733" sldId="138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406617072" sldId="138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5178750" sldId="138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904397812" sldId="139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115784977" sldId="139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579675671" sldId="1392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48896675" sldId="139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213479204" sldId="139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698062718" sldId="139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28240830" sldId="139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577004698" sldId="139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187165335" sldId="139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448802495" sldId="139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426423657" sldId="140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876721923" sldId="140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100405277" sldId="1402"/>
        </pc:sldMkLst>
      </pc:sldChg>
      <pc:sldChg chg="del ord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967499912" sldId="140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881972497" sldId="140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154475222" sldId="140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657037968" sldId="140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808826284" sldId="1407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15060599" sldId="1408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19380334" sldId="1409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69742158" sldId="1410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450716392" sldId="1411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393658469" sldId="1413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454853527" sldId="1414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458868704" sldId="1415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1712966043" sldId="1416"/>
        </pc:sldMkLst>
      </pc:sldChg>
      <pc:sldChg chg="del">
        <pc:chgData name="Sanmukh Kuppannagari" userId="ad215094-da36-4b66-9c79-369a17aea26b" providerId="ADAL" clId="{613A0AB2-BD56-483A-AC30-AF62202992E8}" dt="2024-09-10T01:35:40.136" v="128" actId="47"/>
        <pc:sldMkLst>
          <pc:docMk/>
          <pc:sldMk cId="2077281943" sldId="1417"/>
        </pc:sldMkLst>
      </pc:sldChg>
      <pc:sldChg chg="modSp mod">
        <pc:chgData name="Sanmukh Kuppannagari" userId="ad215094-da36-4b66-9c79-369a17aea26b" providerId="ADAL" clId="{613A0AB2-BD56-483A-AC30-AF62202992E8}" dt="2024-09-10T01:28:59.340" v="82" actId="20577"/>
        <pc:sldMkLst>
          <pc:docMk/>
          <pc:sldMk cId="2646681002" sldId="1418"/>
        </pc:sldMkLst>
      </pc:sldChg>
      <pc:sldChg chg="modSp add del mod">
        <pc:chgData name="Sanmukh Kuppannagari" userId="ad215094-da36-4b66-9c79-369a17aea26b" providerId="ADAL" clId="{613A0AB2-BD56-483A-AC30-AF62202992E8}" dt="2024-09-10T02:47:07.772" v="2980" actId="47"/>
        <pc:sldMkLst>
          <pc:docMk/>
          <pc:sldMk cId="1891067080" sldId="1419"/>
        </pc:sldMkLst>
      </pc:sldChg>
      <pc:sldChg chg="del">
        <pc:chgData name="Sanmukh Kuppannagari" userId="ad215094-da36-4b66-9c79-369a17aea26b" providerId="ADAL" clId="{613A0AB2-BD56-483A-AC30-AF62202992E8}" dt="2024-09-10T01:29:07.900" v="83" actId="47"/>
        <pc:sldMkLst>
          <pc:docMk/>
          <pc:sldMk cId="2756067693" sldId="1419"/>
        </pc:sldMkLst>
      </pc:sldChg>
      <pc:sldChg chg="del">
        <pc:chgData name="Sanmukh Kuppannagari" userId="ad215094-da36-4b66-9c79-369a17aea26b" providerId="ADAL" clId="{613A0AB2-BD56-483A-AC30-AF62202992E8}" dt="2024-09-10T01:29:07.900" v="83" actId="47"/>
        <pc:sldMkLst>
          <pc:docMk/>
          <pc:sldMk cId="519883686" sldId="1420"/>
        </pc:sldMkLst>
      </pc:sldChg>
      <pc:sldChg chg="modSp add del mod">
        <pc:chgData name="Sanmukh Kuppannagari" userId="ad215094-da36-4b66-9c79-369a17aea26b" providerId="ADAL" clId="{613A0AB2-BD56-483A-AC30-AF62202992E8}" dt="2024-09-10T02:47:34.895" v="2986" actId="47"/>
        <pc:sldMkLst>
          <pc:docMk/>
          <pc:sldMk cId="3547720413" sldId="1420"/>
        </pc:sldMkLst>
      </pc:sldChg>
      <pc:sldChg chg="modSp add del mod">
        <pc:chgData name="Sanmukh Kuppannagari" userId="ad215094-da36-4b66-9c79-369a17aea26b" providerId="ADAL" clId="{613A0AB2-BD56-483A-AC30-AF62202992E8}" dt="2024-09-10T02:49:59.467" v="3056" actId="47"/>
        <pc:sldMkLst>
          <pc:docMk/>
          <pc:sldMk cId="1861580155" sldId="1421"/>
        </pc:sldMkLst>
      </pc:sldChg>
      <pc:sldChg chg="del">
        <pc:chgData name="Sanmukh Kuppannagari" userId="ad215094-da36-4b66-9c79-369a17aea26b" providerId="ADAL" clId="{613A0AB2-BD56-483A-AC30-AF62202992E8}" dt="2024-09-10T01:29:07.900" v="83" actId="47"/>
        <pc:sldMkLst>
          <pc:docMk/>
          <pc:sldMk cId="3752423486" sldId="1421"/>
        </pc:sldMkLst>
      </pc:sldChg>
      <pc:sldChg chg="modSp add mod">
        <pc:chgData name="Sanmukh Kuppannagari" userId="ad215094-da36-4b66-9c79-369a17aea26b" providerId="ADAL" clId="{613A0AB2-BD56-483A-AC30-AF62202992E8}" dt="2024-09-10T01:45:21.111" v="210" actId="1076"/>
        <pc:sldMkLst>
          <pc:docMk/>
          <pc:sldMk cId="2024660992" sldId="1422"/>
        </pc:sldMkLst>
      </pc:sldChg>
      <pc:sldChg chg="add">
        <pc:chgData name="Sanmukh Kuppannagari" userId="ad215094-da36-4b66-9c79-369a17aea26b" providerId="ADAL" clId="{613A0AB2-BD56-483A-AC30-AF62202992E8}" dt="2024-09-10T01:32:16.478" v="100"/>
        <pc:sldMkLst>
          <pc:docMk/>
          <pc:sldMk cId="2732262" sldId="1423"/>
        </pc:sldMkLst>
      </pc:sldChg>
      <pc:sldChg chg="add">
        <pc:chgData name="Sanmukh Kuppannagari" userId="ad215094-da36-4b66-9c79-369a17aea26b" providerId="ADAL" clId="{613A0AB2-BD56-483A-AC30-AF62202992E8}" dt="2024-09-10T01:32:48.711" v="101"/>
        <pc:sldMkLst>
          <pc:docMk/>
          <pc:sldMk cId="2162645904" sldId="1424"/>
        </pc:sldMkLst>
      </pc:sldChg>
      <pc:sldChg chg="add">
        <pc:chgData name="Sanmukh Kuppannagari" userId="ad215094-da36-4b66-9c79-369a17aea26b" providerId="ADAL" clId="{613A0AB2-BD56-483A-AC30-AF62202992E8}" dt="2024-09-10T01:33:49.182" v="102"/>
        <pc:sldMkLst>
          <pc:docMk/>
          <pc:sldMk cId="3423648906" sldId="1425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061472416" sldId="1426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109825613" sldId="1427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521121717" sldId="1428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988378371" sldId="1429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300145823" sldId="1430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799776817" sldId="1431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670905119" sldId="1432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681725977" sldId="1433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410148444" sldId="1434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2895113626" sldId="1435"/>
        </pc:sldMkLst>
      </pc:sldChg>
      <pc:sldChg chg="addSp modSp add mod">
        <pc:chgData name="Sanmukh Kuppannagari" userId="ad215094-da36-4b66-9c79-369a17aea26b" providerId="ADAL" clId="{613A0AB2-BD56-483A-AC30-AF62202992E8}" dt="2024-09-10T13:56:57.442" v="3070" actId="14100"/>
        <pc:sldMkLst>
          <pc:docMk/>
          <pc:sldMk cId="1065455456" sldId="1436"/>
        </pc:sldMkLst>
      </pc:sldChg>
      <pc:sldChg chg="addSp modSp add mod">
        <pc:chgData name="Sanmukh Kuppannagari" userId="ad215094-da36-4b66-9c79-369a17aea26b" providerId="ADAL" clId="{613A0AB2-BD56-483A-AC30-AF62202992E8}" dt="2024-09-10T13:57:58.634" v="3083" actId="1076"/>
        <pc:sldMkLst>
          <pc:docMk/>
          <pc:sldMk cId="4249774978" sldId="1437"/>
        </pc:sldMkLst>
      </pc:sldChg>
      <pc:sldChg chg="addSp modSp add mod">
        <pc:chgData name="Sanmukh Kuppannagari" userId="ad215094-da36-4b66-9c79-369a17aea26b" providerId="ADAL" clId="{613A0AB2-BD56-483A-AC30-AF62202992E8}" dt="2024-09-10T13:58:06.256" v="3085" actId="1076"/>
        <pc:sldMkLst>
          <pc:docMk/>
          <pc:sldMk cId="3744848553" sldId="1438"/>
        </pc:sldMkLst>
      </pc:sldChg>
      <pc:sldChg chg="addSp modSp add mod">
        <pc:chgData name="Sanmukh Kuppannagari" userId="ad215094-da36-4b66-9c79-369a17aea26b" providerId="ADAL" clId="{613A0AB2-BD56-483A-AC30-AF62202992E8}" dt="2024-09-10T13:58:13.021" v="3087" actId="1076"/>
        <pc:sldMkLst>
          <pc:docMk/>
          <pc:sldMk cId="3911730472" sldId="1439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1806484747" sldId="1440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510140089" sldId="1441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198400876" sldId="1442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3310307108" sldId="1443"/>
        </pc:sldMkLst>
      </pc:sldChg>
      <pc:sldChg chg="add">
        <pc:chgData name="Sanmukh Kuppannagari" userId="ad215094-da36-4b66-9c79-369a17aea26b" providerId="ADAL" clId="{613A0AB2-BD56-483A-AC30-AF62202992E8}" dt="2024-09-10T01:34:58.921" v="103"/>
        <pc:sldMkLst>
          <pc:docMk/>
          <pc:sldMk cId="239455098" sldId="1444"/>
        </pc:sldMkLst>
      </pc:sldChg>
      <pc:sldChg chg="addSp delSp modSp new mod">
        <pc:chgData name="Sanmukh Kuppannagari" userId="ad215094-da36-4b66-9c79-369a17aea26b" providerId="ADAL" clId="{613A0AB2-BD56-483A-AC30-AF62202992E8}" dt="2024-09-10T01:50:59.559" v="518" actId="20577"/>
        <pc:sldMkLst>
          <pc:docMk/>
          <pc:sldMk cId="2435438658" sldId="1445"/>
        </pc:sldMkLst>
      </pc:sldChg>
      <pc:sldChg chg="addSp modSp add mod">
        <pc:chgData name="Sanmukh Kuppannagari" userId="ad215094-da36-4b66-9c79-369a17aea26b" providerId="ADAL" clId="{613A0AB2-BD56-483A-AC30-AF62202992E8}" dt="2024-09-10T01:56:07.079" v="824" actId="20577"/>
        <pc:sldMkLst>
          <pc:docMk/>
          <pc:sldMk cId="2528700108" sldId="1446"/>
        </pc:sldMkLst>
      </pc:sldChg>
      <pc:sldChg chg="addSp modSp add mod">
        <pc:chgData name="Sanmukh Kuppannagari" userId="ad215094-da36-4b66-9c79-369a17aea26b" providerId="ADAL" clId="{613A0AB2-BD56-483A-AC30-AF62202992E8}" dt="2024-09-10T02:02:04.139" v="1119" actId="20577"/>
        <pc:sldMkLst>
          <pc:docMk/>
          <pc:sldMk cId="3448580318" sldId="1447"/>
        </pc:sldMkLst>
      </pc:sldChg>
      <pc:sldChg chg="modSp add del mod">
        <pc:chgData name="Sanmukh Kuppannagari" userId="ad215094-da36-4b66-9c79-369a17aea26b" providerId="ADAL" clId="{613A0AB2-BD56-483A-AC30-AF62202992E8}" dt="2024-09-10T01:57:11.036" v="974" actId="47"/>
        <pc:sldMkLst>
          <pc:docMk/>
          <pc:sldMk cId="2249879898" sldId="1448"/>
        </pc:sldMkLst>
      </pc:sldChg>
      <pc:sldChg chg="modSp new mod ord">
        <pc:chgData name="Sanmukh Kuppannagari" userId="ad215094-da36-4b66-9c79-369a17aea26b" providerId="ADAL" clId="{613A0AB2-BD56-483A-AC30-AF62202992E8}" dt="2024-09-10T14:00:41.014" v="3120" actId="20577"/>
        <pc:sldMkLst>
          <pc:docMk/>
          <pc:sldMk cId="3596653468" sldId="1448"/>
        </pc:sldMkLst>
      </pc:sldChg>
      <pc:sldChg chg="addSp delSp modSp add mod">
        <pc:chgData name="Sanmukh Kuppannagari" userId="ad215094-da36-4b66-9c79-369a17aea26b" providerId="ADAL" clId="{613A0AB2-BD56-483A-AC30-AF62202992E8}" dt="2024-09-10T02:08:38.970" v="1516" actId="6549"/>
        <pc:sldMkLst>
          <pc:docMk/>
          <pc:sldMk cId="1880408666" sldId="1449"/>
        </pc:sldMkLst>
      </pc:sldChg>
      <pc:sldChg chg="addSp delSp modSp add mod">
        <pc:chgData name="Sanmukh Kuppannagari" userId="ad215094-da36-4b66-9c79-369a17aea26b" providerId="ADAL" clId="{613A0AB2-BD56-483A-AC30-AF62202992E8}" dt="2024-09-10T02:09:46.167" v="1529" actId="1076"/>
        <pc:sldMkLst>
          <pc:docMk/>
          <pc:sldMk cId="4060134973" sldId="1450"/>
        </pc:sldMkLst>
      </pc:sldChg>
      <pc:sldChg chg="add del">
        <pc:chgData name="Sanmukh Kuppannagari" userId="ad215094-da36-4b66-9c79-369a17aea26b" providerId="ADAL" clId="{613A0AB2-BD56-483A-AC30-AF62202992E8}" dt="2024-09-10T02:12:44.420" v="1601" actId="47"/>
        <pc:sldMkLst>
          <pc:docMk/>
          <pc:sldMk cId="3891841292" sldId="1451"/>
        </pc:sldMkLst>
      </pc:sldChg>
      <pc:sldChg chg="addSp delSp modSp add mod">
        <pc:chgData name="Sanmukh Kuppannagari" userId="ad215094-da36-4b66-9c79-369a17aea26b" providerId="ADAL" clId="{613A0AB2-BD56-483A-AC30-AF62202992E8}" dt="2024-09-10T02:12:32.181" v="1600" actId="1076"/>
        <pc:sldMkLst>
          <pc:docMk/>
          <pc:sldMk cId="2002584918" sldId="1452"/>
        </pc:sldMkLst>
      </pc:sldChg>
      <pc:sldChg chg="addSp delSp modSp add mod">
        <pc:chgData name="Sanmukh Kuppannagari" userId="ad215094-da36-4b66-9c79-369a17aea26b" providerId="ADAL" clId="{613A0AB2-BD56-483A-AC30-AF62202992E8}" dt="2024-09-10T02:17:07.136" v="2022" actId="20577"/>
        <pc:sldMkLst>
          <pc:docMk/>
          <pc:sldMk cId="166141272" sldId="1453"/>
        </pc:sldMkLst>
      </pc:sldChg>
      <pc:sldChg chg="addSp delSp modSp new mod">
        <pc:chgData name="Sanmukh Kuppannagari" userId="ad215094-da36-4b66-9c79-369a17aea26b" providerId="ADAL" clId="{613A0AB2-BD56-483A-AC30-AF62202992E8}" dt="2024-09-10T02:29:06.513" v="2400" actId="1076"/>
        <pc:sldMkLst>
          <pc:docMk/>
          <pc:sldMk cId="1637042343" sldId="1454"/>
        </pc:sldMkLst>
      </pc:sldChg>
      <pc:sldChg chg="modSp add mod">
        <pc:chgData name="Sanmukh Kuppannagari" userId="ad215094-da36-4b66-9c79-369a17aea26b" providerId="ADAL" clId="{613A0AB2-BD56-483A-AC30-AF62202992E8}" dt="2024-09-10T02:29:26.921" v="2405" actId="20577"/>
        <pc:sldMkLst>
          <pc:docMk/>
          <pc:sldMk cId="2077584720" sldId="1455"/>
        </pc:sldMkLst>
      </pc:sldChg>
      <pc:sldChg chg="modSp add mod">
        <pc:chgData name="Sanmukh Kuppannagari" userId="ad215094-da36-4b66-9c79-369a17aea26b" providerId="ADAL" clId="{613A0AB2-BD56-483A-AC30-AF62202992E8}" dt="2024-09-10T02:29:53.701" v="2417" actId="1076"/>
        <pc:sldMkLst>
          <pc:docMk/>
          <pc:sldMk cId="1601611775" sldId="1456"/>
        </pc:sldMkLst>
      </pc:sldChg>
      <pc:sldChg chg="addSp delSp modSp add mod">
        <pc:chgData name="Sanmukh Kuppannagari" userId="ad215094-da36-4b66-9c79-369a17aea26b" providerId="ADAL" clId="{613A0AB2-BD56-483A-AC30-AF62202992E8}" dt="2024-09-10T02:32:55.484" v="2474" actId="207"/>
        <pc:sldMkLst>
          <pc:docMk/>
          <pc:sldMk cId="432978893" sldId="1457"/>
        </pc:sldMkLst>
      </pc:sldChg>
      <pc:sldChg chg="addSp modSp add mod">
        <pc:chgData name="Sanmukh Kuppannagari" userId="ad215094-da36-4b66-9c79-369a17aea26b" providerId="ADAL" clId="{613A0AB2-BD56-483A-AC30-AF62202992E8}" dt="2024-09-10T14:01:30.592" v="3123" actId="1076"/>
        <pc:sldMkLst>
          <pc:docMk/>
          <pc:sldMk cId="3977200157" sldId="1458"/>
        </pc:sldMkLst>
      </pc:sldChg>
      <pc:sldChg chg="addSp modSp add mod">
        <pc:chgData name="Sanmukh Kuppannagari" userId="ad215094-da36-4b66-9c79-369a17aea26b" providerId="ADAL" clId="{613A0AB2-BD56-483A-AC30-AF62202992E8}" dt="2024-09-10T02:33:37.620" v="2486" actId="1076"/>
        <pc:sldMkLst>
          <pc:docMk/>
          <pc:sldMk cId="1026247998" sldId="1459"/>
        </pc:sldMkLst>
      </pc:sldChg>
      <pc:sldChg chg="addSp delSp modSp add mod">
        <pc:chgData name="Sanmukh Kuppannagari" userId="ad215094-da36-4b66-9c79-369a17aea26b" providerId="ADAL" clId="{613A0AB2-BD56-483A-AC30-AF62202992E8}" dt="2024-09-10T02:34:39.581" v="2497" actId="478"/>
        <pc:sldMkLst>
          <pc:docMk/>
          <pc:sldMk cId="2306065322" sldId="1460"/>
        </pc:sldMkLst>
      </pc:sldChg>
      <pc:sldChg chg="delSp modSp add mod">
        <pc:chgData name="Sanmukh Kuppannagari" userId="ad215094-da36-4b66-9c79-369a17aea26b" providerId="ADAL" clId="{613A0AB2-BD56-483A-AC30-AF62202992E8}" dt="2024-09-10T02:35:27.251" v="2511" actId="208"/>
        <pc:sldMkLst>
          <pc:docMk/>
          <pc:sldMk cId="3428985795" sldId="1461"/>
        </pc:sldMkLst>
      </pc:sldChg>
      <pc:sldChg chg="delSp modSp add mod">
        <pc:chgData name="Sanmukh Kuppannagari" userId="ad215094-da36-4b66-9c79-369a17aea26b" providerId="ADAL" clId="{613A0AB2-BD56-483A-AC30-AF62202992E8}" dt="2024-09-10T02:35:30.985" v="2514" actId="208"/>
        <pc:sldMkLst>
          <pc:docMk/>
          <pc:sldMk cId="3519324463" sldId="1462"/>
        </pc:sldMkLst>
      </pc:sldChg>
      <pc:sldChg chg="addSp delSp modSp add mod">
        <pc:chgData name="Sanmukh Kuppannagari" userId="ad215094-da36-4b66-9c79-369a17aea26b" providerId="ADAL" clId="{613A0AB2-BD56-483A-AC30-AF62202992E8}" dt="2024-09-10T02:35:34.634" v="2517" actId="208"/>
        <pc:sldMkLst>
          <pc:docMk/>
          <pc:sldMk cId="1373048709" sldId="1463"/>
        </pc:sldMkLst>
      </pc:sldChg>
      <pc:sldChg chg="modSp add mod">
        <pc:chgData name="Sanmukh Kuppannagari" userId="ad215094-da36-4b66-9c79-369a17aea26b" providerId="ADAL" clId="{613A0AB2-BD56-483A-AC30-AF62202992E8}" dt="2024-09-10T02:35:55.507" v="2546" actId="207"/>
        <pc:sldMkLst>
          <pc:docMk/>
          <pc:sldMk cId="3075436054" sldId="1464"/>
        </pc:sldMkLst>
      </pc:sldChg>
      <pc:sldChg chg="modSp add mod">
        <pc:chgData name="Sanmukh Kuppannagari" userId="ad215094-da36-4b66-9c79-369a17aea26b" providerId="ADAL" clId="{613A0AB2-BD56-483A-AC30-AF62202992E8}" dt="2024-09-10T02:36:50.235" v="2590" actId="207"/>
        <pc:sldMkLst>
          <pc:docMk/>
          <pc:sldMk cId="872022406" sldId="1465"/>
        </pc:sldMkLst>
      </pc:sldChg>
      <pc:sldChg chg="modSp add mod">
        <pc:chgData name="Sanmukh Kuppannagari" userId="ad215094-da36-4b66-9c79-369a17aea26b" providerId="ADAL" clId="{613A0AB2-BD56-483A-AC30-AF62202992E8}" dt="2024-09-10T02:48:35.346" v="2990" actId="6549"/>
        <pc:sldMkLst>
          <pc:docMk/>
          <pc:sldMk cId="3474961130" sldId="1466"/>
        </pc:sldMkLst>
      </pc:sldChg>
      <pc:sldChg chg="modSp add mod">
        <pc:chgData name="Sanmukh Kuppannagari" userId="ad215094-da36-4b66-9c79-369a17aea26b" providerId="ADAL" clId="{613A0AB2-BD56-483A-AC30-AF62202992E8}" dt="2024-09-10T02:48:43.494" v="2991" actId="6549"/>
        <pc:sldMkLst>
          <pc:docMk/>
          <pc:sldMk cId="3693279848" sldId="1467"/>
        </pc:sldMkLst>
      </pc:sldChg>
      <pc:sldChg chg="modSp add mod">
        <pc:chgData name="Sanmukh Kuppannagari" userId="ad215094-da36-4b66-9c79-369a17aea26b" providerId="ADAL" clId="{613A0AB2-BD56-483A-AC30-AF62202992E8}" dt="2024-09-10T02:48:52.479" v="2992" actId="6549"/>
        <pc:sldMkLst>
          <pc:docMk/>
          <pc:sldMk cId="1977406003" sldId="1468"/>
        </pc:sldMkLst>
      </pc:sldChg>
      <pc:sldChg chg="addSp modSp add mod">
        <pc:chgData name="Sanmukh Kuppannagari" userId="ad215094-da36-4b66-9c79-369a17aea26b" providerId="ADAL" clId="{613A0AB2-BD56-483A-AC30-AF62202992E8}" dt="2024-09-10T14:04:35.399" v="3385"/>
        <pc:sldMkLst>
          <pc:docMk/>
          <pc:sldMk cId="913176791" sldId="1469"/>
        </pc:sldMkLst>
      </pc:sldChg>
      <pc:sldChg chg="add del">
        <pc:chgData name="Sanmukh Kuppannagari" userId="ad215094-da36-4b66-9c79-369a17aea26b" providerId="ADAL" clId="{613A0AB2-BD56-483A-AC30-AF62202992E8}" dt="2024-09-10T13:57:19.646" v="3075"/>
        <pc:sldMkLst>
          <pc:docMk/>
          <pc:sldMk cId="2349840647" sldId="1469"/>
        </pc:sldMkLst>
      </pc:sldChg>
      <pc:sldChg chg="modSp add mod">
        <pc:chgData name="Sanmukh Kuppannagari" userId="ad215094-da36-4b66-9c79-369a17aea26b" providerId="ADAL" clId="{613A0AB2-BD56-483A-AC30-AF62202992E8}" dt="2024-09-10T14:04:39.925" v="3387"/>
        <pc:sldMkLst>
          <pc:docMk/>
          <pc:sldMk cId="4190536048" sldId="1470"/>
        </pc:sldMkLst>
      </pc:sldChg>
      <pc:sldChg chg="modSp add mod">
        <pc:chgData name="Sanmukh Kuppannagari" userId="ad215094-da36-4b66-9c79-369a17aea26b" providerId="ADAL" clId="{613A0AB2-BD56-483A-AC30-AF62202992E8}" dt="2024-09-10T14:04:44.899" v="3389"/>
        <pc:sldMkLst>
          <pc:docMk/>
          <pc:sldMk cId="2020050802" sldId="1471"/>
        </pc:sldMkLst>
      </pc:sldChg>
      <pc:sldChg chg="modSp add mod">
        <pc:chgData name="Sanmukh Kuppannagari" userId="ad215094-da36-4b66-9c79-369a17aea26b" providerId="ADAL" clId="{613A0AB2-BD56-483A-AC30-AF62202992E8}" dt="2024-09-10T14:05:25.609" v="3495" actId="20577"/>
        <pc:sldMkLst>
          <pc:docMk/>
          <pc:sldMk cId="184454124" sldId="1472"/>
        </pc:sldMkLst>
      </pc:sldChg>
      <pc:sldChg chg="modSp add mod">
        <pc:chgData name="Sanmukh Kuppannagari" userId="ad215094-da36-4b66-9c79-369a17aea26b" providerId="ADAL" clId="{613A0AB2-BD56-483A-AC30-AF62202992E8}" dt="2024-09-10T14:06:05.107" v="3569" actId="20577"/>
        <pc:sldMkLst>
          <pc:docMk/>
          <pc:sldMk cId="1095382800" sldId="1473"/>
        </pc:sldMkLst>
      </pc:sldChg>
      <pc:sldChg chg="modSp add mod">
        <pc:chgData name="Sanmukh Kuppannagari" userId="ad215094-da36-4b66-9c79-369a17aea26b" providerId="ADAL" clId="{613A0AB2-BD56-483A-AC30-AF62202992E8}" dt="2024-09-10T14:07:07.913" v="3714" actId="14100"/>
        <pc:sldMkLst>
          <pc:docMk/>
          <pc:sldMk cId="702332589" sldId="1474"/>
        </pc:sldMkLst>
      </pc:sldChg>
      <pc:sldChg chg="addSp modSp add mod">
        <pc:chgData name="Sanmukh Kuppannagari" userId="ad215094-da36-4b66-9c79-369a17aea26b" providerId="ADAL" clId="{613A0AB2-BD56-483A-AC30-AF62202992E8}" dt="2024-09-10T14:08:58.540" v="4073" actId="20577"/>
        <pc:sldMkLst>
          <pc:docMk/>
          <pc:sldMk cId="3957084145" sldId="14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D5B98-A868-4A62-8240-BC6283F8264D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0BF98-FCB6-413C-BFCD-EA7011EDE6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254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2331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1547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0935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2513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15379-845B-BDE0-DBC3-D41AFBC84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0F7B1B-398E-122B-5D09-365384449E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A02382-1AC4-54AF-6AF5-3950A935CE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1F9822-E1C8-4514-4F1D-6910B98C09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7487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3E5DC-59A7-A9AA-9F34-E89B2CAB9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6D9349-4300-FF41-2122-91DA677CAC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0380FC-E9E3-D01A-7E7C-67BEE6A2E2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494E69-6986-3715-B515-C8BAB4E7ED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68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3CCF4-3553-DD9F-3D6B-4724AE1D3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932120-047E-D181-86C2-04BA308DED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6148CE-0940-BC97-0BA4-58D8A2209C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344018-819B-DF46-0B61-41552D4E7A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5122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B96AC-E904-0F3C-FC43-FB8DFE0AD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03E3E9-893C-1152-038D-BA3B4A577F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66C9BC-92FB-B14E-8CFD-C4AAED4890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82CB3-849B-4F98-925C-96975F16FB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0BF98-FCB6-413C-BFCD-EA7011EDE665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470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967C0-BE4F-8AE7-59F6-9807CC4871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DC0112-4A5B-EC08-3419-E43BAD3968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E0AE5-C6AA-2469-E616-E3BA37F2B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B13D0-588E-8694-AE05-FA7C88CF4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2596B-98C2-F7F3-D266-5CCF744FB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960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45225-995A-126B-6B4C-634CA83CF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044CB-6CF2-5856-8672-E007A5CAA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AAC6E-6CB1-A687-8E15-1F9F56D21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47D7D-B252-9CD8-F5CB-5AF405C7F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48238-5C64-AA2E-1E80-95CADCB2F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214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D8E93-BCB1-86EE-BC1A-ECF6DE7DF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52C9D-CB98-05E2-417B-A2B715882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99F77-8466-44D2-F17F-D0226B088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1D12D-7B1D-3586-21F6-773DC1C72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B3810-8AC5-E561-1F1E-9439664F7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620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3E534-7DCC-5D20-C63C-3CC09EF70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4C404-D542-2902-0176-4DC041B9D4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888E07-0D8B-1D23-65C4-39397F17E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732F92-264E-190A-EF5F-E11054A95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F1B26-0568-5079-8703-C744E3BFB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4BE1B-F6CC-CD83-FB12-18117CE68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339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67EBB-D050-FDF3-BD8D-D48C1165E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7CC139-24A6-503F-262B-734055E2A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129145-290F-9388-473E-CE3F5E9BE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819950-17C2-B3E8-0B6B-93E95A43D4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E781A2-B576-9E25-0FE6-81A106BCE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C029B0-911C-DF02-4917-028738049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532C4B-FBDA-5956-F1B1-B2D278B05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454948-E0E2-7941-91C8-1589256FF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330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6CE6B-994A-3F68-BB1D-B87E17B40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665E36-017C-51A4-F80D-DEAC76250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E5F8D3-502A-92BF-83B3-888AD29D4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3CB3D-3281-0985-64B8-18FB8FE41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292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0487F7-64B2-4846-0EED-A0A30B3EC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F9DEF9-12C3-A37A-C6FA-D237DA3D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92C04-7DAC-0D99-FB02-59856E6A6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499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14F4A-41FC-C49D-F859-DF8C794DA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A1B68-4B80-736A-15EB-357122DB2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00CE58-ED42-8E81-2883-C3EBD2B6B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1EB4C-49BD-31F6-E5B2-CE7ABF438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FED4FD-7E37-4C4B-4194-984559995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8B4C4B-1BEC-E3ED-D50D-A03278DF1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190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F39F8-0D27-3825-36B9-76F8E9554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40651A-BBB3-7A98-1E35-53AF5E899E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25D3B-06C4-94E7-2232-04F0B8A03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9B5B1-6CBB-E17C-70B1-01B0F0892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4A3B39-01B7-8F18-C3A5-5D04ACAE9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4EB280-1211-D4FD-E01F-2179EB6B8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547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B5F8F-4B41-7CEC-C83C-C89270A93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D0A9D6-6B27-0666-8944-BC3B2775F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B4544-7F79-0F3E-3134-24EFDC3B7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4D4A5-4AA4-2F6F-6311-518B622B6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D4176-7E21-78F5-5774-C3E1B3B19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660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22D407-3181-DDA3-4811-D53ABA8B10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006DA-8227-F4CF-AF74-F3291B9CB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DA4A0-144A-D5DE-6CE7-03E89D1C9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3C466-C5EC-4335-AF21-70E314BE6FF3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04D66-9C59-92BE-FF17-86811607F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C6B7D-9BE0-FADD-2917-A26A97E6F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081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037FEE-FC4D-E1A6-0990-5F671F66F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4CDF9D-BCE3-3DBA-8B46-9FF06CD89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44048-0FF6-EF6B-A6BB-E8B3E1288E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D3C466-C5EC-4335-AF21-70E314BE6FF3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5C041-BBCA-8ACF-388D-689059196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95F26-35FE-972B-D153-140D9A7B5C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E3DFFB-D075-4046-8829-D389E0B2B48E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B17B2D61-3532-146F-7A4A-B249B49786C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2735" y="61594"/>
            <a:ext cx="2565400" cy="647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8476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anmukh.github.io/" TargetMode="External"/><Relationship Id="rId2" Type="http://schemas.openxmlformats.org/officeDocument/2006/relationships/hyperlink" Target="mailto:sanmukh.kuppannagari@case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603.07285.pdf" TargetMode="External"/><Relationship Id="rId2" Type="http://schemas.openxmlformats.org/officeDocument/2006/relationships/hyperlink" Target="https://www.deeplearningbook.org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://arxiv.org/abs/2003.08237" TargetMode="External"/><Relationship Id="rId2" Type="http://schemas.openxmlformats.org/officeDocument/2006/relationships/hyperlink" Target="http://arxiv.org/abs/1905.11946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0.png"/><Relationship Id="rId4" Type="http://schemas.openxmlformats.org/officeDocument/2006/relationships/image" Target="../media/image21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7" Type="http://schemas.openxmlformats.org/officeDocument/2006/relationships/image" Target="../media/image6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0.png"/><Relationship Id="rId5" Type="http://schemas.openxmlformats.org/officeDocument/2006/relationships/image" Target="../media/image510.png"/><Relationship Id="rId4" Type="http://schemas.openxmlformats.org/officeDocument/2006/relationships/image" Target="../media/image210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0.png"/><Relationship Id="rId3" Type="http://schemas.openxmlformats.org/officeDocument/2006/relationships/image" Target="../media/image310.png"/><Relationship Id="rId7" Type="http://schemas.openxmlformats.org/officeDocument/2006/relationships/image" Target="../media/image7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0.png"/><Relationship Id="rId5" Type="http://schemas.openxmlformats.org/officeDocument/2006/relationships/image" Target="../media/image510.png"/><Relationship Id="rId4" Type="http://schemas.openxmlformats.org/officeDocument/2006/relationships/image" Target="../media/image210.png"/><Relationship Id="rId9" Type="http://schemas.openxmlformats.org/officeDocument/2006/relationships/image" Target="../media/image61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0.png"/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1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0.png"/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image" Target="../media/image1010.png"/><Relationship Id="rId4" Type="http://schemas.openxmlformats.org/officeDocument/2006/relationships/image" Target="../media/image710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0.png"/><Relationship Id="rId3" Type="http://schemas.openxmlformats.org/officeDocument/2006/relationships/image" Target="../media/image910.png"/><Relationship Id="rId7" Type="http://schemas.openxmlformats.org/officeDocument/2006/relationships/image" Target="../media/image120.png"/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image" Target="../media/image1010.png"/><Relationship Id="rId4" Type="http://schemas.openxmlformats.org/officeDocument/2006/relationships/image" Target="../media/image710.png"/><Relationship Id="rId9" Type="http://schemas.openxmlformats.org/officeDocument/2006/relationships/image" Target="../media/image610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0.png"/><Relationship Id="rId3" Type="http://schemas.openxmlformats.org/officeDocument/2006/relationships/image" Target="../media/image910.png"/><Relationship Id="rId7" Type="http://schemas.openxmlformats.org/officeDocument/2006/relationships/image" Target="../media/image120.png"/><Relationship Id="rId12" Type="http://schemas.openxmlformats.org/officeDocument/2006/relationships/image" Target="../media/image130.png"/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11" Type="http://schemas.openxmlformats.org/officeDocument/2006/relationships/image" Target="../media/image410.png"/><Relationship Id="rId5" Type="http://schemas.openxmlformats.org/officeDocument/2006/relationships/image" Target="../media/image1010.png"/><Relationship Id="rId10" Type="http://schemas.openxmlformats.org/officeDocument/2006/relationships/image" Target="../media/image310.png"/><Relationship Id="rId4" Type="http://schemas.openxmlformats.org/officeDocument/2006/relationships/image" Target="../media/image710.png"/><Relationship Id="rId9" Type="http://schemas.openxmlformats.org/officeDocument/2006/relationships/image" Target="../media/image610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3" Type="http://schemas.openxmlformats.org/officeDocument/2006/relationships/image" Target="../media/image910.png"/><Relationship Id="rId7" Type="http://schemas.openxmlformats.org/officeDocument/2006/relationships/image" Target="../media/image610.png"/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0.png"/><Relationship Id="rId5" Type="http://schemas.openxmlformats.org/officeDocument/2006/relationships/image" Target="../media/image1010.png"/><Relationship Id="rId10" Type="http://schemas.openxmlformats.org/officeDocument/2006/relationships/image" Target="../media/image140.png"/><Relationship Id="rId4" Type="http://schemas.openxmlformats.org/officeDocument/2006/relationships/image" Target="../media/image710.png"/><Relationship Id="rId9" Type="http://schemas.openxmlformats.org/officeDocument/2006/relationships/image" Target="../media/image410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3" Type="http://schemas.openxmlformats.org/officeDocument/2006/relationships/image" Target="../media/image910.png"/><Relationship Id="rId7" Type="http://schemas.openxmlformats.org/officeDocument/2006/relationships/image" Target="../media/image610.png"/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0.png"/><Relationship Id="rId5" Type="http://schemas.openxmlformats.org/officeDocument/2006/relationships/image" Target="../media/image1010.png"/><Relationship Id="rId10" Type="http://schemas.openxmlformats.org/officeDocument/2006/relationships/image" Target="../media/image150.png"/><Relationship Id="rId4" Type="http://schemas.openxmlformats.org/officeDocument/2006/relationships/image" Target="../media/image710.png"/><Relationship Id="rId9" Type="http://schemas.openxmlformats.org/officeDocument/2006/relationships/image" Target="../media/image410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3" Type="http://schemas.openxmlformats.org/officeDocument/2006/relationships/image" Target="../media/image910.png"/><Relationship Id="rId7" Type="http://schemas.openxmlformats.org/officeDocument/2006/relationships/image" Target="../media/image610.png"/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0.png"/><Relationship Id="rId5" Type="http://schemas.openxmlformats.org/officeDocument/2006/relationships/image" Target="../media/image1010.png"/><Relationship Id="rId10" Type="http://schemas.openxmlformats.org/officeDocument/2006/relationships/image" Target="../media/image16.png"/><Relationship Id="rId4" Type="http://schemas.openxmlformats.org/officeDocument/2006/relationships/image" Target="../media/image710.png"/><Relationship Id="rId9" Type="http://schemas.openxmlformats.org/officeDocument/2006/relationships/image" Target="../media/image410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3" Type="http://schemas.openxmlformats.org/officeDocument/2006/relationships/image" Target="../media/image910.png"/><Relationship Id="rId7" Type="http://schemas.openxmlformats.org/officeDocument/2006/relationships/image" Target="../media/image18.png"/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5" Type="http://schemas.openxmlformats.org/officeDocument/2006/relationships/image" Target="../media/image1010.png"/><Relationship Id="rId10" Type="http://schemas.openxmlformats.org/officeDocument/2006/relationships/image" Target="../media/image212.png"/><Relationship Id="rId4" Type="http://schemas.openxmlformats.org/officeDocument/2006/relationships/image" Target="../media/image710.png"/><Relationship Id="rId9" Type="http://schemas.openxmlformats.org/officeDocument/2006/relationships/image" Target="../media/image2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3" Type="http://schemas.openxmlformats.org/officeDocument/2006/relationships/image" Target="../media/image910.png"/><Relationship Id="rId7" Type="http://schemas.openxmlformats.org/officeDocument/2006/relationships/image" Target="../media/image18.png"/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5" Type="http://schemas.openxmlformats.org/officeDocument/2006/relationships/image" Target="../media/image1010.png"/><Relationship Id="rId10" Type="http://schemas.openxmlformats.org/officeDocument/2006/relationships/image" Target="../media/image212.png"/><Relationship Id="rId4" Type="http://schemas.openxmlformats.org/officeDocument/2006/relationships/image" Target="../media/image710.png"/><Relationship Id="rId9" Type="http://schemas.openxmlformats.org/officeDocument/2006/relationships/image" Target="../media/image20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3" Type="http://schemas.openxmlformats.org/officeDocument/2006/relationships/image" Target="../media/image910.png"/><Relationship Id="rId7" Type="http://schemas.openxmlformats.org/officeDocument/2006/relationships/image" Target="../media/image18.png"/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5" Type="http://schemas.openxmlformats.org/officeDocument/2006/relationships/image" Target="../media/image1010.png"/><Relationship Id="rId10" Type="http://schemas.openxmlformats.org/officeDocument/2006/relationships/image" Target="../media/image212.png"/><Relationship Id="rId4" Type="http://schemas.openxmlformats.org/officeDocument/2006/relationships/image" Target="../media/image710.png"/><Relationship Id="rId9" Type="http://schemas.openxmlformats.org/officeDocument/2006/relationships/image" Target="../media/image20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3" Type="http://schemas.openxmlformats.org/officeDocument/2006/relationships/image" Target="../media/image910.png"/><Relationship Id="rId7" Type="http://schemas.openxmlformats.org/officeDocument/2006/relationships/image" Target="../media/image18.png"/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5" Type="http://schemas.openxmlformats.org/officeDocument/2006/relationships/image" Target="../media/image1010.png"/><Relationship Id="rId10" Type="http://schemas.openxmlformats.org/officeDocument/2006/relationships/image" Target="../media/image212.png"/><Relationship Id="rId4" Type="http://schemas.openxmlformats.org/officeDocument/2006/relationships/image" Target="../media/image710.png"/><Relationship Id="rId9" Type="http://schemas.openxmlformats.org/officeDocument/2006/relationships/image" Target="../media/image20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3" Type="http://schemas.openxmlformats.org/officeDocument/2006/relationships/image" Target="../media/image910.png"/><Relationship Id="rId7" Type="http://schemas.openxmlformats.org/officeDocument/2006/relationships/image" Target="../media/image610.png"/><Relationship Id="rId12" Type="http://schemas.openxmlformats.org/officeDocument/2006/relationships/image" Target="../media/image250.png"/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0.png"/><Relationship Id="rId11" Type="http://schemas.openxmlformats.org/officeDocument/2006/relationships/image" Target="../media/image240.png"/><Relationship Id="rId5" Type="http://schemas.openxmlformats.org/officeDocument/2006/relationships/image" Target="../media/image1010.png"/><Relationship Id="rId10" Type="http://schemas.openxmlformats.org/officeDocument/2006/relationships/image" Target="../media/image140.png"/><Relationship Id="rId4" Type="http://schemas.openxmlformats.org/officeDocument/2006/relationships/image" Target="../media/image710.png"/><Relationship Id="rId9" Type="http://schemas.openxmlformats.org/officeDocument/2006/relationships/image" Target="../media/image410.png"/></Relationships>
</file>

<file path=ppt/slides/_rels/slide5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70.png"/><Relationship Id="rId18" Type="http://schemas.openxmlformats.org/officeDocument/2006/relationships/image" Target="../media/image42.png"/><Relationship Id="rId26" Type="http://schemas.openxmlformats.org/officeDocument/2006/relationships/image" Target="../media/image52.png"/><Relationship Id="rId3" Type="http://schemas.openxmlformats.org/officeDocument/2006/relationships/image" Target="../media/image270.png"/><Relationship Id="rId21" Type="http://schemas.openxmlformats.org/officeDocument/2006/relationships/image" Target="../media/image47.png"/><Relationship Id="rId34" Type="http://schemas.openxmlformats.org/officeDocument/2006/relationships/image" Target="../media/image60.png"/><Relationship Id="rId7" Type="http://schemas.openxmlformats.org/officeDocument/2006/relationships/image" Target="../media/image312.png"/><Relationship Id="rId12" Type="http://schemas.openxmlformats.org/officeDocument/2006/relationships/image" Target="../media/image360.png"/><Relationship Id="rId17" Type="http://schemas.openxmlformats.org/officeDocument/2006/relationships/image" Target="../media/image41.png"/><Relationship Id="rId25" Type="http://schemas.openxmlformats.org/officeDocument/2006/relationships/image" Target="../media/image51.png"/><Relationship Id="rId33" Type="http://schemas.openxmlformats.org/officeDocument/2006/relationships/image" Target="../media/image59.png"/><Relationship Id="rId2" Type="http://schemas.openxmlformats.org/officeDocument/2006/relationships/image" Target="../media/image260.png"/><Relationship Id="rId16" Type="http://schemas.openxmlformats.org/officeDocument/2006/relationships/image" Target="../media/image40.png"/><Relationship Id="rId20" Type="http://schemas.openxmlformats.org/officeDocument/2006/relationships/image" Target="../media/image46.png"/><Relationship Id="rId29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0.png"/><Relationship Id="rId11" Type="http://schemas.openxmlformats.org/officeDocument/2006/relationships/image" Target="../media/image350.png"/><Relationship Id="rId24" Type="http://schemas.openxmlformats.org/officeDocument/2006/relationships/image" Target="../media/image50.png"/><Relationship Id="rId32" Type="http://schemas.openxmlformats.org/officeDocument/2006/relationships/image" Target="../media/image58.png"/><Relationship Id="rId5" Type="http://schemas.openxmlformats.org/officeDocument/2006/relationships/image" Target="../media/image290.png"/><Relationship Id="rId15" Type="http://schemas.openxmlformats.org/officeDocument/2006/relationships/image" Target="../media/image390.png"/><Relationship Id="rId23" Type="http://schemas.openxmlformats.org/officeDocument/2006/relationships/image" Target="../media/image49.png"/><Relationship Id="rId28" Type="http://schemas.openxmlformats.org/officeDocument/2006/relationships/image" Target="../media/image54.png"/><Relationship Id="rId10" Type="http://schemas.openxmlformats.org/officeDocument/2006/relationships/image" Target="../media/image340.png"/><Relationship Id="rId19" Type="http://schemas.openxmlformats.org/officeDocument/2006/relationships/image" Target="../media/image45.png"/><Relationship Id="rId31" Type="http://schemas.openxmlformats.org/officeDocument/2006/relationships/image" Target="../media/image57.png"/><Relationship Id="rId4" Type="http://schemas.openxmlformats.org/officeDocument/2006/relationships/image" Target="../media/image280.png"/><Relationship Id="rId9" Type="http://schemas.openxmlformats.org/officeDocument/2006/relationships/image" Target="../media/image330.png"/><Relationship Id="rId14" Type="http://schemas.openxmlformats.org/officeDocument/2006/relationships/image" Target="../media/image380.png"/><Relationship Id="rId22" Type="http://schemas.openxmlformats.org/officeDocument/2006/relationships/image" Target="../media/image48.png"/><Relationship Id="rId27" Type="http://schemas.openxmlformats.org/officeDocument/2006/relationships/image" Target="../media/image53.png"/><Relationship Id="rId30" Type="http://schemas.openxmlformats.org/officeDocument/2006/relationships/image" Target="../media/image56.png"/><Relationship Id="rId8" Type="http://schemas.openxmlformats.org/officeDocument/2006/relationships/image" Target="../media/image320.png"/></Relationships>
</file>

<file path=ppt/slides/_rels/slide5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70.png"/><Relationship Id="rId18" Type="http://schemas.openxmlformats.org/officeDocument/2006/relationships/image" Target="../media/image45.png"/><Relationship Id="rId26" Type="http://schemas.openxmlformats.org/officeDocument/2006/relationships/image" Target="../media/image53.png"/><Relationship Id="rId3" Type="http://schemas.openxmlformats.org/officeDocument/2006/relationships/image" Target="../media/image270.png"/><Relationship Id="rId21" Type="http://schemas.openxmlformats.org/officeDocument/2006/relationships/image" Target="../media/image48.png"/><Relationship Id="rId7" Type="http://schemas.openxmlformats.org/officeDocument/2006/relationships/image" Target="../media/image312.png"/><Relationship Id="rId12" Type="http://schemas.openxmlformats.org/officeDocument/2006/relationships/image" Target="../media/image360.png"/><Relationship Id="rId17" Type="http://schemas.openxmlformats.org/officeDocument/2006/relationships/image" Target="../media/image41.png"/><Relationship Id="rId25" Type="http://schemas.openxmlformats.org/officeDocument/2006/relationships/image" Target="../media/image52.png"/><Relationship Id="rId33" Type="http://schemas.openxmlformats.org/officeDocument/2006/relationships/image" Target="../media/image60.png"/><Relationship Id="rId2" Type="http://schemas.openxmlformats.org/officeDocument/2006/relationships/image" Target="../media/image420.png"/><Relationship Id="rId16" Type="http://schemas.openxmlformats.org/officeDocument/2006/relationships/image" Target="../media/image40.png"/><Relationship Id="rId20" Type="http://schemas.openxmlformats.org/officeDocument/2006/relationships/image" Target="../media/image47.png"/><Relationship Id="rId29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0.png"/><Relationship Id="rId11" Type="http://schemas.openxmlformats.org/officeDocument/2006/relationships/image" Target="../media/image350.png"/><Relationship Id="rId24" Type="http://schemas.openxmlformats.org/officeDocument/2006/relationships/image" Target="../media/image51.png"/><Relationship Id="rId32" Type="http://schemas.openxmlformats.org/officeDocument/2006/relationships/image" Target="../media/image59.png"/><Relationship Id="rId5" Type="http://schemas.openxmlformats.org/officeDocument/2006/relationships/image" Target="../media/image290.png"/><Relationship Id="rId15" Type="http://schemas.openxmlformats.org/officeDocument/2006/relationships/image" Target="../media/image43.png"/><Relationship Id="rId23" Type="http://schemas.openxmlformats.org/officeDocument/2006/relationships/image" Target="../media/image50.png"/><Relationship Id="rId28" Type="http://schemas.openxmlformats.org/officeDocument/2006/relationships/image" Target="../media/image55.png"/><Relationship Id="rId10" Type="http://schemas.openxmlformats.org/officeDocument/2006/relationships/image" Target="../media/image340.png"/><Relationship Id="rId19" Type="http://schemas.openxmlformats.org/officeDocument/2006/relationships/image" Target="../media/image46.png"/><Relationship Id="rId31" Type="http://schemas.openxmlformats.org/officeDocument/2006/relationships/image" Target="../media/image58.png"/><Relationship Id="rId4" Type="http://schemas.openxmlformats.org/officeDocument/2006/relationships/image" Target="../media/image280.png"/><Relationship Id="rId9" Type="http://schemas.openxmlformats.org/officeDocument/2006/relationships/image" Target="../media/image330.png"/><Relationship Id="rId14" Type="http://schemas.openxmlformats.org/officeDocument/2006/relationships/image" Target="../media/image380.png"/><Relationship Id="rId22" Type="http://schemas.openxmlformats.org/officeDocument/2006/relationships/image" Target="../media/image49.png"/><Relationship Id="rId27" Type="http://schemas.openxmlformats.org/officeDocument/2006/relationships/image" Target="../media/image54.png"/><Relationship Id="rId30" Type="http://schemas.openxmlformats.org/officeDocument/2006/relationships/image" Target="../media/image57.png"/><Relationship Id="rId8" Type="http://schemas.openxmlformats.org/officeDocument/2006/relationships/image" Target="../media/image320.png"/></Relationships>
</file>

<file path=ppt/slides/_rels/slide5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70.png"/><Relationship Id="rId18" Type="http://schemas.openxmlformats.org/officeDocument/2006/relationships/image" Target="../media/image45.png"/><Relationship Id="rId26" Type="http://schemas.openxmlformats.org/officeDocument/2006/relationships/image" Target="../media/image53.png"/><Relationship Id="rId3" Type="http://schemas.openxmlformats.org/officeDocument/2006/relationships/image" Target="../media/image270.png"/><Relationship Id="rId21" Type="http://schemas.openxmlformats.org/officeDocument/2006/relationships/image" Target="../media/image48.png"/><Relationship Id="rId7" Type="http://schemas.openxmlformats.org/officeDocument/2006/relationships/image" Target="../media/image312.png"/><Relationship Id="rId12" Type="http://schemas.openxmlformats.org/officeDocument/2006/relationships/image" Target="../media/image360.png"/><Relationship Id="rId17" Type="http://schemas.openxmlformats.org/officeDocument/2006/relationships/image" Target="../media/image41.png"/><Relationship Id="rId25" Type="http://schemas.openxmlformats.org/officeDocument/2006/relationships/image" Target="../media/image52.png"/><Relationship Id="rId33" Type="http://schemas.openxmlformats.org/officeDocument/2006/relationships/image" Target="../media/image60.png"/><Relationship Id="rId2" Type="http://schemas.openxmlformats.org/officeDocument/2006/relationships/image" Target="../media/image420.png"/><Relationship Id="rId16" Type="http://schemas.openxmlformats.org/officeDocument/2006/relationships/image" Target="../media/image40.png"/><Relationship Id="rId20" Type="http://schemas.openxmlformats.org/officeDocument/2006/relationships/image" Target="../media/image47.png"/><Relationship Id="rId29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0.png"/><Relationship Id="rId11" Type="http://schemas.openxmlformats.org/officeDocument/2006/relationships/image" Target="../media/image350.png"/><Relationship Id="rId24" Type="http://schemas.openxmlformats.org/officeDocument/2006/relationships/image" Target="../media/image51.png"/><Relationship Id="rId32" Type="http://schemas.openxmlformats.org/officeDocument/2006/relationships/image" Target="../media/image59.png"/><Relationship Id="rId5" Type="http://schemas.openxmlformats.org/officeDocument/2006/relationships/image" Target="../media/image290.png"/><Relationship Id="rId15" Type="http://schemas.openxmlformats.org/officeDocument/2006/relationships/image" Target="../media/image44.png"/><Relationship Id="rId23" Type="http://schemas.openxmlformats.org/officeDocument/2006/relationships/image" Target="../media/image50.png"/><Relationship Id="rId28" Type="http://schemas.openxmlformats.org/officeDocument/2006/relationships/image" Target="../media/image55.png"/><Relationship Id="rId10" Type="http://schemas.openxmlformats.org/officeDocument/2006/relationships/image" Target="../media/image340.png"/><Relationship Id="rId19" Type="http://schemas.openxmlformats.org/officeDocument/2006/relationships/image" Target="../media/image46.png"/><Relationship Id="rId31" Type="http://schemas.openxmlformats.org/officeDocument/2006/relationships/image" Target="../media/image58.png"/><Relationship Id="rId4" Type="http://schemas.openxmlformats.org/officeDocument/2006/relationships/image" Target="../media/image280.png"/><Relationship Id="rId9" Type="http://schemas.openxmlformats.org/officeDocument/2006/relationships/image" Target="../media/image330.png"/><Relationship Id="rId14" Type="http://schemas.openxmlformats.org/officeDocument/2006/relationships/image" Target="../media/image380.png"/><Relationship Id="rId22" Type="http://schemas.openxmlformats.org/officeDocument/2006/relationships/image" Target="../media/image49.png"/><Relationship Id="rId27" Type="http://schemas.openxmlformats.org/officeDocument/2006/relationships/image" Target="../media/image54.png"/><Relationship Id="rId30" Type="http://schemas.openxmlformats.org/officeDocument/2006/relationships/image" Target="../media/image57.png"/><Relationship Id="rId8" Type="http://schemas.openxmlformats.org/officeDocument/2006/relationships/image" Target="../media/image320.png"/></Relationships>
</file>

<file path=ppt/slides/_rels/slide5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70.png"/><Relationship Id="rId18" Type="http://schemas.openxmlformats.org/officeDocument/2006/relationships/image" Target="../media/image45.png"/><Relationship Id="rId26" Type="http://schemas.openxmlformats.org/officeDocument/2006/relationships/image" Target="../media/image53.png"/><Relationship Id="rId3" Type="http://schemas.openxmlformats.org/officeDocument/2006/relationships/image" Target="../media/image270.png"/><Relationship Id="rId21" Type="http://schemas.openxmlformats.org/officeDocument/2006/relationships/image" Target="../media/image48.png"/><Relationship Id="rId7" Type="http://schemas.openxmlformats.org/officeDocument/2006/relationships/image" Target="../media/image312.png"/><Relationship Id="rId12" Type="http://schemas.openxmlformats.org/officeDocument/2006/relationships/image" Target="../media/image360.png"/><Relationship Id="rId17" Type="http://schemas.openxmlformats.org/officeDocument/2006/relationships/image" Target="../media/image41.png"/><Relationship Id="rId25" Type="http://schemas.openxmlformats.org/officeDocument/2006/relationships/image" Target="../media/image52.png"/><Relationship Id="rId33" Type="http://schemas.openxmlformats.org/officeDocument/2006/relationships/image" Target="../media/image60.png"/><Relationship Id="rId2" Type="http://schemas.openxmlformats.org/officeDocument/2006/relationships/image" Target="../media/image420.png"/><Relationship Id="rId16" Type="http://schemas.openxmlformats.org/officeDocument/2006/relationships/image" Target="../media/image40.png"/><Relationship Id="rId20" Type="http://schemas.openxmlformats.org/officeDocument/2006/relationships/image" Target="../media/image47.png"/><Relationship Id="rId29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0.png"/><Relationship Id="rId11" Type="http://schemas.openxmlformats.org/officeDocument/2006/relationships/image" Target="../media/image350.png"/><Relationship Id="rId24" Type="http://schemas.openxmlformats.org/officeDocument/2006/relationships/image" Target="../media/image51.png"/><Relationship Id="rId32" Type="http://schemas.openxmlformats.org/officeDocument/2006/relationships/image" Target="../media/image59.png"/><Relationship Id="rId5" Type="http://schemas.openxmlformats.org/officeDocument/2006/relationships/image" Target="../media/image290.png"/><Relationship Id="rId15" Type="http://schemas.openxmlformats.org/officeDocument/2006/relationships/image" Target="../media/image44.png"/><Relationship Id="rId23" Type="http://schemas.openxmlformats.org/officeDocument/2006/relationships/image" Target="../media/image50.png"/><Relationship Id="rId28" Type="http://schemas.openxmlformats.org/officeDocument/2006/relationships/image" Target="../media/image55.png"/><Relationship Id="rId10" Type="http://schemas.openxmlformats.org/officeDocument/2006/relationships/image" Target="../media/image340.png"/><Relationship Id="rId19" Type="http://schemas.openxmlformats.org/officeDocument/2006/relationships/image" Target="../media/image46.png"/><Relationship Id="rId31" Type="http://schemas.openxmlformats.org/officeDocument/2006/relationships/image" Target="../media/image58.png"/><Relationship Id="rId4" Type="http://schemas.openxmlformats.org/officeDocument/2006/relationships/image" Target="../media/image280.png"/><Relationship Id="rId9" Type="http://schemas.openxmlformats.org/officeDocument/2006/relationships/image" Target="../media/image330.png"/><Relationship Id="rId14" Type="http://schemas.openxmlformats.org/officeDocument/2006/relationships/image" Target="../media/image380.png"/><Relationship Id="rId22" Type="http://schemas.openxmlformats.org/officeDocument/2006/relationships/image" Target="../media/image49.png"/><Relationship Id="rId27" Type="http://schemas.openxmlformats.org/officeDocument/2006/relationships/image" Target="../media/image54.png"/><Relationship Id="rId30" Type="http://schemas.openxmlformats.org/officeDocument/2006/relationships/image" Target="../media/image57.png"/><Relationship Id="rId8" Type="http://schemas.openxmlformats.org/officeDocument/2006/relationships/image" Target="../media/image320.png"/></Relationships>
</file>

<file path=ppt/slides/_rels/slide5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70.png"/><Relationship Id="rId18" Type="http://schemas.openxmlformats.org/officeDocument/2006/relationships/image" Target="../media/image45.png"/><Relationship Id="rId26" Type="http://schemas.openxmlformats.org/officeDocument/2006/relationships/image" Target="../media/image53.png"/><Relationship Id="rId3" Type="http://schemas.openxmlformats.org/officeDocument/2006/relationships/image" Target="../media/image270.png"/><Relationship Id="rId21" Type="http://schemas.openxmlformats.org/officeDocument/2006/relationships/image" Target="../media/image48.png"/><Relationship Id="rId7" Type="http://schemas.openxmlformats.org/officeDocument/2006/relationships/image" Target="../media/image312.png"/><Relationship Id="rId12" Type="http://schemas.openxmlformats.org/officeDocument/2006/relationships/image" Target="../media/image360.png"/><Relationship Id="rId17" Type="http://schemas.openxmlformats.org/officeDocument/2006/relationships/image" Target="../media/image41.png"/><Relationship Id="rId25" Type="http://schemas.openxmlformats.org/officeDocument/2006/relationships/image" Target="../media/image52.png"/><Relationship Id="rId33" Type="http://schemas.openxmlformats.org/officeDocument/2006/relationships/image" Target="../media/image60.png"/><Relationship Id="rId2" Type="http://schemas.openxmlformats.org/officeDocument/2006/relationships/image" Target="../media/image420.png"/><Relationship Id="rId16" Type="http://schemas.openxmlformats.org/officeDocument/2006/relationships/image" Target="../media/image40.png"/><Relationship Id="rId20" Type="http://schemas.openxmlformats.org/officeDocument/2006/relationships/image" Target="../media/image47.png"/><Relationship Id="rId29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0.png"/><Relationship Id="rId11" Type="http://schemas.openxmlformats.org/officeDocument/2006/relationships/image" Target="../media/image350.png"/><Relationship Id="rId24" Type="http://schemas.openxmlformats.org/officeDocument/2006/relationships/image" Target="../media/image51.png"/><Relationship Id="rId32" Type="http://schemas.openxmlformats.org/officeDocument/2006/relationships/image" Target="../media/image59.png"/><Relationship Id="rId5" Type="http://schemas.openxmlformats.org/officeDocument/2006/relationships/image" Target="../media/image290.png"/><Relationship Id="rId15" Type="http://schemas.openxmlformats.org/officeDocument/2006/relationships/image" Target="../media/image61.png"/><Relationship Id="rId23" Type="http://schemas.openxmlformats.org/officeDocument/2006/relationships/image" Target="../media/image50.png"/><Relationship Id="rId28" Type="http://schemas.openxmlformats.org/officeDocument/2006/relationships/image" Target="../media/image55.png"/><Relationship Id="rId10" Type="http://schemas.openxmlformats.org/officeDocument/2006/relationships/image" Target="../media/image340.png"/><Relationship Id="rId19" Type="http://schemas.openxmlformats.org/officeDocument/2006/relationships/image" Target="../media/image46.png"/><Relationship Id="rId31" Type="http://schemas.openxmlformats.org/officeDocument/2006/relationships/image" Target="../media/image58.png"/><Relationship Id="rId4" Type="http://schemas.openxmlformats.org/officeDocument/2006/relationships/image" Target="../media/image280.png"/><Relationship Id="rId9" Type="http://schemas.openxmlformats.org/officeDocument/2006/relationships/image" Target="../media/image330.png"/><Relationship Id="rId14" Type="http://schemas.openxmlformats.org/officeDocument/2006/relationships/image" Target="../media/image380.png"/><Relationship Id="rId22" Type="http://schemas.openxmlformats.org/officeDocument/2006/relationships/image" Target="../media/image49.png"/><Relationship Id="rId27" Type="http://schemas.openxmlformats.org/officeDocument/2006/relationships/image" Target="../media/image54.png"/><Relationship Id="rId30" Type="http://schemas.openxmlformats.org/officeDocument/2006/relationships/image" Target="../media/image57.png"/><Relationship Id="rId8" Type="http://schemas.openxmlformats.org/officeDocument/2006/relationships/image" Target="../media/image320.png"/></Relationships>
</file>

<file path=ppt/slides/_rels/slide6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70.png"/><Relationship Id="rId18" Type="http://schemas.openxmlformats.org/officeDocument/2006/relationships/image" Target="../media/image45.png"/><Relationship Id="rId26" Type="http://schemas.openxmlformats.org/officeDocument/2006/relationships/image" Target="../media/image53.png"/><Relationship Id="rId3" Type="http://schemas.openxmlformats.org/officeDocument/2006/relationships/image" Target="../media/image62.png"/><Relationship Id="rId21" Type="http://schemas.openxmlformats.org/officeDocument/2006/relationships/image" Target="../media/image48.png"/><Relationship Id="rId7" Type="http://schemas.openxmlformats.org/officeDocument/2006/relationships/image" Target="../media/image312.png"/><Relationship Id="rId12" Type="http://schemas.openxmlformats.org/officeDocument/2006/relationships/image" Target="../media/image360.png"/><Relationship Id="rId17" Type="http://schemas.openxmlformats.org/officeDocument/2006/relationships/image" Target="../media/image41.png"/><Relationship Id="rId25" Type="http://schemas.openxmlformats.org/officeDocument/2006/relationships/image" Target="../media/image52.png"/><Relationship Id="rId33" Type="http://schemas.openxmlformats.org/officeDocument/2006/relationships/image" Target="../media/image60.png"/><Relationship Id="rId2" Type="http://schemas.openxmlformats.org/officeDocument/2006/relationships/image" Target="../media/image420.png"/><Relationship Id="rId16" Type="http://schemas.openxmlformats.org/officeDocument/2006/relationships/image" Target="../media/image40.png"/><Relationship Id="rId20" Type="http://schemas.openxmlformats.org/officeDocument/2006/relationships/image" Target="../media/image47.png"/><Relationship Id="rId29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0.png"/><Relationship Id="rId11" Type="http://schemas.openxmlformats.org/officeDocument/2006/relationships/image" Target="../media/image350.png"/><Relationship Id="rId24" Type="http://schemas.openxmlformats.org/officeDocument/2006/relationships/image" Target="../media/image51.png"/><Relationship Id="rId32" Type="http://schemas.openxmlformats.org/officeDocument/2006/relationships/image" Target="../media/image59.png"/><Relationship Id="rId5" Type="http://schemas.openxmlformats.org/officeDocument/2006/relationships/image" Target="../media/image64.png"/><Relationship Id="rId15" Type="http://schemas.openxmlformats.org/officeDocument/2006/relationships/image" Target="../media/image65.png"/><Relationship Id="rId23" Type="http://schemas.openxmlformats.org/officeDocument/2006/relationships/image" Target="../media/image50.png"/><Relationship Id="rId28" Type="http://schemas.openxmlformats.org/officeDocument/2006/relationships/image" Target="../media/image55.png"/><Relationship Id="rId10" Type="http://schemas.openxmlformats.org/officeDocument/2006/relationships/image" Target="../media/image340.png"/><Relationship Id="rId19" Type="http://schemas.openxmlformats.org/officeDocument/2006/relationships/image" Target="../media/image46.png"/><Relationship Id="rId31" Type="http://schemas.openxmlformats.org/officeDocument/2006/relationships/image" Target="../media/image58.png"/><Relationship Id="rId4" Type="http://schemas.openxmlformats.org/officeDocument/2006/relationships/image" Target="../media/image63.png"/><Relationship Id="rId9" Type="http://schemas.openxmlformats.org/officeDocument/2006/relationships/image" Target="../media/image330.png"/><Relationship Id="rId14" Type="http://schemas.openxmlformats.org/officeDocument/2006/relationships/image" Target="../media/image380.png"/><Relationship Id="rId22" Type="http://schemas.openxmlformats.org/officeDocument/2006/relationships/image" Target="../media/image49.png"/><Relationship Id="rId27" Type="http://schemas.openxmlformats.org/officeDocument/2006/relationships/image" Target="../media/image54.png"/><Relationship Id="rId30" Type="http://schemas.openxmlformats.org/officeDocument/2006/relationships/image" Target="../media/image57.png"/><Relationship Id="rId8" Type="http://schemas.openxmlformats.org/officeDocument/2006/relationships/image" Target="../media/image320.png"/></Relationships>
</file>

<file path=ppt/slides/_rels/slide6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3.png"/><Relationship Id="rId18" Type="http://schemas.openxmlformats.org/officeDocument/2006/relationships/image" Target="../media/image45.png"/><Relationship Id="rId26" Type="http://schemas.openxmlformats.org/officeDocument/2006/relationships/image" Target="../media/image53.png"/><Relationship Id="rId3" Type="http://schemas.openxmlformats.org/officeDocument/2006/relationships/image" Target="../media/image270.png"/><Relationship Id="rId21" Type="http://schemas.openxmlformats.org/officeDocument/2006/relationships/image" Target="../media/image48.png"/><Relationship Id="rId34" Type="http://schemas.openxmlformats.org/officeDocument/2006/relationships/image" Target="../media/image77.pn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17" Type="http://schemas.openxmlformats.org/officeDocument/2006/relationships/image" Target="../media/image41.png"/><Relationship Id="rId25" Type="http://schemas.openxmlformats.org/officeDocument/2006/relationships/image" Target="../media/image52.png"/><Relationship Id="rId33" Type="http://schemas.openxmlformats.org/officeDocument/2006/relationships/image" Target="../media/image60.png"/><Relationship Id="rId2" Type="http://schemas.openxmlformats.org/officeDocument/2006/relationships/image" Target="../media/image420.png"/><Relationship Id="rId16" Type="http://schemas.openxmlformats.org/officeDocument/2006/relationships/image" Target="../media/image76.png"/><Relationship Id="rId20" Type="http://schemas.openxmlformats.org/officeDocument/2006/relationships/image" Target="../media/image47.png"/><Relationship Id="rId29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24" Type="http://schemas.openxmlformats.org/officeDocument/2006/relationships/image" Target="../media/image51.png"/><Relationship Id="rId32" Type="http://schemas.openxmlformats.org/officeDocument/2006/relationships/image" Target="../media/image59.png"/><Relationship Id="rId5" Type="http://schemas.openxmlformats.org/officeDocument/2006/relationships/image" Target="../media/image290.png"/><Relationship Id="rId15" Type="http://schemas.openxmlformats.org/officeDocument/2006/relationships/image" Target="../media/image75.png"/><Relationship Id="rId23" Type="http://schemas.openxmlformats.org/officeDocument/2006/relationships/image" Target="../media/image50.png"/><Relationship Id="rId28" Type="http://schemas.openxmlformats.org/officeDocument/2006/relationships/image" Target="../media/image55.png"/><Relationship Id="rId10" Type="http://schemas.openxmlformats.org/officeDocument/2006/relationships/image" Target="../media/image70.png"/><Relationship Id="rId19" Type="http://schemas.openxmlformats.org/officeDocument/2006/relationships/image" Target="../media/image46.png"/><Relationship Id="rId31" Type="http://schemas.openxmlformats.org/officeDocument/2006/relationships/image" Target="../media/image58.png"/><Relationship Id="rId4" Type="http://schemas.openxmlformats.org/officeDocument/2006/relationships/image" Target="../media/image280.png"/><Relationship Id="rId9" Type="http://schemas.openxmlformats.org/officeDocument/2006/relationships/image" Target="../media/image69.png"/><Relationship Id="rId14" Type="http://schemas.openxmlformats.org/officeDocument/2006/relationships/image" Target="../media/image74.png"/><Relationship Id="rId22" Type="http://schemas.openxmlformats.org/officeDocument/2006/relationships/image" Target="../media/image49.png"/><Relationship Id="rId27" Type="http://schemas.openxmlformats.org/officeDocument/2006/relationships/image" Target="../media/image54.png"/><Relationship Id="rId30" Type="http://schemas.openxmlformats.org/officeDocument/2006/relationships/image" Target="../media/image57.png"/><Relationship Id="rId8" Type="http://schemas.openxmlformats.org/officeDocument/2006/relationships/image" Target="../media/image68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3" Type="http://schemas.openxmlformats.org/officeDocument/2006/relationships/image" Target="../media/image910.png"/><Relationship Id="rId7" Type="http://schemas.openxmlformats.org/officeDocument/2006/relationships/image" Target="../media/image18.png"/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5" Type="http://schemas.openxmlformats.org/officeDocument/2006/relationships/image" Target="../media/image1010.png"/><Relationship Id="rId10" Type="http://schemas.openxmlformats.org/officeDocument/2006/relationships/image" Target="../media/image212.png"/><Relationship Id="rId4" Type="http://schemas.openxmlformats.org/officeDocument/2006/relationships/image" Target="../media/image710.png"/><Relationship Id="rId9" Type="http://schemas.openxmlformats.org/officeDocument/2006/relationships/image" Target="../media/image20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3" Type="http://schemas.openxmlformats.org/officeDocument/2006/relationships/image" Target="../media/image910.png"/><Relationship Id="rId7" Type="http://schemas.openxmlformats.org/officeDocument/2006/relationships/image" Target="../media/image18.png"/><Relationship Id="rId12" Type="http://schemas.openxmlformats.org/officeDocument/2006/relationships/image" Target="../media/image780.png"/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11" Type="http://schemas.openxmlformats.org/officeDocument/2006/relationships/image" Target="../media/image770.png"/><Relationship Id="rId5" Type="http://schemas.openxmlformats.org/officeDocument/2006/relationships/image" Target="../media/image1010.png"/><Relationship Id="rId10" Type="http://schemas.openxmlformats.org/officeDocument/2006/relationships/image" Target="../media/image78.png"/><Relationship Id="rId4" Type="http://schemas.openxmlformats.org/officeDocument/2006/relationships/image" Target="../media/image710.png"/><Relationship Id="rId9" Type="http://schemas.openxmlformats.org/officeDocument/2006/relationships/image" Target="../media/image20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3" Type="http://schemas.openxmlformats.org/officeDocument/2006/relationships/image" Target="../media/image910.png"/><Relationship Id="rId7" Type="http://schemas.openxmlformats.org/officeDocument/2006/relationships/image" Target="../media/image18.png"/><Relationship Id="rId12" Type="http://schemas.openxmlformats.org/officeDocument/2006/relationships/image" Target="../media/image780.png"/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11" Type="http://schemas.openxmlformats.org/officeDocument/2006/relationships/image" Target="../media/image770.png"/><Relationship Id="rId5" Type="http://schemas.openxmlformats.org/officeDocument/2006/relationships/image" Target="../media/image1010.png"/><Relationship Id="rId10" Type="http://schemas.openxmlformats.org/officeDocument/2006/relationships/image" Target="../media/image79.png"/><Relationship Id="rId4" Type="http://schemas.openxmlformats.org/officeDocument/2006/relationships/image" Target="../media/image710.png"/><Relationship Id="rId9" Type="http://schemas.openxmlformats.org/officeDocument/2006/relationships/image" Target="../media/image20.png"/></Relationships>
</file>

<file path=ppt/slides/_rels/slide6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0.png"/><Relationship Id="rId18" Type="http://schemas.openxmlformats.org/officeDocument/2006/relationships/image" Target="../media/image95.png"/><Relationship Id="rId26" Type="http://schemas.openxmlformats.org/officeDocument/2006/relationships/image" Target="../media/image103.png"/><Relationship Id="rId3" Type="http://schemas.openxmlformats.org/officeDocument/2006/relationships/image" Target="../media/image80.png"/><Relationship Id="rId21" Type="http://schemas.openxmlformats.org/officeDocument/2006/relationships/image" Target="../media/image98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17" Type="http://schemas.openxmlformats.org/officeDocument/2006/relationships/image" Target="../media/image94.png"/><Relationship Id="rId25" Type="http://schemas.openxmlformats.org/officeDocument/2006/relationships/image" Target="../media/image102.png"/><Relationship Id="rId33" Type="http://schemas.openxmlformats.org/officeDocument/2006/relationships/image" Target="../media/image108.png"/><Relationship Id="rId2" Type="http://schemas.openxmlformats.org/officeDocument/2006/relationships/image" Target="../media/image790.png"/><Relationship Id="rId16" Type="http://schemas.openxmlformats.org/officeDocument/2006/relationships/image" Target="../media/image93.png"/><Relationship Id="rId20" Type="http://schemas.openxmlformats.org/officeDocument/2006/relationships/image" Target="../media/image97.png"/><Relationship Id="rId29" Type="http://schemas.openxmlformats.org/officeDocument/2006/relationships/image" Target="../media/image10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24" Type="http://schemas.openxmlformats.org/officeDocument/2006/relationships/image" Target="../media/image101.png"/><Relationship Id="rId32" Type="http://schemas.openxmlformats.org/officeDocument/2006/relationships/image" Target="../media/image107.png"/><Relationship Id="rId5" Type="http://schemas.openxmlformats.org/officeDocument/2006/relationships/image" Target="../media/image82.png"/><Relationship Id="rId15" Type="http://schemas.openxmlformats.org/officeDocument/2006/relationships/image" Target="../media/image92.png"/><Relationship Id="rId23" Type="http://schemas.openxmlformats.org/officeDocument/2006/relationships/image" Target="../media/image100.png"/><Relationship Id="rId28" Type="http://schemas.openxmlformats.org/officeDocument/2006/relationships/image" Target="../media/image72.png"/><Relationship Id="rId10" Type="http://schemas.openxmlformats.org/officeDocument/2006/relationships/image" Target="../media/image87.png"/><Relationship Id="rId19" Type="http://schemas.openxmlformats.org/officeDocument/2006/relationships/image" Target="../media/image96.png"/><Relationship Id="rId31" Type="http://schemas.openxmlformats.org/officeDocument/2006/relationships/image" Target="../media/image106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Relationship Id="rId14" Type="http://schemas.openxmlformats.org/officeDocument/2006/relationships/image" Target="../media/image91.png"/><Relationship Id="rId22" Type="http://schemas.openxmlformats.org/officeDocument/2006/relationships/image" Target="../media/image99.png"/><Relationship Id="rId27" Type="http://schemas.openxmlformats.org/officeDocument/2006/relationships/image" Target="../media/image104.png"/><Relationship Id="rId30" Type="http://schemas.openxmlformats.org/officeDocument/2006/relationships/image" Target="../media/image74.png"/><Relationship Id="rId8" Type="http://schemas.openxmlformats.org/officeDocument/2006/relationships/image" Target="../media/image85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1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0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0.png"/><Relationship Id="rId4" Type="http://schemas.openxmlformats.org/officeDocument/2006/relationships/image" Target="../media/image210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7" Type="http://schemas.openxmlformats.org/officeDocument/2006/relationships/image" Target="../media/image6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0.png"/><Relationship Id="rId5" Type="http://schemas.openxmlformats.org/officeDocument/2006/relationships/image" Target="../media/image510.png"/><Relationship Id="rId4" Type="http://schemas.openxmlformats.org/officeDocument/2006/relationships/image" Target="../media/image210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0.png"/><Relationship Id="rId3" Type="http://schemas.openxmlformats.org/officeDocument/2006/relationships/image" Target="../media/image310.png"/><Relationship Id="rId7" Type="http://schemas.openxmlformats.org/officeDocument/2006/relationships/image" Target="../media/image7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0.png"/><Relationship Id="rId5" Type="http://schemas.openxmlformats.org/officeDocument/2006/relationships/image" Target="../media/image510.png"/><Relationship Id="rId4" Type="http://schemas.openxmlformats.org/officeDocument/2006/relationships/image" Target="../media/image210.png"/><Relationship Id="rId9" Type="http://schemas.openxmlformats.org/officeDocument/2006/relationships/image" Target="../media/image610.png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hyperlink" Target="mailto:sanmukh.Kuppannagari@case.ed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46217-8912-7E06-5B48-9C1AFAEFCD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CSDS 451: Designing High Performant Systems for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6BB279-3651-105A-8503-217F67B1F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Lecture 9</a:t>
            </a:r>
          </a:p>
          <a:p>
            <a:r>
              <a:rPr lang="en-US" dirty="0"/>
              <a:t>9/23/2025</a:t>
            </a:r>
          </a:p>
          <a:p>
            <a:r>
              <a:rPr lang="en-US" dirty="0"/>
              <a:t>Sanmukh Kuppannagari</a:t>
            </a:r>
          </a:p>
          <a:p>
            <a:r>
              <a:rPr lang="en-US" dirty="0">
                <a:hlinkClick r:id="rId2"/>
              </a:rPr>
              <a:t>sanmukh.kuppannagari@case.edu</a:t>
            </a:r>
            <a:endParaRPr lang="en-US" dirty="0"/>
          </a:p>
          <a:p>
            <a:r>
              <a:rPr lang="en-US" dirty="0">
                <a:hlinkClick r:id="rId3"/>
              </a:rPr>
              <a:t>https://sanmukh.research.st/</a:t>
            </a:r>
            <a:r>
              <a:rPr lang="en-US" dirty="0"/>
              <a:t> </a:t>
            </a:r>
          </a:p>
          <a:p>
            <a:r>
              <a:rPr lang="en-US" dirty="0"/>
              <a:t>Case Western Reserve University</a:t>
            </a:r>
          </a:p>
        </p:txBody>
      </p:sp>
    </p:spTree>
    <p:extLst>
      <p:ext uri="{BB962C8B-B14F-4D97-AF65-F5344CB8AC3E}">
        <p14:creationId xmlns:p14="http://schemas.microsoft.com/office/powerpoint/2010/main" val="728785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11AE3-5129-DFC9-C104-281E9186E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E7643-79A8-EFA8-035B-07E3457DA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Accelerating Convolutional Neural Network Models: Basics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305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F3B62-C6B5-3B23-8925-A7F4A848E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Reading Materials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84D86-2480-F6C6-1CC0-FABC5ED98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Deep Learning, by Ian Goodfellow, </a:t>
            </a:r>
            <a:r>
              <a:rPr lang="en-US" dirty="0" err="1"/>
              <a:t>Yoshua</a:t>
            </a:r>
            <a:r>
              <a:rPr lang="en-US" dirty="0"/>
              <a:t> </a:t>
            </a:r>
            <a:r>
              <a:rPr lang="en-US" dirty="0" err="1"/>
              <a:t>Bengio</a:t>
            </a:r>
            <a:r>
              <a:rPr lang="en-US" dirty="0"/>
              <a:t>, Aaron Courville</a:t>
            </a:r>
          </a:p>
          <a:p>
            <a:pPr lvl="1"/>
            <a:r>
              <a:rPr lang="en-US" dirty="0"/>
              <a:t>Available Online: </a:t>
            </a:r>
            <a:r>
              <a:rPr lang="en-US" dirty="0">
                <a:hlinkClick r:id="rId2"/>
              </a:rPr>
              <a:t>https://www.deeplearningbook.org/</a:t>
            </a:r>
            <a:endParaRPr lang="en-US" dirty="0"/>
          </a:p>
          <a:p>
            <a:pPr lvl="1"/>
            <a:r>
              <a:rPr lang="en-US" dirty="0"/>
              <a:t>CNNs: Chapter 9</a:t>
            </a:r>
          </a:p>
          <a:p>
            <a:pPr lvl="1"/>
            <a:endParaRPr lang="en-US" dirty="0"/>
          </a:p>
          <a:p>
            <a:r>
              <a:rPr lang="en-US" dirty="0"/>
              <a:t>A Guide to Convolution Arithmetic for Deep Learning</a:t>
            </a:r>
          </a:p>
          <a:p>
            <a:pPr lvl="1"/>
            <a:r>
              <a:rPr lang="en-US" dirty="0"/>
              <a:t>Available Online: </a:t>
            </a:r>
            <a:r>
              <a:rPr lang="en-US" dirty="0">
                <a:hlinkClick r:id="rId3"/>
              </a:rPr>
              <a:t>https://arxiv.org/pdf/1603.07285.pdf</a:t>
            </a:r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630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CD037-8C5E-7814-A095-7FF0BB01B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Convolutional 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C243E-D808-CC57-51A4-CBC1A622E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Neural Network specialized for a grid-like topology</a:t>
            </a:r>
          </a:p>
          <a:p>
            <a:pPr lvl="1"/>
            <a:r>
              <a:rPr lang="en-US" dirty="0"/>
              <a:t>1D: timeseries data, e.g., (12 pm, 63), (1pm, 65), (2 pm, 68),…</a:t>
            </a:r>
          </a:p>
          <a:p>
            <a:pPr lvl="1"/>
            <a:r>
              <a:rPr lang="en-US" dirty="0"/>
              <a:t>2D: Images</a:t>
            </a:r>
          </a:p>
          <a:p>
            <a:pPr lvl="1"/>
            <a:r>
              <a:rPr lang="en-US" dirty="0"/>
              <a:t>3D: Images with multiple channels, e.g., RGB images</a:t>
            </a:r>
          </a:p>
          <a:p>
            <a:pPr lvl="1"/>
            <a:endParaRPr lang="en-US" dirty="0"/>
          </a:p>
          <a:p>
            <a:r>
              <a:rPr lang="en-US" dirty="0"/>
              <a:t>Name derives from “Convolution” operations performed in the “Convolution” Layers </a:t>
            </a:r>
          </a:p>
        </p:txBody>
      </p:sp>
    </p:spTree>
    <p:extLst>
      <p:ext uri="{BB962C8B-B14F-4D97-AF65-F5344CB8AC3E}">
        <p14:creationId xmlns:p14="http://schemas.microsoft.com/office/powerpoint/2010/main" val="4284530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95D63-5997-9B56-F8C5-77A969BF5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1D Convolution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11F851-FE53-CA01-E22A-86987B0009FE}"/>
              </a:ext>
            </a:extLst>
          </p:cNvPr>
          <p:cNvSpPr/>
          <p:nvPr/>
        </p:nvSpPr>
        <p:spPr>
          <a:xfrm>
            <a:off x="3825240" y="5425440"/>
            <a:ext cx="601980" cy="4876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D1194D-4E73-AA87-1CA9-A682EE3336EF}"/>
              </a:ext>
            </a:extLst>
          </p:cNvPr>
          <p:cNvSpPr/>
          <p:nvPr/>
        </p:nvSpPr>
        <p:spPr>
          <a:xfrm>
            <a:off x="4427220" y="5425440"/>
            <a:ext cx="601980" cy="4876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092924-9DF2-6A87-C9D9-86D67A6D8DB3}"/>
              </a:ext>
            </a:extLst>
          </p:cNvPr>
          <p:cNvSpPr/>
          <p:nvPr/>
        </p:nvSpPr>
        <p:spPr>
          <a:xfrm>
            <a:off x="5029200" y="5425440"/>
            <a:ext cx="601980" cy="4876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89A16B-A6D5-9BE8-DF54-183D10A8DCD3}"/>
              </a:ext>
            </a:extLst>
          </p:cNvPr>
          <p:cNvSpPr/>
          <p:nvPr/>
        </p:nvSpPr>
        <p:spPr>
          <a:xfrm>
            <a:off x="5631180" y="5425440"/>
            <a:ext cx="601980" cy="4876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838EB3-C96B-07AD-20AB-79F9446FAD68}"/>
              </a:ext>
            </a:extLst>
          </p:cNvPr>
          <p:cNvSpPr/>
          <p:nvPr/>
        </p:nvSpPr>
        <p:spPr>
          <a:xfrm>
            <a:off x="6233160" y="5425440"/>
            <a:ext cx="601980" cy="4876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BD7BFE-04F1-BD81-D284-F2C756B829FB}"/>
              </a:ext>
            </a:extLst>
          </p:cNvPr>
          <p:cNvSpPr/>
          <p:nvPr/>
        </p:nvSpPr>
        <p:spPr>
          <a:xfrm>
            <a:off x="6835140" y="5425440"/>
            <a:ext cx="601980" cy="4876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F9A428-0526-B6AF-4074-50B0C1DF9104}"/>
              </a:ext>
            </a:extLst>
          </p:cNvPr>
          <p:cNvSpPr txBox="1"/>
          <p:nvPr/>
        </p:nvSpPr>
        <p:spPr>
          <a:xfrm>
            <a:off x="5247367" y="6309360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CB9B9F-4A26-CCF2-DA35-B369E3586F7A}"/>
              </a:ext>
            </a:extLst>
          </p:cNvPr>
          <p:cNvSpPr/>
          <p:nvPr/>
        </p:nvSpPr>
        <p:spPr>
          <a:xfrm>
            <a:off x="2125980" y="3893820"/>
            <a:ext cx="601980" cy="48768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5A5B2A5-CEB1-1576-05FA-6B09326EFB01}"/>
              </a:ext>
            </a:extLst>
          </p:cNvPr>
          <p:cNvSpPr/>
          <p:nvPr/>
        </p:nvSpPr>
        <p:spPr>
          <a:xfrm>
            <a:off x="2727960" y="3893820"/>
            <a:ext cx="601980" cy="48768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32E084C-6C63-E7DA-A678-3C2586A2D9E7}"/>
              </a:ext>
            </a:extLst>
          </p:cNvPr>
          <p:cNvSpPr/>
          <p:nvPr/>
        </p:nvSpPr>
        <p:spPr>
          <a:xfrm>
            <a:off x="2396490" y="2605088"/>
            <a:ext cx="601980" cy="48768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ya</a:t>
            </a:r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32AB5B3-B0B7-ABC2-2C5A-7A6D8675C7CB}"/>
              </a:ext>
            </a:extLst>
          </p:cNvPr>
          <p:cNvSpPr/>
          <p:nvPr/>
        </p:nvSpPr>
        <p:spPr>
          <a:xfrm>
            <a:off x="4427220" y="2606040"/>
            <a:ext cx="601980" cy="4876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ax+by</a:t>
            </a:r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0691F5A-3B9E-8F81-6F00-C84BA33979C9}"/>
              </a:ext>
            </a:extLst>
          </p:cNvPr>
          <p:cNvSpPr txBox="1"/>
          <p:nvPr/>
        </p:nvSpPr>
        <p:spPr>
          <a:xfrm>
            <a:off x="6301740" y="4663440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A0B482B-2875-DF71-C2F9-10C646BAF2BF}"/>
              </a:ext>
            </a:extLst>
          </p:cNvPr>
          <p:cNvCxnSpPr>
            <a:cxnSpLocks/>
            <a:endCxn id="19" idx="2"/>
          </p:cNvCxnSpPr>
          <p:nvPr/>
        </p:nvCxnSpPr>
        <p:spPr>
          <a:xfrm flipH="1" flipV="1">
            <a:off x="3028950" y="4381500"/>
            <a:ext cx="1017270" cy="104394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CB187AD-8E37-D2BA-17AE-3D4B4FDE6CEE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4126230" y="4381500"/>
            <a:ext cx="281940" cy="1043940"/>
          </a:xfrm>
          <a:prstGeom prst="straightConnector1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0AFD686-1AE9-634D-5204-EF0722BA3FD1}"/>
                  </a:ext>
                </a:extLst>
              </p:cNvPr>
              <p:cNvSpPr txBox="1"/>
              <p:nvPr/>
            </p:nvSpPr>
            <p:spPr>
              <a:xfrm>
                <a:off x="7872901" y="3546991"/>
                <a:ext cx="39933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/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𝐼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0AFD686-1AE9-634D-5204-EF0722BA3F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2901" y="3546991"/>
                <a:ext cx="3993343" cy="461665"/>
              </a:xfrm>
              <a:prstGeom prst="rect">
                <a:avLst/>
              </a:prstGeom>
              <a:blipFill>
                <a:blip r:embed="rId2"/>
                <a:stretch>
                  <a:fillRect l="-305" t="-130263" b="-194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603AC4E-3C5C-BD8A-3CD5-AB99A300A624}"/>
              </a:ext>
            </a:extLst>
          </p:cNvPr>
          <p:cNvCxnSpPr>
            <a:cxnSpLocks/>
          </p:cNvCxnSpPr>
          <p:nvPr/>
        </p:nvCxnSpPr>
        <p:spPr>
          <a:xfrm flipH="1" flipV="1">
            <a:off x="2680335" y="3146822"/>
            <a:ext cx="17145" cy="800338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F6EE208B-F0C7-D494-A201-FCD07B3853A8}"/>
              </a:ext>
            </a:extLst>
          </p:cNvPr>
          <p:cNvSpPr/>
          <p:nvPr/>
        </p:nvSpPr>
        <p:spPr>
          <a:xfrm>
            <a:off x="4139565" y="3893820"/>
            <a:ext cx="601980" cy="48768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CCC11F5-5D3D-1045-9839-91B1431E6221}"/>
              </a:ext>
            </a:extLst>
          </p:cNvPr>
          <p:cNvSpPr/>
          <p:nvPr/>
        </p:nvSpPr>
        <p:spPr>
          <a:xfrm>
            <a:off x="4741545" y="3893820"/>
            <a:ext cx="601980" cy="48768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1EA89BB-1DA5-8AD7-C702-C9195AD1B855}"/>
              </a:ext>
            </a:extLst>
          </p:cNvPr>
          <p:cNvCxnSpPr>
            <a:cxnSpLocks/>
          </p:cNvCxnSpPr>
          <p:nvPr/>
        </p:nvCxnSpPr>
        <p:spPr>
          <a:xfrm flipV="1">
            <a:off x="4741545" y="4381500"/>
            <a:ext cx="281940" cy="1043940"/>
          </a:xfrm>
          <a:prstGeom prst="straightConnector1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B8EC45E-57DB-56D8-563D-139AB1912EDA}"/>
              </a:ext>
            </a:extLst>
          </p:cNvPr>
          <p:cNvCxnSpPr>
            <a:cxnSpLocks/>
          </p:cNvCxnSpPr>
          <p:nvPr/>
        </p:nvCxnSpPr>
        <p:spPr>
          <a:xfrm flipH="1" flipV="1">
            <a:off x="4728210" y="3145989"/>
            <a:ext cx="13335" cy="751641"/>
          </a:xfrm>
          <a:prstGeom prst="straightConnector1">
            <a:avLst/>
          </a:prstGeom>
          <a:ln>
            <a:solidFill>
              <a:schemeClr val="accent2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127D8F2C-80FB-B905-D081-C02930986A38}"/>
              </a:ext>
            </a:extLst>
          </p:cNvPr>
          <p:cNvSpPr txBox="1"/>
          <p:nvPr/>
        </p:nvSpPr>
        <p:spPr>
          <a:xfrm>
            <a:off x="3160395" y="478035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16B86E6-BD0E-1AD3-06AF-C27F930C52EB}"/>
              </a:ext>
            </a:extLst>
          </p:cNvPr>
          <p:cNvSpPr txBox="1"/>
          <p:nvPr/>
        </p:nvSpPr>
        <p:spPr>
          <a:xfrm>
            <a:off x="4027624" y="466344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759E3F9-7A95-BA67-C7F5-77B4B4BBBB52}"/>
              </a:ext>
            </a:extLst>
          </p:cNvPr>
          <p:cNvSpPr txBox="1"/>
          <p:nvPr/>
        </p:nvSpPr>
        <p:spPr>
          <a:xfrm>
            <a:off x="4642031" y="475309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2413D3C-38E0-1222-B4B0-81B2D3EF5738}"/>
              </a:ext>
            </a:extLst>
          </p:cNvPr>
          <p:cNvSpPr/>
          <p:nvPr/>
        </p:nvSpPr>
        <p:spPr>
          <a:xfrm>
            <a:off x="5869305" y="3893820"/>
            <a:ext cx="601980" cy="48768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9505A4E-7CF8-1447-0CCE-4B15609E663D}"/>
              </a:ext>
            </a:extLst>
          </p:cNvPr>
          <p:cNvSpPr/>
          <p:nvPr/>
        </p:nvSpPr>
        <p:spPr>
          <a:xfrm>
            <a:off x="6471285" y="3893820"/>
            <a:ext cx="601980" cy="48768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68481CA4-B214-1855-A93F-06C8068A609F}"/>
              </a:ext>
            </a:extLst>
          </p:cNvPr>
          <p:cNvCxnSpPr>
            <a:stCxn id="6" idx="0"/>
            <a:endCxn id="64" idx="2"/>
          </p:cNvCxnSpPr>
          <p:nvPr/>
        </p:nvCxnSpPr>
        <p:spPr>
          <a:xfrm flipV="1">
            <a:off x="4728210" y="4381500"/>
            <a:ext cx="1442085" cy="104394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F71CE2E-9128-66B2-B528-7C8E5AD650AF}"/>
              </a:ext>
            </a:extLst>
          </p:cNvPr>
          <p:cNvCxnSpPr>
            <a:stCxn id="8" idx="0"/>
            <a:endCxn id="66" idx="2"/>
          </p:cNvCxnSpPr>
          <p:nvPr/>
        </p:nvCxnSpPr>
        <p:spPr>
          <a:xfrm flipV="1">
            <a:off x="5330190" y="4381500"/>
            <a:ext cx="1442085" cy="104394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B7FFF2BF-7939-5246-6C0D-E94DFF13EC05}"/>
              </a:ext>
            </a:extLst>
          </p:cNvPr>
          <p:cNvSpPr/>
          <p:nvPr/>
        </p:nvSpPr>
        <p:spPr>
          <a:xfrm>
            <a:off x="6143393" y="2606040"/>
            <a:ext cx="601980" cy="4876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bx+cy</a:t>
            </a:r>
            <a:endParaRPr lang="en-US" dirty="0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666D7C62-8566-760E-41B6-5CDE02298BDB}"/>
              </a:ext>
            </a:extLst>
          </p:cNvPr>
          <p:cNvCxnSpPr>
            <a:cxnSpLocks/>
            <a:endCxn id="72" idx="2"/>
          </p:cNvCxnSpPr>
          <p:nvPr/>
        </p:nvCxnSpPr>
        <p:spPr>
          <a:xfrm flipH="1" flipV="1">
            <a:off x="6444383" y="3093720"/>
            <a:ext cx="13335" cy="80010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CE5C5491-946B-2D43-C2CD-0D9400E1CE19}"/>
              </a:ext>
            </a:extLst>
          </p:cNvPr>
          <p:cNvSpPr txBox="1"/>
          <p:nvPr/>
        </p:nvSpPr>
        <p:spPr>
          <a:xfrm>
            <a:off x="7289391" y="2605088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453184F0-665D-7AC5-0A8F-E9A89256A8FE}"/>
                  </a:ext>
                </a:extLst>
              </p:cNvPr>
              <p:cNvSpPr txBox="1"/>
              <p:nvPr/>
            </p:nvSpPr>
            <p:spPr>
              <a:xfrm>
                <a:off x="8176773" y="2623066"/>
                <a:ext cx="3638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453184F0-665D-7AC5-0A8F-E9A89256A8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6773" y="2623066"/>
                <a:ext cx="36388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EFBBA9D1-2535-0C91-8827-5B7F79BDBE17}"/>
                  </a:ext>
                </a:extLst>
              </p:cNvPr>
              <p:cNvSpPr txBox="1"/>
              <p:nvPr/>
            </p:nvSpPr>
            <p:spPr>
              <a:xfrm>
                <a:off x="8176773" y="5543788"/>
                <a:ext cx="3330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EFBBA9D1-2535-0C91-8827-5B7F79BDBE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6773" y="5543788"/>
                <a:ext cx="33304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F5B65212-9B55-CAEF-80B8-92C01A1319DF}"/>
                  </a:ext>
                </a:extLst>
              </p:cNvPr>
              <p:cNvSpPr txBox="1"/>
              <p:nvPr/>
            </p:nvSpPr>
            <p:spPr>
              <a:xfrm>
                <a:off x="2412596" y="4463415"/>
                <a:ext cx="4064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F5B65212-9B55-CAEF-80B8-92C01A1319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2596" y="4463415"/>
                <a:ext cx="40645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3064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4B538-BE5A-A644-9886-1B9195388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2D Convolution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4CDBCC-9BEC-2CEB-0477-3BC7A92DD8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4413" t="7678" r="27334" b="13669"/>
          <a:stretch/>
        </p:blipFill>
        <p:spPr>
          <a:xfrm>
            <a:off x="1349828" y="1207996"/>
            <a:ext cx="5843452" cy="5560475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D57F92B-E22D-24C1-D391-5D24E0256E82}"/>
                  </a:ext>
                </a:extLst>
              </p:cNvPr>
              <p:cNvSpPr txBox="1"/>
              <p:nvPr/>
            </p:nvSpPr>
            <p:spPr>
              <a:xfrm>
                <a:off x="6830305" y="1988820"/>
                <a:ext cx="4011867" cy="7645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D57F92B-E22D-24C1-D391-5D24E0256E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0305" y="1988820"/>
                <a:ext cx="4011867" cy="7645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2D7B4F0-9E04-71B9-25FE-D4D3714E3D51}"/>
                  </a:ext>
                </a:extLst>
              </p:cNvPr>
              <p:cNvSpPr txBox="1"/>
              <p:nvPr/>
            </p:nvSpPr>
            <p:spPr>
              <a:xfrm>
                <a:off x="7391400" y="4846320"/>
                <a:ext cx="3638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2D7B4F0-9E04-71B9-25FE-D4D3714E3D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1400" y="4846320"/>
                <a:ext cx="36388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191F8A4-EA54-B5FF-4E57-0B459544C202}"/>
                  </a:ext>
                </a:extLst>
              </p:cNvPr>
              <p:cNvSpPr txBox="1"/>
              <p:nvPr/>
            </p:nvSpPr>
            <p:spPr>
              <a:xfrm>
                <a:off x="1302230" y="1619488"/>
                <a:ext cx="3330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191F8A4-EA54-B5FF-4E57-0B459544C2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2230" y="1619488"/>
                <a:ext cx="33304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DEF93B7-805A-7C47-4B14-1F91BF63385A}"/>
                  </a:ext>
                </a:extLst>
              </p:cNvPr>
              <p:cNvSpPr txBox="1"/>
              <p:nvPr/>
            </p:nvSpPr>
            <p:spPr>
              <a:xfrm>
                <a:off x="5668490" y="2186406"/>
                <a:ext cx="4064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DEF93B7-805A-7C47-4B14-1F91BF633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8490" y="2186406"/>
                <a:ext cx="40645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19F9357-4F14-B391-7319-748F296ADB8C}"/>
              </a:ext>
            </a:extLst>
          </p:cNvPr>
          <p:cNvSpPr txBox="1"/>
          <p:nvPr/>
        </p:nvSpPr>
        <p:spPr>
          <a:xfrm>
            <a:off x="8641080" y="4945380"/>
            <a:ext cx="2823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Deep Learning Book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107207-2D42-0FC2-3F59-F52A437F904D}"/>
              </a:ext>
            </a:extLst>
          </p:cNvPr>
          <p:cNvSpPr txBox="1"/>
          <p:nvPr/>
        </p:nvSpPr>
        <p:spPr>
          <a:xfrm>
            <a:off x="7755282" y="6012180"/>
            <a:ext cx="3418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What happens for corner cases???</a:t>
            </a:r>
          </a:p>
        </p:txBody>
      </p:sp>
    </p:spTree>
    <p:extLst>
      <p:ext uri="{BB962C8B-B14F-4D97-AF65-F5344CB8AC3E}">
        <p14:creationId xmlns:p14="http://schemas.microsoft.com/office/powerpoint/2010/main" val="3574746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4354C-90EE-D8C8-AC86-F9FFFDF8B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Convolutional Neural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E27C3-42F8-BA2B-3A97-6550DCEE9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Neural Network with: </a:t>
            </a:r>
          </a:p>
          <a:p>
            <a:pPr lvl="1"/>
            <a:r>
              <a:rPr lang="en-US" dirty="0"/>
              <a:t>Convolution Layers</a:t>
            </a:r>
          </a:p>
          <a:p>
            <a:pPr lvl="1"/>
            <a:r>
              <a:rPr lang="en-US" dirty="0"/>
              <a:t>Activations</a:t>
            </a:r>
          </a:p>
          <a:p>
            <a:pPr lvl="1"/>
            <a:r>
              <a:rPr lang="en-US" dirty="0"/>
              <a:t>Pooling Layers</a:t>
            </a:r>
          </a:p>
          <a:p>
            <a:pPr lvl="1"/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329904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1381C-C10D-CDB1-0AFF-6831B0B1A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Convolution Layer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EC629F-1D02-4D16-9383-767C5EA571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256020" cy="4351338"/>
              </a:xfrm>
            </p:spPr>
            <p:txBody>
              <a:bodyPr/>
              <a:lstStyle/>
              <a:p>
                <a:r>
                  <a:rPr lang="en-US" dirty="0"/>
                  <a:t>Given an Input Feature Map</a:t>
                </a:r>
              </a:p>
              <a:p>
                <a:pPr lvl="1"/>
                <a:r>
                  <a:rPr lang="en-US" dirty="0"/>
                  <a:t>Size: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Height of the input feature map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: Width of the input feature map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dirty="0"/>
                  <a:t>: Number of Channels in the feature map</a:t>
                </a:r>
              </a:p>
              <a:p>
                <a:pPr lvl="1"/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r>
                  <a:rPr lang="en-US" dirty="0"/>
                  <a:t> Kernels, each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EC629F-1D02-4D16-9383-767C5EA571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256020" cy="4351338"/>
              </a:xfrm>
              <a:blipFill>
                <a:blip r:embed="rId2"/>
                <a:stretch>
                  <a:fillRect l="-1754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EA5C55BB-82D8-FF3E-CEB8-57B86C487C99}"/>
              </a:ext>
            </a:extLst>
          </p:cNvPr>
          <p:cNvSpPr/>
          <p:nvPr/>
        </p:nvSpPr>
        <p:spPr>
          <a:xfrm>
            <a:off x="7406640" y="1981200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B26CE3-D743-F282-C6BE-2C6642A41053}"/>
              </a:ext>
            </a:extLst>
          </p:cNvPr>
          <p:cNvSpPr/>
          <p:nvPr/>
        </p:nvSpPr>
        <p:spPr>
          <a:xfrm>
            <a:off x="7981950" y="1729740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D2275A-9322-3B33-11DC-60CC447324BA}"/>
              </a:ext>
            </a:extLst>
          </p:cNvPr>
          <p:cNvSpPr/>
          <p:nvPr/>
        </p:nvSpPr>
        <p:spPr>
          <a:xfrm>
            <a:off x="8564880" y="1524000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B39B08A-E7CE-6564-5965-538AEB456596}"/>
              </a:ext>
            </a:extLst>
          </p:cNvPr>
          <p:cNvCxnSpPr/>
          <p:nvPr/>
        </p:nvCxnSpPr>
        <p:spPr>
          <a:xfrm>
            <a:off x="7193280" y="1927860"/>
            <a:ext cx="0" cy="6096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BE27FD9-7E01-349D-32A2-59F8FBE7B878}"/>
              </a:ext>
            </a:extLst>
          </p:cNvPr>
          <p:cNvCxnSpPr>
            <a:cxnSpLocks/>
          </p:cNvCxnSpPr>
          <p:nvPr/>
        </p:nvCxnSpPr>
        <p:spPr>
          <a:xfrm>
            <a:off x="7445829" y="2724694"/>
            <a:ext cx="536121" cy="3058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CB126A5-AE46-B175-DEF2-C8F38A6978B2}"/>
              </a:ext>
            </a:extLst>
          </p:cNvPr>
          <p:cNvCxnSpPr>
            <a:cxnSpLocks/>
          </p:cNvCxnSpPr>
          <p:nvPr/>
        </p:nvCxnSpPr>
        <p:spPr>
          <a:xfrm flipV="1">
            <a:off x="8252460" y="2478133"/>
            <a:ext cx="1091837" cy="62864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C1E5EA-5393-A680-E29F-FF2D70E88933}"/>
                  </a:ext>
                </a:extLst>
              </p:cNvPr>
              <p:cNvSpPr txBox="1"/>
              <p:nvPr/>
            </p:nvSpPr>
            <p:spPr>
              <a:xfrm>
                <a:off x="6796974" y="2047994"/>
                <a:ext cx="4126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CC1E5EA-5393-A680-E29F-FF2D70E889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6974" y="2047994"/>
                <a:ext cx="41261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BBBCE14-D5BA-CAD1-E3D0-CA1971B0BD69}"/>
                  </a:ext>
                </a:extLst>
              </p:cNvPr>
              <p:cNvSpPr txBox="1"/>
              <p:nvPr/>
            </p:nvSpPr>
            <p:spPr>
              <a:xfrm>
                <a:off x="7331778" y="2922116"/>
                <a:ext cx="4662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BBBCE14-D5BA-CAD1-E3D0-CA1971B0BD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1778" y="2922116"/>
                <a:ext cx="46621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E7879A1-BE38-C99B-6F97-F11B800E3B3E}"/>
                  </a:ext>
                </a:extLst>
              </p:cNvPr>
              <p:cNvSpPr txBox="1"/>
              <p:nvPr/>
            </p:nvSpPr>
            <p:spPr>
              <a:xfrm>
                <a:off x="8827770" y="2869927"/>
                <a:ext cx="5426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E7879A1-BE38-C99B-6F97-F11B800E3B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7770" y="2869927"/>
                <a:ext cx="542648" cy="369332"/>
              </a:xfrm>
              <a:prstGeom prst="rect">
                <a:avLst/>
              </a:prstGeom>
              <a:blipFill>
                <a:blip r:embed="rId5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4FD1A048-624D-F8DB-7D99-E5BF6846265B}"/>
              </a:ext>
            </a:extLst>
          </p:cNvPr>
          <p:cNvSpPr/>
          <p:nvPr/>
        </p:nvSpPr>
        <p:spPr>
          <a:xfrm>
            <a:off x="8947508" y="3471928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F6356F-3C16-8787-B240-9BF04CC13E21}"/>
              </a:ext>
            </a:extLst>
          </p:cNvPr>
          <p:cNvSpPr/>
          <p:nvPr/>
        </p:nvSpPr>
        <p:spPr>
          <a:xfrm>
            <a:off x="9238973" y="3289355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ED9909A-01FD-0521-9A6D-2F8455025748}"/>
              </a:ext>
            </a:extLst>
          </p:cNvPr>
          <p:cNvSpPr/>
          <p:nvPr/>
        </p:nvSpPr>
        <p:spPr>
          <a:xfrm>
            <a:off x="9530438" y="3106782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8746BA9-DC4E-F7EF-3232-55C6EC8B537B}"/>
              </a:ext>
            </a:extLst>
          </p:cNvPr>
          <p:cNvSpPr/>
          <p:nvPr/>
        </p:nvSpPr>
        <p:spPr>
          <a:xfrm>
            <a:off x="7600311" y="4408140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2167E04-4B39-F3FD-E23A-E57F31C188FC}"/>
              </a:ext>
            </a:extLst>
          </p:cNvPr>
          <p:cNvSpPr/>
          <p:nvPr/>
        </p:nvSpPr>
        <p:spPr>
          <a:xfrm>
            <a:off x="7891776" y="4225567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0B59C10-9244-CDDD-8A3E-DC2EF917BF90}"/>
              </a:ext>
            </a:extLst>
          </p:cNvPr>
          <p:cNvSpPr/>
          <p:nvPr/>
        </p:nvSpPr>
        <p:spPr>
          <a:xfrm>
            <a:off x="8183241" y="4042994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BC90B71-E550-E66F-E114-BFF6E3C8B7C3}"/>
              </a:ext>
            </a:extLst>
          </p:cNvPr>
          <p:cNvSpPr/>
          <p:nvPr/>
        </p:nvSpPr>
        <p:spPr>
          <a:xfrm>
            <a:off x="10162617" y="2640697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11119A9-228B-01C3-3C00-4FC81CD1B2BD}"/>
              </a:ext>
            </a:extLst>
          </p:cNvPr>
          <p:cNvSpPr/>
          <p:nvPr/>
        </p:nvSpPr>
        <p:spPr>
          <a:xfrm>
            <a:off x="10454082" y="2458124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00AB991-4F3D-51B4-C279-95871CCC7A3E}"/>
              </a:ext>
            </a:extLst>
          </p:cNvPr>
          <p:cNvSpPr/>
          <p:nvPr/>
        </p:nvSpPr>
        <p:spPr>
          <a:xfrm>
            <a:off x="10745547" y="2275551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Brace 38">
            <a:extLst>
              <a:ext uri="{FF2B5EF4-FFF2-40B4-BE49-F238E27FC236}">
                <a16:creationId xmlns:a16="http://schemas.microsoft.com/office/drawing/2014/main" id="{8627E1CD-FE97-0573-E6D0-97BF1FF292FF}"/>
              </a:ext>
            </a:extLst>
          </p:cNvPr>
          <p:cNvSpPr/>
          <p:nvPr/>
        </p:nvSpPr>
        <p:spPr>
          <a:xfrm rot="3386166">
            <a:off x="8415578" y="4180878"/>
            <a:ext cx="130829" cy="115378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ight Brace 40">
            <a:extLst>
              <a:ext uri="{FF2B5EF4-FFF2-40B4-BE49-F238E27FC236}">
                <a16:creationId xmlns:a16="http://schemas.microsoft.com/office/drawing/2014/main" id="{0EC57338-3FDA-6F93-EDCD-50457DA56B18}"/>
              </a:ext>
            </a:extLst>
          </p:cNvPr>
          <p:cNvSpPr/>
          <p:nvPr/>
        </p:nvSpPr>
        <p:spPr>
          <a:xfrm rot="3386166">
            <a:off x="9815687" y="3270207"/>
            <a:ext cx="167005" cy="122103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ight Brace 42">
            <a:extLst>
              <a:ext uri="{FF2B5EF4-FFF2-40B4-BE49-F238E27FC236}">
                <a16:creationId xmlns:a16="http://schemas.microsoft.com/office/drawing/2014/main" id="{E3D0B8EF-2A4D-D5FE-43EC-B1A6FB85791A}"/>
              </a:ext>
            </a:extLst>
          </p:cNvPr>
          <p:cNvSpPr/>
          <p:nvPr/>
        </p:nvSpPr>
        <p:spPr>
          <a:xfrm rot="3386166">
            <a:off x="10972880" y="2458473"/>
            <a:ext cx="182668" cy="111596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0840A59-20F5-B0B1-D9AD-B452A9D7B15A}"/>
                  </a:ext>
                </a:extLst>
              </p:cNvPr>
              <p:cNvSpPr txBox="1"/>
              <p:nvPr/>
            </p:nvSpPr>
            <p:spPr>
              <a:xfrm>
                <a:off x="8337500" y="4972160"/>
                <a:ext cx="5426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0840A59-20F5-B0B1-D9AD-B452A9D7B1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7500" y="4972160"/>
                <a:ext cx="542648" cy="369332"/>
              </a:xfrm>
              <a:prstGeom prst="rect">
                <a:avLst/>
              </a:prstGeom>
              <a:blipFill>
                <a:blip r:embed="rId6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7C26928-0EDC-9A34-BF0B-71FF8C229FCB}"/>
                  </a:ext>
                </a:extLst>
              </p:cNvPr>
              <p:cNvSpPr txBox="1"/>
              <p:nvPr/>
            </p:nvSpPr>
            <p:spPr>
              <a:xfrm>
                <a:off x="9730650" y="4075421"/>
                <a:ext cx="5426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7C26928-0EDC-9A34-BF0B-71FF8C229F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0650" y="4075421"/>
                <a:ext cx="542648" cy="369332"/>
              </a:xfrm>
              <a:prstGeom prst="rect">
                <a:avLst/>
              </a:prstGeom>
              <a:blipFill>
                <a:blip r:embed="rId7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1E792A9-D437-1F7B-3F7E-03CD6688E295}"/>
                  </a:ext>
                </a:extLst>
              </p:cNvPr>
              <p:cNvSpPr txBox="1"/>
              <p:nvPr/>
            </p:nvSpPr>
            <p:spPr>
              <a:xfrm>
                <a:off x="11082476" y="3284228"/>
                <a:ext cx="5426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1E792A9-D437-1F7B-3F7E-03CD6688E2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82476" y="3284228"/>
                <a:ext cx="542648" cy="369332"/>
              </a:xfrm>
              <a:prstGeom prst="rect">
                <a:avLst/>
              </a:prstGeom>
              <a:blipFill>
                <a:blip r:embed="rId8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A432B66-F6FC-A76D-A4BF-BDB02E5CF740}"/>
              </a:ext>
            </a:extLst>
          </p:cNvPr>
          <p:cNvCxnSpPr/>
          <p:nvPr/>
        </p:nvCxnSpPr>
        <p:spPr>
          <a:xfrm flipV="1">
            <a:off x="8880148" y="3653560"/>
            <a:ext cx="2967295" cy="2174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64AFD0B-1516-2DF6-2096-9BF65C9F9306}"/>
                  </a:ext>
                </a:extLst>
              </p:cNvPr>
              <p:cNvSpPr txBox="1"/>
              <p:nvPr/>
            </p:nvSpPr>
            <p:spPr>
              <a:xfrm>
                <a:off x="10349451" y="4746944"/>
                <a:ext cx="6580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64AFD0B-1516-2DF6-2096-9BF65C9F9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9451" y="4746944"/>
                <a:ext cx="65806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6090618-D4AC-BB58-08B6-5982306F35C8}"/>
              </a:ext>
            </a:extLst>
          </p:cNvPr>
          <p:cNvCxnSpPr>
            <a:cxnSpLocks/>
          </p:cNvCxnSpPr>
          <p:nvPr/>
        </p:nvCxnSpPr>
        <p:spPr>
          <a:xfrm>
            <a:off x="7528560" y="4332679"/>
            <a:ext cx="0" cy="41426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802F8C5-636C-7E88-C0C4-334459EED6B6}"/>
              </a:ext>
            </a:extLst>
          </p:cNvPr>
          <p:cNvCxnSpPr>
            <a:cxnSpLocks/>
          </p:cNvCxnSpPr>
          <p:nvPr/>
        </p:nvCxnSpPr>
        <p:spPr>
          <a:xfrm>
            <a:off x="7564733" y="4878736"/>
            <a:ext cx="363216" cy="1624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B6469470-DE69-AF48-70F0-F841A59CC382}"/>
                  </a:ext>
                </a:extLst>
              </p:cNvPr>
              <p:cNvSpPr txBox="1"/>
              <p:nvPr/>
            </p:nvSpPr>
            <p:spPr>
              <a:xfrm>
                <a:off x="7119510" y="4355145"/>
                <a:ext cx="3709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B6469470-DE69-AF48-70F0-F841A59CC3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9510" y="4355145"/>
                <a:ext cx="37093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B63F9CD1-5E86-492B-406D-9A505C37C0AB}"/>
                  </a:ext>
                </a:extLst>
              </p:cNvPr>
              <p:cNvSpPr txBox="1"/>
              <p:nvPr/>
            </p:nvSpPr>
            <p:spPr>
              <a:xfrm>
                <a:off x="7459978" y="4953310"/>
                <a:ext cx="3709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B63F9CD1-5E86-492B-406D-9A505C37C0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9978" y="4953310"/>
                <a:ext cx="37093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9DF26873-FE86-4F43-E20F-2DC39CD2B5B4}"/>
              </a:ext>
            </a:extLst>
          </p:cNvPr>
          <p:cNvSpPr/>
          <p:nvPr/>
        </p:nvSpPr>
        <p:spPr>
          <a:xfrm>
            <a:off x="8421065" y="3855175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F7D0C2-BAC9-85F3-3796-AB6D87D914C3}"/>
              </a:ext>
            </a:extLst>
          </p:cNvPr>
          <p:cNvSpPr/>
          <p:nvPr/>
        </p:nvSpPr>
        <p:spPr>
          <a:xfrm>
            <a:off x="9766137" y="2933590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1AD362-9582-11D5-D0B4-DF600F664A4B}"/>
              </a:ext>
            </a:extLst>
          </p:cNvPr>
          <p:cNvSpPr/>
          <p:nvPr/>
        </p:nvSpPr>
        <p:spPr>
          <a:xfrm>
            <a:off x="10977935" y="2113739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700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D2E39-2323-7624-6B38-8FCF896DE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17767-4FC5-2439-6870-1F335652D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Convolution Layer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BD08FA-F6D5-8B8F-C913-C8623CB15B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3415748" cy="1052747"/>
              </a:xfrm>
            </p:spPr>
            <p:txBody>
              <a:bodyPr/>
              <a:lstStyle/>
              <a:p>
                <a:r>
                  <a:rPr lang="en-US" dirty="0"/>
                  <a:t>Produce Output </a:t>
                </a:r>
              </a:p>
              <a:p>
                <a:pPr lvl="1"/>
                <a:r>
                  <a:rPr lang="en-US" dirty="0"/>
                  <a:t>Size: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A4DCF6-B132-4839-93BE-F52730B21D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3415748" cy="1052747"/>
              </a:xfrm>
              <a:blipFill>
                <a:blip r:embed="rId2"/>
                <a:stretch>
                  <a:fillRect l="-3214" t="-92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EB397DE9-8A49-6B40-1BFD-AA87F50CE895}"/>
              </a:ext>
            </a:extLst>
          </p:cNvPr>
          <p:cNvSpPr/>
          <p:nvPr/>
        </p:nvSpPr>
        <p:spPr>
          <a:xfrm>
            <a:off x="4512366" y="1989152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5ABFB7-5DB2-6337-D2FC-4BB4836A0D28}"/>
              </a:ext>
            </a:extLst>
          </p:cNvPr>
          <p:cNvSpPr/>
          <p:nvPr/>
        </p:nvSpPr>
        <p:spPr>
          <a:xfrm>
            <a:off x="5087676" y="1737692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569627-08EE-A4EE-1CA4-C09F2A5EFC50}"/>
              </a:ext>
            </a:extLst>
          </p:cNvPr>
          <p:cNvSpPr/>
          <p:nvPr/>
        </p:nvSpPr>
        <p:spPr>
          <a:xfrm>
            <a:off x="5670606" y="1531952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B984307-F991-6A8C-843A-CBD8FEB7CA16}"/>
              </a:ext>
            </a:extLst>
          </p:cNvPr>
          <p:cNvCxnSpPr>
            <a:cxnSpLocks/>
          </p:cNvCxnSpPr>
          <p:nvPr/>
        </p:nvCxnSpPr>
        <p:spPr>
          <a:xfrm>
            <a:off x="4459026" y="1935812"/>
            <a:ext cx="0" cy="6096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462321C-90A8-46E4-D454-9857D8AD755A}"/>
              </a:ext>
            </a:extLst>
          </p:cNvPr>
          <p:cNvCxnSpPr>
            <a:cxnSpLocks/>
          </p:cNvCxnSpPr>
          <p:nvPr/>
        </p:nvCxnSpPr>
        <p:spPr>
          <a:xfrm>
            <a:off x="4551555" y="2732646"/>
            <a:ext cx="536121" cy="3058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4130CDF-B9F1-979A-7000-74AB460B2F0E}"/>
              </a:ext>
            </a:extLst>
          </p:cNvPr>
          <p:cNvCxnSpPr>
            <a:cxnSpLocks/>
          </p:cNvCxnSpPr>
          <p:nvPr/>
        </p:nvCxnSpPr>
        <p:spPr>
          <a:xfrm flipV="1">
            <a:off x="5358186" y="2486085"/>
            <a:ext cx="1091837" cy="62864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364DD78-E827-0278-248A-1BF075F18448}"/>
                  </a:ext>
                </a:extLst>
              </p:cNvPr>
              <p:cNvSpPr txBox="1"/>
              <p:nvPr/>
            </p:nvSpPr>
            <p:spPr>
              <a:xfrm>
                <a:off x="4062720" y="2055946"/>
                <a:ext cx="4126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F12390C-651C-2CB2-E0C1-0772398E0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2720" y="2055946"/>
                <a:ext cx="41261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4B02A93-9A0E-0637-1F4F-AAA5F2D91E66}"/>
                  </a:ext>
                </a:extLst>
              </p:cNvPr>
              <p:cNvSpPr txBox="1"/>
              <p:nvPr/>
            </p:nvSpPr>
            <p:spPr>
              <a:xfrm>
                <a:off x="4437504" y="2930068"/>
                <a:ext cx="4662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DC28010-34F6-BFDE-F3A9-4D7B4B1EDF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7504" y="2930068"/>
                <a:ext cx="46621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C6441E1F-7278-20DE-BA31-9EACE20AAAFA}"/>
              </a:ext>
            </a:extLst>
          </p:cNvPr>
          <p:cNvSpPr/>
          <p:nvPr/>
        </p:nvSpPr>
        <p:spPr>
          <a:xfrm>
            <a:off x="6053234" y="3479880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8C16A6-86AB-B6D2-6E63-8CC90FBA5309}"/>
              </a:ext>
            </a:extLst>
          </p:cNvPr>
          <p:cNvSpPr/>
          <p:nvPr/>
        </p:nvSpPr>
        <p:spPr>
          <a:xfrm>
            <a:off x="6344699" y="3297307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F19AB5B-20BB-F98F-FF6F-C596F319F10A}"/>
              </a:ext>
            </a:extLst>
          </p:cNvPr>
          <p:cNvSpPr/>
          <p:nvPr/>
        </p:nvSpPr>
        <p:spPr>
          <a:xfrm>
            <a:off x="6636164" y="3114734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E7B1C8-2797-17FE-43CD-DFF1C7A71FCE}"/>
              </a:ext>
            </a:extLst>
          </p:cNvPr>
          <p:cNvSpPr/>
          <p:nvPr/>
        </p:nvSpPr>
        <p:spPr>
          <a:xfrm>
            <a:off x="4706037" y="4416092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408C1C-EC4C-1397-BB57-50FE791BF910}"/>
              </a:ext>
            </a:extLst>
          </p:cNvPr>
          <p:cNvSpPr/>
          <p:nvPr/>
        </p:nvSpPr>
        <p:spPr>
          <a:xfrm>
            <a:off x="4997502" y="4233519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93FD9E-D496-0B23-8706-F11639026810}"/>
              </a:ext>
            </a:extLst>
          </p:cNvPr>
          <p:cNvSpPr/>
          <p:nvPr/>
        </p:nvSpPr>
        <p:spPr>
          <a:xfrm>
            <a:off x="5288967" y="4050946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F51ED1-3FB7-9FA4-5628-247266E0C984}"/>
              </a:ext>
            </a:extLst>
          </p:cNvPr>
          <p:cNvSpPr/>
          <p:nvPr/>
        </p:nvSpPr>
        <p:spPr>
          <a:xfrm>
            <a:off x="7268343" y="2648649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2BF2CA6-00F4-923A-1CCE-0CC60DADDA68}"/>
              </a:ext>
            </a:extLst>
          </p:cNvPr>
          <p:cNvSpPr/>
          <p:nvPr/>
        </p:nvSpPr>
        <p:spPr>
          <a:xfrm>
            <a:off x="7559808" y="2466076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096CF24-6168-DB37-F6B0-8DD921218EE0}"/>
              </a:ext>
            </a:extLst>
          </p:cNvPr>
          <p:cNvSpPr/>
          <p:nvPr/>
        </p:nvSpPr>
        <p:spPr>
          <a:xfrm>
            <a:off x="7851273" y="2283503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D1F5DD80-39FF-3152-CA74-3FD4F060A408}"/>
              </a:ext>
            </a:extLst>
          </p:cNvPr>
          <p:cNvSpPr/>
          <p:nvPr/>
        </p:nvSpPr>
        <p:spPr>
          <a:xfrm rot="3386166">
            <a:off x="5381281" y="4449776"/>
            <a:ext cx="220814" cy="8659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3F6C6756-E42A-66EB-7159-2305A76787D8}"/>
              </a:ext>
            </a:extLst>
          </p:cNvPr>
          <p:cNvSpPr/>
          <p:nvPr/>
        </p:nvSpPr>
        <p:spPr>
          <a:xfrm rot="3386166">
            <a:off x="6761456" y="3576253"/>
            <a:ext cx="220814" cy="8659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0BF1ED36-146A-1605-0BDA-46278E70E14F}"/>
              </a:ext>
            </a:extLst>
          </p:cNvPr>
          <p:cNvSpPr/>
          <p:nvPr/>
        </p:nvSpPr>
        <p:spPr>
          <a:xfrm rot="3386166">
            <a:off x="7965927" y="2676412"/>
            <a:ext cx="220814" cy="8659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38343B2-6E9B-D420-5A83-D1A8231C2D81}"/>
                  </a:ext>
                </a:extLst>
              </p:cNvPr>
              <p:cNvSpPr txBox="1"/>
              <p:nvPr/>
            </p:nvSpPr>
            <p:spPr>
              <a:xfrm>
                <a:off x="5443226" y="4980112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02150E6-08C4-D5FC-B8E0-FB6071D133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3226" y="4980112"/>
                <a:ext cx="54264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05B9093-EE68-BCB7-984D-4186D55D270E}"/>
                  </a:ext>
                </a:extLst>
              </p:cNvPr>
              <p:cNvSpPr txBox="1"/>
              <p:nvPr/>
            </p:nvSpPr>
            <p:spPr>
              <a:xfrm>
                <a:off x="6836376" y="4083373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EFCD31F-29FA-010F-5AA5-AA3D65E868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6376" y="4083373"/>
                <a:ext cx="542648" cy="369332"/>
              </a:xfrm>
              <a:prstGeom prst="rect">
                <a:avLst/>
              </a:prstGeom>
              <a:blipFill>
                <a:blip r:embed="rId6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538A161F-3F32-522A-78D8-4F5718DFC9E2}"/>
              </a:ext>
            </a:extLst>
          </p:cNvPr>
          <p:cNvSpPr/>
          <p:nvPr/>
        </p:nvSpPr>
        <p:spPr>
          <a:xfrm>
            <a:off x="8798784" y="3484617"/>
            <a:ext cx="845820" cy="8077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C90E3BE-ED51-0E7E-4D4D-EDA6E1A8DA85}"/>
              </a:ext>
            </a:extLst>
          </p:cNvPr>
          <p:cNvSpPr/>
          <p:nvPr/>
        </p:nvSpPr>
        <p:spPr>
          <a:xfrm>
            <a:off x="7558672" y="4462748"/>
            <a:ext cx="845820" cy="8077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90111A7-847A-44C7-16A3-7B31BE65C01F}"/>
              </a:ext>
            </a:extLst>
          </p:cNvPr>
          <p:cNvSpPr/>
          <p:nvPr/>
        </p:nvSpPr>
        <p:spPr>
          <a:xfrm>
            <a:off x="6065333" y="5260426"/>
            <a:ext cx="845820" cy="8077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0D920F2-9923-6567-5D72-5686310F17AA}"/>
              </a:ext>
            </a:extLst>
          </p:cNvPr>
          <p:cNvCxnSpPr/>
          <p:nvPr/>
        </p:nvCxnSpPr>
        <p:spPr>
          <a:xfrm flipV="1">
            <a:off x="7190897" y="4395756"/>
            <a:ext cx="2967295" cy="2174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4485593-D573-4024-FA8B-4EF4B9FA956E}"/>
                  </a:ext>
                </a:extLst>
              </p:cNvPr>
              <p:cNvSpPr txBox="1"/>
              <p:nvPr/>
            </p:nvSpPr>
            <p:spPr>
              <a:xfrm>
                <a:off x="8660200" y="5489140"/>
                <a:ext cx="6580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B5F2653-6111-7055-A232-480778358D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0200" y="5489140"/>
                <a:ext cx="65806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7717F68-99B9-BF53-08A1-44DC5D579AF6}"/>
              </a:ext>
            </a:extLst>
          </p:cNvPr>
          <p:cNvCxnSpPr/>
          <p:nvPr/>
        </p:nvCxnSpPr>
        <p:spPr>
          <a:xfrm flipH="1">
            <a:off x="4938110" y="3456013"/>
            <a:ext cx="190837" cy="60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B3D6EA3-76F9-B9F9-9A95-D4F74ABC7B92}"/>
              </a:ext>
            </a:extLst>
          </p:cNvPr>
          <p:cNvCxnSpPr>
            <a:cxnSpLocks/>
          </p:cNvCxnSpPr>
          <p:nvPr/>
        </p:nvCxnSpPr>
        <p:spPr>
          <a:xfrm>
            <a:off x="5518377" y="5064750"/>
            <a:ext cx="575139" cy="467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E30551D-61CF-35F2-EB74-B9996AAE12DC}"/>
              </a:ext>
            </a:extLst>
          </p:cNvPr>
          <p:cNvCxnSpPr>
            <a:cxnSpLocks/>
          </p:cNvCxnSpPr>
          <p:nvPr/>
        </p:nvCxnSpPr>
        <p:spPr>
          <a:xfrm>
            <a:off x="6980773" y="4161798"/>
            <a:ext cx="575139" cy="467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A6CF343-3CCB-A44A-F556-ADEC65997B2C}"/>
              </a:ext>
            </a:extLst>
          </p:cNvPr>
          <p:cNvCxnSpPr>
            <a:cxnSpLocks/>
          </p:cNvCxnSpPr>
          <p:nvPr/>
        </p:nvCxnSpPr>
        <p:spPr>
          <a:xfrm>
            <a:off x="8169060" y="3274148"/>
            <a:ext cx="575139" cy="467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B80C4C2-D077-2C9F-AF21-E8B7BE08C4F3}"/>
                  </a:ext>
                </a:extLst>
              </p:cNvPr>
              <p:cNvSpPr txBox="1"/>
              <p:nvPr/>
            </p:nvSpPr>
            <p:spPr>
              <a:xfrm>
                <a:off x="7989218" y="3131508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2B3C298-2CEF-14F5-B958-DC64325126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218" y="3131508"/>
                <a:ext cx="542648" cy="369332"/>
              </a:xfrm>
              <a:prstGeom prst="rect">
                <a:avLst/>
              </a:prstGeom>
              <a:blipFill>
                <a:blip r:embed="rId8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F8C15DD-47FD-F82E-A2A5-5DA45A832525}"/>
              </a:ext>
            </a:extLst>
          </p:cNvPr>
          <p:cNvCxnSpPr>
            <a:cxnSpLocks/>
          </p:cNvCxnSpPr>
          <p:nvPr/>
        </p:nvCxnSpPr>
        <p:spPr>
          <a:xfrm>
            <a:off x="5823008" y="2684749"/>
            <a:ext cx="495570" cy="5624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E5C3966-CDEF-F408-A10B-AFB382F09343}"/>
              </a:ext>
            </a:extLst>
          </p:cNvPr>
          <p:cNvCxnSpPr>
            <a:cxnSpLocks/>
          </p:cNvCxnSpPr>
          <p:nvPr/>
        </p:nvCxnSpPr>
        <p:spPr>
          <a:xfrm>
            <a:off x="6436202" y="2146621"/>
            <a:ext cx="882246" cy="3510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BD031C1-B7D7-B175-56EF-9DBE70C0DC0C}"/>
                  </a:ext>
                </a:extLst>
              </p:cNvPr>
              <p:cNvSpPr txBox="1"/>
              <p:nvPr/>
            </p:nvSpPr>
            <p:spPr>
              <a:xfrm>
                <a:off x="5933496" y="2877879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7BE507-F402-7C67-975E-02F9B4C535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3496" y="2877879"/>
                <a:ext cx="54264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B0535522-C612-F6ED-E7F9-C81809047451}"/>
              </a:ext>
            </a:extLst>
          </p:cNvPr>
          <p:cNvSpPr txBox="1"/>
          <p:nvPr/>
        </p:nvSpPr>
        <p:spPr>
          <a:xfrm>
            <a:off x="3328800" y="5647172"/>
            <a:ext cx="20293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Elementwise summation across channels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079F05E-A94D-2BDC-DCF2-EBC36CB3D784}"/>
              </a:ext>
            </a:extLst>
          </p:cNvPr>
          <p:cNvCxnSpPr>
            <a:stCxn id="50" idx="0"/>
          </p:cNvCxnSpPr>
          <p:nvPr/>
        </p:nvCxnSpPr>
        <p:spPr>
          <a:xfrm flipV="1">
            <a:off x="4343493" y="5442626"/>
            <a:ext cx="1230200" cy="2045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0265A2E-E4BD-940E-7CDA-77872EF5C0B5}"/>
              </a:ext>
            </a:extLst>
          </p:cNvPr>
          <p:cNvCxnSpPr>
            <a:cxnSpLocks/>
          </p:cNvCxnSpPr>
          <p:nvPr/>
        </p:nvCxnSpPr>
        <p:spPr>
          <a:xfrm>
            <a:off x="6084036" y="5909101"/>
            <a:ext cx="536121" cy="3058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2CBC7F5-7322-2CED-3BE5-3DCFABC31AE9}"/>
                  </a:ext>
                </a:extLst>
              </p:cNvPr>
              <p:cNvSpPr txBox="1"/>
              <p:nvPr/>
            </p:nvSpPr>
            <p:spPr>
              <a:xfrm>
                <a:off x="5969985" y="6106523"/>
                <a:ext cx="4662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4D1E97A-65E3-B646-5980-3E6DBE7659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9985" y="6106523"/>
                <a:ext cx="466217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1E29D92-DDC2-F856-3405-3F5B49C8F554}"/>
              </a:ext>
            </a:extLst>
          </p:cNvPr>
          <p:cNvCxnSpPr>
            <a:cxnSpLocks/>
          </p:cNvCxnSpPr>
          <p:nvPr/>
        </p:nvCxnSpPr>
        <p:spPr>
          <a:xfrm>
            <a:off x="6924207" y="5542584"/>
            <a:ext cx="0" cy="6096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DCF5B5D-6605-3EDF-17C1-F2D2C5B1A6B6}"/>
                  </a:ext>
                </a:extLst>
              </p:cNvPr>
              <p:cNvSpPr txBox="1"/>
              <p:nvPr/>
            </p:nvSpPr>
            <p:spPr>
              <a:xfrm>
                <a:off x="6909688" y="5692713"/>
                <a:ext cx="4126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2D840D3-884B-8D65-43BF-FB77A1862C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9688" y="5692713"/>
                <a:ext cx="412613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C41B95F-ADE0-0BB8-1484-FE688330C7E8}"/>
              </a:ext>
            </a:extLst>
          </p:cNvPr>
          <p:cNvCxnSpPr>
            <a:cxnSpLocks/>
          </p:cNvCxnSpPr>
          <p:nvPr/>
        </p:nvCxnSpPr>
        <p:spPr>
          <a:xfrm>
            <a:off x="4631992" y="4324249"/>
            <a:ext cx="0" cy="41426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1D772BA-4EDB-5215-A51C-C1A573E6B7C0}"/>
              </a:ext>
            </a:extLst>
          </p:cNvPr>
          <p:cNvCxnSpPr>
            <a:cxnSpLocks/>
          </p:cNvCxnSpPr>
          <p:nvPr/>
        </p:nvCxnSpPr>
        <p:spPr>
          <a:xfrm>
            <a:off x="4668165" y="4870306"/>
            <a:ext cx="363216" cy="1624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1BD7873C-7D07-9CD2-62E3-897353B99D7A}"/>
                  </a:ext>
                </a:extLst>
              </p:cNvPr>
              <p:cNvSpPr txBox="1"/>
              <p:nvPr/>
            </p:nvSpPr>
            <p:spPr>
              <a:xfrm>
                <a:off x="4222942" y="4346715"/>
                <a:ext cx="3709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02A965B-9B91-732B-8513-4EA9A5CEBB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2942" y="4346715"/>
                <a:ext cx="37093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33416EA-6266-C676-FA46-91628C8743EC}"/>
                  </a:ext>
                </a:extLst>
              </p:cNvPr>
              <p:cNvSpPr txBox="1"/>
              <p:nvPr/>
            </p:nvSpPr>
            <p:spPr>
              <a:xfrm>
                <a:off x="4563410" y="4944880"/>
                <a:ext cx="3709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542B8C1-3CA1-CEE3-0F24-B4F5E444F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3410" y="4944880"/>
                <a:ext cx="37093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F518DF45-EFF2-CAA7-4E31-B0B436B6EBF3}"/>
              </a:ext>
            </a:extLst>
          </p:cNvPr>
          <p:cNvSpPr/>
          <p:nvPr/>
        </p:nvSpPr>
        <p:spPr>
          <a:xfrm>
            <a:off x="6249879" y="1357177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BFCCF70-8E98-4F32-6AAE-FBA96461EB34}"/>
              </a:ext>
            </a:extLst>
          </p:cNvPr>
          <p:cNvSpPr/>
          <p:nvPr/>
        </p:nvSpPr>
        <p:spPr>
          <a:xfrm>
            <a:off x="5599500" y="3935953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C1D68DA-B1E2-CA14-7303-D3B91707E951}"/>
              </a:ext>
            </a:extLst>
          </p:cNvPr>
          <p:cNvSpPr/>
          <p:nvPr/>
        </p:nvSpPr>
        <p:spPr>
          <a:xfrm>
            <a:off x="6933874" y="3025546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8B82C13-77D7-31BF-2CB5-3AAACD66722F}"/>
              </a:ext>
            </a:extLst>
          </p:cNvPr>
          <p:cNvSpPr/>
          <p:nvPr/>
        </p:nvSpPr>
        <p:spPr>
          <a:xfrm>
            <a:off x="8156163" y="2171365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318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A8723-260C-878A-4596-EA48D74D4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Convolution Layer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A4DCF6-B132-4839-93BE-F52730B21D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3415748" cy="1052747"/>
              </a:xfrm>
            </p:spPr>
            <p:txBody>
              <a:bodyPr/>
              <a:lstStyle/>
              <a:p>
                <a:r>
                  <a:rPr lang="en-US" dirty="0"/>
                  <a:t>Produce Output </a:t>
                </a:r>
              </a:p>
              <a:p>
                <a:pPr lvl="1"/>
                <a:r>
                  <a:rPr lang="en-US" dirty="0"/>
                  <a:t>Size: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A4DCF6-B132-4839-93BE-F52730B21D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3415748" cy="1052747"/>
              </a:xfrm>
              <a:blipFill>
                <a:blip r:embed="rId2"/>
                <a:stretch>
                  <a:fillRect l="-3214" t="-92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C15E944E-ECAE-1695-AEB3-1B906E3D6058}"/>
              </a:ext>
            </a:extLst>
          </p:cNvPr>
          <p:cNvSpPr txBox="1"/>
          <p:nvPr/>
        </p:nvSpPr>
        <p:spPr>
          <a:xfrm>
            <a:off x="3328800" y="5647172"/>
            <a:ext cx="20293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Elementwise summation across channels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2AD97D-8F9C-7AD9-18FA-39BFA5783F68}"/>
              </a:ext>
            </a:extLst>
          </p:cNvPr>
          <p:cNvSpPr/>
          <p:nvPr/>
        </p:nvSpPr>
        <p:spPr>
          <a:xfrm>
            <a:off x="4512366" y="1989152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BEA7396-9185-5237-D056-BD0194BCFBCB}"/>
              </a:ext>
            </a:extLst>
          </p:cNvPr>
          <p:cNvSpPr/>
          <p:nvPr/>
        </p:nvSpPr>
        <p:spPr>
          <a:xfrm>
            <a:off x="5087676" y="1737692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4D73B91-B6B7-2EA3-3A57-ADDBA3A75B00}"/>
              </a:ext>
            </a:extLst>
          </p:cNvPr>
          <p:cNvSpPr/>
          <p:nvPr/>
        </p:nvSpPr>
        <p:spPr>
          <a:xfrm>
            <a:off x="5679042" y="1592514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09DE7E0-095B-B009-2AC8-36BC81644778}"/>
              </a:ext>
            </a:extLst>
          </p:cNvPr>
          <p:cNvCxnSpPr>
            <a:cxnSpLocks/>
          </p:cNvCxnSpPr>
          <p:nvPr/>
        </p:nvCxnSpPr>
        <p:spPr>
          <a:xfrm>
            <a:off x="4459026" y="1935812"/>
            <a:ext cx="0" cy="6096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3BB41AA-C1DF-1D75-000F-1014DAD6519F}"/>
              </a:ext>
            </a:extLst>
          </p:cNvPr>
          <p:cNvCxnSpPr>
            <a:cxnSpLocks/>
          </p:cNvCxnSpPr>
          <p:nvPr/>
        </p:nvCxnSpPr>
        <p:spPr>
          <a:xfrm>
            <a:off x="4551555" y="2732646"/>
            <a:ext cx="536121" cy="3058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23BA3B1-4E73-F053-9480-B5FB686463EC}"/>
              </a:ext>
            </a:extLst>
          </p:cNvPr>
          <p:cNvCxnSpPr>
            <a:cxnSpLocks/>
          </p:cNvCxnSpPr>
          <p:nvPr/>
        </p:nvCxnSpPr>
        <p:spPr>
          <a:xfrm flipV="1">
            <a:off x="5358186" y="2486085"/>
            <a:ext cx="1091837" cy="62864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EFC5279-E0C2-4A4F-7210-72E6D1521B8F}"/>
                  </a:ext>
                </a:extLst>
              </p:cNvPr>
              <p:cNvSpPr txBox="1"/>
              <p:nvPr/>
            </p:nvSpPr>
            <p:spPr>
              <a:xfrm>
                <a:off x="4062720" y="2055946"/>
                <a:ext cx="4126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EFC5279-E0C2-4A4F-7210-72E6D1521B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2720" y="2055946"/>
                <a:ext cx="41261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2FD66EC-DF6D-BAB6-F9B8-EDB35ACDA628}"/>
                  </a:ext>
                </a:extLst>
              </p:cNvPr>
              <p:cNvSpPr txBox="1"/>
              <p:nvPr/>
            </p:nvSpPr>
            <p:spPr>
              <a:xfrm>
                <a:off x="4437504" y="2930068"/>
                <a:ext cx="4662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2FD66EC-DF6D-BAB6-F9B8-EDB35ACDA6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7504" y="2930068"/>
                <a:ext cx="46621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Rectangle 60">
            <a:extLst>
              <a:ext uri="{FF2B5EF4-FFF2-40B4-BE49-F238E27FC236}">
                <a16:creationId xmlns:a16="http://schemas.microsoft.com/office/drawing/2014/main" id="{45157572-E845-112C-74E2-9D69EDEFE37C}"/>
              </a:ext>
            </a:extLst>
          </p:cNvPr>
          <p:cNvSpPr/>
          <p:nvPr/>
        </p:nvSpPr>
        <p:spPr>
          <a:xfrm>
            <a:off x="6053234" y="3479880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2448847-D226-8B08-D913-551E60754764}"/>
              </a:ext>
            </a:extLst>
          </p:cNvPr>
          <p:cNvSpPr/>
          <p:nvPr/>
        </p:nvSpPr>
        <p:spPr>
          <a:xfrm>
            <a:off x="6344699" y="3297307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B5570BD-142B-350B-DFEB-7127492D7B7E}"/>
              </a:ext>
            </a:extLst>
          </p:cNvPr>
          <p:cNvSpPr/>
          <p:nvPr/>
        </p:nvSpPr>
        <p:spPr>
          <a:xfrm>
            <a:off x="6636164" y="3114734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CFE37DF-78B4-2C8E-8473-A5B41098F31E}"/>
              </a:ext>
            </a:extLst>
          </p:cNvPr>
          <p:cNvSpPr/>
          <p:nvPr/>
        </p:nvSpPr>
        <p:spPr>
          <a:xfrm>
            <a:off x="4706037" y="4430235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9D06662-5D5A-5054-CD2A-3D0D1780CBC5}"/>
              </a:ext>
            </a:extLst>
          </p:cNvPr>
          <p:cNvSpPr/>
          <p:nvPr/>
        </p:nvSpPr>
        <p:spPr>
          <a:xfrm>
            <a:off x="4997502" y="4233519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5DFB162-7E1E-823A-68F0-6CA410221267}"/>
              </a:ext>
            </a:extLst>
          </p:cNvPr>
          <p:cNvSpPr/>
          <p:nvPr/>
        </p:nvSpPr>
        <p:spPr>
          <a:xfrm>
            <a:off x="5288967" y="4050946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D65D0DC-05C1-C17D-090F-5A1E359933C4}"/>
              </a:ext>
            </a:extLst>
          </p:cNvPr>
          <p:cNvSpPr/>
          <p:nvPr/>
        </p:nvSpPr>
        <p:spPr>
          <a:xfrm>
            <a:off x="7268343" y="2648649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AC8E096-30D3-9B31-94C8-DD4FA05E9299}"/>
              </a:ext>
            </a:extLst>
          </p:cNvPr>
          <p:cNvSpPr/>
          <p:nvPr/>
        </p:nvSpPr>
        <p:spPr>
          <a:xfrm>
            <a:off x="7559808" y="2466076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B9375E3-D771-75DB-562B-3DB4270C4EE7}"/>
              </a:ext>
            </a:extLst>
          </p:cNvPr>
          <p:cNvSpPr/>
          <p:nvPr/>
        </p:nvSpPr>
        <p:spPr>
          <a:xfrm>
            <a:off x="7851273" y="2283503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ight Brace 69">
            <a:extLst>
              <a:ext uri="{FF2B5EF4-FFF2-40B4-BE49-F238E27FC236}">
                <a16:creationId xmlns:a16="http://schemas.microsoft.com/office/drawing/2014/main" id="{DF054F9A-3698-5B67-1544-FEE9242B6331}"/>
              </a:ext>
            </a:extLst>
          </p:cNvPr>
          <p:cNvSpPr/>
          <p:nvPr/>
        </p:nvSpPr>
        <p:spPr>
          <a:xfrm rot="3386166">
            <a:off x="5381281" y="4449776"/>
            <a:ext cx="220814" cy="8659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ight Brace 70">
            <a:extLst>
              <a:ext uri="{FF2B5EF4-FFF2-40B4-BE49-F238E27FC236}">
                <a16:creationId xmlns:a16="http://schemas.microsoft.com/office/drawing/2014/main" id="{B4EBEEA4-4526-0A5F-39B8-AF72015E2E5D}"/>
              </a:ext>
            </a:extLst>
          </p:cNvPr>
          <p:cNvSpPr/>
          <p:nvPr/>
        </p:nvSpPr>
        <p:spPr>
          <a:xfrm rot="3386166">
            <a:off x="6761456" y="3576253"/>
            <a:ext cx="220814" cy="8659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ight Brace 71">
            <a:extLst>
              <a:ext uri="{FF2B5EF4-FFF2-40B4-BE49-F238E27FC236}">
                <a16:creationId xmlns:a16="http://schemas.microsoft.com/office/drawing/2014/main" id="{399C1401-DCA9-9795-3E24-897E485928D5}"/>
              </a:ext>
            </a:extLst>
          </p:cNvPr>
          <p:cNvSpPr/>
          <p:nvPr/>
        </p:nvSpPr>
        <p:spPr>
          <a:xfrm rot="3386166">
            <a:off x="7965927" y="2676412"/>
            <a:ext cx="220814" cy="8659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E9D8FCF8-B07E-9E3D-4345-BD83B816259D}"/>
                  </a:ext>
                </a:extLst>
              </p:cNvPr>
              <p:cNvSpPr txBox="1"/>
              <p:nvPr/>
            </p:nvSpPr>
            <p:spPr>
              <a:xfrm>
                <a:off x="5443226" y="4980112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E9D8FCF8-B07E-9E3D-4345-BD83B81625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3226" y="4980112"/>
                <a:ext cx="54264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C747451A-7F50-E211-1649-98D8AAE5E97C}"/>
                  </a:ext>
                </a:extLst>
              </p:cNvPr>
              <p:cNvSpPr txBox="1"/>
              <p:nvPr/>
            </p:nvSpPr>
            <p:spPr>
              <a:xfrm>
                <a:off x="6836376" y="4083373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C747451A-7F50-E211-1649-98D8AAE5E9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6376" y="4083373"/>
                <a:ext cx="54264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Rectangle 74">
            <a:extLst>
              <a:ext uri="{FF2B5EF4-FFF2-40B4-BE49-F238E27FC236}">
                <a16:creationId xmlns:a16="http://schemas.microsoft.com/office/drawing/2014/main" id="{8E8EFDA7-F7F2-79F2-78D7-8F7A2C58F836}"/>
              </a:ext>
            </a:extLst>
          </p:cNvPr>
          <p:cNvSpPr/>
          <p:nvPr/>
        </p:nvSpPr>
        <p:spPr>
          <a:xfrm>
            <a:off x="8798784" y="3484617"/>
            <a:ext cx="845820" cy="8077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6A72085-90D7-F2F7-2406-4C9AD1439579}"/>
              </a:ext>
            </a:extLst>
          </p:cNvPr>
          <p:cNvSpPr/>
          <p:nvPr/>
        </p:nvSpPr>
        <p:spPr>
          <a:xfrm>
            <a:off x="7558672" y="4462748"/>
            <a:ext cx="845820" cy="8077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4B4714D7-38C5-858A-7CEC-8B3594ADC80D}"/>
              </a:ext>
            </a:extLst>
          </p:cNvPr>
          <p:cNvSpPr/>
          <p:nvPr/>
        </p:nvSpPr>
        <p:spPr>
          <a:xfrm>
            <a:off x="6065333" y="5260426"/>
            <a:ext cx="845820" cy="8077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FE4A0180-541D-181B-D001-32333E334EC1}"/>
              </a:ext>
            </a:extLst>
          </p:cNvPr>
          <p:cNvCxnSpPr/>
          <p:nvPr/>
        </p:nvCxnSpPr>
        <p:spPr>
          <a:xfrm flipV="1">
            <a:off x="7190897" y="4395756"/>
            <a:ext cx="2967295" cy="2174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C3E9C89B-04C6-4D9F-AE38-1E069D20668F}"/>
                  </a:ext>
                </a:extLst>
              </p:cNvPr>
              <p:cNvSpPr txBox="1"/>
              <p:nvPr/>
            </p:nvSpPr>
            <p:spPr>
              <a:xfrm>
                <a:off x="8660200" y="5489140"/>
                <a:ext cx="6580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C3E9C89B-04C6-4D9F-AE38-1E069D206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0200" y="5489140"/>
                <a:ext cx="65806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F20531A4-9736-3DC0-9266-EB7A34C4A32F}"/>
              </a:ext>
            </a:extLst>
          </p:cNvPr>
          <p:cNvCxnSpPr/>
          <p:nvPr/>
        </p:nvCxnSpPr>
        <p:spPr>
          <a:xfrm flipH="1">
            <a:off x="4938110" y="3456013"/>
            <a:ext cx="190837" cy="60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97F74CE8-CB61-666E-FC31-30FB996D688E}"/>
              </a:ext>
            </a:extLst>
          </p:cNvPr>
          <p:cNvCxnSpPr>
            <a:cxnSpLocks/>
          </p:cNvCxnSpPr>
          <p:nvPr/>
        </p:nvCxnSpPr>
        <p:spPr>
          <a:xfrm>
            <a:off x="5518377" y="5064750"/>
            <a:ext cx="575139" cy="467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C5624CB0-71EB-DFF7-7D60-F17D28DE247B}"/>
              </a:ext>
            </a:extLst>
          </p:cNvPr>
          <p:cNvCxnSpPr>
            <a:cxnSpLocks/>
          </p:cNvCxnSpPr>
          <p:nvPr/>
        </p:nvCxnSpPr>
        <p:spPr>
          <a:xfrm>
            <a:off x="6980773" y="4161798"/>
            <a:ext cx="575139" cy="467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8C0C8475-80CF-F105-899C-CA45205E5A6D}"/>
              </a:ext>
            </a:extLst>
          </p:cNvPr>
          <p:cNvCxnSpPr>
            <a:cxnSpLocks/>
          </p:cNvCxnSpPr>
          <p:nvPr/>
        </p:nvCxnSpPr>
        <p:spPr>
          <a:xfrm>
            <a:off x="8169060" y="3274148"/>
            <a:ext cx="575139" cy="467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549890D8-B39C-A12E-6B5A-19F8AED54592}"/>
                  </a:ext>
                </a:extLst>
              </p:cNvPr>
              <p:cNvSpPr txBox="1"/>
              <p:nvPr/>
            </p:nvSpPr>
            <p:spPr>
              <a:xfrm>
                <a:off x="7989218" y="3131508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549890D8-B39C-A12E-6B5A-19F8AED545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218" y="3131508"/>
                <a:ext cx="54264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9D9A1CC6-949B-B306-3C09-B45E3B8180C8}"/>
              </a:ext>
            </a:extLst>
          </p:cNvPr>
          <p:cNvCxnSpPr>
            <a:cxnSpLocks/>
          </p:cNvCxnSpPr>
          <p:nvPr/>
        </p:nvCxnSpPr>
        <p:spPr>
          <a:xfrm>
            <a:off x="5823008" y="2684749"/>
            <a:ext cx="495570" cy="5624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71FDBC35-9F6E-FAF7-B85E-9727A8476F7E}"/>
              </a:ext>
            </a:extLst>
          </p:cNvPr>
          <p:cNvCxnSpPr>
            <a:cxnSpLocks/>
          </p:cNvCxnSpPr>
          <p:nvPr/>
        </p:nvCxnSpPr>
        <p:spPr>
          <a:xfrm>
            <a:off x="6436202" y="2146621"/>
            <a:ext cx="882246" cy="3510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855821B4-9858-6424-EE6E-6E5E55BC177D}"/>
                  </a:ext>
                </a:extLst>
              </p:cNvPr>
              <p:cNvSpPr txBox="1"/>
              <p:nvPr/>
            </p:nvSpPr>
            <p:spPr>
              <a:xfrm>
                <a:off x="5933496" y="2877879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855821B4-9858-6424-EE6E-6E5E55BC17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3496" y="2877879"/>
                <a:ext cx="54264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754693A6-FA52-CC97-2853-2C7892967068}"/>
              </a:ext>
            </a:extLst>
          </p:cNvPr>
          <p:cNvCxnSpPr>
            <a:cxnSpLocks/>
          </p:cNvCxnSpPr>
          <p:nvPr/>
        </p:nvCxnSpPr>
        <p:spPr>
          <a:xfrm>
            <a:off x="6084036" y="5909101"/>
            <a:ext cx="536121" cy="3058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C91540CD-6C2C-DC7B-0C7D-444D281B94EE}"/>
                  </a:ext>
                </a:extLst>
              </p:cNvPr>
              <p:cNvSpPr txBox="1"/>
              <p:nvPr/>
            </p:nvSpPr>
            <p:spPr>
              <a:xfrm>
                <a:off x="5969985" y="6106523"/>
                <a:ext cx="4662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C91540CD-6C2C-DC7B-0C7D-444D281B94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9985" y="6106523"/>
                <a:ext cx="466217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28B09910-631A-6A38-4ED3-B1B35E6422CB}"/>
              </a:ext>
            </a:extLst>
          </p:cNvPr>
          <p:cNvCxnSpPr>
            <a:cxnSpLocks/>
          </p:cNvCxnSpPr>
          <p:nvPr/>
        </p:nvCxnSpPr>
        <p:spPr>
          <a:xfrm>
            <a:off x="6924207" y="5542584"/>
            <a:ext cx="0" cy="6096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C7393388-E25B-345B-6245-2DB58713A465}"/>
                  </a:ext>
                </a:extLst>
              </p:cNvPr>
              <p:cNvSpPr txBox="1"/>
              <p:nvPr/>
            </p:nvSpPr>
            <p:spPr>
              <a:xfrm>
                <a:off x="6909688" y="5692713"/>
                <a:ext cx="4126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C7393388-E25B-345B-6245-2DB58713A4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9688" y="5692713"/>
                <a:ext cx="412613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5EAE7F1C-FDFA-CDFD-E7C3-F34F85D52769}"/>
              </a:ext>
            </a:extLst>
          </p:cNvPr>
          <p:cNvCxnSpPr>
            <a:cxnSpLocks/>
          </p:cNvCxnSpPr>
          <p:nvPr/>
        </p:nvCxnSpPr>
        <p:spPr>
          <a:xfrm>
            <a:off x="4631992" y="4324249"/>
            <a:ext cx="0" cy="41426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FCD11276-A876-BE20-D6DE-85ECEB89308B}"/>
              </a:ext>
            </a:extLst>
          </p:cNvPr>
          <p:cNvCxnSpPr>
            <a:cxnSpLocks/>
          </p:cNvCxnSpPr>
          <p:nvPr/>
        </p:nvCxnSpPr>
        <p:spPr>
          <a:xfrm>
            <a:off x="4668165" y="4870306"/>
            <a:ext cx="363216" cy="1624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32965A12-69AF-0A90-B0CE-616043176CDD}"/>
                  </a:ext>
                </a:extLst>
              </p:cNvPr>
              <p:cNvSpPr txBox="1"/>
              <p:nvPr/>
            </p:nvSpPr>
            <p:spPr>
              <a:xfrm>
                <a:off x="4222942" y="4346715"/>
                <a:ext cx="3709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32965A12-69AF-0A90-B0CE-616043176C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2942" y="4346715"/>
                <a:ext cx="37093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C29786C1-C6EE-2FF7-8C69-8EFDC871B1BF}"/>
                  </a:ext>
                </a:extLst>
              </p:cNvPr>
              <p:cNvSpPr txBox="1"/>
              <p:nvPr/>
            </p:nvSpPr>
            <p:spPr>
              <a:xfrm>
                <a:off x="4563410" y="4944880"/>
                <a:ext cx="3709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C29786C1-C6EE-2FF7-8C69-8EFDC871B1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3410" y="4944880"/>
                <a:ext cx="37093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Rectangle 95">
            <a:extLst>
              <a:ext uri="{FF2B5EF4-FFF2-40B4-BE49-F238E27FC236}">
                <a16:creationId xmlns:a16="http://schemas.microsoft.com/office/drawing/2014/main" id="{DEB5C510-FE8D-0460-FF84-D9562D7EEE18}"/>
              </a:ext>
            </a:extLst>
          </p:cNvPr>
          <p:cNvSpPr/>
          <p:nvPr/>
        </p:nvSpPr>
        <p:spPr>
          <a:xfrm>
            <a:off x="6249879" y="1357177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E973981D-5DE7-A200-DBBD-58EF840EA389}"/>
              </a:ext>
            </a:extLst>
          </p:cNvPr>
          <p:cNvSpPr/>
          <p:nvPr/>
        </p:nvSpPr>
        <p:spPr>
          <a:xfrm>
            <a:off x="5599500" y="3935953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991C34A3-772B-FD46-1E99-2B72B8328FAD}"/>
              </a:ext>
            </a:extLst>
          </p:cNvPr>
          <p:cNvSpPr/>
          <p:nvPr/>
        </p:nvSpPr>
        <p:spPr>
          <a:xfrm>
            <a:off x="6933874" y="3025546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450BCCAE-223D-7EDA-7677-1D161619523B}"/>
              </a:ext>
            </a:extLst>
          </p:cNvPr>
          <p:cNvSpPr/>
          <p:nvPr/>
        </p:nvSpPr>
        <p:spPr>
          <a:xfrm>
            <a:off x="8156163" y="2171365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61627464-C348-0713-8CBD-4AC8CE18F89B}"/>
              </a:ext>
            </a:extLst>
          </p:cNvPr>
          <p:cNvSpPr/>
          <p:nvPr/>
        </p:nvSpPr>
        <p:spPr>
          <a:xfrm>
            <a:off x="4561896" y="1941775"/>
            <a:ext cx="422910" cy="458459"/>
          </a:xfrm>
          <a:prstGeom prst="rect">
            <a:avLst/>
          </a:prstGeom>
          <a:noFill/>
          <a:ln>
            <a:solidFill>
              <a:srgbClr val="C00000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AFABF287-539F-4C1B-FFE6-F64B9D8F9FC6}"/>
              </a:ext>
            </a:extLst>
          </p:cNvPr>
          <p:cNvSpPr/>
          <p:nvPr/>
        </p:nvSpPr>
        <p:spPr>
          <a:xfrm>
            <a:off x="5154535" y="1714337"/>
            <a:ext cx="422910" cy="458459"/>
          </a:xfrm>
          <a:prstGeom prst="rect">
            <a:avLst/>
          </a:prstGeom>
          <a:noFill/>
          <a:ln>
            <a:solidFill>
              <a:srgbClr val="C00000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8463CAAB-1799-CAE9-FA59-5E202D7796E3}"/>
              </a:ext>
            </a:extLst>
          </p:cNvPr>
          <p:cNvSpPr/>
          <p:nvPr/>
        </p:nvSpPr>
        <p:spPr>
          <a:xfrm>
            <a:off x="5725939" y="1526721"/>
            <a:ext cx="422910" cy="458459"/>
          </a:xfrm>
          <a:prstGeom prst="rect">
            <a:avLst/>
          </a:prstGeom>
          <a:noFill/>
          <a:ln>
            <a:solidFill>
              <a:srgbClr val="C00000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0F79E865-635A-3058-5A00-A69AF37EF27A}"/>
              </a:ext>
            </a:extLst>
          </p:cNvPr>
          <p:cNvSpPr/>
          <p:nvPr/>
        </p:nvSpPr>
        <p:spPr>
          <a:xfrm>
            <a:off x="6318578" y="1299283"/>
            <a:ext cx="422910" cy="458459"/>
          </a:xfrm>
          <a:prstGeom prst="rect">
            <a:avLst/>
          </a:prstGeom>
          <a:noFill/>
          <a:ln>
            <a:solidFill>
              <a:srgbClr val="C00000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31A1DFF1-0FCC-BB5E-B16D-7EA49EF7D455}"/>
              </a:ext>
            </a:extLst>
          </p:cNvPr>
          <p:cNvSpPr/>
          <p:nvPr/>
        </p:nvSpPr>
        <p:spPr>
          <a:xfrm>
            <a:off x="6193272" y="5202225"/>
            <a:ext cx="125306" cy="68244"/>
          </a:xfrm>
          <a:prstGeom prst="rect">
            <a:avLst/>
          </a:prstGeom>
          <a:noFill/>
          <a:ln>
            <a:solidFill>
              <a:srgbClr val="C00000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17222616-0E6A-028B-BB21-F2F5D79C8824}"/>
              </a:ext>
            </a:extLst>
          </p:cNvPr>
          <p:cNvCxnSpPr/>
          <p:nvPr/>
        </p:nvCxnSpPr>
        <p:spPr>
          <a:xfrm>
            <a:off x="4997502" y="4738514"/>
            <a:ext cx="1252377" cy="531954"/>
          </a:xfrm>
          <a:prstGeom prst="straightConnector1">
            <a:avLst/>
          </a:prstGeom>
          <a:ln w="285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95638AEA-F966-59B1-98A2-B787EE4ECB70}"/>
              </a:ext>
            </a:extLst>
          </p:cNvPr>
          <p:cNvCxnSpPr>
            <a:cxnSpLocks/>
            <a:endCxn id="104" idx="1"/>
          </p:cNvCxnSpPr>
          <p:nvPr/>
        </p:nvCxnSpPr>
        <p:spPr>
          <a:xfrm>
            <a:off x="5273344" y="4565399"/>
            <a:ext cx="919928" cy="670948"/>
          </a:xfrm>
          <a:prstGeom prst="straightConnector1">
            <a:avLst/>
          </a:prstGeom>
          <a:ln w="285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6A137F67-56DB-4E67-AB36-A1B257330945}"/>
              </a:ext>
            </a:extLst>
          </p:cNvPr>
          <p:cNvCxnSpPr>
            <a:cxnSpLocks/>
          </p:cNvCxnSpPr>
          <p:nvPr/>
        </p:nvCxnSpPr>
        <p:spPr>
          <a:xfrm>
            <a:off x="5540033" y="4384433"/>
            <a:ext cx="663060" cy="824150"/>
          </a:xfrm>
          <a:prstGeom prst="straightConnector1">
            <a:avLst/>
          </a:prstGeom>
          <a:ln w="285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A5A5364F-42AE-C30B-E66A-703418F582DE}"/>
              </a:ext>
            </a:extLst>
          </p:cNvPr>
          <p:cNvCxnSpPr>
            <a:cxnSpLocks/>
            <a:endCxn id="104" idx="0"/>
          </p:cNvCxnSpPr>
          <p:nvPr/>
        </p:nvCxnSpPr>
        <p:spPr>
          <a:xfrm>
            <a:off x="5845347" y="4192740"/>
            <a:ext cx="410578" cy="1009485"/>
          </a:xfrm>
          <a:prstGeom prst="straightConnector1">
            <a:avLst/>
          </a:prstGeom>
          <a:ln w="285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EF6D1AC4-92AF-2479-6645-96CC9590952B}"/>
              </a:ext>
            </a:extLst>
          </p:cNvPr>
          <p:cNvCxnSpPr>
            <a:cxnSpLocks/>
          </p:cNvCxnSpPr>
          <p:nvPr/>
        </p:nvCxnSpPr>
        <p:spPr>
          <a:xfrm>
            <a:off x="4702292" y="2310909"/>
            <a:ext cx="30111" cy="2101136"/>
          </a:xfrm>
          <a:prstGeom prst="straightConnector1">
            <a:avLst/>
          </a:prstGeom>
          <a:ln w="285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08F7AC9B-0B67-DF15-EED1-2E1B564CB8C0}"/>
              </a:ext>
            </a:extLst>
          </p:cNvPr>
          <p:cNvCxnSpPr>
            <a:cxnSpLocks/>
          </p:cNvCxnSpPr>
          <p:nvPr/>
        </p:nvCxnSpPr>
        <p:spPr>
          <a:xfrm flipH="1">
            <a:off x="5086403" y="2111517"/>
            <a:ext cx="263378" cy="2074263"/>
          </a:xfrm>
          <a:prstGeom prst="straightConnector1">
            <a:avLst/>
          </a:prstGeom>
          <a:ln w="285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75FC5197-3D8D-0681-ED35-F65C20333B64}"/>
              </a:ext>
            </a:extLst>
          </p:cNvPr>
          <p:cNvCxnSpPr>
            <a:cxnSpLocks/>
          </p:cNvCxnSpPr>
          <p:nvPr/>
        </p:nvCxnSpPr>
        <p:spPr>
          <a:xfrm flipH="1">
            <a:off x="5361052" y="1854681"/>
            <a:ext cx="503080" cy="2152668"/>
          </a:xfrm>
          <a:prstGeom prst="straightConnector1">
            <a:avLst/>
          </a:prstGeom>
          <a:ln w="285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41A0BB16-3849-40ED-BDBB-14C3EC15E3AC}"/>
              </a:ext>
            </a:extLst>
          </p:cNvPr>
          <p:cNvCxnSpPr>
            <a:cxnSpLocks/>
          </p:cNvCxnSpPr>
          <p:nvPr/>
        </p:nvCxnSpPr>
        <p:spPr>
          <a:xfrm flipH="1">
            <a:off x="5678315" y="1655092"/>
            <a:ext cx="784342" cy="2236647"/>
          </a:xfrm>
          <a:prstGeom prst="straightConnector1">
            <a:avLst/>
          </a:prstGeom>
          <a:ln w="285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0676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91FB0-94EB-2592-F56B-3B44B8EEF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Activation Layer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82C86A-4CB8-3944-A5BD-1F1319D1B659}"/>
              </a:ext>
            </a:extLst>
          </p:cNvPr>
          <p:cNvSpPr/>
          <p:nvPr/>
        </p:nvSpPr>
        <p:spPr>
          <a:xfrm>
            <a:off x="838200" y="2011018"/>
            <a:ext cx="3901440" cy="34518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7165919-C314-4746-72CC-F5F106CB7825}"/>
              </a:ext>
            </a:extLst>
          </p:cNvPr>
          <p:cNvCxnSpPr>
            <a:cxnSpLocks/>
          </p:cNvCxnSpPr>
          <p:nvPr/>
        </p:nvCxnSpPr>
        <p:spPr>
          <a:xfrm>
            <a:off x="2740959" y="2011018"/>
            <a:ext cx="0" cy="34518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A788FD-E082-661F-6F64-073F71B4E22D}"/>
              </a:ext>
            </a:extLst>
          </p:cNvPr>
          <p:cNvCxnSpPr>
            <a:stCxn id="5" idx="1"/>
            <a:endCxn id="5" idx="3"/>
          </p:cNvCxnSpPr>
          <p:nvPr/>
        </p:nvCxnSpPr>
        <p:spPr>
          <a:xfrm>
            <a:off x="838200" y="3736948"/>
            <a:ext cx="39014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3A8FBFFA-1FD3-ED62-D61A-3C1A7439A130}"/>
              </a:ext>
            </a:extLst>
          </p:cNvPr>
          <p:cNvSpPr/>
          <p:nvPr/>
        </p:nvSpPr>
        <p:spPr>
          <a:xfrm>
            <a:off x="6819901" y="2011018"/>
            <a:ext cx="3901440" cy="34518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E9C5B70-03D7-F654-6956-8EC95FB4D08F}"/>
              </a:ext>
            </a:extLst>
          </p:cNvPr>
          <p:cNvCxnSpPr>
            <a:cxnSpLocks/>
          </p:cNvCxnSpPr>
          <p:nvPr/>
        </p:nvCxnSpPr>
        <p:spPr>
          <a:xfrm>
            <a:off x="8814100" y="2011018"/>
            <a:ext cx="0" cy="34518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0A317C-1AA9-AE6D-A08C-5752FF8B1EB3}"/>
              </a:ext>
            </a:extLst>
          </p:cNvPr>
          <p:cNvCxnSpPr>
            <a:stCxn id="9" idx="1"/>
            <a:endCxn id="9" idx="3"/>
          </p:cNvCxnSpPr>
          <p:nvPr/>
        </p:nvCxnSpPr>
        <p:spPr>
          <a:xfrm>
            <a:off x="6819901" y="3736948"/>
            <a:ext cx="39014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2292F93-9530-2EA9-BD40-45126E95EBE7}"/>
              </a:ext>
            </a:extLst>
          </p:cNvPr>
          <p:cNvCxnSpPr/>
          <p:nvPr/>
        </p:nvCxnSpPr>
        <p:spPr>
          <a:xfrm>
            <a:off x="1905000" y="2354580"/>
            <a:ext cx="59969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2A9CBB2-747C-C1F3-8818-A41F2372E704}"/>
              </a:ext>
            </a:extLst>
          </p:cNvPr>
          <p:cNvCxnSpPr/>
          <p:nvPr/>
        </p:nvCxnSpPr>
        <p:spPr>
          <a:xfrm>
            <a:off x="3733800" y="3162300"/>
            <a:ext cx="59969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3B7432C-F956-09D4-4F01-B54233C95ACB}"/>
              </a:ext>
            </a:extLst>
          </p:cNvPr>
          <p:cNvCxnSpPr/>
          <p:nvPr/>
        </p:nvCxnSpPr>
        <p:spPr>
          <a:xfrm>
            <a:off x="1905000" y="4274820"/>
            <a:ext cx="59969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A84AC56-4C29-5821-1E12-3BB64A03E866}"/>
              </a:ext>
            </a:extLst>
          </p:cNvPr>
          <p:cNvCxnSpPr/>
          <p:nvPr/>
        </p:nvCxnSpPr>
        <p:spPr>
          <a:xfrm>
            <a:off x="3733800" y="4846320"/>
            <a:ext cx="59969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72CE452-E235-F9B0-EF5A-0906986C8DC5}"/>
                  </a:ext>
                </a:extLst>
              </p:cNvPr>
              <p:cNvSpPr txBox="1"/>
              <p:nvPr/>
            </p:nvSpPr>
            <p:spPr>
              <a:xfrm>
                <a:off x="5361120" y="1952018"/>
                <a:ext cx="3778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72CE452-E235-F9B0-EF5A-0906986C8D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1120" y="1952018"/>
                <a:ext cx="37786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DA31B40-81AD-DFB4-9B86-ACA461A57F6C}"/>
                  </a:ext>
                </a:extLst>
              </p:cNvPr>
              <p:cNvSpPr txBox="1"/>
              <p:nvPr/>
            </p:nvSpPr>
            <p:spPr>
              <a:xfrm>
                <a:off x="5354620" y="2800059"/>
                <a:ext cx="3778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DA31B40-81AD-DFB4-9B86-ACA461A57F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4620" y="2800059"/>
                <a:ext cx="37786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8311E2B-530A-9984-1884-BD52D3B7A706}"/>
                  </a:ext>
                </a:extLst>
              </p:cNvPr>
              <p:cNvSpPr txBox="1"/>
              <p:nvPr/>
            </p:nvSpPr>
            <p:spPr>
              <a:xfrm>
                <a:off x="5354620" y="3977110"/>
                <a:ext cx="3778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8311E2B-530A-9984-1884-BD52D3B7A7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4620" y="3977110"/>
                <a:ext cx="37786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BE3F168-3058-5927-557C-EFAC2E69DCBF}"/>
                  </a:ext>
                </a:extLst>
              </p:cNvPr>
              <p:cNvSpPr txBox="1"/>
              <p:nvPr/>
            </p:nvSpPr>
            <p:spPr>
              <a:xfrm>
                <a:off x="5354620" y="4514981"/>
                <a:ext cx="3778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BE3F168-3058-5927-557C-EFAC2E69DC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4620" y="4514981"/>
                <a:ext cx="37786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A56275B-0DDF-A3FF-511C-A6CEE8F6BF12}"/>
                  </a:ext>
                </a:extLst>
              </p:cNvPr>
              <p:cNvSpPr txBox="1"/>
              <p:nvPr/>
            </p:nvSpPr>
            <p:spPr>
              <a:xfrm>
                <a:off x="1533552" y="2674911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A56275B-0DDF-A3FF-511C-A6CEE8F6BF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552" y="2674911"/>
                <a:ext cx="37144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32DFF2C-B96D-1D4F-7EDC-1C6F35268E7B}"/>
                  </a:ext>
                </a:extLst>
              </p:cNvPr>
              <p:cNvSpPr txBox="1"/>
              <p:nvPr/>
            </p:nvSpPr>
            <p:spPr>
              <a:xfrm>
                <a:off x="3436311" y="2698143"/>
                <a:ext cx="3714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32DFF2C-B96D-1D4F-7EDC-1C6F35268E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6311" y="2698143"/>
                <a:ext cx="37144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DD975DA-AEA8-2B9D-D5AB-8EA59DF0455C}"/>
                  </a:ext>
                </a:extLst>
              </p:cNvPr>
              <p:cNvSpPr txBox="1"/>
              <p:nvPr/>
            </p:nvSpPr>
            <p:spPr>
              <a:xfrm>
                <a:off x="1523844" y="4414758"/>
                <a:ext cx="3506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DD975DA-AEA8-2B9D-D5AB-8EA59DF045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3844" y="4414758"/>
                <a:ext cx="35067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76DE6A8-4274-42AE-BB4C-A9B3C47FB49F}"/>
                  </a:ext>
                </a:extLst>
              </p:cNvPr>
              <p:cNvSpPr txBox="1"/>
              <p:nvPr/>
            </p:nvSpPr>
            <p:spPr>
              <a:xfrm>
                <a:off x="3436311" y="4404160"/>
                <a:ext cx="3779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76DE6A8-4274-42AE-BB4C-A9B3C47FB4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6311" y="4404160"/>
                <a:ext cx="37792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5A47321-77DB-822A-9D7E-F4B71CF9A2C2}"/>
                  </a:ext>
                </a:extLst>
              </p:cNvPr>
              <p:cNvSpPr txBox="1"/>
              <p:nvPr/>
            </p:nvSpPr>
            <p:spPr>
              <a:xfrm>
                <a:off x="7671038" y="2674911"/>
                <a:ext cx="7041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5A47321-77DB-822A-9D7E-F4B71CF9A2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1038" y="2674911"/>
                <a:ext cx="704104" cy="369332"/>
              </a:xfrm>
              <a:prstGeom prst="rect">
                <a:avLst/>
              </a:prstGeom>
              <a:blipFill>
                <a:blip r:embed="rId10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AEE8036-1B09-5973-F07E-3B2275B44E39}"/>
                  </a:ext>
                </a:extLst>
              </p:cNvPr>
              <p:cNvSpPr txBox="1"/>
              <p:nvPr/>
            </p:nvSpPr>
            <p:spPr>
              <a:xfrm>
                <a:off x="9573797" y="2698143"/>
                <a:ext cx="7041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AEE8036-1B09-5973-F07E-3B2275B44E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3797" y="2698143"/>
                <a:ext cx="704104" cy="369332"/>
              </a:xfrm>
              <a:prstGeom prst="rect">
                <a:avLst/>
              </a:prstGeom>
              <a:blipFill>
                <a:blip r:embed="rId11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624F29D-0C24-AFBC-2325-E59CAE37CD4C}"/>
                  </a:ext>
                </a:extLst>
              </p:cNvPr>
              <p:cNvSpPr txBox="1"/>
              <p:nvPr/>
            </p:nvSpPr>
            <p:spPr>
              <a:xfrm>
                <a:off x="7661330" y="4414758"/>
                <a:ext cx="7041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624F29D-0C24-AFBC-2325-E59CAE37CD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1330" y="4414758"/>
                <a:ext cx="704104" cy="369332"/>
              </a:xfrm>
              <a:prstGeom prst="rect">
                <a:avLst/>
              </a:prstGeom>
              <a:blipFill>
                <a:blip r:embed="rId1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452FA26-5F7F-A232-905F-9A7E395A652E}"/>
                  </a:ext>
                </a:extLst>
              </p:cNvPr>
              <p:cNvSpPr txBox="1"/>
              <p:nvPr/>
            </p:nvSpPr>
            <p:spPr>
              <a:xfrm>
                <a:off x="9573797" y="4404160"/>
                <a:ext cx="7105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452FA26-5F7F-A232-905F-9A7E395A65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3797" y="4404160"/>
                <a:ext cx="710579" cy="369332"/>
              </a:xfrm>
              <a:prstGeom prst="rect">
                <a:avLst/>
              </a:prstGeom>
              <a:blipFill>
                <a:blip r:embed="rId1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8B53906-C37B-656B-1F39-D9C8A4F691EB}"/>
                  </a:ext>
                </a:extLst>
              </p:cNvPr>
              <p:cNvSpPr txBox="1"/>
              <p:nvPr/>
            </p:nvSpPr>
            <p:spPr>
              <a:xfrm>
                <a:off x="4525610" y="6025804"/>
                <a:ext cx="46317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 : Activation Function, Sigmoid, </a:t>
                </a:r>
                <a:r>
                  <a:rPr lang="en-US" dirty="0" err="1"/>
                  <a:t>ReLU</a:t>
                </a:r>
                <a:r>
                  <a:rPr lang="en-US" dirty="0"/>
                  <a:t>, </a:t>
                </a:r>
                <a:r>
                  <a:rPr lang="en-US" dirty="0" err="1"/>
                  <a:t>Softmax</a:t>
                </a:r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8B53906-C37B-656B-1F39-D9C8A4F691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5610" y="6025804"/>
                <a:ext cx="4631717" cy="369332"/>
              </a:xfrm>
              <a:prstGeom prst="rect">
                <a:avLst/>
              </a:prstGeom>
              <a:blipFill>
                <a:blip r:embed="rId14"/>
                <a:stretch>
                  <a:fillRect t="-8197" r="-39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2195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0A167-877A-ADF6-C0F4-CB0366010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Pooling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7FC12-C20A-9E16-2003-1F2A82780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593580" cy="879475"/>
          </a:xfrm>
        </p:spPr>
        <p:txBody>
          <a:bodyPr/>
          <a:lstStyle/>
          <a:p>
            <a:r>
              <a:rPr lang="en-US" dirty="0"/>
              <a:t>Replaces the output of a grid with a summary of the grid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999E9B-2EF5-C078-E7D9-6B819D1B3791}"/>
              </a:ext>
            </a:extLst>
          </p:cNvPr>
          <p:cNvSpPr/>
          <p:nvPr/>
        </p:nvSpPr>
        <p:spPr>
          <a:xfrm>
            <a:off x="2072640" y="3520440"/>
            <a:ext cx="601980" cy="4876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9FB225-42EC-9A6B-6B3B-5A1501DE3D3A}"/>
              </a:ext>
            </a:extLst>
          </p:cNvPr>
          <p:cNvSpPr/>
          <p:nvPr/>
        </p:nvSpPr>
        <p:spPr>
          <a:xfrm>
            <a:off x="2674620" y="3520440"/>
            <a:ext cx="601980" cy="4876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00D63D-B9FB-7CED-5939-140AE9E8032B}"/>
              </a:ext>
            </a:extLst>
          </p:cNvPr>
          <p:cNvSpPr/>
          <p:nvPr/>
        </p:nvSpPr>
        <p:spPr>
          <a:xfrm>
            <a:off x="2072640" y="4008120"/>
            <a:ext cx="601980" cy="4876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FFD0A5-F262-3BD8-512B-85435A39C41A}"/>
              </a:ext>
            </a:extLst>
          </p:cNvPr>
          <p:cNvSpPr/>
          <p:nvPr/>
        </p:nvSpPr>
        <p:spPr>
          <a:xfrm>
            <a:off x="2674620" y="4008120"/>
            <a:ext cx="601980" cy="4876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A386F3-BDFF-047E-CC05-468B759173B3}"/>
              </a:ext>
            </a:extLst>
          </p:cNvPr>
          <p:cNvSpPr/>
          <p:nvPr/>
        </p:nvSpPr>
        <p:spPr>
          <a:xfrm>
            <a:off x="3276600" y="3520440"/>
            <a:ext cx="601980" cy="4876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E81975-4312-041E-FDDF-7192BC25D967}"/>
              </a:ext>
            </a:extLst>
          </p:cNvPr>
          <p:cNvSpPr/>
          <p:nvPr/>
        </p:nvSpPr>
        <p:spPr>
          <a:xfrm>
            <a:off x="3276600" y="4008120"/>
            <a:ext cx="601980" cy="4876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6F5902D-1B9D-BF50-D3CF-383EE9DC1530}"/>
              </a:ext>
            </a:extLst>
          </p:cNvPr>
          <p:cNvSpPr/>
          <p:nvPr/>
        </p:nvSpPr>
        <p:spPr>
          <a:xfrm>
            <a:off x="2072640" y="4495800"/>
            <a:ext cx="601980" cy="4876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26C7D13-5405-C864-1D12-A7BD04884F26}"/>
              </a:ext>
            </a:extLst>
          </p:cNvPr>
          <p:cNvSpPr/>
          <p:nvPr/>
        </p:nvSpPr>
        <p:spPr>
          <a:xfrm>
            <a:off x="2674620" y="4495800"/>
            <a:ext cx="601980" cy="4876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7CCA0A4-3B81-2F70-0B61-A2F3FD6ACAD0}"/>
              </a:ext>
            </a:extLst>
          </p:cNvPr>
          <p:cNvSpPr/>
          <p:nvPr/>
        </p:nvSpPr>
        <p:spPr>
          <a:xfrm>
            <a:off x="3276600" y="4495800"/>
            <a:ext cx="601980" cy="4876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7D32E43-07E7-8A78-1789-6C5C733972A0}"/>
              </a:ext>
            </a:extLst>
          </p:cNvPr>
          <p:cNvSpPr/>
          <p:nvPr/>
        </p:nvSpPr>
        <p:spPr>
          <a:xfrm>
            <a:off x="1943100" y="3420110"/>
            <a:ext cx="1276350" cy="9804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AEA4F34-B1E0-8115-3D43-8654CDF2F807}"/>
              </a:ext>
            </a:extLst>
          </p:cNvPr>
          <p:cNvSpPr/>
          <p:nvPr/>
        </p:nvSpPr>
        <p:spPr>
          <a:xfrm>
            <a:off x="5392420" y="3429000"/>
            <a:ext cx="1002030" cy="7277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Max(</a:t>
            </a:r>
            <a:r>
              <a:rPr lang="en-US" dirty="0" err="1"/>
              <a:t>a,b,d,e</a:t>
            </a:r>
            <a:r>
              <a:rPr lang="en-US" dirty="0"/>
              <a:t>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7A5424D-572E-44DB-EFAC-BF9D8C3187CD}"/>
              </a:ext>
            </a:extLst>
          </p:cNvPr>
          <p:cNvSpPr/>
          <p:nvPr/>
        </p:nvSpPr>
        <p:spPr>
          <a:xfrm>
            <a:off x="6394450" y="3429000"/>
            <a:ext cx="1002030" cy="7277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Max(</a:t>
            </a:r>
            <a:r>
              <a:rPr lang="en-US" dirty="0" err="1"/>
              <a:t>b,c,e,f</a:t>
            </a:r>
            <a:r>
              <a:rPr lang="en-US" dirty="0"/>
              <a:t>)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0CD16D-C110-45D8-CFDE-6C1BA3546A86}"/>
              </a:ext>
            </a:extLst>
          </p:cNvPr>
          <p:cNvSpPr/>
          <p:nvPr/>
        </p:nvSpPr>
        <p:spPr>
          <a:xfrm>
            <a:off x="5392420" y="4152900"/>
            <a:ext cx="1002030" cy="7277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Max(</a:t>
            </a:r>
            <a:r>
              <a:rPr lang="en-US" dirty="0" err="1"/>
              <a:t>d,e,g,h</a:t>
            </a:r>
            <a:r>
              <a:rPr lang="en-US" dirty="0"/>
              <a:t>)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605F820-43F0-352F-8D02-533F98E6F4EB}"/>
              </a:ext>
            </a:extLst>
          </p:cNvPr>
          <p:cNvSpPr/>
          <p:nvPr/>
        </p:nvSpPr>
        <p:spPr>
          <a:xfrm>
            <a:off x="6394450" y="4152900"/>
            <a:ext cx="1002030" cy="7277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Max(</a:t>
            </a:r>
            <a:r>
              <a:rPr lang="en-US" dirty="0" err="1"/>
              <a:t>e,f,h,i</a:t>
            </a:r>
            <a:r>
              <a:rPr lang="en-US" dirty="0"/>
              <a:t>)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7D7C990-986F-2068-991F-A72FC0A55578}"/>
              </a:ext>
            </a:extLst>
          </p:cNvPr>
          <p:cNvCxnSpPr>
            <a:endCxn id="30" idx="1"/>
          </p:cNvCxnSpPr>
          <p:nvPr/>
        </p:nvCxnSpPr>
        <p:spPr>
          <a:xfrm flipV="1">
            <a:off x="2674620" y="3792855"/>
            <a:ext cx="2717800" cy="2152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BF95B1BA-110B-F37D-DDC6-ED3CC7355E4D}"/>
              </a:ext>
            </a:extLst>
          </p:cNvPr>
          <p:cNvSpPr txBox="1"/>
          <p:nvPr/>
        </p:nvSpPr>
        <p:spPr>
          <a:xfrm>
            <a:off x="3878580" y="5733448"/>
            <a:ext cx="18148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Max Pooling: Size 2 X 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B419D73-1065-BFD1-009D-7CA3174A2E52}"/>
              </a:ext>
            </a:extLst>
          </p:cNvPr>
          <p:cNvSpPr txBox="1"/>
          <p:nvPr/>
        </p:nvSpPr>
        <p:spPr>
          <a:xfrm>
            <a:off x="8072158" y="4880610"/>
            <a:ext cx="21481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Pooling Types:</a:t>
            </a:r>
          </a:p>
          <a:p>
            <a:pPr lvl="1"/>
            <a:r>
              <a:rPr lang="en-US" dirty="0"/>
              <a:t>Average Pooling</a:t>
            </a:r>
          </a:p>
          <a:p>
            <a:pPr lvl="1"/>
            <a:r>
              <a:rPr lang="en-US" dirty="0"/>
              <a:t>Max Pooling</a:t>
            </a:r>
          </a:p>
        </p:txBody>
      </p:sp>
    </p:spTree>
    <p:extLst>
      <p:ext uri="{BB962C8B-B14F-4D97-AF65-F5344CB8AC3E}">
        <p14:creationId xmlns:p14="http://schemas.microsoft.com/office/powerpoint/2010/main" val="2157439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15262-CE90-87CF-5A20-D903B68E0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Convolution Neural Network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F98AFD-5D11-83E3-26AD-358E14DEF6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74" b="1863"/>
          <a:stretch/>
        </p:blipFill>
        <p:spPr>
          <a:xfrm>
            <a:off x="3821229" y="1602536"/>
            <a:ext cx="4789371" cy="47135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6828F5D-7B71-70BD-E1A9-8DEF4BA688CF}"/>
              </a:ext>
            </a:extLst>
          </p:cNvPr>
          <p:cNvSpPr txBox="1"/>
          <p:nvPr/>
        </p:nvSpPr>
        <p:spPr>
          <a:xfrm>
            <a:off x="8988214" y="5946802"/>
            <a:ext cx="2823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Deep Learning Book</a:t>
            </a:r>
          </a:p>
        </p:txBody>
      </p:sp>
    </p:spTree>
    <p:extLst>
      <p:ext uri="{BB962C8B-B14F-4D97-AF65-F5344CB8AC3E}">
        <p14:creationId xmlns:p14="http://schemas.microsoft.com/office/powerpoint/2010/main" val="2769619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4DC7A-F942-69CC-C968-7435162F0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Example CNN Networks</a:t>
            </a:r>
          </a:p>
        </p:txBody>
      </p:sp>
      <p:pic>
        <p:nvPicPr>
          <p:cNvPr id="5" name="Picture 4" descr="A picture containing text, music&#10;&#10;Description automatically generated">
            <a:extLst>
              <a:ext uri="{FF2B5EF4-FFF2-40B4-BE49-F238E27FC236}">
                <a16:creationId xmlns:a16="http://schemas.microsoft.com/office/drawing/2014/main" id="{B03A7555-07AB-B756-6F97-CF31D28ED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675" y="2000250"/>
            <a:ext cx="9772650" cy="2857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A9FFB4-A507-C26F-F9AB-F2A27761ED2E}"/>
              </a:ext>
            </a:extLst>
          </p:cNvPr>
          <p:cNvSpPr txBox="1"/>
          <p:nvPr/>
        </p:nvSpPr>
        <p:spPr>
          <a:xfrm>
            <a:off x="2894782" y="5167312"/>
            <a:ext cx="72323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/>
              <a:t>LeNet</a:t>
            </a:r>
            <a:r>
              <a:rPr lang="en-US" dirty="0"/>
              <a:t> (1998): Gradient Based Learning Applied to Document Recognitions, </a:t>
            </a:r>
          </a:p>
          <a:p>
            <a:pPr algn="ctr"/>
            <a:r>
              <a:rPr lang="en-US" dirty="0"/>
              <a:t>http://yann.lecun.com/exdb/publis/pdf/lecun-01a.pdf</a:t>
            </a:r>
          </a:p>
        </p:txBody>
      </p:sp>
    </p:spTree>
    <p:extLst>
      <p:ext uri="{BB962C8B-B14F-4D97-AF65-F5344CB8AC3E}">
        <p14:creationId xmlns:p14="http://schemas.microsoft.com/office/powerpoint/2010/main" val="2807331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D3BAD-606C-C915-422A-F417610C8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Example CNN Networks</a:t>
            </a:r>
          </a:p>
        </p:txBody>
      </p:sp>
      <p:pic>
        <p:nvPicPr>
          <p:cNvPr id="5" name="Picture 4" descr="Graphical user interface, diagram&#10;&#10;Description automatically generated">
            <a:extLst>
              <a:ext uri="{FF2B5EF4-FFF2-40B4-BE49-F238E27FC236}">
                <a16:creationId xmlns:a16="http://schemas.microsoft.com/office/drawing/2014/main" id="{3E2D3E86-F6F4-305E-F3CF-5D6AE36BC0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75" y="1538287"/>
            <a:ext cx="10001250" cy="37814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D40AF7-3ECA-9D2D-CBBE-FC2378CA0FE3}"/>
              </a:ext>
            </a:extLst>
          </p:cNvPr>
          <p:cNvSpPr txBox="1"/>
          <p:nvPr/>
        </p:nvSpPr>
        <p:spPr>
          <a:xfrm>
            <a:off x="1095375" y="5497512"/>
            <a:ext cx="91154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AlexNet</a:t>
            </a:r>
            <a:r>
              <a:rPr lang="en-US" dirty="0"/>
              <a:t> (2012): ImageNet Classification with Deep Convolutional Neural Networks, </a:t>
            </a:r>
          </a:p>
          <a:p>
            <a:pPr algn="ctr"/>
            <a:r>
              <a:rPr lang="en-US" dirty="0"/>
              <a:t>https://proceedings.neurips.cc/paper/2012/file/c399862d3b9d6b76c8436e924a68c45b-Paper.pdf</a:t>
            </a:r>
          </a:p>
        </p:txBody>
      </p:sp>
    </p:spTree>
    <p:extLst>
      <p:ext uri="{BB962C8B-B14F-4D97-AF65-F5344CB8AC3E}">
        <p14:creationId xmlns:p14="http://schemas.microsoft.com/office/powerpoint/2010/main" val="22078227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C5F18-D3D1-5DC7-7F1F-CA5434221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Example CNN Networks</a:t>
            </a:r>
          </a:p>
        </p:txBody>
      </p:sp>
      <p:pic>
        <p:nvPicPr>
          <p:cNvPr id="5" name="Content Placeholder 4" descr="Chart&#10;&#10;Description automatically generated">
            <a:extLst>
              <a:ext uri="{FF2B5EF4-FFF2-40B4-BE49-F238E27FC236}">
                <a16:creationId xmlns:a16="http://schemas.microsoft.com/office/drawing/2014/main" id="{8D9F4FFB-5C62-2D79-C57B-6A73FF29F9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77628"/>
            <a:ext cx="9868923" cy="2394744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0D6D856-3222-462F-8C57-D0B795EBDC4A}"/>
              </a:ext>
            </a:extLst>
          </p:cNvPr>
          <p:cNvSpPr txBox="1"/>
          <p:nvPr/>
        </p:nvSpPr>
        <p:spPr>
          <a:xfrm>
            <a:off x="1095375" y="5497512"/>
            <a:ext cx="91154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VGG16 (2014): VERY DEEP CONVOLUTIONAL NETWORKS</a:t>
            </a:r>
          </a:p>
          <a:p>
            <a:pPr algn="ctr"/>
            <a:r>
              <a:rPr lang="en-US" dirty="0"/>
              <a:t>FOR LARGE-SCALE IMAGE RECOGNITION, </a:t>
            </a:r>
          </a:p>
          <a:p>
            <a:pPr algn="ctr"/>
            <a:r>
              <a:rPr lang="en-US" dirty="0"/>
              <a:t>https://arxiv.org/pdf/1409.1556.pdf</a:t>
            </a:r>
          </a:p>
        </p:txBody>
      </p:sp>
    </p:spTree>
    <p:extLst>
      <p:ext uri="{BB962C8B-B14F-4D97-AF65-F5344CB8AC3E}">
        <p14:creationId xmlns:p14="http://schemas.microsoft.com/office/powerpoint/2010/main" val="31665953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D37A2-0C0F-9FC8-BBAF-D31E8D97B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Example CNN Networks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2D3CA07E-7879-552F-4DDC-C8F7420B98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199" y="1401683"/>
            <a:ext cx="8610601" cy="2632383"/>
          </a:xfrm>
          <a:prstGeom prst="rect">
            <a:avLst/>
          </a:prstGeom>
        </p:spPr>
      </p:pic>
      <p:pic>
        <p:nvPicPr>
          <p:cNvPr id="7" name="Picture 6" descr="Chart&#10;&#10;Description automatically generated with medium confidence">
            <a:extLst>
              <a:ext uri="{FF2B5EF4-FFF2-40B4-BE49-F238E27FC236}">
                <a16:creationId xmlns:a16="http://schemas.microsoft.com/office/drawing/2014/main" id="{3D56EA07-8486-20E2-7103-406B0C0792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242" y="4467225"/>
            <a:ext cx="10001250" cy="23907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0B1B3D-AEDA-7338-19B7-07D1214C47BF}"/>
              </a:ext>
            </a:extLst>
          </p:cNvPr>
          <p:cNvSpPr txBox="1"/>
          <p:nvPr/>
        </p:nvSpPr>
        <p:spPr>
          <a:xfrm>
            <a:off x="113242" y="4134144"/>
            <a:ext cx="9115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GoogLeNet</a:t>
            </a:r>
            <a:r>
              <a:rPr lang="en-US" dirty="0"/>
              <a:t>/</a:t>
            </a:r>
            <a:r>
              <a:rPr lang="en-US" dirty="0" err="1"/>
              <a:t>InceptionNet</a:t>
            </a:r>
            <a:r>
              <a:rPr lang="en-US" dirty="0"/>
              <a:t> (2014): Going deeper with convolutions, </a:t>
            </a:r>
          </a:p>
          <a:p>
            <a:pPr algn="ctr"/>
            <a:r>
              <a:rPr lang="en-US" dirty="0"/>
              <a:t>https://arxiv.org/pdf/1409.4842.pdf</a:t>
            </a:r>
          </a:p>
        </p:txBody>
      </p:sp>
    </p:spTree>
    <p:extLst>
      <p:ext uri="{BB962C8B-B14F-4D97-AF65-F5344CB8AC3E}">
        <p14:creationId xmlns:p14="http://schemas.microsoft.com/office/powerpoint/2010/main" val="8883228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8D2A7-F3C8-F2FD-5580-4B6E1CE9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Example CNN Networks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D7325E7A-BA33-1B0C-85E5-6B56B872BC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6534" y="1706297"/>
            <a:ext cx="3876675" cy="21621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FB3FABB-69F3-71EF-D69E-56E1E4D3AA29}"/>
              </a:ext>
            </a:extLst>
          </p:cNvPr>
          <p:cNvSpPr txBox="1"/>
          <p:nvPr/>
        </p:nvSpPr>
        <p:spPr>
          <a:xfrm>
            <a:off x="-235268" y="5023378"/>
            <a:ext cx="9115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ResNet</a:t>
            </a:r>
            <a:r>
              <a:rPr lang="en-US" dirty="0"/>
              <a:t> (2015): Deep Residual Learning for Image Recognition, </a:t>
            </a:r>
          </a:p>
          <a:p>
            <a:pPr algn="ctr"/>
            <a:r>
              <a:rPr lang="en-US" dirty="0"/>
              <a:t>https://arxiv.org/pdf/1512.03385.pdf</a:t>
            </a:r>
          </a:p>
        </p:txBody>
      </p:sp>
      <p:pic>
        <p:nvPicPr>
          <p:cNvPr id="9" name="Picture 8" descr="Diagram, schematic&#10;&#10;Description automatically generated">
            <a:extLst>
              <a:ext uri="{FF2B5EF4-FFF2-40B4-BE49-F238E27FC236}">
                <a16:creationId xmlns:a16="http://schemas.microsoft.com/office/drawing/2014/main" id="{A8B5CA6D-4598-0418-8DB4-B6171581D6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2520" y="1346968"/>
            <a:ext cx="2550509" cy="5362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4613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55C81-694F-76F8-0EB2-B404BD95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CNN Networks</a:t>
            </a:r>
          </a:p>
        </p:txBody>
      </p:sp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38A8F7FC-3F62-865A-9040-C822C3E402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86"/>
          <a:stretch>
            <a:fillRect/>
          </a:stretch>
        </p:blipFill>
        <p:spPr>
          <a:xfrm>
            <a:off x="1657204" y="1552912"/>
            <a:ext cx="7810353" cy="375217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B12196-49AA-4F2A-7FE9-18068576A200}"/>
              </a:ext>
            </a:extLst>
          </p:cNvPr>
          <p:cNvSpPr txBox="1"/>
          <p:nvPr/>
        </p:nvSpPr>
        <p:spPr>
          <a:xfrm>
            <a:off x="1835834" y="5845126"/>
            <a:ext cx="8243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U-net: State of the art in image segmentation, especially in biomedical domain</a:t>
            </a:r>
          </a:p>
        </p:txBody>
      </p:sp>
    </p:spTree>
    <p:extLst>
      <p:ext uri="{BB962C8B-B14F-4D97-AF65-F5344CB8AC3E}">
        <p14:creationId xmlns:p14="http://schemas.microsoft.com/office/powerpoint/2010/main" val="20889016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7B509-9DD2-1A0C-B58A-873D85D1D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Example CNN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24E2C-6E40-BC2E-0BC4-ED075EE0C0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err="1"/>
              <a:t>EfficientNet</a:t>
            </a:r>
            <a:r>
              <a:rPr lang="en-US" dirty="0"/>
              <a:t> (2019): Tan, M., &amp; Le, Q. V. (2020). </a:t>
            </a:r>
            <a:r>
              <a:rPr lang="en-US" dirty="0" err="1"/>
              <a:t>EfficientNet</a:t>
            </a:r>
            <a:r>
              <a:rPr lang="en-US" dirty="0"/>
              <a:t>: Rethinking Model Scaling for Convolutional Neural Networks. </a:t>
            </a:r>
            <a:r>
              <a:rPr lang="en-US" i="1" dirty="0"/>
              <a:t>ArXiv:1905.11946 [Cs, Stat]</a:t>
            </a:r>
            <a:r>
              <a:rPr lang="en-US" dirty="0"/>
              <a:t>. </a:t>
            </a:r>
            <a:r>
              <a:rPr lang="en-US" dirty="0">
                <a:hlinkClick r:id="rId2"/>
              </a:rPr>
              <a:t>http://arxiv.org/abs/1905.11946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FixEfficientNets</a:t>
            </a:r>
            <a:r>
              <a:rPr lang="en-US" dirty="0"/>
              <a:t> (2022): </a:t>
            </a:r>
            <a:r>
              <a:rPr lang="en-US" dirty="0" err="1"/>
              <a:t>Touvron</a:t>
            </a:r>
            <a:r>
              <a:rPr lang="en-US" dirty="0"/>
              <a:t>, H., </a:t>
            </a:r>
            <a:r>
              <a:rPr lang="en-US" dirty="0" err="1"/>
              <a:t>Vedaldi</a:t>
            </a:r>
            <a:r>
              <a:rPr lang="en-US" dirty="0"/>
              <a:t>, A., </a:t>
            </a:r>
            <a:r>
              <a:rPr lang="en-US" dirty="0" err="1"/>
              <a:t>Douze</a:t>
            </a:r>
            <a:r>
              <a:rPr lang="en-US" dirty="0"/>
              <a:t>, M., &amp; </a:t>
            </a:r>
            <a:r>
              <a:rPr lang="en-US" dirty="0" err="1"/>
              <a:t>Jégou</a:t>
            </a:r>
            <a:r>
              <a:rPr lang="en-US" dirty="0"/>
              <a:t>, H. (2020b). Fixing the train-test resolution discrepancy: </a:t>
            </a:r>
            <a:r>
              <a:rPr lang="en-US" dirty="0" err="1"/>
              <a:t>FixEfficientNet</a:t>
            </a:r>
            <a:r>
              <a:rPr lang="en-US" dirty="0"/>
              <a:t>. ArXiv:2003.08237 [Cs]. </a:t>
            </a:r>
            <a:r>
              <a:rPr lang="en-US" dirty="0">
                <a:hlinkClick r:id="rId3"/>
              </a:rPr>
              <a:t>http://arxiv.org/abs/2003.08237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AmoebaNets</a:t>
            </a:r>
            <a:r>
              <a:rPr lang="en-US" dirty="0"/>
              <a:t> (2019): Regularized Evolution for Image Classifier Architecture Search, https://ojs.aaai.org/index.php/AAAI/article/view/4405</a:t>
            </a:r>
          </a:p>
        </p:txBody>
      </p:sp>
    </p:spTree>
    <p:extLst>
      <p:ext uri="{BB962C8B-B14F-4D97-AF65-F5344CB8AC3E}">
        <p14:creationId xmlns:p14="http://schemas.microsoft.com/office/powerpoint/2010/main" val="30736091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89632-425A-55C4-3195-C9F6255A9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Modeling of Convolution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4E806-B89C-621E-D2A8-8152C9605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Number of Operations: </a:t>
            </a:r>
            <a:r>
              <a:rPr lang="en-US" dirty="0">
                <a:solidFill>
                  <a:srgbClr val="FF0000"/>
                </a:solidFill>
              </a:rPr>
              <a:t>??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E54B33-7C91-AC77-50D4-ED0F7769D6D6}"/>
              </a:ext>
            </a:extLst>
          </p:cNvPr>
          <p:cNvSpPr/>
          <p:nvPr/>
        </p:nvSpPr>
        <p:spPr>
          <a:xfrm>
            <a:off x="6468334" y="1911525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8C9C90-1455-BCF9-31C1-F57299D7AF61}"/>
              </a:ext>
            </a:extLst>
          </p:cNvPr>
          <p:cNvSpPr/>
          <p:nvPr/>
        </p:nvSpPr>
        <p:spPr>
          <a:xfrm>
            <a:off x="7043644" y="1660065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90A0D2-0384-299C-DA17-0EC13BF9BF87}"/>
              </a:ext>
            </a:extLst>
          </p:cNvPr>
          <p:cNvSpPr/>
          <p:nvPr/>
        </p:nvSpPr>
        <p:spPr>
          <a:xfrm>
            <a:off x="7626574" y="1454325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8227351-1A38-43D8-F005-1013F5EA64D7}"/>
              </a:ext>
            </a:extLst>
          </p:cNvPr>
          <p:cNvCxnSpPr>
            <a:cxnSpLocks/>
          </p:cNvCxnSpPr>
          <p:nvPr/>
        </p:nvCxnSpPr>
        <p:spPr>
          <a:xfrm>
            <a:off x="6414994" y="1858185"/>
            <a:ext cx="0" cy="6096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9956232-5CB8-F1D8-0535-21FC75895E0A}"/>
              </a:ext>
            </a:extLst>
          </p:cNvPr>
          <p:cNvCxnSpPr>
            <a:cxnSpLocks/>
          </p:cNvCxnSpPr>
          <p:nvPr/>
        </p:nvCxnSpPr>
        <p:spPr>
          <a:xfrm>
            <a:off x="6507523" y="2655019"/>
            <a:ext cx="536121" cy="3058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C848A13-9402-FBAF-7FC1-A7C568EF00A8}"/>
              </a:ext>
            </a:extLst>
          </p:cNvPr>
          <p:cNvCxnSpPr>
            <a:cxnSpLocks/>
          </p:cNvCxnSpPr>
          <p:nvPr/>
        </p:nvCxnSpPr>
        <p:spPr>
          <a:xfrm flipV="1">
            <a:off x="7314154" y="2408458"/>
            <a:ext cx="1091837" cy="62864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B738DEC-FEAC-DA90-692B-E253656AFE77}"/>
                  </a:ext>
                </a:extLst>
              </p:cNvPr>
              <p:cNvSpPr txBox="1"/>
              <p:nvPr/>
            </p:nvSpPr>
            <p:spPr>
              <a:xfrm>
                <a:off x="6018688" y="1978319"/>
                <a:ext cx="4126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B738DEC-FEAC-DA90-692B-E253656AFE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8688" y="1978319"/>
                <a:ext cx="41261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444EC95-0B98-E11A-4513-0B0B501A27E5}"/>
                  </a:ext>
                </a:extLst>
              </p:cNvPr>
              <p:cNvSpPr txBox="1"/>
              <p:nvPr/>
            </p:nvSpPr>
            <p:spPr>
              <a:xfrm>
                <a:off x="6393472" y="2852441"/>
                <a:ext cx="4662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444EC95-0B98-E11A-4513-0B0B501A27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3472" y="2852441"/>
                <a:ext cx="46621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912D4A1B-073B-AF1D-2454-78C4651C0ED1}"/>
              </a:ext>
            </a:extLst>
          </p:cNvPr>
          <p:cNvSpPr/>
          <p:nvPr/>
        </p:nvSpPr>
        <p:spPr>
          <a:xfrm>
            <a:off x="8009202" y="3402253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4DCAE8-0B7C-8074-CAD1-969E4815B5CC}"/>
              </a:ext>
            </a:extLst>
          </p:cNvPr>
          <p:cNvSpPr/>
          <p:nvPr/>
        </p:nvSpPr>
        <p:spPr>
          <a:xfrm>
            <a:off x="8300667" y="3219680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10C71D-B0E6-E18A-714F-FE97E1718B63}"/>
              </a:ext>
            </a:extLst>
          </p:cNvPr>
          <p:cNvSpPr/>
          <p:nvPr/>
        </p:nvSpPr>
        <p:spPr>
          <a:xfrm>
            <a:off x="8592132" y="3037107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EEF7AD-729B-B6BD-E59F-1CAAD7F51822}"/>
              </a:ext>
            </a:extLst>
          </p:cNvPr>
          <p:cNvSpPr/>
          <p:nvPr/>
        </p:nvSpPr>
        <p:spPr>
          <a:xfrm>
            <a:off x="6662005" y="4338465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7F1460-EA50-E391-D5E2-91F9BE125195}"/>
              </a:ext>
            </a:extLst>
          </p:cNvPr>
          <p:cNvSpPr/>
          <p:nvPr/>
        </p:nvSpPr>
        <p:spPr>
          <a:xfrm>
            <a:off x="6953470" y="4155892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39596F-8FB5-8E45-3B7A-7B2CE0300894}"/>
              </a:ext>
            </a:extLst>
          </p:cNvPr>
          <p:cNvSpPr/>
          <p:nvPr/>
        </p:nvSpPr>
        <p:spPr>
          <a:xfrm>
            <a:off x="7244935" y="3973319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D26B2CD-A918-5F3E-FB81-3EDEBCD203D2}"/>
              </a:ext>
            </a:extLst>
          </p:cNvPr>
          <p:cNvSpPr/>
          <p:nvPr/>
        </p:nvSpPr>
        <p:spPr>
          <a:xfrm>
            <a:off x="9224311" y="2571022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A4D7CF-79D4-EE16-18CB-84011165D804}"/>
              </a:ext>
            </a:extLst>
          </p:cNvPr>
          <p:cNvSpPr/>
          <p:nvPr/>
        </p:nvSpPr>
        <p:spPr>
          <a:xfrm>
            <a:off x="9515776" y="2388449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A9A23C-BF89-6FCC-EE13-7202EB0BB29E}"/>
              </a:ext>
            </a:extLst>
          </p:cNvPr>
          <p:cNvSpPr/>
          <p:nvPr/>
        </p:nvSpPr>
        <p:spPr>
          <a:xfrm>
            <a:off x="9807241" y="2205876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566245D2-B799-3CE7-2356-8C664ABB1654}"/>
              </a:ext>
            </a:extLst>
          </p:cNvPr>
          <p:cNvSpPr/>
          <p:nvPr/>
        </p:nvSpPr>
        <p:spPr>
          <a:xfrm rot="3386166">
            <a:off x="7337249" y="4372149"/>
            <a:ext cx="220814" cy="8659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70FDC672-0BD3-1637-E7D9-A4680F56B67B}"/>
              </a:ext>
            </a:extLst>
          </p:cNvPr>
          <p:cNvSpPr/>
          <p:nvPr/>
        </p:nvSpPr>
        <p:spPr>
          <a:xfrm rot="3386166">
            <a:off x="8717424" y="3498626"/>
            <a:ext cx="220814" cy="8659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3EC3549D-CA0A-008E-1227-7D42D0BB13F5}"/>
              </a:ext>
            </a:extLst>
          </p:cNvPr>
          <p:cNvSpPr/>
          <p:nvPr/>
        </p:nvSpPr>
        <p:spPr>
          <a:xfrm rot="3386166">
            <a:off x="9921895" y="2598785"/>
            <a:ext cx="220814" cy="8659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E41E1B3-BD1D-9C88-ABB7-DA7D5748F0BB}"/>
                  </a:ext>
                </a:extLst>
              </p:cNvPr>
              <p:cNvSpPr txBox="1"/>
              <p:nvPr/>
            </p:nvSpPr>
            <p:spPr>
              <a:xfrm>
                <a:off x="7399194" y="4902485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E41E1B3-BD1D-9C88-ABB7-DA7D5748F0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9194" y="4902485"/>
                <a:ext cx="54264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979B2D7-8562-8C98-1B17-A7360D963282}"/>
                  </a:ext>
                </a:extLst>
              </p:cNvPr>
              <p:cNvSpPr txBox="1"/>
              <p:nvPr/>
            </p:nvSpPr>
            <p:spPr>
              <a:xfrm>
                <a:off x="8792344" y="4005746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979B2D7-8562-8C98-1B17-A7360D9632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2344" y="4005746"/>
                <a:ext cx="54264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1AB8FB6B-171B-B07E-AE07-7F830DDEFBB6}"/>
              </a:ext>
            </a:extLst>
          </p:cNvPr>
          <p:cNvSpPr/>
          <p:nvPr/>
        </p:nvSpPr>
        <p:spPr>
          <a:xfrm>
            <a:off x="10754752" y="3406990"/>
            <a:ext cx="845820" cy="8077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BE67B4D-BD11-8A30-4198-3E615E198B24}"/>
              </a:ext>
            </a:extLst>
          </p:cNvPr>
          <p:cNvSpPr/>
          <p:nvPr/>
        </p:nvSpPr>
        <p:spPr>
          <a:xfrm>
            <a:off x="9514640" y="4385121"/>
            <a:ext cx="845820" cy="8077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7C1D5C4-495E-A5B2-B587-29B952EE6B6C}"/>
              </a:ext>
            </a:extLst>
          </p:cNvPr>
          <p:cNvSpPr/>
          <p:nvPr/>
        </p:nvSpPr>
        <p:spPr>
          <a:xfrm>
            <a:off x="8021301" y="5182799"/>
            <a:ext cx="845820" cy="8077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EA58A66-7DF2-D49C-6D16-858A51A51250}"/>
              </a:ext>
            </a:extLst>
          </p:cNvPr>
          <p:cNvCxnSpPr/>
          <p:nvPr/>
        </p:nvCxnSpPr>
        <p:spPr>
          <a:xfrm flipV="1">
            <a:off x="9146865" y="4318129"/>
            <a:ext cx="2967295" cy="2174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5547CDC-2868-05A4-DD00-520953AED688}"/>
                  </a:ext>
                </a:extLst>
              </p:cNvPr>
              <p:cNvSpPr txBox="1"/>
              <p:nvPr/>
            </p:nvSpPr>
            <p:spPr>
              <a:xfrm>
                <a:off x="10616168" y="5411513"/>
                <a:ext cx="6580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5547CDC-2868-05A4-DD00-520953AED6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6168" y="5411513"/>
                <a:ext cx="65806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E37926B-3846-1CEA-A51E-43D7D3501839}"/>
              </a:ext>
            </a:extLst>
          </p:cNvPr>
          <p:cNvCxnSpPr/>
          <p:nvPr/>
        </p:nvCxnSpPr>
        <p:spPr>
          <a:xfrm flipH="1">
            <a:off x="6894078" y="3378386"/>
            <a:ext cx="190837" cy="60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1FA9148-B8DD-68F9-CC6E-BE41F5A10EA6}"/>
              </a:ext>
            </a:extLst>
          </p:cNvPr>
          <p:cNvCxnSpPr>
            <a:cxnSpLocks/>
          </p:cNvCxnSpPr>
          <p:nvPr/>
        </p:nvCxnSpPr>
        <p:spPr>
          <a:xfrm>
            <a:off x="7474345" y="4987123"/>
            <a:ext cx="575139" cy="467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DA93E1E-4604-B34A-82A2-9B0A0DC77E6B}"/>
              </a:ext>
            </a:extLst>
          </p:cNvPr>
          <p:cNvCxnSpPr>
            <a:cxnSpLocks/>
          </p:cNvCxnSpPr>
          <p:nvPr/>
        </p:nvCxnSpPr>
        <p:spPr>
          <a:xfrm>
            <a:off x="8936741" y="4084171"/>
            <a:ext cx="575139" cy="467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F2ADF6B-8C6A-45C8-1B04-295BF4D3EC4C}"/>
              </a:ext>
            </a:extLst>
          </p:cNvPr>
          <p:cNvCxnSpPr>
            <a:cxnSpLocks/>
          </p:cNvCxnSpPr>
          <p:nvPr/>
        </p:nvCxnSpPr>
        <p:spPr>
          <a:xfrm>
            <a:off x="10125028" y="3196521"/>
            <a:ext cx="575139" cy="467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348B4C9-B2CD-708C-D1C1-4EDA0686AD20}"/>
                  </a:ext>
                </a:extLst>
              </p:cNvPr>
              <p:cNvSpPr txBox="1"/>
              <p:nvPr/>
            </p:nvSpPr>
            <p:spPr>
              <a:xfrm>
                <a:off x="9945186" y="3053881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348B4C9-B2CD-708C-D1C1-4EDA0686AD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5186" y="3053881"/>
                <a:ext cx="54264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1BE368D-7D8F-876C-754E-7029083F2271}"/>
              </a:ext>
            </a:extLst>
          </p:cNvPr>
          <p:cNvCxnSpPr>
            <a:cxnSpLocks/>
          </p:cNvCxnSpPr>
          <p:nvPr/>
        </p:nvCxnSpPr>
        <p:spPr>
          <a:xfrm>
            <a:off x="7778976" y="2607122"/>
            <a:ext cx="495570" cy="5624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5877AB0-F188-F24E-401E-3D9B65190B30}"/>
              </a:ext>
            </a:extLst>
          </p:cNvPr>
          <p:cNvCxnSpPr>
            <a:cxnSpLocks/>
          </p:cNvCxnSpPr>
          <p:nvPr/>
        </p:nvCxnSpPr>
        <p:spPr>
          <a:xfrm>
            <a:off x="8392170" y="2068994"/>
            <a:ext cx="882246" cy="3510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8C9F521-35F2-B4BC-E204-18ACCBFBA36F}"/>
                  </a:ext>
                </a:extLst>
              </p:cNvPr>
              <p:cNvSpPr txBox="1"/>
              <p:nvPr/>
            </p:nvSpPr>
            <p:spPr>
              <a:xfrm>
                <a:off x="7889464" y="2800252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8C9F521-35F2-B4BC-E204-18ACCBFBA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464" y="2800252"/>
                <a:ext cx="54264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2338F0BB-BBD1-023F-B38A-18CD3A6F3194}"/>
              </a:ext>
            </a:extLst>
          </p:cNvPr>
          <p:cNvSpPr txBox="1"/>
          <p:nvPr/>
        </p:nvSpPr>
        <p:spPr>
          <a:xfrm>
            <a:off x="5284768" y="5569545"/>
            <a:ext cx="20293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Elementwise summation across channels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6C0341D-0852-3C2F-4DE0-35EEC1286B09}"/>
              </a:ext>
            </a:extLst>
          </p:cNvPr>
          <p:cNvCxnSpPr>
            <a:stCxn id="39" idx="0"/>
          </p:cNvCxnSpPr>
          <p:nvPr/>
        </p:nvCxnSpPr>
        <p:spPr>
          <a:xfrm flipV="1">
            <a:off x="6299461" y="5364999"/>
            <a:ext cx="1230200" cy="2045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27D5308-C3C4-00AE-1982-46DE46EFDE51}"/>
              </a:ext>
            </a:extLst>
          </p:cNvPr>
          <p:cNvCxnSpPr>
            <a:cxnSpLocks/>
          </p:cNvCxnSpPr>
          <p:nvPr/>
        </p:nvCxnSpPr>
        <p:spPr>
          <a:xfrm>
            <a:off x="8040004" y="5831474"/>
            <a:ext cx="536121" cy="3058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724E7C9-3A81-73A6-B8FC-5A7C3884536B}"/>
                  </a:ext>
                </a:extLst>
              </p:cNvPr>
              <p:cNvSpPr txBox="1"/>
              <p:nvPr/>
            </p:nvSpPr>
            <p:spPr>
              <a:xfrm>
                <a:off x="7925953" y="6028896"/>
                <a:ext cx="4662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724E7C9-3A81-73A6-B8FC-5A7C388453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5953" y="6028896"/>
                <a:ext cx="466217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54E5D57-2EC5-6D83-0685-F731A106BA2D}"/>
              </a:ext>
            </a:extLst>
          </p:cNvPr>
          <p:cNvCxnSpPr>
            <a:cxnSpLocks/>
          </p:cNvCxnSpPr>
          <p:nvPr/>
        </p:nvCxnSpPr>
        <p:spPr>
          <a:xfrm>
            <a:off x="8880175" y="5464957"/>
            <a:ext cx="0" cy="6096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4FEEAF3-F7EE-AEC1-CB77-407D12CB851C}"/>
                  </a:ext>
                </a:extLst>
              </p:cNvPr>
              <p:cNvSpPr txBox="1"/>
              <p:nvPr/>
            </p:nvSpPr>
            <p:spPr>
              <a:xfrm>
                <a:off x="8865656" y="5615086"/>
                <a:ext cx="4126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4FEEAF3-F7EE-AEC1-CB77-407D12CB85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5656" y="5615086"/>
                <a:ext cx="412613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E532713-777F-E2B0-D639-D750D2A6D5AB}"/>
              </a:ext>
            </a:extLst>
          </p:cNvPr>
          <p:cNvCxnSpPr>
            <a:cxnSpLocks/>
          </p:cNvCxnSpPr>
          <p:nvPr/>
        </p:nvCxnSpPr>
        <p:spPr>
          <a:xfrm>
            <a:off x="6587960" y="4246622"/>
            <a:ext cx="0" cy="41426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4612C37-952A-24D2-258E-DD67F454D70E}"/>
              </a:ext>
            </a:extLst>
          </p:cNvPr>
          <p:cNvCxnSpPr>
            <a:cxnSpLocks/>
          </p:cNvCxnSpPr>
          <p:nvPr/>
        </p:nvCxnSpPr>
        <p:spPr>
          <a:xfrm>
            <a:off x="6624133" y="4792679"/>
            <a:ext cx="363216" cy="1624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5C868AD-7D1F-ACDB-B7D3-7D0AC169239C}"/>
                  </a:ext>
                </a:extLst>
              </p:cNvPr>
              <p:cNvSpPr txBox="1"/>
              <p:nvPr/>
            </p:nvSpPr>
            <p:spPr>
              <a:xfrm>
                <a:off x="6178910" y="4269088"/>
                <a:ext cx="3709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5C868AD-7D1F-ACDB-B7D3-7D0AC16923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8910" y="4269088"/>
                <a:ext cx="37093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D10693E-F94A-C50B-2F56-3E3CE4307BF9}"/>
                  </a:ext>
                </a:extLst>
              </p:cNvPr>
              <p:cNvSpPr txBox="1"/>
              <p:nvPr/>
            </p:nvSpPr>
            <p:spPr>
              <a:xfrm>
                <a:off x="6519378" y="4867253"/>
                <a:ext cx="3709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D10693E-F94A-C50B-2F56-3E3CE4307B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9378" y="4867253"/>
                <a:ext cx="37093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Rectangle 48">
            <a:extLst>
              <a:ext uri="{FF2B5EF4-FFF2-40B4-BE49-F238E27FC236}">
                <a16:creationId xmlns:a16="http://schemas.microsoft.com/office/drawing/2014/main" id="{07D06F67-0AFF-5F3B-4B12-06E360751186}"/>
              </a:ext>
            </a:extLst>
          </p:cNvPr>
          <p:cNvSpPr/>
          <p:nvPr/>
        </p:nvSpPr>
        <p:spPr>
          <a:xfrm>
            <a:off x="8205847" y="1279550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A870E0C-F41F-482D-20A2-2E7EE2022C80}"/>
              </a:ext>
            </a:extLst>
          </p:cNvPr>
          <p:cNvSpPr/>
          <p:nvPr/>
        </p:nvSpPr>
        <p:spPr>
          <a:xfrm>
            <a:off x="7555468" y="3858326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138EBDB-328A-1CB3-68F2-F409E2434025}"/>
              </a:ext>
            </a:extLst>
          </p:cNvPr>
          <p:cNvSpPr/>
          <p:nvPr/>
        </p:nvSpPr>
        <p:spPr>
          <a:xfrm>
            <a:off x="8889842" y="2947919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3467B35-0DE7-3986-6DD7-A488735AB5F7}"/>
              </a:ext>
            </a:extLst>
          </p:cNvPr>
          <p:cNvSpPr/>
          <p:nvPr/>
        </p:nvSpPr>
        <p:spPr>
          <a:xfrm>
            <a:off x="10112131" y="2093738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4175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8F358-9B67-C68F-E0A8-6DECD3844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1C7F-8440-C047-23FD-20F43B9F3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Modeling of Convolution Layer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8F8F35-FCB2-A050-44C7-6C63CE170B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Number of Operations:</a:t>
                </a:r>
                <a:endParaRPr lang="en-US" dirty="0">
                  <a:solidFill>
                    <a:srgbClr val="FF0000"/>
                  </a:solidFill>
                </a:endParaRPr>
              </a:p>
              <a:p>
                <a:endParaRPr lang="en-US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8F8F35-FCB2-A050-44C7-6C63CE170B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5E3A8E5F-9E07-F4B2-952E-A3C769B87DB3}"/>
              </a:ext>
            </a:extLst>
          </p:cNvPr>
          <p:cNvSpPr/>
          <p:nvPr/>
        </p:nvSpPr>
        <p:spPr>
          <a:xfrm>
            <a:off x="6468334" y="1911525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F291F3-BD54-BDD3-A22A-2060299411F5}"/>
              </a:ext>
            </a:extLst>
          </p:cNvPr>
          <p:cNvSpPr/>
          <p:nvPr/>
        </p:nvSpPr>
        <p:spPr>
          <a:xfrm>
            <a:off x="7043644" y="1660065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CBD0CA-7C43-2B25-75ED-7A32E446C222}"/>
              </a:ext>
            </a:extLst>
          </p:cNvPr>
          <p:cNvSpPr/>
          <p:nvPr/>
        </p:nvSpPr>
        <p:spPr>
          <a:xfrm>
            <a:off x="7626574" y="1454325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168065E-2D91-9477-1F15-D51DB3E43ACC}"/>
              </a:ext>
            </a:extLst>
          </p:cNvPr>
          <p:cNvCxnSpPr>
            <a:cxnSpLocks/>
          </p:cNvCxnSpPr>
          <p:nvPr/>
        </p:nvCxnSpPr>
        <p:spPr>
          <a:xfrm>
            <a:off x="6414994" y="1858185"/>
            <a:ext cx="0" cy="6096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603945F-89C5-4FBA-0B22-431CDCAD304F}"/>
              </a:ext>
            </a:extLst>
          </p:cNvPr>
          <p:cNvCxnSpPr>
            <a:cxnSpLocks/>
          </p:cNvCxnSpPr>
          <p:nvPr/>
        </p:nvCxnSpPr>
        <p:spPr>
          <a:xfrm>
            <a:off x="6507523" y="2655019"/>
            <a:ext cx="536121" cy="3058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0837F98-41E6-7644-6BC3-BA9485B7DD17}"/>
              </a:ext>
            </a:extLst>
          </p:cNvPr>
          <p:cNvCxnSpPr>
            <a:cxnSpLocks/>
          </p:cNvCxnSpPr>
          <p:nvPr/>
        </p:nvCxnSpPr>
        <p:spPr>
          <a:xfrm flipV="1">
            <a:off x="7314154" y="2408458"/>
            <a:ext cx="1091837" cy="62864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F8DFAC1-1F4A-DD55-8C65-4FB75376F09B}"/>
                  </a:ext>
                </a:extLst>
              </p:cNvPr>
              <p:cNvSpPr txBox="1"/>
              <p:nvPr/>
            </p:nvSpPr>
            <p:spPr>
              <a:xfrm>
                <a:off x="6018688" y="1978319"/>
                <a:ext cx="4126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F8DFAC1-1F4A-DD55-8C65-4FB75376F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8688" y="1978319"/>
                <a:ext cx="41261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2E6D97E-1773-8198-D65D-88C6EEA85E01}"/>
                  </a:ext>
                </a:extLst>
              </p:cNvPr>
              <p:cNvSpPr txBox="1"/>
              <p:nvPr/>
            </p:nvSpPr>
            <p:spPr>
              <a:xfrm>
                <a:off x="6393472" y="2852441"/>
                <a:ext cx="4662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2E6D97E-1773-8198-D65D-88C6EEA85E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3472" y="2852441"/>
                <a:ext cx="46621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AB9455C2-CAB1-7EC1-C842-219D5AC14E15}"/>
              </a:ext>
            </a:extLst>
          </p:cNvPr>
          <p:cNvSpPr/>
          <p:nvPr/>
        </p:nvSpPr>
        <p:spPr>
          <a:xfrm>
            <a:off x="8009202" y="3402253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9034B5-958F-1986-E14E-ECE8B57F5C0C}"/>
              </a:ext>
            </a:extLst>
          </p:cNvPr>
          <p:cNvSpPr/>
          <p:nvPr/>
        </p:nvSpPr>
        <p:spPr>
          <a:xfrm>
            <a:off x="8300667" y="3219680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CFE4AD-F36D-2282-C5E7-A2ABE9A3D382}"/>
              </a:ext>
            </a:extLst>
          </p:cNvPr>
          <p:cNvSpPr/>
          <p:nvPr/>
        </p:nvSpPr>
        <p:spPr>
          <a:xfrm>
            <a:off x="8592132" y="3037107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AFBD37C-10B2-80D5-6EE2-6CEFDA24737C}"/>
              </a:ext>
            </a:extLst>
          </p:cNvPr>
          <p:cNvSpPr/>
          <p:nvPr/>
        </p:nvSpPr>
        <p:spPr>
          <a:xfrm>
            <a:off x="6662005" y="4338465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F6128C-1CF6-7172-0082-2D972BA266D4}"/>
              </a:ext>
            </a:extLst>
          </p:cNvPr>
          <p:cNvSpPr/>
          <p:nvPr/>
        </p:nvSpPr>
        <p:spPr>
          <a:xfrm>
            <a:off x="6953470" y="4155892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95EEA6-BFE8-F2DD-E301-51896962FF46}"/>
              </a:ext>
            </a:extLst>
          </p:cNvPr>
          <p:cNvSpPr/>
          <p:nvPr/>
        </p:nvSpPr>
        <p:spPr>
          <a:xfrm>
            <a:off x="7244935" y="3973319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EC349A9-E6A8-D5D2-02DC-5618B22D866E}"/>
              </a:ext>
            </a:extLst>
          </p:cNvPr>
          <p:cNvSpPr/>
          <p:nvPr/>
        </p:nvSpPr>
        <p:spPr>
          <a:xfrm>
            <a:off x="9224311" y="2571022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2FCDD4-E725-CA19-DB1B-177A9666795A}"/>
              </a:ext>
            </a:extLst>
          </p:cNvPr>
          <p:cNvSpPr/>
          <p:nvPr/>
        </p:nvSpPr>
        <p:spPr>
          <a:xfrm>
            <a:off x="9515776" y="2388449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F391476-34BB-C238-CA36-32CEA0186AB8}"/>
              </a:ext>
            </a:extLst>
          </p:cNvPr>
          <p:cNvSpPr/>
          <p:nvPr/>
        </p:nvSpPr>
        <p:spPr>
          <a:xfrm>
            <a:off x="9807241" y="2205876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A5C998A6-1B0D-7040-2580-7006601E318C}"/>
              </a:ext>
            </a:extLst>
          </p:cNvPr>
          <p:cNvSpPr/>
          <p:nvPr/>
        </p:nvSpPr>
        <p:spPr>
          <a:xfrm rot="3386166">
            <a:off x="7337249" y="4372149"/>
            <a:ext cx="220814" cy="8659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0960FD8E-7BA5-B782-6FB4-534EF8613863}"/>
              </a:ext>
            </a:extLst>
          </p:cNvPr>
          <p:cNvSpPr/>
          <p:nvPr/>
        </p:nvSpPr>
        <p:spPr>
          <a:xfrm rot="3386166">
            <a:off x="8717424" y="3498626"/>
            <a:ext cx="220814" cy="8659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5965608A-9054-F444-4A9E-5B53C481A38E}"/>
              </a:ext>
            </a:extLst>
          </p:cNvPr>
          <p:cNvSpPr/>
          <p:nvPr/>
        </p:nvSpPr>
        <p:spPr>
          <a:xfrm rot="3386166">
            <a:off x="9921895" y="2598785"/>
            <a:ext cx="220814" cy="8659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A62E3CB-D454-6C6C-FF32-A1F56097E483}"/>
                  </a:ext>
                </a:extLst>
              </p:cNvPr>
              <p:cNvSpPr txBox="1"/>
              <p:nvPr/>
            </p:nvSpPr>
            <p:spPr>
              <a:xfrm>
                <a:off x="7399194" y="4902485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A62E3CB-D454-6C6C-FF32-A1F56097E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9194" y="4902485"/>
                <a:ext cx="54264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9ADE168-5083-CFF7-72A4-5FBAD0DCADA5}"/>
                  </a:ext>
                </a:extLst>
              </p:cNvPr>
              <p:cNvSpPr txBox="1"/>
              <p:nvPr/>
            </p:nvSpPr>
            <p:spPr>
              <a:xfrm>
                <a:off x="8792344" y="4005746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9ADE168-5083-CFF7-72A4-5FBAD0DCAD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2344" y="4005746"/>
                <a:ext cx="54264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E54E5EEA-5E7F-AAAA-4527-99FAECBE1BFD}"/>
              </a:ext>
            </a:extLst>
          </p:cNvPr>
          <p:cNvSpPr/>
          <p:nvPr/>
        </p:nvSpPr>
        <p:spPr>
          <a:xfrm>
            <a:off x="10754752" y="3406990"/>
            <a:ext cx="845820" cy="8077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D6B02C0-7341-243C-46DE-DBC00D7ABE5B}"/>
              </a:ext>
            </a:extLst>
          </p:cNvPr>
          <p:cNvSpPr/>
          <p:nvPr/>
        </p:nvSpPr>
        <p:spPr>
          <a:xfrm>
            <a:off x="9514640" y="4385121"/>
            <a:ext cx="845820" cy="8077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79731DC-8225-541D-11FA-47AF6DE0D3CC}"/>
              </a:ext>
            </a:extLst>
          </p:cNvPr>
          <p:cNvSpPr/>
          <p:nvPr/>
        </p:nvSpPr>
        <p:spPr>
          <a:xfrm>
            <a:off x="8021301" y="5182799"/>
            <a:ext cx="845820" cy="8077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9062A93-C5CC-C096-B36A-DC9070D41E9F}"/>
              </a:ext>
            </a:extLst>
          </p:cNvPr>
          <p:cNvCxnSpPr/>
          <p:nvPr/>
        </p:nvCxnSpPr>
        <p:spPr>
          <a:xfrm flipV="1">
            <a:off x="9146865" y="4318129"/>
            <a:ext cx="2967295" cy="2174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59C1E7E-95D5-C8A5-1641-77511280E931}"/>
                  </a:ext>
                </a:extLst>
              </p:cNvPr>
              <p:cNvSpPr txBox="1"/>
              <p:nvPr/>
            </p:nvSpPr>
            <p:spPr>
              <a:xfrm>
                <a:off x="10616168" y="5411513"/>
                <a:ext cx="6580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59C1E7E-95D5-C8A5-1641-77511280E9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6168" y="5411513"/>
                <a:ext cx="65806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49BF3C9-56B2-75D4-C5A8-CCEA740B5ABC}"/>
              </a:ext>
            </a:extLst>
          </p:cNvPr>
          <p:cNvCxnSpPr/>
          <p:nvPr/>
        </p:nvCxnSpPr>
        <p:spPr>
          <a:xfrm flipH="1">
            <a:off x="6894078" y="3378386"/>
            <a:ext cx="190837" cy="60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48BBFDB-DF6E-CB28-BD37-C8E61E135369}"/>
              </a:ext>
            </a:extLst>
          </p:cNvPr>
          <p:cNvCxnSpPr>
            <a:cxnSpLocks/>
          </p:cNvCxnSpPr>
          <p:nvPr/>
        </p:nvCxnSpPr>
        <p:spPr>
          <a:xfrm>
            <a:off x="7474345" y="4987123"/>
            <a:ext cx="575139" cy="467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B708804-1D98-85CF-8D35-5B5A1475ABB5}"/>
              </a:ext>
            </a:extLst>
          </p:cNvPr>
          <p:cNvCxnSpPr>
            <a:cxnSpLocks/>
          </p:cNvCxnSpPr>
          <p:nvPr/>
        </p:nvCxnSpPr>
        <p:spPr>
          <a:xfrm>
            <a:off x="8936741" y="4084171"/>
            <a:ext cx="575139" cy="467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B4139E6-8AA6-D199-54C5-C083A1F816C7}"/>
              </a:ext>
            </a:extLst>
          </p:cNvPr>
          <p:cNvCxnSpPr>
            <a:cxnSpLocks/>
          </p:cNvCxnSpPr>
          <p:nvPr/>
        </p:nvCxnSpPr>
        <p:spPr>
          <a:xfrm>
            <a:off x="10125028" y="3196521"/>
            <a:ext cx="575139" cy="467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BF3ADA5-F791-AB38-A1EF-10A803423F56}"/>
                  </a:ext>
                </a:extLst>
              </p:cNvPr>
              <p:cNvSpPr txBox="1"/>
              <p:nvPr/>
            </p:nvSpPr>
            <p:spPr>
              <a:xfrm>
                <a:off x="9945186" y="3053881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BF3ADA5-F791-AB38-A1EF-10A803423F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5186" y="3053881"/>
                <a:ext cx="54264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534AA11-0AA9-D352-CFE6-1AA4DAAB1AF5}"/>
              </a:ext>
            </a:extLst>
          </p:cNvPr>
          <p:cNvCxnSpPr>
            <a:cxnSpLocks/>
          </p:cNvCxnSpPr>
          <p:nvPr/>
        </p:nvCxnSpPr>
        <p:spPr>
          <a:xfrm>
            <a:off x="7778976" y="2607122"/>
            <a:ext cx="495570" cy="5624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F15D3F7-D283-7202-D153-DFAEFBAC501A}"/>
              </a:ext>
            </a:extLst>
          </p:cNvPr>
          <p:cNvCxnSpPr>
            <a:cxnSpLocks/>
          </p:cNvCxnSpPr>
          <p:nvPr/>
        </p:nvCxnSpPr>
        <p:spPr>
          <a:xfrm>
            <a:off x="8392170" y="2068994"/>
            <a:ext cx="882246" cy="3510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A6034A4-7EC2-26CD-465E-DE17F24A5AB0}"/>
                  </a:ext>
                </a:extLst>
              </p:cNvPr>
              <p:cNvSpPr txBox="1"/>
              <p:nvPr/>
            </p:nvSpPr>
            <p:spPr>
              <a:xfrm>
                <a:off x="7889464" y="2800252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A6034A4-7EC2-26CD-465E-DE17F24A5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464" y="2800252"/>
                <a:ext cx="54264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DFADC517-C071-52BC-857B-0CAA9AB2293F}"/>
              </a:ext>
            </a:extLst>
          </p:cNvPr>
          <p:cNvSpPr txBox="1"/>
          <p:nvPr/>
        </p:nvSpPr>
        <p:spPr>
          <a:xfrm>
            <a:off x="5284768" y="5569545"/>
            <a:ext cx="20293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Elementwise summation across channels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F2CCD10-AE7C-E37E-A9E6-91F483B9CC66}"/>
              </a:ext>
            </a:extLst>
          </p:cNvPr>
          <p:cNvCxnSpPr>
            <a:stCxn id="39" idx="0"/>
          </p:cNvCxnSpPr>
          <p:nvPr/>
        </p:nvCxnSpPr>
        <p:spPr>
          <a:xfrm flipV="1">
            <a:off x="6299461" y="5364999"/>
            <a:ext cx="1230200" cy="2045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8625F8B-58D6-89B5-2060-8C1DD9696CBA}"/>
              </a:ext>
            </a:extLst>
          </p:cNvPr>
          <p:cNvCxnSpPr>
            <a:cxnSpLocks/>
          </p:cNvCxnSpPr>
          <p:nvPr/>
        </p:nvCxnSpPr>
        <p:spPr>
          <a:xfrm>
            <a:off x="8040004" y="5831474"/>
            <a:ext cx="536121" cy="3058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C3FDB88-1728-2CCD-3E2B-2A0AEDCFD144}"/>
                  </a:ext>
                </a:extLst>
              </p:cNvPr>
              <p:cNvSpPr txBox="1"/>
              <p:nvPr/>
            </p:nvSpPr>
            <p:spPr>
              <a:xfrm>
                <a:off x="7925953" y="6028896"/>
                <a:ext cx="4662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C3FDB88-1728-2CCD-3E2B-2A0AEDCFD1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5953" y="6028896"/>
                <a:ext cx="466217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5A80FE1-8831-4C3C-4D69-80C0774AB036}"/>
              </a:ext>
            </a:extLst>
          </p:cNvPr>
          <p:cNvCxnSpPr>
            <a:cxnSpLocks/>
          </p:cNvCxnSpPr>
          <p:nvPr/>
        </p:nvCxnSpPr>
        <p:spPr>
          <a:xfrm>
            <a:off x="8880175" y="5464957"/>
            <a:ext cx="0" cy="6096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1AAD7BD-36C5-881B-E67E-1BE4342109EC}"/>
                  </a:ext>
                </a:extLst>
              </p:cNvPr>
              <p:cNvSpPr txBox="1"/>
              <p:nvPr/>
            </p:nvSpPr>
            <p:spPr>
              <a:xfrm>
                <a:off x="8865656" y="5615086"/>
                <a:ext cx="4126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1AAD7BD-36C5-881B-E67E-1BE4342109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5656" y="5615086"/>
                <a:ext cx="412613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62E2CB5-3BE8-50F1-1F9E-2ABF924CD001}"/>
              </a:ext>
            </a:extLst>
          </p:cNvPr>
          <p:cNvCxnSpPr>
            <a:cxnSpLocks/>
          </p:cNvCxnSpPr>
          <p:nvPr/>
        </p:nvCxnSpPr>
        <p:spPr>
          <a:xfrm>
            <a:off x="6587960" y="4246622"/>
            <a:ext cx="0" cy="41426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4A78843-E7DF-77EF-A96A-239EF90C29EC}"/>
              </a:ext>
            </a:extLst>
          </p:cNvPr>
          <p:cNvCxnSpPr>
            <a:cxnSpLocks/>
          </p:cNvCxnSpPr>
          <p:nvPr/>
        </p:nvCxnSpPr>
        <p:spPr>
          <a:xfrm>
            <a:off x="6624133" y="4792679"/>
            <a:ext cx="363216" cy="1624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350288D-C28D-90B2-3523-BA6B8058E18D}"/>
                  </a:ext>
                </a:extLst>
              </p:cNvPr>
              <p:cNvSpPr txBox="1"/>
              <p:nvPr/>
            </p:nvSpPr>
            <p:spPr>
              <a:xfrm>
                <a:off x="6178910" y="4269088"/>
                <a:ext cx="3709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350288D-C28D-90B2-3523-BA6B8058E1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8910" y="4269088"/>
                <a:ext cx="37093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D77BBB1-1F99-2CC7-FDC6-AB54C7DD247C}"/>
                  </a:ext>
                </a:extLst>
              </p:cNvPr>
              <p:cNvSpPr txBox="1"/>
              <p:nvPr/>
            </p:nvSpPr>
            <p:spPr>
              <a:xfrm>
                <a:off x="6519378" y="4867253"/>
                <a:ext cx="3709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D77BBB1-1F99-2CC7-FDC6-AB54C7DD2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9378" y="4867253"/>
                <a:ext cx="37093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Rectangle 48">
            <a:extLst>
              <a:ext uri="{FF2B5EF4-FFF2-40B4-BE49-F238E27FC236}">
                <a16:creationId xmlns:a16="http://schemas.microsoft.com/office/drawing/2014/main" id="{CB8592FF-6C05-9439-2F6A-65A64BC2DD5D}"/>
              </a:ext>
            </a:extLst>
          </p:cNvPr>
          <p:cNvSpPr/>
          <p:nvPr/>
        </p:nvSpPr>
        <p:spPr>
          <a:xfrm>
            <a:off x="8205847" y="1279550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6F3CD74-BAB2-028A-3D69-A9576D827D54}"/>
              </a:ext>
            </a:extLst>
          </p:cNvPr>
          <p:cNvSpPr/>
          <p:nvPr/>
        </p:nvSpPr>
        <p:spPr>
          <a:xfrm>
            <a:off x="7555468" y="3858326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7D3B55F-AFB4-7FB5-9B28-B6E844B4B373}"/>
              </a:ext>
            </a:extLst>
          </p:cNvPr>
          <p:cNvSpPr/>
          <p:nvPr/>
        </p:nvSpPr>
        <p:spPr>
          <a:xfrm>
            <a:off x="8889842" y="2947919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2155E62-018A-DF59-248C-32940D9F790E}"/>
              </a:ext>
            </a:extLst>
          </p:cNvPr>
          <p:cNvSpPr/>
          <p:nvPr/>
        </p:nvSpPr>
        <p:spPr>
          <a:xfrm>
            <a:off x="10112131" y="2093738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ight Brace 52">
            <a:extLst>
              <a:ext uri="{FF2B5EF4-FFF2-40B4-BE49-F238E27FC236}">
                <a16:creationId xmlns:a16="http://schemas.microsoft.com/office/drawing/2014/main" id="{F8A67D6E-F849-4385-6157-B5427FA488E2}"/>
              </a:ext>
            </a:extLst>
          </p:cNvPr>
          <p:cNvSpPr/>
          <p:nvPr/>
        </p:nvSpPr>
        <p:spPr>
          <a:xfrm rot="5400000">
            <a:off x="1974379" y="2410958"/>
            <a:ext cx="458458" cy="220553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ight Brace 53">
            <a:extLst>
              <a:ext uri="{FF2B5EF4-FFF2-40B4-BE49-F238E27FC236}">
                <a16:creationId xmlns:a16="http://schemas.microsoft.com/office/drawing/2014/main" id="{24516CEE-72E8-431D-7B59-080EAFC35226}"/>
              </a:ext>
            </a:extLst>
          </p:cNvPr>
          <p:cNvSpPr/>
          <p:nvPr/>
        </p:nvSpPr>
        <p:spPr>
          <a:xfrm rot="5400000">
            <a:off x="4291954" y="2429701"/>
            <a:ext cx="458458" cy="220553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3317139-7AD4-055D-67B6-1E6CEC5F5B6A}"/>
              </a:ext>
            </a:extLst>
          </p:cNvPr>
          <p:cNvSpPr txBox="1"/>
          <p:nvPr/>
        </p:nvSpPr>
        <p:spPr>
          <a:xfrm>
            <a:off x="1481508" y="3732299"/>
            <a:ext cx="1701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 Pixels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33BEF67-2219-AC23-5AD1-7EA1016620F4}"/>
              </a:ext>
            </a:extLst>
          </p:cNvPr>
          <p:cNvSpPr txBox="1"/>
          <p:nvPr/>
        </p:nvSpPr>
        <p:spPr>
          <a:xfrm>
            <a:off x="3687365" y="3732299"/>
            <a:ext cx="1701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Operations per Pixels</a:t>
            </a:r>
          </a:p>
        </p:txBody>
      </p:sp>
    </p:spTree>
    <p:extLst>
      <p:ext uri="{BB962C8B-B14F-4D97-AF65-F5344CB8AC3E}">
        <p14:creationId xmlns:p14="http://schemas.microsoft.com/office/powerpoint/2010/main" val="208923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7DF95-1CB2-7327-593C-0CD52E693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594EF-CD26-FC7E-36B1-9D524E0F2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Modeling of Convolution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F1391-9591-FF61-88DA-DA2F51216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01711" cy="4351338"/>
          </a:xfrm>
        </p:spPr>
        <p:txBody>
          <a:bodyPr/>
          <a:lstStyle/>
          <a:p>
            <a:r>
              <a:rPr lang="en-US" dirty="0"/>
              <a:t>Memory Transfers (infinite cache): </a:t>
            </a:r>
            <a:r>
              <a:rPr lang="en-US" dirty="0">
                <a:solidFill>
                  <a:srgbClr val="FF0000"/>
                </a:solidFill>
              </a:rPr>
              <a:t>??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5F9FA9-3CB1-2BE7-7F48-E522C3DAB67A}"/>
              </a:ext>
            </a:extLst>
          </p:cNvPr>
          <p:cNvSpPr/>
          <p:nvPr/>
        </p:nvSpPr>
        <p:spPr>
          <a:xfrm>
            <a:off x="6468334" y="1911525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6221ED-CD61-21E4-98BA-C0F5DAFD4549}"/>
              </a:ext>
            </a:extLst>
          </p:cNvPr>
          <p:cNvSpPr/>
          <p:nvPr/>
        </p:nvSpPr>
        <p:spPr>
          <a:xfrm>
            <a:off x="7043644" y="1660065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A66C40-8E3E-FFAE-D54B-5FC30E244732}"/>
              </a:ext>
            </a:extLst>
          </p:cNvPr>
          <p:cNvSpPr/>
          <p:nvPr/>
        </p:nvSpPr>
        <p:spPr>
          <a:xfrm>
            <a:off x="7626574" y="1454325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BE512E9-4BBE-0CC2-D209-627ED2182E23}"/>
              </a:ext>
            </a:extLst>
          </p:cNvPr>
          <p:cNvCxnSpPr>
            <a:cxnSpLocks/>
          </p:cNvCxnSpPr>
          <p:nvPr/>
        </p:nvCxnSpPr>
        <p:spPr>
          <a:xfrm>
            <a:off x="6414994" y="1858185"/>
            <a:ext cx="0" cy="6096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569EBF7-0FA5-46B3-E338-E3DE6FD0A0B4}"/>
              </a:ext>
            </a:extLst>
          </p:cNvPr>
          <p:cNvCxnSpPr>
            <a:cxnSpLocks/>
          </p:cNvCxnSpPr>
          <p:nvPr/>
        </p:nvCxnSpPr>
        <p:spPr>
          <a:xfrm>
            <a:off x="6507523" y="2655019"/>
            <a:ext cx="536121" cy="3058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75321F8-6F76-8CE9-658D-AB8A04595232}"/>
              </a:ext>
            </a:extLst>
          </p:cNvPr>
          <p:cNvCxnSpPr>
            <a:cxnSpLocks/>
          </p:cNvCxnSpPr>
          <p:nvPr/>
        </p:nvCxnSpPr>
        <p:spPr>
          <a:xfrm flipV="1">
            <a:off x="7314154" y="2408458"/>
            <a:ext cx="1091837" cy="62864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0C4D775-6576-AAB0-850A-D255442FBE1A}"/>
                  </a:ext>
                </a:extLst>
              </p:cNvPr>
              <p:cNvSpPr txBox="1"/>
              <p:nvPr/>
            </p:nvSpPr>
            <p:spPr>
              <a:xfrm>
                <a:off x="6018688" y="1978319"/>
                <a:ext cx="4126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0C4D775-6576-AAB0-850A-D255442FBE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8688" y="1978319"/>
                <a:ext cx="41261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9BE4638-BB05-5A26-91B1-EA804D7AA686}"/>
                  </a:ext>
                </a:extLst>
              </p:cNvPr>
              <p:cNvSpPr txBox="1"/>
              <p:nvPr/>
            </p:nvSpPr>
            <p:spPr>
              <a:xfrm>
                <a:off x="6393472" y="2852441"/>
                <a:ext cx="4662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9BE4638-BB05-5A26-91B1-EA804D7AA6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3472" y="2852441"/>
                <a:ext cx="46621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3F338D26-BC08-C37E-E74F-E2A3E6242396}"/>
              </a:ext>
            </a:extLst>
          </p:cNvPr>
          <p:cNvSpPr/>
          <p:nvPr/>
        </p:nvSpPr>
        <p:spPr>
          <a:xfrm>
            <a:off x="8009202" y="3402253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67C6614-80AE-4214-B0DE-00F615749980}"/>
              </a:ext>
            </a:extLst>
          </p:cNvPr>
          <p:cNvSpPr/>
          <p:nvPr/>
        </p:nvSpPr>
        <p:spPr>
          <a:xfrm>
            <a:off x="8300667" y="3219680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F90868-E3D6-0867-3284-99EECDCF3669}"/>
              </a:ext>
            </a:extLst>
          </p:cNvPr>
          <p:cNvSpPr/>
          <p:nvPr/>
        </p:nvSpPr>
        <p:spPr>
          <a:xfrm>
            <a:off x="8592132" y="3037107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F6FD49-3799-6C18-0A76-FDB55AF2258F}"/>
              </a:ext>
            </a:extLst>
          </p:cNvPr>
          <p:cNvSpPr/>
          <p:nvPr/>
        </p:nvSpPr>
        <p:spPr>
          <a:xfrm>
            <a:off x="6662005" y="4338465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0B89599-067A-C550-AD53-02361326AA32}"/>
              </a:ext>
            </a:extLst>
          </p:cNvPr>
          <p:cNvSpPr/>
          <p:nvPr/>
        </p:nvSpPr>
        <p:spPr>
          <a:xfrm>
            <a:off x="6953470" y="4155892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2D200C-1AFD-62F1-33B1-A4BBAC2BB605}"/>
              </a:ext>
            </a:extLst>
          </p:cNvPr>
          <p:cNvSpPr/>
          <p:nvPr/>
        </p:nvSpPr>
        <p:spPr>
          <a:xfrm>
            <a:off x="7244935" y="3973319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49C279-49CD-9078-3FF8-0872A17A8AEE}"/>
              </a:ext>
            </a:extLst>
          </p:cNvPr>
          <p:cNvSpPr/>
          <p:nvPr/>
        </p:nvSpPr>
        <p:spPr>
          <a:xfrm>
            <a:off x="9224311" y="2571022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CC196B-9871-89A7-501E-A6111014A1CD}"/>
              </a:ext>
            </a:extLst>
          </p:cNvPr>
          <p:cNvSpPr/>
          <p:nvPr/>
        </p:nvSpPr>
        <p:spPr>
          <a:xfrm>
            <a:off x="9515776" y="2388449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4794A32-EDCF-0182-2706-9899AC0D60C7}"/>
              </a:ext>
            </a:extLst>
          </p:cNvPr>
          <p:cNvSpPr/>
          <p:nvPr/>
        </p:nvSpPr>
        <p:spPr>
          <a:xfrm>
            <a:off x="9807241" y="2205876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7E32F509-EAD1-B0E3-233E-269BF81D39D4}"/>
              </a:ext>
            </a:extLst>
          </p:cNvPr>
          <p:cNvSpPr/>
          <p:nvPr/>
        </p:nvSpPr>
        <p:spPr>
          <a:xfrm rot="3386166">
            <a:off x="7337249" y="4372149"/>
            <a:ext cx="220814" cy="8659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E5499DB9-2162-32DE-028C-F852F6079C6B}"/>
              </a:ext>
            </a:extLst>
          </p:cNvPr>
          <p:cNvSpPr/>
          <p:nvPr/>
        </p:nvSpPr>
        <p:spPr>
          <a:xfrm rot="3386166">
            <a:off x="8717424" y="3498626"/>
            <a:ext cx="220814" cy="8659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BB4E27E6-5152-99F9-9E66-93F25E126DD4}"/>
              </a:ext>
            </a:extLst>
          </p:cNvPr>
          <p:cNvSpPr/>
          <p:nvPr/>
        </p:nvSpPr>
        <p:spPr>
          <a:xfrm rot="3386166">
            <a:off x="9921895" y="2598785"/>
            <a:ext cx="220814" cy="8659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3F08DA9-2005-3120-1DEB-145ACC81A16B}"/>
                  </a:ext>
                </a:extLst>
              </p:cNvPr>
              <p:cNvSpPr txBox="1"/>
              <p:nvPr/>
            </p:nvSpPr>
            <p:spPr>
              <a:xfrm>
                <a:off x="7399194" y="4902485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3F08DA9-2005-3120-1DEB-145ACC81A1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9194" y="4902485"/>
                <a:ext cx="54264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49E0EA2-C7F3-331D-99FD-22356844CAF7}"/>
                  </a:ext>
                </a:extLst>
              </p:cNvPr>
              <p:cNvSpPr txBox="1"/>
              <p:nvPr/>
            </p:nvSpPr>
            <p:spPr>
              <a:xfrm>
                <a:off x="8792344" y="4005746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49E0EA2-C7F3-331D-99FD-22356844CA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2344" y="4005746"/>
                <a:ext cx="54264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F81555C1-16E8-A35C-AEBD-0F7096BADE6E}"/>
              </a:ext>
            </a:extLst>
          </p:cNvPr>
          <p:cNvSpPr/>
          <p:nvPr/>
        </p:nvSpPr>
        <p:spPr>
          <a:xfrm>
            <a:off x="10754752" y="3406990"/>
            <a:ext cx="845820" cy="8077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A22C3A3-DCC4-B6E3-F253-ABB905C45642}"/>
              </a:ext>
            </a:extLst>
          </p:cNvPr>
          <p:cNvSpPr/>
          <p:nvPr/>
        </p:nvSpPr>
        <p:spPr>
          <a:xfrm>
            <a:off x="9514640" y="4385121"/>
            <a:ext cx="845820" cy="8077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3A7D3FA-956B-D563-1590-75B2C564DA59}"/>
              </a:ext>
            </a:extLst>
          </p:cNvPr>
          <p:cNvSpPr/>
          <p:nvPr/>
        </p:nvSpPr>
        <p:spPr>
          <a:xfrm>
            <a:off x="8021301" y="5182799"/>
            <a:ext cx="845820" cy="8077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F37B24F-E82C-BF58-B2EA-9AD5397BC248}"/>
              </a:ext>
            </a:extLst>
          </p:cNvPr>
          <p:cNvCxnSpPr/>
          <p:nvPr/>
        </p:nvCxnSpPr>
        <p:spPr>
          <a:xfrm flipV="1">
            <a:off x="9146865" y="4318129"/>
            <a:ext cx="2967295" cy="2174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C59C690-2805-1027-F975-659C95A5D01D}"/>
                  </a:ext>
                </a:extLst>
              </p:cNvPr>
              <p:cNvSpPr txBox="1"/>
              <p:nvPr/>
            </p:nvSpPr>
            <p:spPr>
              <a:xfrm>
                <a:off x="10616168" y="5411513"/>
                <a:ext cx="6580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C59C690-2805-1027-F975-659C95A5D0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6168" y="5411513"/>
                <a:ext cx="65806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A38D846-B86C-69E0-A9CC-64AA69CB2779}"/>
              </a:ext>
            </a:extLst>
          </p:cNvPr>
          <p:cNvCxnSpPr/>
          <p:nvPr/>
        </p:nvCxnSpPr>
        <p:spPr>
          <a:xfrm flipH="1">
            <a:off x="6894078" y="3378386"/>
            <a:ext cx="190837" cy="60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1E17E60-93E6-32C3-5E9A-1ADB6700AC8B}"/>
              </a:ext>
            </a:extLst>
          </p:cNvPr>
          <p:cNvCxnSpPr>
            <a:cxnSpLocks/>
          </p:cNvCxnSpPr>
          <p:nvPr/>
        </p:nvCxnSpPr>
        <p:spPr>
          <a:xfrm>
            <a:off x="7474345" y="4987123"/>
            <a:ext cx="575139" cy="467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1E6CB27-F876-EC9E-32D8-8B87142894E5}"/>
              </a:ext>
            </a:extLst>
          </p:cNvPr>
          <p:cNvCxnSpPr>
            <a:cxnSpLocks/>
          </p:cNvCxnSpPr>
          <p:nvPr/>
        </p:nvCxnSpPr>
        <p:spPr>
          <a:xfrm>
            <a:off x="8936741" y="4084171"/>
            <a:ext cx="575139" cy="467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B82A1C3-0762-998F-648A-548AF832E44D}"/>
              </a:ext>
            </a:extLst>
          </p:cNvPr>
          <p:cNvCxnSpPr>
            <a:cxnSpLocks/>
          </p:cNvCxnSpPr>
          <p:nvPr/>
        </p:nvCxnSpPr>
        <p:spPr>
          <a:xfrm>
            <a:off x="10125028" y="3196521"/>
            <a:ext cx="575139" cy="467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69F6743-4D86-0AB8-014A-9E4561588E70}"/>
                  </a:ext>
                </a:extLst>
              </p:cNvPr>
              <p:cNvSpPr txBox="1"/>
              <p:nvPr/>
            </p:nvSpPr>
            <p:spPr>
              <a:xfrm>
                <a:off x="9945186" y="3053881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69F6743-4D86-0AB8-014A-9E4561588E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5186" y="3053881"/>
                <a:ext cx="54264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38B540A-A47B-B6FF-F482-39E6771524A6}"/>
              </a:ext>
            </a:extLst>
          </p:cNvPr>
          <p:cNvCxnSpPr>
            <a:cxnSpLocks/>
          </p:cNvCxnSpPr>
          <p:nvPr/>
        </p:nvCxnSpPr>
        <p:spPr>
          <a:xfrm>
            <a:off x="7778976" y="2607122"/>
            <a:ext cx="495570" cy="5624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5428DD1-3700-4F67-A38B-EE16FAAD2DA8}"/>
              </a:ext>
            </a:extLst>
          </p:cNvPr>
          <p:cNvCxnSpPr>
            <a:cxnSpLocks/>
          </p:cNvCxnSpPr>
          <p:nvPr/>
        </p:nvCxnSpPr>
        <p:spPr>
          <a:xfrm>
            <a:off x="8392170" y="2068994"/>
            <a:ext cx="882246" cy="3510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7DBC8FF-D213-1100-96B2-8EF97ED3407C}"/>
                  </a:ext>
                </a:extLst>
              </p:cNvPr>
              <p:cNvSpPr txBox="1"/>
              <p:nvPr/>
            </p:nvSpPr>
            <p:spPr>
              <a:xfrm>
                <a:off x="7889464" y="2800252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7DBC8FF-D213-1100-96B2-8EF97ED340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464" y="2800252"/>
                <a:ext cx="54264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AB2ECE45-66B6-3D12-749D-28A2DB68B1F6}"/>
              </a:ext>
            </a:extLst>
          </p:cNvPr>
          <p:cNvSpPr txBox="1"/>
          <p:nvPr/>
        </p:nvSpPr>
        <p:spPr>
          <a:xfrm>
            <a:off x="5284768" y="5569545"/>
            <a:ext cx="20293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Elementwise summation across channels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599D29E-1EEE-92CF-336A-29841A2C9E25}"/>
              </a:ext>
            </a:extLst>
          </p:cNvPr>
          <p:cNvCxnSpPr>
            <a:stCxn id="39" idx="0"/>
          </p:cNvCxnSpPr>
          <p:nvPr/>
        </p:nvCxnSpPr>
        <p:spPr>
          <a:xfrm flipV="1">
            <a:off x="6299461" y="5364999"/>
            <a:ext cx="1230200" cy="2045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E893FF2-19BE-10DA-AA68-761F5EAB7DF0}"/>
              </a:ext>
            </a:extLst>
          </p:cNvPr>
          <p:cNvCxnSpPr>
            <a:cxnSpLocks/>
          </p:cNvCxnSpPr>
          <p:nvPr/>
        </p:nvCxnSpPr>
        <p:spPr>
          <a:xfrm>
            <a:off x="8040004" y="5831474"/>
            <a:ext cx="536121" cy="3058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E07BB45-653D-FD0F-D267-96CDF1AE9671}"/>
                  </a:ext>
                </a:extLst>
              </p:cNvPr>
              <p:cNvSpPr txBox="1"/>
              <p:nvPr/>
            </p:nvSpPr>
            <p:spPr>
              <a:xfrm>
                <a:off x="7925953" y="6028896"/>
                <a:ext cx="4662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E07BB45-653D-FD0F-D267-96CDF1AE96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5953" y="6028896"/>
                <a:ext cx="466217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55BED37-DAF3-12AC-EB54-0B1CE49DED16}"/>
              </a:ext>
            </a:extLst>
          </p:cNvPr>
          <p:cNvCxnSpPr>
            <a:cxnSpLocks/>
          </p:cNvCxnSpPr>
          <p:nvPr/>
        </p:nvCxnSpPr>
        <p:spPr>
          <a:xfrm>
            <a:off x="8880175" y="5464957"/>
            <a:ext cx="0" cy="6096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211A105-37CE-A13D-8D39-D5D4D8A7B485}"/>
                  </a:ext>
                </a:extLst>
              </p:cNvPr>
              <p:cNvSpPr txBox="1"/>
              <p:nvPr/>
            </p:nvSpPr>
            <p:spPr>
              <a:xfrm>
                <a:off x="8865656" y="5615086"/>
                <a:ext cx="4126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211A105-37CE-A13D-8D39-D5D4D8A7B4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5656" y="5615086"/>
                <a:ext cx="412613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C2BB4B6-E66F-E230-DF47-57FF31008059}"/>
              </a:ext>
            </a:extLst>
          </p:cNvPr>
          <p:cNvCxnSpPr>
            <a:cxnSpLocks/>
          </p:cNvCxnSpPr>
          <p:nvPr/>
        </p:nvCxnSpPr>
        <p:spPr>
          <a:xfrm>
            <a:off x="6587960" y="4246622"/>
            <a:ext cx="0" cy="41426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769E07C-255E-EB08-A413-7F57019A4A72}"/>
              </a:ext>
            </a:extLst>
          </p:cNvPr>
          <p:cNvCxnSpPr>
            <a:cxnSpLocks/>
          </p:cNvCxnSpPr>
          <p:nvPr/>
        </p:nvCxnSpPr>
        <p:spPr>
          <a:xfrm>
            <a:off x="6624133" y="4792679"/>
            <a:ext cx="363216" cy="1624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AE4017B-29F1-6383-E8C1-FE1AB93C32B0}"/>
                  </a:ext>
                </a:extLst>
              </p:cNvPr>
              <p:cNvSpPr txBox="1"/>
              <p:nvPr/>
            </p:nvSpPr>
            <p:spPr>
              <a:xfrm>
                <a:off x="6178910" y="4269088"/>
                <a:ext cx="3709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AE4017B-29F1-6383-E8C1-FE1AB93C32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8910" y="4269088"/>
                <a:ext cx="37093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AC2A53B-0451-E7C4-8481-3F732ADB9821}"/>
                  </a:ext>
                </a:extLst>
              </p:cNvPr>
              <p:cNvSpPr txBox="1"/>
              <p:nvPr/>
            </p:nvSpPr>
            <p:spPr>
              <a:xfrm>
                <a:off x="6519378" y="4867253"/>
                <a:ext cx="3709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AC2A53B-0451-E7C4-8481-3F732ADB98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9378" y="4867253"/>
                <a:ext cx="37093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Rectangle 48">
            <a:extLst>
              <a:ext uri="{FF2B5EF4-FFF2-40B4-BE49-F238E27FC236}">
                <a16:creationId xmlns:a16="http://schemas.microsoft.com/office/drawing/2014/main" id="{907F89CE-4E3C-9646-25B5-C0D80F91099D}"/>
              </a:ext>
            </a:extLst>
          </p:cNvPr>
          <p:cNvSpPr/>
          <p:nvPr/>
        </p:nvSpPr>
        <p:spPr>
          <a:xfrm>
            <a:off x="8205847" y="1279550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70BAD03-EC25-C0A2-85F1-158D27498712}"/>
              </a:ext>
            </a:extLst>
          </p:cNvPr>
          <p:cNvSpPr/>
          <p:nvPr/>
        </p:nvSpPr>
        <p:spPr>
          <a:xfrm>
            <a:off x="7555468" y="3858326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9DA3EFE-569B-8108-9EF7-2530878CCBFB}"/>
              </a:ext>
            </a:extLst>
          </p:cNvPr>
          <p:cNvSpPr/>
          <p:nvPr/>
        </p:nvSpPr>
        <p:spPr>
          <a:xfrm>
            <a:off x="8889842" y="2947919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71D4D14-ED42-FB52-CE53-845AF885CAEE}"/>
              </a:ext>
            </a:extLst>
          </p:cNvPr>
          <p:cNvSpPr/>
          <p:nvPr/>
        </p:nvSpPr>
        <p:spPr>
          <a:xfrm>
            <a:off x="10112131" y="2093738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7449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E6F48-759D-3381-FB43-F11D77FA8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4B0BC-2C41-26A4-7B38-6BAE79A34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Modeling of Convolution Layer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1E00C4-48E8-E035-C217-4E6FDD8A91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151651" cy="4351338"/>
              </a:xfrm>
            </p:spPr>
            <p:txBody>
              <a:bodyPr/>
              <a:lstStyle/>
              <a:p>
                <a:r>
                  <a:rPr lang="en-US" dirty="0"/>
                  <a:t>Memory Transfers (infinite cache): </a:t>
                </a:r>
                <a:r>
                  <a:rPr lang="en-US" dirty="0">
                    <a:solidFill>
                      <a:srgbClr val="FF0000"/>
                    </a:solidFill>
                  </a:rPr>
                  <a:t>??</a:t>
                </a:r>
              </a:p>
              <a:p>
                <a:endParaRPr lang="en-US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1E00C4-48E8-E035-C217-4E6FDD8A91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151651" cy="4351338"/>
              </a:xfrm>
              <a:blipFill>
                <a:blip r:embed="rId2"/>
                <a:stretch>
                  <a:fillRect l="-2130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79AEBB4-9075-A78E-988C-EDBECF8F31B9}"/>
              </a:ext>
            </a:extLst>
          </p:cNvPr>
          <p:cNvSpPr/>
          <p:nvPr/>
        </p:nvSpPr>
        <p:spPr>
          <a:xfrm>
            <a:off x="6468334" y="1911525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F02B76-0F3E-5152-EF73-C69FCBB3342A}"/>
              </a:ext>
            </a:extLst>
          </p:cNvPr>
          <p:cNvSpPr/>
          <p:nvPr/>
        </p:nvSpPr>
        <p:spPr>
          <a:xfrm>
            <a:off x="7043644" y="1660065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592228-FB11-2C01-66C7-F04FC7F18525}"/>
              </a:ext>
            </a:extLst>
          </p:cNvPr>
          <p:cNvSpPr/>
          <p:nvPr/>
        </p:nvSpPr>
        <p:spPr>
          <a:xfrm>
            <a:off x="7626574" y="1454325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CCAA3C2-0B2D-1442-A774-A17DA44F0DCA}"/>
              </a:ext>
            </a:extLst>
          </p:cNvPr>
          <p:cNvCxnSpPr>
            <a:cxnSpLocks/>
          </p:cNvCxnSpPr>
          <p:nvPr/>
        </p:nvCxnSpPr>
        <p:spPr>
          <a:xfrm>
            <a:off x="6414994" y="1858185"/>
            <a:ext cx="0" cy="6096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8E70776-A793-1212-1C31-EC08AD13D6C7}"/>
              </a:ext>
            </a:extLst>
          </p:cNvPr>
          <p:cNvCxnSpPr>
            <a:cxnSpLocks/>
          </p:cNvCxnSpPr>
          <p:nvPr/>
        </p:nvCxnSpPr>
        <p:spPr>
          <a:xfrm>
            <a:off x="6507523" y="2655019"/>
            <a:ext cx="536121" cy="3058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AAC4299-9B76-4FD9-D736-7009A12D25D2}"/>
              </a:ext>
            </a:extLst>
          </p:cNvPr>
          <p:cNvCxnSpPr>
            <a:cxnSpLocks/>
          </p:cNvCxnSpPr>
          <p:nvPr/>
        </p:nvCxnSpPr>
        <p:spPr>
          <a:xfrm flipV="1">
            <a:off x="7314154" y="2408458"/>
            <a:ext cx="1091837" cy="62864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7FF32F3-2E8F-5E8B-B14D-CF9E89336A4E}"/>
                  </a:ext>
                </a:extLst>
              </p:cNvPr>
              <p:cNvSpPr txBox="1"/>
              <p:nvPr/>
            </p:nvSpPr>
            <p:spPr>
              <a:xfrm>
                <a:off x="6018688" y="1978319"/>
                <a:ext cx="4126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7FF32F3-2E8F-5E8B-B14D-CF9E89336A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8688" y="1978319"/>
                <a:ext cx="41261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62CB692-0897-4A95-EB42-441805D96386}"/>
                  </a:ext>
                </a:extLst>
              </p:cNvPr>
              <p:cNvSpPr txBox="1"/>
              <p:nvPr/>
            </p:nvSpPr>
            <p:spPr>
              <a:xfrm>
                <a:off x="6393472" y="2852441"/>
                <a:ext cx="4662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62CB692-0897-4A95-EB42-441805D963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3472" y="2852441"/>
                <a:ext cx="46621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4CFBC2BB-D948-B09C-456E-33EDA6D231DA}"/>
              </a:ext>
            </a:extLst>
          </p:cNvPr>
          <p:cNvSpPr/>
          <p:nvPr/>
        </p:nvSpPr>
        <p:spPr>
          <a:xfrm>
            <a:off x="8009202" y="3402253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22342C-0444-2200-AA9F-5FAB249FAC1A}"/>
              </a:ext>
            </a:extLst>
          </p:cNvPr>
          <p:cNvSpPr/>
          <p:nvPr/>
        </p:nvSpPr>
        <p:spPr>
          <a:xfrm>
            <a:off x="8300667" y="3219680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045041-63D7-CD59-9BCD-11663FAD7F13}"/>
              </a:ext>
            </a:extLst>
          </p:cNvPr>
          <p:cNvSpPr/>
          <p:nvPr/>
        </p:nvSpPr>
        <p:spPr>
          <a:xfrm>
            <a:off x="8592132" y="3037107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F216D8-83DA-D1BD-0685-EEDF28B0E386}"/>
              </a:ext>
            </a:extLst>
          </p:cNvPr>
          <p:cNvSpPr/>
          <p:nvPr/>
        </p:nvSpPr>
        <p:spPr>
          <a:xfrm>
            <a:off x="6662005" y="4338465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E7A782-1743-AD08-5F4B-555177254638}"/>
              </a:ext>
            </a:extLst>
          </p:cNvPr>
          <p:cNvSpPr/>
          <p:nvPr/>
        </p:nvSpPr>
        <p:spPr>
          <a:xfrm>
            <a:off x="6953470" y="4155892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38AC7A-E20F-FF43-8EE2-490903A1E9B6}"/>
              </a:ext>
            </a:extLst>
          </p:cNvPr>
          <p:cNvSpPr/>
          <p:nvPr/>
        </p:nvSpPr>
        <p:spPr>
          <a:xfrm>
            <a:off x="7244935" y="3973319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7CE56ED-0BBE-94D8-8821-948BB7CAFD0F}"/>
              </a:ext>
            </a:extLst>
          </p:cNvPr>
          <p:cNvSpPr/>
          <p:nvPr/>
        </p:nvSpPr>
        <p:spPr>
          <a:xfrm>
            <a:off x="9224311" y="2571022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1854E3-40F0-83EE-CAD1-166B9C83D30B}"/>
              </a:ext>
            </a:extLst>
          </p:cNvPr>
          <p:cNvSpPr/>
          <p:nvPr/>
        </p:nvSpPr>
        <p:spPr>
          <a:xfrm>
            <a:off x="9515776" y="2388449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83ED430-26D2-610D-60D5-9A001D5102CB}"/>
              </a:ext>
            </a:extLst>
          </p:cNvPr>
          <p:cNvSpPr/>
          <p:nvPr/>
        </p:nvSpPr>
        <p:spPr>
          <a:xfrm>
            <a:off x="9807241" y="2205876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A45D1E13-75AC-7E6A-D1B2-52FE6960F755}"/>
              </a:ext>
            </a:extLst>
          </p:cNvPr>
          <p:cNvSpPr/>
          <p:nvPr/>
        </p:nvSpPr>
        <p:spPr>
          <a:xfrm rot="3386166">
            <a:off x="7337249" y="4372149"/>
            <a:ext cx="220814" cy="8659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ACA2CBDF-C6FC-BECC-5966-544FC2AFC077}"/>
              </a:ext>
            </a:extLst>
          </p:cNvPr>
          <p:cNvSpPr/>
          <p:nvPr/>
        </p:nvSpPr>
        <p:spPr>
          <a:xfrm rot="3386166">
            <a:off x="8717424" y="3498626"/>
            <a:ext cx="220814" cy="8659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652D9645-8D0F-23B0-A4AD-8E227492915D}"/>
              </a:ext>
            </a:extLst>
          </p:cNvPr>
          <p:cNvSpPr/>
          <p:nvPr/>
        </p:nvSpPr>
        <p:spPr>
          <a:xfrm rot="3386166">
            <a:off x="9921895" y="2598785"/>
            <a:ext cx="220814" cy="8659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588BF4B-120E-65CF-630A-A2A01DB3E8CC}"/>
                  </a:ext>
                </a:extLst>
              </p:cNvPr>
              <p:cNvSpPr txBox="1"/>
              <p:nvPr/>
            </p:nvSpPr>
            <p:spPr>
              <a:xfrm>
                <a:off x="7399194" y="4902485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588BF4B-120E-65CF-630A-A2A01DB3E8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9194" y="4902485"/>
                <a:ext cx="54264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9F0093A-CD62-37D3-6FA4-99A2351A4C8C}"/>
                  </a:ext>
                </a:extLst>
              </p:cNvPr>
              <p:cNvSpPr txBox="1"/>
              <p:nvPr/>
            </p:nvSpPr>
            <p:spPr>
              <a:xfrm>
                <a:off x="8792344" y="4005746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9F0093A-CD62-37D3-6FA4-99A2351A4C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2344" y="4005746"/>
                <a:ext cx="54264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:a16="http://schemas.microsoft.com/office/drawing/2014/main" id="{3CF963D7-B1CF-4AFD-537F-23D9E326C8B8}"/>
              </a:ext>
            </a:extLst>
          </p:cNvPr>
          <p:cNvSpPr/>
          <p:nvPr/>
        </p:nvSpPr>
        <p:spPr>
          <a:xfrm>
            <a:off x="10754752" y="3406990"/>
            <a:ext cx="845820" cy="8077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5BB02E5-62E8-8F65-01DC-3929EA39CA71}"/>
              </a:ext>
            </a:extLst>
          </p:cNvPr>
          <p:cNvSpPr/>
          <p:nvPr/>
        </p:nvSpPr>
        <p:spPr>
          <a:xfrm>
            <a:off x="9514640" y="4385121"/>
            <a:ext cx="845820" cy="8077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2FF6C9C-23C4-C406-E058-DC89A711ADCE}"/>
              </a:ext>
            </a:extLst>
          </p:cNvPr>
          <p:cNvSpPr/>
          <p:nvPr/>
        </p:nvSpPr>
        <p:spPr>
          <a:xfrm>
            <a:off x="8021301" y="5182799"/>
            <a:ext cx="845820" cy="8077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F9A4951-86BD-08E3-928E-58D2A1F569FB}"/>
              </a:ext>
            </a:extLst>
          </p:cNvPr>
          <p:cNvCxnSpPr/>
          <p:nvPr/>
        </p:nvCxnSpPr>
        <p:spPr>
          <a:xfrm flipV="1">
            <a:off x="9146865" y="4318129"/>
            <a:ext cx="2967295" cy="2174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D698B95-AEA5-3A63-B784-41440C455B01}"/>
                  </a:ext>
                </a:extLst>
              </p:cNvPr>
              <p:cNvSpPr txBox="1"/>
              <p:nvPr/>
            </p:nvSpPr>
            <p:spPr>
              <a:xfrm>
                <a:off x="10616168" y="5411513"/>
                <a:ext cx="6580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D698B95-AEA5-3A63-B784-41440C455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6168" y="5411513"/>
                <a:ext cx="65806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2776C6C-3CCA-CA00-DB61-21334C4228D5}"/>
              </a:ext>
            </a:extLst>
          </p:cNvPr>
          <p:cNvCxnSpPr/>
          <p:nvPr/>
        </p:nvCxnSpPr>
        <p:spPr>
          <a:xfrm flipH="1">
            <a:off x="6894078" y="3378386"/>
            <a:ext cx="190837" cy="609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C6156F5-3276-FA59-66BE-F963C7F347B2}"/>
              </a:ext>
            </a:extLst>
          </p:cNvPr>
          <p:cNvCxnSpPr>
            <a:cxnSpLocks/>
          </p:cNvCxnSpPr>
          <p:nvPr/>
        </p:nvCxnSpPr>
        <p:spPr>
          <a:xfrm>
            <a:off x="7474345" y="4987123"/>
            <a:ext cx="575139" cy="467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8C01DE8-1C7C-0C69-B787-25ED2CB4F0A4}"/>
              </a:ext>
            </a:extLst>
          </p:cNvPr>
          <p:cNvCxnSpPr>
            <a:cxnSpLocks/>
          </p:cNvCxnSpPr>
          <p:nvPr/>
        </p:nvCxnSpPr>
        <p:spPr>
          <a:xfrm>
            <a:off x="8936741" y="4084171"/>
            <a:ext cx="575139" cy="467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CDE4F19-5525-48E2-4C0A-3D00B56FFCFD}"/>
              </a:ext>
            </a:extLst>
          </p:cNvPr>
          <p:cNvCxnSpPr>
            <a:cxnSpLocks/>
          </p:cNvCxnSpPr>
          <p:nvPr/>
        </p:nvCxnSpPr>
        <p:spPr>
          <a:xfrm>
            <a:off x="10125028" y="3196521"/>
            <a:ext cx="575139" cy="467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ECE309A-9CDF-404B-41B6-41A3FAB2688D}"/>
                  </a:ext>
                </a:extLst>
              </p:cNvPr>
              <p:cNvSpPr txBox="1"/>
              <p:nvPr/>
            </p:nvSpPr>
            <p:spPr>
              <a:xfrm>
                <a:off x="9945186" y="3053881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ECE309A-9CDF-404B-41B6-41A3FAB26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5186" y="3053881"/>
                <a:ext cx="54264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CDF3920-CEB6-24E8-4C1E-02A3C6EB8450}"/>
              </a:ext>
            </a:extLst>
          </p:cNvPr>
          <p:cNvCxnSpPr>
            <a:cxnSpLocks/>
          </p:cNvCxnSpPr>
          <p:nvPr/>
        </p:nvCxnSpPr>
        <p:spPr>
          <a:xfrm>
            <a:off x="7778976" y="2607122"/>
            <a:ext cx="495570" cy="5624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2BED77D-3558-6323-AF8D-D928737ABE15}"/>
              </a:ext>
            </a:extLst>
          </p:cNvPr>
          <p:cNvCxnSpPr>
            <a:cxnSpLocks/>
          </p:cNvCxnSpPr>
          <p:nvPr/>
        </p:nvCxnSpPr>
        <p:spPr>
          <a:xfrm>
            <a:off x="8392170" y="2068994"/>
            <a:ext cx="882246" cy="3510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1F4C513-7A25-0106-0B10-68419E886B44}"/>
                  </a:ext>
                </a:extLst>
              </p:cNvPr>
              <p:cNvSpPr txBox="1"/>
              <p:nvPr/>
            </p:nvSpPr>
            <p:spPr>
              <a:xfrm>
                <a:off x="7889464" y="2800252"/>
                <a:ext cx="5426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1F4C513-7A25-0106-0B10-68419E886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9464" y="2800252"/>
                <a:ext cx="54264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02349907-19DF-F60F-4137-3EA13BD7C415}"/>
              </a:ext>
            </a:extLst>
          </p:cNvPr>
          <p:cNvSpPr txBox="1"/>
          <p:nvPr/>
        </p:nvSpPr>
        <p:spPr>
          <a:xfrm>
            <a:off x="5284768" y="5569545"/>
            <a:ext cx="20293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Elementwise summation across channels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0B715A8-1FF2-1060-D36B-1DD14AE605A4}"/>
              </a:ext>
            </a:extLst>
          </p:cNvPr>
          <p:cNvCxnSpPr>
            <a:stCxn id="39" idx="0"/>
          </p:cNvCxnSpPr>
          <p:nvPr/>
        </p:nvCxnSpPr>
        <p:spPr>
          <a:xfrm flipV="1">
            <a:off x="6299461" y="5364999"/>
            <a:ext cx="1230200" cy="2045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FB9CF8D-4EC7-4858-3663-2F74EE62B79D}"/>
              </a:ext>
            </a:extLst>
          </p:cNvPr>
          <p:cNvCxnSpPr>
            <a:cxnSpLocks/>
          </p:cNvCxnSpPr>
          <p:nvPr/>
        </p:nvCxnSpPr>
        <p:spPr>
          <a:xfrm>
            <a:off x="8040004" y="5831474"/>
            <a:ext cx="536121" cy="30588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5EF375C-B091-AFFA-D859-88B08F88A326}"/>
                  </a:ext>
                </a:extLst>
              </p:cNvPr>
              <p:cNvSpPr txBox="1"/>
              <p:nvPr/>
            </p:nvSpPr>
            <p:spPr>
              <a:xfrm>
                <a:off x="7925953" y="6028896"/>
                <a:ext cx="4662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5EF375C-B091-AFFA-D859-88B08F88A3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5953" y="6028896"/>
                <a:ext cx="466217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EA04B98-D254-B10A-AD3F-C3534279FF6C}"/>
              </a:ext>
            </a:extLst>
          </p:cNvPr>
          <p:cNvCxnSpPr>
            <a:cxnSpLocks/>
          </p:cNvCxnSpPr>
          <p:nvPr/>
        </p:nvCxnSpPr>
        <p:spPr>
          <a:xfrm>
            <a:off x="8880175" y="5464957"/>
            <a:ext cx="0" cy="6096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DB1ECEC-4EB4-EE91-B92D-53725D3C690A}"/>
                  </a:ext>
                </a:extLst>
              </p:cNvPr>
              <p:cNvSpPr txBox="1"/>
              <p:nvPr/>
            </p:nvSpPr>
            <p:spPr>
              <a:xfrm>
                <a:off x="8865656" y="5615086"/>
                <a:ext cx="4126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DB1ECEC-4EB4-EE91-B92D-53725D3C69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5656" y="5615086"/>
                <a:ext cx="412613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13A47D9-F54F-8FC1-EDAE-7472C328F85C}"/>
              </a:ext>
            </a:extLst>
          </p:cNvPr>
          <p:cNvCxnSpPr>
            <a:cxnSpLocks/>
          </p:cNvCxnSpPr>
          <p:nvPr/>
        </p:nvCxnSpPr>
        <p:spPr>
          <a:xfrm>
            <a:off x="6587960" y="4246622"/>
            <a:ext cx="0" cy="41426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F22AF74-551A-DD6E-DB4B-45304B01A681}"/>
              </a:ext>
            </a:extLst>
          </p:cNvPr>
          <p:cNvCxnSpPr>
            <a:cxnSpLocks/>
          </p:cNvCxnSpPr>
          <p:nvPr/>
        </p:nvCxnSpPr>
        <p:spPr>
          <a:xfrm>
            <a:off x="6624133" y="4792679"/>
            <a:ext cx="363216" cy="1624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8B0C12B-E126-EF1B-36FF-4C8A2CF5A8E0}"/>
                  </a:ext>
                </a:extLst>
              </p:cNvPr>
              <p:cNvSpPr txBox="1"/>
              <p:nvPr/>
            </p:nvSpPr>
            <p:spPr>
              <a:xfrm>
                <a:off x="6178910" y="4269088"/>
                <a:ext cx="3709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8B0C12B-E126-EF1B-36FF-4C8A2CF5A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8910" y="4269088"/>
                <a:ext cx="370935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9AC6F5D-D696-28DA-7A82-518FD5BFDCFB}"/>
                  </a:ext>
                </a:extLst>
              </p:cNvPr>
              <p:cNvSpPr txBox="1"/>
              <p:nvPr/>
            </p:nvSpPr>
            <p:spPr>
              <a:xfrm>
                <a:off x="6519378" y="4867253"/>
                <a:ext cx="3709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9AC6F5D-D696-28DA-7A82-518FD5BFDC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9378" y="4867253"/>
                <a:ext cx="37093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Rectangle 48">
            <a:extLst>
              <a:ext uri="{FF2B5EF4-FFF2-40B4-BE49-F238E27FC236}">
                <a16:creationId xmlns:a16="http://schemas.microsoft.com/office/drawing/2014/main" id="{8EB7C26D-C10F-4798-072D-0A270DDC1F66}"/>
              </a:ext>
            </a:extLst>
          </p:cNvPr>
          <p:cNvSpPr/>
          <p:nvPr/>
        </p:nvSpPr>
        <p:spPr>
          <a:xfrm>
            <a:off x="8205847" y="1279550"/>
            <a:ext cx="845820" cy="807720"/>
          </a:xfrm>
          <a:prstGeom prst="rect">
            <a:avLst/>
          </a:prstGeom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900A24F-2C34-807E-6C62-862223E04D6A}"/>
              </a:ext>
            </a:extLst>
          </p:cNvPr>
          <p:cNvSpPr/>
          <p:nvPr/>
        </p:nvSpPr>
        <p:spPr>
          <a:xfrm>
            <a:off x="7555468" y="3858326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DBFB314-3F83-88DC-E614-FE3DA69B80CC}"/>
              </a:ext>
            </a:extLst>
          </p:cNvPr>
          <p:cNvSpPr/>
          <p:nvPr/>
        </p:nvSpPr>
        <p:spPr>
          <a:xfrm>
            <a:off x="8889842" y="2947919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F618F85-A3F4-98BF-B454-DA47E8D9526D}"/>
              </a:ext>
            </a:extLst>
          </p:cNvPr>
          <p:cNvSpPr/>
          <p:nvPr/>
        </p:nvSpPr>
        <p:spPr>
          <a:xfrm>
            <a:off x="10112131" y="2093738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918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6FF32-B719-D4AD-5425-8213A7BD9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Performance Modeling of Convolution Layer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5E3657-1C55-AEE5-512E-184D9923D8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508375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Theoretical Arithmetic Intensity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Example value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=9,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=3,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=64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232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Example Machine Intensity = 75 (Nvidia A100*) </a:t>
                </a:r>
                <a:r>
                  <a:rPr lang="en-US" dirty="0">
                    <a:solidFill>
                      <a:srgbClr val="C00000"/>
                    </a:solidFill>
                  </a:rPr>
                  <a:t>how???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5E3657-1C55-AEE5-512E-184D9923D8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508375"/>
              </a:xfrm>
              <a:blipFill>
                <a:blip r:embed="rId2"/>
                <a:stretch>
                  <a:fillRect l="-928" t="-39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249A14E-79AD-B0CD-F1A7-D292C62A9B20}"/>
              </a:ext>
            </a:extLst>
          </p:cNvPr>
          <p:cNvSpPr txBox="1"/>
          <p:nvPr/>
        </p:nvSpPr>
        <p:spPr>
          <a:xfrm>
            <a:off x="307058" y="6323598"/>
            <a:ext cx="110467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*https://www.nvidia.com/content/dam/en-zz/Solutions/Data-Center/a100/pdf/nvidia-a100-datasheet-nvidia-us-2188504-web.pdf</a:t>
            </a:r>
          </a:p>
        </p:txBody>
      </p:sp>
    </p:spTree>
    <p:extLst>
      <p:ext uri="{BB962C8B-B14F-4D97-AF65-F5344CB8AC3E}">
        <p14:creationId xmlns:p14="http://schemas.microsoft.com/office/powerpoint/2010/main" val="31165871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E7E6C-C1DF-7E61-A96D-1B73E126D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838695" cy="1325563"/>
          </a:xfrm>
        </p:spPr>
        <p:txBody>
          <a:bodyPr/>
          <a:lstStyle/>
          <a:p>
            <a:r>
              <a:rPr lang="en-US" dirty="0"/>
              <a:t>CNN on A100 Roofline Plot (assuming infinite cache)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BBFA30-80C5-161A-0292-55F7DCA92840}"/>
              </a:ext>
            </a:extLst>
          </p:cNvPr>
          <p:cNvSpPr/>
          <p:nvPr/>
        </p:nvSpPr>
        <p:spPr>
          <a:xfrm>
            <a:off x="4935857" y="3207847"/>
            <a:ext cx="3799932" cy="207132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2E7AD29A-A11A-4EE1-F16D-5BC17B1F4D38}"/>
              </a:ext>
            </a:extLst>
          </p:cNvPr>
          <p:cNvSpPr/>
          <p:nvPr/>
        </p:nvSpPr>
        <p:spPr>
          <a:xfrm>
            <a:off x="2893287" y="3311664"/>
            <a:ext cx="1984101" cy="1950950"/>
          </a:xfrm>
          <a:prstGeom prst="triangle">
            <a:avLst>
              <a:gd name="adj" fmla="val 99069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F3A7B94-164E-237C-55C7-A8D280F81A1A}"/>
              </a:ext>
            </a:extLst>
          </p:cNvPr>
          <p:cNvCxnSpPr>
            <a:cxnSpLocks/>
          </p:cNvCxnSpPr>
          <p:nvPr/>
        </p:nvCxnSpPr>
        <p:spPr>
          <a:xfrm>
            <a:off x="2065357" y="5271110"/>
            <a:ext cx="719797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E730F70-466C-F434-B6C3-0D9F79750927}"/>
              </a:ext>
            </a:extLst>
          </p:cNvPr>
          <p:cNvCxnSpPr>
            <a:cxnSpLocks/>
          </p:cNvCxnSpPr>
          <p:nvPr/>
        </p:nvCxnSpPr>
        <p:spPr>
          <a:xfrm flipV="1">
            <a:off x="2827357" y="2727202"/>
            <a:ext cx="0" cy="28135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7287E6D-BFA6-743C-70C4-FAB170CCF075}"/>
              </a:ext>
            </a:extLst>
          </p:cNvPr>
          <p:cNvCxnSpPr/>
          <p:nvPr/>
        </p:nvCxnSpPr>
        <p:spPr>
          <a:xfrm flipV="1">
            <a:off x="2827357" y="3207848"/>
            <a:ext cx="2063262" cy="2063262"/>
          </a:xfrm>
          <a:prstGeom prst="line">
            <a:avLst/>
          </a:prstGeom>
          <a:ln w="635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22FE359-AE84-5164-353F-E4234C3D8C59}"/>
              </a:ext>
            </a:extLst>
          </p:cNvPr>
          <p:cNvCxnSpPr>
            <a:cxnSpLocks/>
          </p:cNvCxnSpPr>
          <p:nvPr/>
        </p:nvCxnSpPr>
        <p:spPr>
          <a:xfrm flipH="1">
            <a:off x="4878896" y="3207847"/>
            <a:ext cx="3856893" cy="1"/>
          </a:xfrm>
          <a:prstGeom prst="line">
            <a:avLst/>
          </a:prstGeom>
          <a:ln w="635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CAA8FFE-7066-2ADB-EFE1-0167B420FEF0}"/>
              </a:ext>
            </a:extLst>
          </p:cNvPr>
          <p:cNvSpPr txBox="1"/>
          <p:nvPr/>
        </p:nvSpPr>
        <p:spPr>
          <a:xfrm>
            <a:off x="2904399" y="2624213"/>
            <a:ext cx="1974497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 b="1" dirty="0">
                <a:latin typeface="Calibri"/>
                <a:cs typeface="Calibri"/>
              </a:rPr>
              <a:t>Memory Bound</a:t>
            </a:r>
            <a:endParaRPr 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1A1345-821A-1014-0A68-C69A4131D222}"/>
              </a:ext>
            </a:extLst>
          </p:cNvPr>
          <p:cNvSpPr txBox="1"/>
          <p:nvPr/>
        </p:nvSpPr>
        <p:spPr>
          <a:xfrm>
            <a:off x="346094" y="3660874"/>
            <a:ext cx="23562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Sustained Performance</a:t>
            </a:r>
          </a:p>
          <a:p>
            <a:pPr algn="ctr"/>
            <a:r>
              <a:rPr lang="en-US" dirty="0"/>
              <a:t>(ops/sec)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B55876-A77F-9F36-C97E-111AF4D84777}"/>
              </a:ext>
            </a:extLst>
          </p:cNvPr>
          <p:cNvSpPr txBox="1"/>
          <p:nvPr/>
        </p:nvSpPr>
        <p:spPr>
          <a:xfrm>
            <a:off x="9257348" y="5403406"/>
            <a:ext cx="2187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Arithmetic Intensity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42A22DF-1C50-00BE-AB92-4E8598889AB4}"/>
              </a:ext>
            </a:extLst>
          </p:cNvPr>
          <p:cNvCxnSpPr>
            <a:cxnSpLocks/>
          </p:cNvCxnSpPr>
          <p:nvPr/>
        </p:nvCxnSpPr>
        <p:spPr>
          <a:xfrm>
            <a:off x="4890619" y="2573573"/>
            <a:ext cx="0" cy="2697537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791AAEE-9DA5-BCAF-E653-0531315950B5}"/>
              </a:ext>
            </a:extLst>
          </p:cNvPr>
          <p:cNvSpPr txBox="1"/>
          <p:nvPr/>
        </p:nvSpPr>
        <p:spPr>
          <a:xfrm>
            <a:off x="5986575" y="2627614"/>
            <a:ext cx="1911164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000" b="1" dirty="0">
                <a:latin typeface="Calibri"/>
                <a:cs typeface="Calibri"/>
              </a:rPr>
              <a:t>Compute Bound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5B99C89-50A1-857E-3544-2C71C13CA451}"/>
              </a:ext>
            </a:extLst>
          </p:cNvPr>
          <p:cNvSpPr txBox="1"/>
          <p:nvPr/>
        </p:nvSpPr>
        <p:spPr>
          <a:xfrm>
            <a:off x="4001415" y="5263041"/>
            <a:ext cx="177511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  <a:latin typeface="Calibri"/>
                <a:cs typeface="Calibri"/>
              </a:rPr>
              <a:t>??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3C81E4A-BE19-3302-B753-E34660C9335E}"/>
              </a:ext>
            </a:extLst>
          </p:cNvPr>
          <p:cNvCxnSpPr>
            <a:cxnSpLocks/>
          </p:cNvCxnSpPr>
          <p:nvPr/>
        </p:nvCxnSpPr>
        <p:spPr>
          <a:xfrm flipV="1">
            <a:off x="1492584" y="4307205"/>
            <a:ext cx="0" cy="377566"/>
          </a:xfrm>
          <a:prstGeom prst="straightConnector1">
            <a:avLst/>
          </a:prstGeom>
          <a:ln w="19050">
            <a:solidFill>
              <a:srgbClr val="02040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DC3B7EA-AC68-4080-7630-B7A53F40C850}"/>
              </a:ext>
            </a:extLst>
          </p:cNvPr>
          <p:cNvCxnSpPr>
            <a:cxnSpLocks/>
          </p:cNvCxnSpPr>
          <p:nvPr/>
        </p:nvCxnSpPr>
        <p:spPr>
          <a:xfrm>
            <a:off x="8840743" y="5540742"/>
            <a:ext cx="453869" cy="0"/>
          </a:xfrm>
          <a:prstGeom prst="straightConnector1">
            <a:avLst/>
          </a:prstGeom>
          <a:ln w="19050">
            <a:solidFill>
              <a:srgbClr val="02040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4FD2C8F-2C77-D84F-24F8-0D3EFE677520}"/>
              </a:ext>
            </a:extLst>
          </p:cNvPr>
          <p:cNvSpPr txBox="1"/>
          <p:nvPr/>
        </p:nvSpPr>
        <p:spPr>
          <a:xfrm>
            <a:off x="2770804" y="3014543"/>
            <a:ext cx="13918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Peak </a:t>
            </a:r>
          </a:p>
          <a:p>
            <a:pPr algn="ctr"/>
            <a:r>
              <a:rPr lang="en-US" dirty="0"/>
              <a:t>Performance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CEDF98C-3EFF-BA54-EDAC-2608375E3D14}"/>
              </a:ext>
            </a:extLst>
          </p:cNvPr>
          <p:cNvCxnSpPr>
            <a:cxnSpLocks/>
          </p:cNvCxnSpPr>
          <p:nvPr/>
        </p:nvCxnSpPr>
        <p:spPr>
          <a:xfrm>
            <a:off x="3858988" y="3199351"/>
            <a:ext cx="316901" cy="0"/>
          </a:xfrm>
          <a:prstGeom prst="straightConnector1">
            <a:avLst/>
          </a:prstGeom>
          <a:ln w="19050">
            <a:solidFill>
              <a:srgbClr val="02040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82B8A32-C572-F490-3684-1446B8B9E76E}"/>
              </a:ext>
            </a:extLst>
          </p:cNvPr>
          <p:cNvCxnSpPr>
            <a:cxnSpLocks/>
          </p:cNvCxnSpPr>
          <p:nvPr/>
        </p:nvCxnSpPr>
        <p:spPr>
          <a:xfrm flipH="1">
            <a:off x="4888971" y="2197111"/>
            <a:ext cx="1648" cy="314148"/>
          </a:xfrm>
          <a:prstGeom prst="straightConnector1">
            <a:avLst/>
          </a:prstGeom>
          <a:ln w="19050">
            <a:solidFill>
              <a:srgbClr val="02040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01796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24290-8F96-DC04-1413-449F2DF72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A24FC-5698-6C9B-A248-B85060CC9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838695" cy="1325563"/>
          </a:xfrm>
        </p:spPr>
        <p:txBody>
          <a:bodyPr/>
          <a:lstStyle/>
          <a:p>
            <a:r>
              <a:rPr lang="en-US" dirty="0"/>
              <a:t>CNN on A100 Roofline Plot (assuming infinite cache)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C0AB7C-7170-77BA-CB84-FA150D50B55A}"/>
              </a:ext>
            </a:extLst>
          </p:cNvPr>
          <p:cNvSpPr/>
          <p:nvPr/>
        </p:nvSpPr>
        <p:spPr>
          <a:xfrm>
            <a:off x="4935857" y="3207847"/>
            <a:ext cx="3799932" cy="207132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96C7D6EF-82B7-B653-2DF1-474F77EB0161}"/>
              </a:ext>
            </a:extLst>
          </p:cNvPr>
          <p:cNvSpPr/>
          <p:nvPr/>
        </p:nvSpPr>
        <p:spPr>
          <a:xfrm>
            <a:off x="2893287" y="3311664"/>
            <a:ext cx="1984101" cy="1950950"/>
          </a:xfrm>
          <a:prstGeom prst="triangle">
            <a:avLst>
              <a:gd name="adj" fmla="val 99069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500B0E4-0325-8AAE-71AA-5798149D5547}"/>
              </a:ext>
            </a:extLst>
          </p:cNvPr>
          <p:cNvCxnSpPr>
            <a:cxnSpLocks/>
          </p:cNvCxnSpPr>
          <p:nvPr/>
        </p:nvCxnSpPr>
        <p:spPr>
          <a:xfrm>
            <a:off x="2065357" y="5271110"/>
            <a:ext cx="719797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4C9241-290C-547F-F75F-0868CF0D4757}"/>
              </a:ext>
            </a:extLst>
          </p:cNvPr>
          <p:cNvCxnSpPr>
            <a:cxnSpLocks/>
          </p:cNvCxnSpPr>
          <p:nvPr/>
        </p:nvCxnSpPr>
        <p:spPr>
          <a:xfrm flipV="1">
            <a:off x="2827357" y="2727202"/>
            <a:ext cx="0" cy="28135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F2F360-CB8E-7498-0B8C-EE08A3449E3F}"/>
              </a:ext>
            </a:extLst>
          </p:cNvPr>
          <p:cNvCxnSpPr/>
          <p:nvPr/>
        </p:nvCxnSpPr>
        <p:spPr>
          <a:xfrm flipV="1">
            <a:off x="2827357" y="3207848"/>
            <a:ext cx="2063262" cy="2063262"/>
          </a:xfrm>
          <a:prstGeom prst="line">
            <a:avLst/>
          </a:prstGeom>
          <a:ln w="635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E53B21-672E-57E7-02A9-796A525ACB35}"/>
              </a:ext>
            </a:extLst>
          </p:cNvPr>
          <p:cNvCxnSpPr>
            <a:cxnSpLocks/>
          </p:cNvCxnSpPr>
          <p:nvPr/>
        </p:nvCxnSpPr>
        <p:spPr>
          <a:xfrm flipH="1">
            <a:off x="4878896" y="3207847"/>
            <a:ext cx="3856893" cy="1"/>
          </a:xfrm>
          <a:prstGeom prst="line">
            <a:avLst/>
          </a:prstGeom>
          <a:ln w="635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A6F1FF2-5B14-CEE1-A85B-E2A26E85D4E9}"/>
              </a:ext>
            </a:extLst>
          </p:cNvPr>
          <p:cNvSpPr txBox="1"/>
          <p:nvPr/>
        </p:nvSpPr>
        <p:spPr>
          <a:xfrm>
            <a:off x="2904399" y="2624213"/>
            <a:ext cx="1974497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 b="1" dirty="0">
                <a:latin typeface="Calibri"/>
                <a:cs typeface="Calibri"/>
              </a:rPr>
              <a:t>Memory Bound</a:t>
            </a:r>
            <a:endParaRPr 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9DD304-7AA9-4347-7219-F429886D8590}"/>
              </a:ext>
            </a:extLst>
          </p:cNvPr>
          <p:cNvSpPr txBox="1"/>
          <p:nvPr/>
        </p:nvSpPr>
        <p:spPr>
          <a:xfrm>
            <a:off x="346094" y="3660874"/>
            <a:ext cx="23562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Sustained Performance</a:t>
            </a:r>
          </a:p>
          <a:p>
            <a:pPr algn="ctr"/>
            <a:r>
              <a:rPr lang="en-US" dirty="0"/>
              <a:t>(ops/sec)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DD2511-6C8F-5BCE-5662-F0475FE87243}"/>
              </a:ext>
            </a:extLst>
          </p:cNvPr>
          <p:cNvSpPr txBox="1"/>
          <p:nvPr/>
        </p:nvSpPr>
        <p:spPr>
          <a:xfrm>
            <a:off x="9257348" y="5403406"/>
            <a:ext cx="2187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Arithmetic Intensity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E7C3CD4-2A1B-B42E-C268-27321C6BC09F}"/>
              </a:ext>
            </a:extLst>
          </p:cNvPr>
          <p:cNvCxnSpPr>
            <a:cxnSpLocks/>
          </p:cNvCxnSpPr>
          <p:nvPr/>
        </p:nvCxnSpPr>
        <p:spPr>
          <a:xfrm>
            <a:off x="4890619" y="2573573"/>
            <a:ext cx="0" cy="2697537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10BEAEB-6DA4-7131-C347-10BF8F511BB8}"/>
              </a:ext>
            </a:extLst>
          </p:cNvPr>
          <p:cNvSpPr txBox="1"/>
          <p:nvPr/>
        </p:nvSpPr>
        <p:spPr>
          <a:xfrm>
            <a:off x="5986575" y="2627614"/>
            <a:ext cx="1911164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000" b="1" dirty="0">
                <a:latin typeface="Calibri"/>
                <a:cs typeface="Calibri"/>
              </a:rPr>
              <a:t>Compute Bound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76F1E0-00EF-2CC0-29FC-AFD86AF56CAF}"/>
              </a:ext>
            </a:extLst>
          </p:cNvPr>
          <p:cNvSpPr txBox="1"/>
          <p:nvPr/>
        </p:nvSpPr>
        <p:spPr>
          <a:xfrm>
            <a:off x="4001415" y="5263041"/>
            <a:ext cx="177511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  <a:latin typeface="Calibri"/>
                <a:cs typeface="Calibri"/>
              </a:rPr>
              <a:t>75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084CA7E-60C1-6CAD-8027-44C6FCDAA3D1}"/>
              </a:ext>
            </a:extLst>
          </p:cNvPr>
          <p:cNvCxnSpPr>
            <a:cxnSpLocks/>
          </p:cNvCxnSpPr>
          <p:nvPr/>
        </p:nvCxnSpPr>
        <p:spPr>
          <a:xfrm flipV="1">
            <a:off x="1492584" y="4307205"/>
            <a:ext cx="0" cy="377566"/>
          </a:xfrm>
          <a:prstGeom prst="straightConnector1">
            <a:avLst/>
          </a:prstGeom>
          <a:ln w="19050">
            <a:solidFill>
              <a:srgbClr val="02040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A20FF85-4614-6D3E-4865-BE45AADE2E55}"/>
              </a:ext>
            </a:extLst>
          </p:cNvPr>
          <p:cNvCxnSpPr>
            <a:cxnSpLocks/>
          </p:cNvCxnSpPr>
          <p:nvPr/>
        </p:nvCxnSpPr>
        <p:spPr>
          <a:xfrm>
            <a:off x="8840743" y="5540742"/>
            <a:ext cx="453869" cy="0"/>
          </a:xfrm>
          <a:prstGeom prst="straightConnector1">
            <a:avLst/>
          </a:prstGeom>
          <a:ln w="19050">
            <a:solidFill>
              <a:srgbClr val="02040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05EAA76-EB84-F51D-A7EF-62605713CC17}"/>
              </a:ext>
            </a:extLst>
          </p:cNvPr>
          <p:cNvSpPr txBox="1"/>
          <p:nvPr/>
        </p:nvSpPr>
        <p:spPr>
          <a:xfrm>
            <a:off x="2770804" y="3014543"/>
            <a:ext cx="13918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Peak </a:t>
            </a:r>
          </a:p>
          <a:p>
            <a:pPr algn="ctr"/>
            <a:r>
              <a:rPr lang="en-US" dirty="0"/>
              <a:t>Performance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D987933-B0E1-8C54-58B8-89442D00B484}"/>
              </a:ext>
            </a:extLst>
          </p:cNvPr>
          <p:cNvCxnSpPr>
            <a:cxnSpLocks/>
          </p:cNvCxnSpPr>
          <p:nvPr/>
        </p:nvCxnSpPr>
        <p:spPr>
          <a:xfrm>
            <a:off x="3858988" y="3199351"/>
            <a:ext cx="316901" cy="0"/>
          </a:xfrm>
          <a:prstGeom prst="straightConnector1">
            <a:avLst/>
          </a:prstGeom>
          <a:ln w="19050">
            <a:solidFill>
              <a:srgbClr val="02040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8349D46-4D07-95D3-A9F5-28408D010D52}"/>
              </a:ext>
            </a:extLst>
          </p:cNvPr>
          <p:cNvCxnSpPr>
            <a:cxnSpLocks/>
          </p:cNvCxnSpPr>
          <p:nvPr/>
        </p:nvCxnSpPr>
        <p:spPr>
          <a:xfrm flipH="1">
            <a:off x="4888971" y="2197111"/>
            <a:ext cx="1648" cy="314148"/>
          </a:xfrm>
          <a:prstGeom prst="straightConnector1">
            <a:avLst/>
          </a:prstGeom>
          <a:ln w="19050">
            <a:solidFill>
              <a:srgbClr val="02040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648F10E-039E-2AE5-4238-0B9EA8BEAE22}"/>
              </a:ext>
            </a:extLst>
          </p:cNvPr>
          <p:cNvSpPr txBox="1"/>
          <p:nvPr/>
        </p:nvSpPr>
        <p:spPr>
          <a:xfrm>
            <a:off x="3039926" y="5837626"/>
            <a:ext cx="5934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Which area will the CNN Performance  lie in?</a:t>
            </a:r>
          </a:p>
        </p:txBody>
      </p:sp>
    </p:spTree>
    <p:extLst>
      <p:ext uri="{BB962C8B-B14F-4D97-AF65-F5344CB8AC3E}">
        <p14:creationId xmlns:p14="http://schemas.microsoft.com/office/powerpoint/2010/main" val="31801804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8B101-A2BD-6BC4-7903-5C9CDB9D2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CE9F8-DC07-01AC-297B-14433C30B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838695" cy="1325563"/>
          </a:xfrm>
        </p:spPr>
        <p:txBody>
          <a:bodyPr/>
          <a:lstStyle/>
          <a:p>
            <a:r>
              <a:rPr lang="en-US" dirty="0"/>
              <a:t>CNN on A100 Roofline Plot (assuming infinite cache)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33A62C-C0B5-7D40-7820-70B60344DF87}"/>
              </a:ext>
            </a:extLst>
          </p:cNvPr>
          <p:cNvSpPr/>
          <p:nvPr/>
        </p:nvSpPr>
        <p:spPr>
          <a:xfrm>
            <a:off x="4935857" y="3207847"/>
            <a:ext cx="3799932" cy="2071326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3E550256-A77A-94E8-946D-B8FDE419A4BB}"/>
              </a:ext>
            </a:extLst>
          </p:cNvPr>
          <p:cNvSpPr/>
          <p:nvPr/>
        </p:nvSpPr>
        <p:spPr>
          <a:xfrm>
            <a:off x="2893287" y="3311664"/>
            <a:ext cx="1984101" cy="1950950"/>
          </a:xfrm>
          <a:prstGeom prst="triangle">
            <a:avLst>
              <a:gd name="adj" fmla="val 99069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F82DA2B-7CBB-5689-DB72-1DE325B9965E}"/>
              </a:ext>
            </a:extLst>
          </p:cNvPr>
          <p:cNvCxnSpPr>
            <a:cxnSpLocks/>
          </p:cNvCxnSpPr>
          <p:nvPr/>
        </p:nvCxnSpPr>
        <p:spPr>
          <a:xfrm>
            <a:off x="2065357" y="5271110"/>
            <a:ext cx="719797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E167BF7-777B-9CB6-C29D-CFBE7902DA39}"/>
              </a:ext>
            </a:extLst>
          </p:cNvPr>
          <p:cNvCxnSpPr>
            <a:cxnSpLocks/>
          </p:cNvCxnSpPr>
          <p:nvPr/>
        </p:nvCxnSpPr>
        <p:spPr>
          <a:xfrm flipV="1">
            <a:off x="2827357" y="2727202"/>
            <a:ext cx="0" cy="28135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5D009A6-00FD-85BA-A81D-96FB6AEC7CC4}"/>
              </a:ext>
            </a:extLst>
          </p:cNvPr>
          <p:cNvCxnSpPr/>
          <p:nvPr/>
        </p:nvCxnSpPr>
        <p:spPr>
          <a:xfrm flipV="1">
            <a:off x="2827357" y="3207848"/>
            <a:ext cx="2063262" cy="2063262"/>
          </a:xfrm>
          <a:prstGeom prst="line">
            <a:avLst/>
          </a:prstGeom>
          <a:ln w="635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2796B62-6C8D-43E8-0F78-8A258D8A6773}"/>
              </a:ext>
            </a:extLst>
          </p:cNvPr>
          <p:cNvCxnSpPr>
            <a:cxnSpLocks/>
          </p:cNvCxnSpPr>
          <p:nvPr/>
        </p:nvCxnSpPr>
        <p:spPr>
          <a:xfrm flipH="1">
            <a:off x="4878896" y="3207847"/>
            <a:ext cx="3856893" cy="1"/>
          </a:xfrm>
          <a:prstGeom prst="line">
            <a:avLst/>
          </a:prstGeom>
          <a:ln w="635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AC38A0A-72AF-E144-F212-C7586B48BEBE}"/>
              </a:ext>
            </a:extLst>
          </p:cNvPr>
          <p:cNvSpPr txBox="1"/>
          <p:nvPr/>
        </p:nvSpPr>
        <p:spPr>
          <a:xfrm>
            <a:off x="2904399" y="2624213"/>
            <a:ext cx="1974497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 b="1" dirty="0">
                <a:latin typeface="Calibri"/>
                <a:cs typeface="Calibri"/>
              </a:rPr>
              <a:t>Memory Bound</a:t>
            </a:r>
            <a:endParaRPr 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D94CD3-C683-4948-FBC3-4B4CBDA85C47}"/>
              </a:ext>
            </a:extLst>
          </p:cNvPr>
          <p:cNvSpPr txBox="1"/>
          <p:nvPr/>
        </p:nvSpPr>
        <p:spPr>
          <a:xfrm>
            <a:off x="346094" y="3660874"/>
            <a:ext cx="23562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Sustained Performance</a:t>
            </a:r>
          </a:p>
          <a:p>
            <a:pPr algn="ctr"/>
            <a:r>
              <a:rPr lang="en-US" dirty="0"/>
              <a:t>(ops/sec)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F50280-ABC3-234A-907D-FE133FDFB6CE}"/>
              </a:ext>
            </a:extLst>
          </p:cNvPr>
          <p:cNvSpPr txBox="1"/>
          <p:nvPr/>
        </p:nvSpPr>
        <p:spPr>
          <a:xfrm>
            <a:off x="9257348" y="5403406"/>
            <a:ext cx="2187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Arithmetic Intensity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8863F9C-D9E8-7BF7-40F1-4BFD931D1FF0}"/>
              </a:ext>
            </a:extLst>
          </p:cNvPr>
          <p:cNvCxnSpPr>
            <a:cxnSpLocks/>
          </p:cNvCxnSpPr>
          <p:nvPr/>
        </p:nvCxnSpPr>
        <p:spPr>
          <a:xfrm>
            <a:off x="4890619" y="2573573"/>
            <a:ext cx="0" cy="2697537"/>
          </a:xfrm>
          <a:prstGeom prst="line">
            <a:avLst/>
          </a:prstGeom>
          <a:ln w="38100">
            <a:solidFill>
              <a:schemeClr val="accent5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F4F47C2-E52C-1EFA-02E8-2EB9AD0FA571}"/>
              </a:ext>
            </a:extLst>
          </p:cNvPr>
          <p:cNvSpPr txBox="1"/>
          <p:nvPr/>
        </p:nvSpPr>
        <p:spPr>
          <a:xfrm>
            <a:off x="5986575" y="2627614"/>
            <a:ext cx="1911164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000" b="1" dirty="0">
                <a:latin typeface="Calibri"/>
                <a:cs typeface="Calibri"/>
              </a:rPr>
              <a:t>Compute Bound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F2D583-5F07-BDC9-8057-3357AE26E8DC}"/>
              </a:ext>
            </a:extLst>
          </p:cNvPr>
          <p:cNvSpPr txBox="1"/>
          <p:nvPr/>
        </p:nvSpPr>
        <p:spPr>
          <a:xfrm>
            <a:off x="4001415" y="5263041"/>
            <a:ext cx="1775110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  <a:latin typeface="Calibri"/>
                <a:cs typeface="Calibri"/>
              </a:rPr>
              <a:t>75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1F3F6B8-B2D7-5B61-56B4-D1944846D21B}"/>
              </a:ext>
            </a:extLst>
          </p:cNvPr>
          <p:cNvCxnSpPr>
            <a:cxnSpLocks/>
          </p:cNvCxnSpPr>
          <p:nvPr/>
        </p:nvCxnSpPr>
        <p:spPr>
          <a:xfrm flipV="1">
            <a:off x="1492584" y="4307205"/>
            <a:ext cx="0" cy="377566"/>
          </a:xfrm>
          <a:prstGeom prst="straightConnector1">
            <a:avLst/>
          </a:prstGeom>
          <a:ln w="19050">
            <a:solidFill>
              <a:srgbClr val="02040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2C59280-5ADA-5BA1-2B47-67FCD3AAE8F0}"/>
              </a:ext>
            </a:extLst>
          </p:cNvPr>
          <p:cNvCxnSpPr>
            <a:cxnSpLocks/>
          </p:cNvCxnSpPr>
          <p:nvPr/>
        </p:nvCxnSpPr>
        <p:spPr>
          <a:xfrm>
            <a:off x="8840743" y="5540742"/>
            <a:ext cx="453869" cy="0"/>
          </a:xfrm>
          <a:prstGeom prst="straightConnector1">
            <a:avLst/>
          </a:prstGeom>
          <a:ln w="19050">
            <a:solidFill>
              <a:srgbClr val="02040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F3427BF-179A-6AEE-AAC2-E14DCA767E22}"/>
              </a:ext>
            </a:extLst>
          </p:cNvPr>
          <p:cNvSpPr txBox="1"/>
          <p:nvPr/>
        </p:nvSpPr>
        <p:spPr>
          <a:xfrm>
            <a:off x="2770804" y="3014543"/>
            <a:ext cx="13918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Peak </a:t>
            </a:r>
          </a:p>
          <a:p>
            <a:pPr algn="ctr"/>
            <a:r>
              <a:rPr lang="en-US" dirty="0"/>
              <a:t>Performance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4B96F10-39C6-F903-E550-8145F4C09AAC}"/>
              </a:ext>
            </a:extLst>
          </p:cNvPr>
          <p:cNvCxnSpPr>
            <a:cxnSpLocks/>
          </p:cNvCxnSpPr>
          <p:nvPr/>
        </p:nvCxnSpPr>
        <p:spPr>
          <a:xfrm>
            <a:off x="3858988" y="3199351"/>
            <a:ext cx="316901" cy="0"/>
          </a:xfrm>
          <a:prstGeom prst="straightConnector1">
            <a:avLst/>
          </a:prstGeom>
          <a:ln w="19050">
            <a:solidFill>
              <a:srgbClr val="02040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07835D3-5D51-8543-FC37-F22AC1C81D65}"/>
              </a:ext>
            </a:extLst>
          </p:cNvPr>
          <p:cNvCxnSpPr>
            <a:cxnSpLocks/>
          </p:cNvCxnSpPr>
          <p:nvPr/>
        </p:nvCxnSpPr>
        <p:spPr>
          <a:xfrm flipH="1">
            <a:off x="4888971" y="2197111"/>
            <a:ext cx="1648" cy="314148"/>
          </a:xfrm>
          <a:prstGeom prst="straightConnector1">
            <a:avLst/>
          </a:prstGeom>
          <a:ln w="19050">
            <a:solidFill>
              <a:srgbClr val="02040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DD24DDF-6E5F-25D8-8D6D-7FA9A86A7261}"/>
              </a:ext>
            </a:extLst>
          </p:cNvPr>
          <p:cNvSpPr txBox="1"/>
          <p:nvPr/>
        </p:nvSpPr>
        <p:spPr>
          <a:xfrm>
            <a:off x="3039926" y="5837626"/>
            <a:ext cx="5934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Which area will the CNN Performance lie in?</a:t>
            </a:r>
            <a:r>
              <a:rPr lang="en-US" dirty="0">
                <a:solidFill>
                  <a:srgbClr val="C00000"/>
                </a:solidFill>
              </a:rPr>
              <a:t> Compute Bound</a:t>
            </a:r>
          </a:p>
        </p:txBody>
      </p:sp>
    </p:spTree>
    <p:extLst>
      <p:ext uri="{BB962C8B-B14F-4D97-AF65-F5344CB8AC3E}">
        <p14:creationId xmlns:p14="http://schemas.microsoft.com/office/powerpoint/2010/main" val="16992301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44739-307E-550A-FBC0-2BDD94618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Implications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C6A85C-8AF4-AB69-2804-FF92A416D6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Essentially a Compute Bound Problem, assuming large cache</a:t>
                </a:r>
              </a:p>
              <a:p>
                <a:endParaRPr lang="en-US" dirty="0"/>
              </a:p>
              <a:p>
                <a:r>
                  <a:rPr lang="en-US" dirty="0"/>
                  <a:t>Objective: How to ensure efficiency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, i.e., all compute units are fully utilized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If cache is limited</a:t>
                </a:r>
              </a:p>
              <a:p>
                <a:pPr lvl="1"/>
                <a:r>
                  <a:rPr lang="en-US" dirty="0"/>
                  <a:t>Objective 1: How to improve data reuse so that compute units have enough to work on?</a:t>
                </a:r>
              </a:p>
              <a:p>
                <a:pPr lvl="1"/>
                <a:r>
                  <a:rPr lang="en-US" dirty="0"/>
                  <a:t>Objective 2: How to ensure efficiency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, i.e., all compute units are fully utilized</a:t>
                </a:r>
              </a:p>
              <a:p>
                <a:endParaRPr lang="en-US" dirty="0"/>
              </a:p>
              <a:p>
                <a:r>
                  <a:rPr lang="en-US" dirty="0"/>
                  <a:t>Another approach: increase Number of Devices </a:t>
                </a:r>
              </a:p>
              <a:p>
                <a:pPr lvl="2"/>
                <a:r>
                  <a:rPr lang="en-US" dirty="0"/>
                  <a:t>+ Larger On-chip memory</a:t>
                </a:r>
              </a:p>
              <a:p>
                <a:pPr lvl="2"/>
                <a:r>
                  <a:rPr lang="en-US" dirty="0"/>
                  <a:t>+ Higher bandwidth</a:t>
                </a:r>
              </a:p>
              <a:p>
                <a:pPr lvl="2"/>
                <a:r>
                  <a:rPr lang="en-US" dirty="0"/>
                  <a:t>- Communication/Synchronization overheads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C6A85C-8AF4-AB69-2804-FF92A416D6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32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57948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19D21-B4FE-2552-F191-40B492B5D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Variations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02DA5-F3CB-8FAC-C59E-D343850AA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8533" y="3805766"/>
            <a:ext cx="1718733" cy="561975"/>
          </a:xfrm>
        </p:spPr>
        <p:txBody>
          <a:bodyPr/>
          <a:lstStyle/>
          <a:p>
            <a:r>
              <a:rPr lang="en-US" dirty="0"/>
              <a:t>Padding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B32F2F-49AB-6215-EC4E-FCB8ADB96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1575" y="1424252"/>
            <a:ext cx="8172450" cy="22383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A362DF-A526-7BFD-8E12-3BF5DA900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525" y="4511675"/>
            <a:ext cx="8753475" cy="198120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972AE33-F7EA-36C6-C7A6-24A042FABD44}"/>
              </a:ext>
            </a:extLst>
          </p:cNvPr>
          <p:cNvSpPr txBox="1">
            <a:spLocks/>
          </p:cNvSpPr>
          <p:nvPr/>
        </p:nvSpPr>
        <p:spPr>
          <a:xfrm>
            <a:off x="6714067" y="6419585"/>
            <a:ext cx="1718733" cy="561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Strides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366112-C360-6D5C-22DA-C8F4DD52DA15}"/>
              </a:ext>
            </a:extLst>
          </p:cNvPr>
          <p:cNvSpPr txBox="1"/>
          <p:nvPr/>
        </p:nvSpPr>
        <p:spPr>
          <a:xfrm>
            <a:off x="762000" y="1690688"/>
            <a:ext cx="29495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Reading Homework:</a:t>
            </a:r>
          </a:p>
          <a:p>
            <a:endParaRPr lang="en-US" dirty="0"/>
          </a:p>
          <a:p>
            <a:r>
              <a:rPr lang="en-US" dirty="0"/>
              <a:t>A guide to convolutional arithmetic for deep learning</a:t>
            </a:r>
          </a:p>
        </p:txBody>
      </p:sp>
    </p:spTree>
    <p:extLst>
      <p:ext uri="{BB962C8B-B14F-4D97-AF65-F5344CB8AC3E}">
        <p14:creationId xmlns:p14="http://schemas.microsoft.com/office/powerpoint/2010/main" val="22051485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ACD36-AE95-7948-082F-A7E07C098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Convolutional Neural 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7E54A2-A19B-7509-9540-B7E427925C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Training</a:t>
                </a:r>
              </a:p>
              <a:p>
                <a:pPr lvl="1"/>
                <a:r>
                  <a:rPr lang="en-US" dirty="0"/>
                  <a:t>Given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(image from a database),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: Label for the image </a:t>
                </a:r>
              </a:p>
              <a:p>
                <a:pPr lvl="1"/>
                <a:r>
                  <a:rPr lang="en-US" dirty="0"/>
                  <a:t>“Learn” a model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, defined by the filters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 such that: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∑(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))^2  </m:t>
                    </m:r>
                  </m:oMath>
                </a14:m>
                <a:r>
                  <a:rPr lang="en-US" dirty="0"/>
                  <a:t> is minimized</a:t>
                </a:r>
              </a:p>
              <a:p>
                <a:pPr lvl="2"/>
                <a:endParaRPr lang="en-US" dirty="0"/>
              </a:p>
              <a:p>
                <a:r>
                  <a:rPr lang="en-US" dirty="0"/>
                  <a:t>Inference</a:t>
                </a:r>
              </a:p>
              <a:p>
                <a:pPr lvl="1"/>
                <a:r>
                  <a:rPr lang="en-US" dirty="0"/>
                  <a:t>Given a new image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Predict a label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No change in the filters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7E54A2-A19B-7509-9540-B7E427925C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A2C55F96-B364-C70D-D114-DCB3E849E61B}"/>
              </a:ext>
            </a:extLst>
          </p:cNvPr>
          <p:cNvSpPr/>
          <p:nvPr/>
        </p:nvSpPr>
        <p:spPr>
          <a:xfrm>
            <a:off x="8232554" y="3982800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A4797E-6757-D930-BA60-3D98BE05D457}"/>
              </a:ext>
            </a:extLst>
          </p:cNvPr>
          <p:cNvSpPr/>
          <p:nvPr/>
        </p:nvSpPr>
        <p:spPr>
          <a:xfrm>
            <a:off x="8524019" y="3800227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4029FE-9D98-B19E-190A-4DE8A0099508}"/>
              </a:ext>
            </a:extLst>
          </p:cNvPr>
          <p:cNvSpPr/>
          <p:nvPr/>
        </p:nvSpPr>
        <p:spPr>
          <a:xfrm>
            <a:off x="8815484" y="3617654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28C887-FF61-B730-703F-A51B911CCE8B}"/>
              </a:ext>
            </a:extLst>
          </p:cNvPr>
          <p:cNvSpPr/>
          <p:nvPr/>
        </p:nvSpPr>
        <p:spPr>
          <a:xfrm>
            <a:off x="6885357" y="4919012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7EBED5-7DD7-0F0A-5A12-AACDEF742C99}"/>
              </a:ext>
            </a:extLst>
          </p:cNvPr>
          <p:cNvSpPr/>
          <p:nvPr/>
        </p:nvSpPr>
        <p:spPr>
          <a:xfrm>
            <a:off x="7176822" y="4736439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B2EE43-566D-01A3-7798-5FE773B57DCC}"/>
              </a:ext>
            </a:extLst>
          </p:cNvPr>
          <p:cNvSpPr/>
          <p:nvPr/>
        </p:nvSpPr>
        <p:spPr>
          <a:xfrm>
            <a:off x="7468287" y="4553866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FE1068A-FFF4-BA76-25A6-1709BE008AF3}"/>
              </a:ext>
            </a:extLst>
          </p:cNvPr>
          <p:cNvSpPr/>
          <p:nvPr/>
        </p:nvSpPr>
        <p:spPr>
          <a:xfrm>
            <a:off x="9447663" y="3151569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B406F8E-AED6-BC49-0AB5-D9FEEC6A537C}"/>
              </a:ext>
            </a:extLst>
          </p:cNvPr>
          <p:cNvSpPr/>
          <p:nvPr/>
        </p:nvSpPr>
        <p:spPr>
          <a:xfrm>
            <a:off x="9739128" y="2968996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C8F346A-8106-7256-1014-B71B5CF48977}"/>
              </a:ext>
            </a:extLst>
          </p:cNvPr>
          <p:cNvSpPr/>
          <p:nvPr/>
        </p:nvSpPr>
        <p:spPr>
          <a:xfrm>
            <a:off x="10030593" y="2786423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7528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31361-2785-7BDA-CF51-F6A48513F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0F9CB-D408-602B-58A8-136E20E9F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Convolutional Neural 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B98C9D-7C3B-16CC-D84D-DA07CFB8A5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Training</a:t>
                </a:r>
              </a:p>
              <a:p>
                <a:pPr lvl="1"/>
                <a:r>
                  <a:rPr lang="en-US" dirty="0"/>
                  <a:t>Given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(image from a database),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: Label for the image </a:t>
                </a:r>
              </a:p>
              <a:p>
                <a:pPr lvl="1"/>
                <a:r>
                  <a:rPr lang="en-US" dirty="0"/>
                  <a:t>“Learn” a model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, defined by the filters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 such that: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∑(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))^2  </m:t>
                    </m:r>
                  </m:oMath>
                </a14:m>
                <a:r>
                  <a:rPr lang="en-US" dirty="0"/>
                  <a:t> is minimized</a:t>
                </a:r>
              </a:p>
              <a:p>
                <a:pPr lvl="2"/>
                <a:endParaRPr lang="en-US" dirty="0"/>
              </a:p>
              <a:p>
                <a:r>
                  <a:rPr lang="en-US" dirty="0"/>
                  <a:t>Inference</a:t>
                </a:r>
              </a:p>
              <a:p>
                <a:pPr lvl="1"/>
                <a:r>
                  <a:rPr lang="en-US" dirty="0"/>
                  <a:t>Given a new image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Predict a label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No change in the filters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B98C9D-7C3B-16CC-D84D-DA07CFB8A5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D8CA891D-9A1D-38EB-542D-C3EF5E6A991D}"/>
              </a:ext>
            </a:extLst>
          </p:cNvPr>
          <p:cNvSpPr/>
          <p:nvPr/>
        </p:nvSpPr>
        <p:spPr>
          <a:xfrm>
            <a:off x="8232554" y="3982800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A90F5E-A81C-EB57-6911-112B726E261F}"/>
              </a:ext>
            </a:extLst>
          </p:cNvPr>
          <p:cNvSpPr/>
          <p:nvPr/>
        </p:nvSpPr>
        <p:spPr>
          <a:xfrm>
            <a:off x="8524019" y="3800227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9E170C-497C-ABB9-79DA-68C6CC0432BA}"/>
              </a:ext>
            </a:extLst>
          </p:cNvPr>
          <p:cNvSpPr/>
          <p:nvPr/>
        </p:nvSpPr>
        <p:spPr>
          <a:xfrm>
            <a:off x="8815484" y="3617654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48ABDE-0B07-593D-6F08-1CCA16DAAF08}"/>
              </a:ext>
            </a:extLst>
          </p:cNvPr>
          <p:cNvSpPr/>
          <p:nvPr/>
        </p:nvSpPr>
        <p:spPr>
          <a:xfrm>
            <a:off x="6885357" y="4919012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B07B3E-A2A6-69C4-1D54-1B8501FD3D7E}"/>
              </a:ext>
            </a:extLst>
          </p:cNvPr>
          <p:cNvSpPr/>
          <p:nvPr/>
        </p:nvSpPr>
        <p:spPr>
          <a:xfrm>
            <a:off x="7176822" y="4736439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10F4BC-BA7D-7C4C-EF0F-B9A2353B3E8C}"/>
              </a:ext>
            </a:extLst>
          </p:cNvPr>
          <p:cNvSpPr/>
          <p:nvPr/>
        </p:nvSpPr>
        <p:spPr>
          <a:xfrm>
            <a:off x="7468287" y="4553866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62975D4-F140-1411-61AB-5782D2BB414D}"/>
              </a:ext>
            </a:extLst>
          </p:cNvPr>
          <p:cNvSpPr/>
          <p:nvPr/>
        </p:nvSpPr>
        <p:spPr>
          <a:xfrm>
            <a:off x="9447663" y="3151569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94C2857-CFF3-CDC6-7728-55A596FB63F5}"/>
              </a:ext>
            </a:extLst>
          </p:cNvPr>
          <p:cNvSpPr/>
          <p:nvPr/>
        </p:nvSpPr>
        <p:spPr>
          <a:xfrm>
            <a:off x="9739128" y="2968996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EECC77C-FB6A-E6C7-C009-020B3FA571C8}"/>
              </a:ext>
            </a:extLst>
          </p:cNvPr>
          <p:cNvSpPr/>
          <p:nvPr/>
        </p:nvSpPr>
        <p:spPr>
          <a:xfrm>
            <a:off x="10030593" y="2786423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8586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C6028-CEB9-3562-461D-51BA0C747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Training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A7CF84-5411-E65C-1BC0-1597281A54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8092440" cy="4351338"/>
              </a:xfrm>
            </p:spPr>
            <p:txBody>
              <a:bodyPr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: </m:t>
                          </m:r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lim>
                          </m:limLow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∑(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))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^2</m:t>
                          </m:r>
                        </m:e>
                      </m:func>
                    </m:oMath>
                  </m:oMathPara>
                </a14:m>
                <a:endParaRPr lang="en-US" b="0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</m:d>
                          </m:e>
                        </m:d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A7CF84-5411-E65C-1BC0-1597281A54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8092440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BE840AF-E7B1-98CA-E9A9-687AFC0D99E3}"/>
              </a:ext>
            </a:extLst>
          </p:cNvPr>
          <p:cNvSpPr txBox="1"/>
          <p:nvPr/>
        </p:nvSpPr>
        <p:spPr>
          <a:xfrm>
            <a:off x="9890759" y="2979420"/>
            <a:ext cx="1120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Iteratively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6E71FC-1F8C-1365-350A-D1EC2075F5B3}"/>
              </a:ext>
            </a:extLst>
          </p:cNvPr>
          <p:cNvSpPr txBox="1"/>
          <p:nvPr/>
        </p:nvSpPr>
        <p:spPr>
          <a:xfrm>
            <a:off x="9890759" y="4239458"/>
            <a:ext cx="20802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For all samples, in each iteration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A533A87-C295-61BB-EFD9-4E52E5D1106A}"/>
              </a:ext>
            </a:extLst>
          </p:cNvPr>
          <p:cNvCxnSpPr>
            <a:stCxn id="4" idx="1"/>
          </p:cNvCxnSpPr>
          <p:nvPr/>
        </p:nvCxnSpPr>
        <p:spPr>
          <a:xfrm flipH="1">
            <a:off x="6964680" y="3164086"/>
            <a:ext cx="2926079" cy="59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D5CA254-9568-A7CD-047D-CAA29B4320B8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7840980" y="4503420"/>
            <a:ext cx="2049779" cy="592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ight Brace 10">
            <a:extLst>
              <a:ext uri="{FF2B5EF4-FFF2-40B4-BE49-F238E27FC236}">
                <a16:creationId xmlns:a16="http://schemas.microsoft.com/office/drawing/2014/main" id="{9F33A2C3-5AFF-AB10-6D90-B16B586375E2}"/>
              </a:ext>
            </a:extLst>
          </p:cNvPr>
          <p:cNvSpPr/>
          <p:nvPr/>
        </p:nvSpPr>
        <p:spPr>
          <a:xfrm rot="5400000">
            <a:off x="4842510" y="4133850"/>
            <a:ext cx="320040" cy="233934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48D5AE-D364-D75B-7139-C405E3A662C1}"/>
              </a:ext>
            </a:extLst>
          </p:cNvPr>
          <p:cNvSpPr txBox="1"/>
          <p:nvPr/>
        </p:nvSpPr>
        <p:spPr>
          <a:xfrm>
            <a:off x="4503419" y="5730240"/>
            <a:ext cx="655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Error</a:t>
            </a:r>
          </a:p>
        </p:txBody>
      </p:sp>
    </p:spTree>
    <p:extLst>
      <p:ext uri="{BB962C8B-B14F-4D97-AF65-F5344CB8AC3E}">
        <p14:creationId xmlns:p14="http://schemas.microsoft.com/office/powerpoint/2010/main" val="11995271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C5E29-110C-D777-1CE5-3ACB88190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Training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94E31C-FE41-7E49-A2FA-8158496311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83058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layers in CNN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…,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…,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94E31C-FE41-7E49-A2FA-8158496311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8305800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998EEC9-53D7-E435-F1E2-287AD83C88CE}"/>
              </a:ext>
            </a:extLst>
          </p:cNvPr>
          <p:cNvSpPr txBox="1"/>
          <p:nvPr/>
        </p:nvSpPr>
        <p:spPr>
          <a:xfrm>
            <a:off x="9441179" y="2040811"/>
            <a:ext cx="2487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Weights (Filters/Kernels)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079E71-750C-CFAF-C3DE-4B650A563775}"/>
              </a:ext>
            </a:extLst>
          </p:cNvPr>
          <p:cNvSpPr txBox="1"/>
          <p:nvPr/>
        </p:nvSpPr>
        <p:spPr>
          <a:xfrm>
            <a:off x="9544049" y="2769671"/>
            <a:ext cx="2080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Output of layer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58EE4EB-03A8-3228-CB1B-FA7D1C15A258}"/>
              </a:ext>
            </a:extLst>
          </p:cNvPr>
          <p:cNvCxnSpPr>
            <a:cxnSpLocks/>
          </p:cNvCxnSpPr>
          <p:nvPr/>
        </p:nvCxnSpPr>
        <p:spPr>
          <a:xfrm flipH="1">
            <a:off x="6477000" y="2374960"/>
            <a:ext cx="2964179" cy="619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7FCF937-8FD5-6870-75FC-17EAA5B6D84E}"/>
              </a:ext>
            </a:extLst>
          </p:cNvPr>
          <p:cNvCxnSpPr>
            <a:cxnSpLocks/>
          </p:cNvCxnSpPr>
          <p:nvPr/>
        </p:nvCxnSpPr>
        <p:spPr>
          <a:xfrm flipH="1">
            <a:off x="6496050" y="2954337"/>
            <a:ext cx="2796540" cy="4746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DD121E8-3B07-E457-3DE1-22E40959189E}"/>
                  </a:ext>
                </a:extLst>
              </p:cNvPr>
              <p:cNvSpPr txBox="1"/>
              <p:nvPr/>
            </p:nvSpPr>
            <p:spPr>
              <a:xfrm>
                <a:off x="0" y="4792940"/>
                <a:ext cx="20802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2∗</m:t>
                      </m:r>
                      <m:r>
                        <a:rPr lang="en-US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𝐸𝑟𝑟𝑜𝑟</m:t>
                      </m:r>
                      <m:r>
                        <a:rPr lang="en-US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∗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DD121E8-3B07-E457-3DE1-22E409591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792940"/>
                <a:ext cx="208026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F8FA6D96-BD70-FE87-C0C0-DF43B330767F}"/>
              </a:ext>
            </a:extLst>
          </p:cNvPr>
          <p:cNvSpPr txBox="1"/>
          <p:nvPr/>
        </p:nvSpPr>
        <p:spPr>
          <a:xfrm>
            <a:off x="9544048" y="4614041"/>
            <a:ext cx="20802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Compute these for all the samples</a:t>
            </a:r>
          </a:p>
        </p:txBody>
      </p:sp>
    </p:spTree>
    <p:extLst>
      <p:ext uri="{BB962C8B-B14F-4D97-AF65-F5344CB8AC3E}">
        <p14:creationId xmlns:p14="http://schemas.microsoft.com/office/powerpoint/2010/main" val="10047968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5AC3-E0F1-5E89-36DB-C0188A7F4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Forward Propagation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E65C9AC-D430-44DE-1324-4301EB6F7DDC}"/>
              </a:ext>
            </a:extLst>
          </p:cNvPr>
          <p:cNvGrpSpPr/>
          <p:nvPr/>
        </p:nvGrpSpPr>
        <p:grpSpPr>
          <a:xfrm>
            <a:off x="99914" y="2699282"/>
            <a:ext cx="1468490" cy="1325563"/>
            <a:chOff x="1792466" y="2749256"/>
            <a:chExt cx="1468490" cy="13255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C769B49-984E-BAC4-4D37-0349D0CD8DD8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E5236CD-AE81-8608-123D-7360A782E00E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3330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E5236CD-AE81-8608-123D-7360A782E0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333040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86FBA23-2003-4EE1-07DA-268B2152623A}"/>
              </a:ext>
            </a:extLst>
          </p:cNvPr>
          <p:cNvSpPr txBox="1"/>
          <p:nvPr/>
        </p:nvSpPr>
        <p:spPr>
          <a:xfrm>
            <a:off x="3233706" y="5286564"/>
            <a:ext cx="3924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a single image</a:t>
            </a:r>
          </a:p>
        </p:txBody>
      </p:sp>
    </p:spTree>
    <p:extLst>
      <p:ext uri="{BB962C8B-B14F-4D97-AF65-F5344CB8AC3E}">
        <p14:creationId xmlns:p14="http://schemas.microsoft.com/office/powerpoint/2010/main" val="39029446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5AC3-E0F1-5E89-36DB-C0188A7F4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Forward Propagation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DC19133-089E-B3A6-6CE4-104B95967771}"/>
              </a:ext>
            </a:extLst>
          </p:cNvPr>
          <p:cNvGrpSpPr/>
          <p:nvPr/>
        </p:nvGrpSpPr>
        <p:grpSpPr>
          <a:xfrm>
            <a:off x="1980958" y="2952087"/>
            <a:ext cx="1059735" cy="896233"/>
            <a:chOff x="1792466" y="2749256"/>
            <a:chExt cx="1059735" cy="89623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783DCC5-CB51-2C73-16D9-37E22FF4190B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63D8A90-C1C2-EE20-F606-CD8D419D6133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63D8A90-C1C2-EE20-F606-CD8D419D61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E65C9AC-D430-44DE-1324-4301EB6F7DDC}"/>
              </a:ext>
            </a:extLst>
          </p:cNvPr>
          <p:cNvGrpSpPr/>
          <p:nvPr/>
        </p:nvGrpSpPr>
        <p:grpSpPr>
          <a:xfrm>
            <a:off x="99914" y="2699282"/>
            <a:ext cx="1468490" cy="1325563"/>
            <a:chOff x="1792466" y="2749256"/>
            <a:chExt cx="1468490" cy="13255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C769B49-984E-BAC4-4D37-0349D0CD8DD8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E5236CD-AE81-8608-123D-7360A782E00E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3330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E5236CD-AE81-8608-123D-7360A782E0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333040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828D1BF-CB54-FDB2-4626-3BC5E3468ECA}"/>
              </a:ext>
            </a:extLst>
          </p:cNvPr>
          <p:cNvGrpSpPr/>
          <p:nvPr/>
        </p:nvGrpSpPr>
        <p:grpSpPr>
          <a:xfrm>
            <a:off x="3439967" y="2699281"/>
            <a:ext cx="1468490" cy="1325563"/>
            <a:chOff x="1792466" y="2749256"/>
            <a:chExt cx="1468490" cy="132556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3E854BB-58A5-2262-F90B-98AFDD0EB9E8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A6A2D74-B179-706B-2B98-CE39CAAA17A0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A6A2D74-B179-706B-2B98-CE39CAAA17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10A5A61-C38C-324B-5C83-1F151F201A13}"/>
              </a:ext>
            </a:extLst>
          </p:cNvPr>
          <p:cNvCxnSpPr/>
          <p:nvPr/>
        </p:nvCxnSpPr>
        <p:spPr>
          <a:xfrm>
            <a:off x="1465462" y="2192138"/>
            <a:ext cx="2373807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5B4AF1A-AAD6-3568-703F-73BE67974CEE}"/>
              </a:ext>
            </a:extLst>
          </p:cNvPr>
          <p:cNvSpPr txBox="1"/>
          <p:nvPr/>
        </p:nvSpPr>
        <p:spPr>
          <a:xfrm>
            <a:off x="3233706" y="5286564"/>
            <a:ext cx="3924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a single image</a:t>
            </a:r>
          </a:p>
        </p:txBody>
      </p:sp>
    </p:spTree>
    <p:extLst>
      <p:ext uri="{BB962C8B-B14F-4D97-AF65-F5344CB8AC3E}">
        <p14:creationId xmlns:p14="http://schemas.microsoft.com/office/powerpoint/2010/main" val="25776313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5AC3-E0F1-5E89-36DB-C0188A7F4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Forward Propagation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DC19133-089E-B3A6-6CE4-104B95967771}"/>
              </a:ext>
            </a:extLst>
          </p:cNvPr>
          <p:cNvGrpSpPr/>
          <p:nvPr/>
        </p:nvGrpSpPr>
        <p:grpSpPr>
          <a:xfrm>
            <a:off x="1980958" y="2952087"/>
            <a:ext cx="1059735" cy="896233"/>
            <a:chOff x="1792466" y="2749256"/>
            <a:chExt cx="1059735" cy="89623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783DCC5-CB51-2C73-16D9-37E22FF4190B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63D8A90-C1C2-EE20-F606-CD8D419D6133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63D8A90-C1C2-EE20-F606-CD8D419D61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E65C9AC-D430-44DE-1324-4301EB6F7DDC}"/>
              </a:ext>
            </a:extLst>
          </p:cNvPr>
          <p:cNvGrpSpPr/>
          <p:nvPr/>
        </p:nvGrpSpPr>
        <p:grpSpPr>
          <a:xfrm>
            <a:off x="99914" y="2699282"/>
            <a:ext cx="1468490" cy="1325563"/>
            <a:chOff x="1792466" y="2749256"/>
            <a:chExt cx="1468490" cy="13255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C769B49-984E-BAC4-4D37-0349D0CD8DD8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E5236CD-AE81-8608-123D-7360A782E00E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3330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E5236CD-AE81-8608-123D-7360A782E0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333040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423638E-A16C-B30A-8FD6-DF47F573CD68}"/>
              </a:ext>
            </a:extLst>
          </p:cNvPr>
          <p:cNvGrpSpPr/>
          <p:nvPr/>
        </p:nvGrpSpPr>
        <p:grpSpPr>
          <a:xfrm>
            <a:off x="5269391" y="2952086"/>
            <a:ext cx="1059735" cy="896233"/>
            <a:chOff x="1792466" y="2749256"/>
            <a:chExt cx="1059735" cy="89623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EA9A3BD-E821-1DEC-DC63-2C31CE16BDD9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54A23C4-B379-35E6-821C-5AE385CF0FEF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54A23C4-B379-35E6-821C-5AE385CF0F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828D1BF-CB54-FDB2-4626-3BC5E3468ECA}"/>
              </a:ext>
            </a:extLst>
          </p:cNvPr>
          <p:cNvGrpSpPr/>
          <p:nvPr/>
        </p:nvGrpSpPr>
        <p:grpSpPr>
          <a:xfrm>
            <a:off x="3439967" y="2699281"/>
            <a:ext cx="1468490" cy="1325563"/>
            <a:chOff x="1792466" y="2749256"/>
            <a:chExt cx="1468490" cy="132556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3E854BB-58A5-2262-F90B-98AFDD0EB9E8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A6A2D74-B179-706B-2B98-CE39CAAA17A0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A6A2D74-B179-706B-2B98-CE39CAAA17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3ED15D5-FEBF-A6CB-7F3D-7B92BF86E5BC}"/>
              </a:ext>
            </a:extLst>
          </p:cNvPr>
          <p:cNvGrpSpPr/>
          <p:nvPr/>
        </p:nvGrpSpPr>
        <p:grpSpPr>
          <a:xfrm>
            <a:off x="6504459" y="2766218"/>
            <a:ext cx="1468490" cy="1325563"/>
            <a:chOff x="1792466" y="2749256"/>
            <a:chExt cx="1468490" cy="1325563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BECF253-FBA8-B9C1-5547-F9CEB5F5287F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F08AC707-5A05-E188-C5B6-1E5974A70045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F08AC707-5A05-E188-C5B6-1E5974A700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7C174B4-C12F-C14D-14D3-932443F0D18C}"/>
              </a:ext>
            </a:extLst>
          </p:cNvPr>
          <p:cNvCxnSpPr/>
          <p:nvPr/>
        </p:nvCxnSpPr>
        <p:spPr>
          <a:xfrm>
            <a:off x="4499332" y="2258750"/>
            <a:ext cx="2373807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7B6926F-61A0-03DF-52B6-4CCABDEE01B1}"/>
              </a:ext>
            </a:extLst>
          </p:cNvPr>
          <p:cNvSpPr txBox="1"/>
          <p:nvPr/>
        </p:nvSpPr>
        <p:spPr>
          <a:xfrm>
            <a:off x="3233706" y="5286564"/>
            <a:ext cx="3924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a single image</a:t>
            </a:r>
          </a:p>
        </p:txBody>
      </p:sp>
    </p:spTree>
    <p:extLst>
      <p:ext uri="{BB962C8B-B14F-4D97-AF65-F5344CB8AC3E}">
        <p14:creationId xmlns:p14="http://schemas.microsoft.com/office/powerpoint/2010/main" val="6927202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5AC3-E0F1-5E89-36DB-C0188A7F4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Forward Propagation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DC19133-089E-B3A6-6CE4-104B95967771}"/>
              </a:ext>
            </a:extLst>
          </p:cNvPr>
          <p:cNvGrpSpPr/>
          <p:nvPr/>
        </p:nvGrpSpPr>
        <p:grpSpPr>
          <a:xfrm>
            <a:off x="1980958" y="2952087"/>
            <a:ext cx="1059735" cy="896233"/>
            <a:chOff x="1792466" y="2749256"/>
            <a:chExt cx="1059735" cy="89623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783DCC5-CB51-2C73-16D9-37E22FF4190B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63D8A90-C1C2-EE20-F606-CD8D419D6133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63D8A90-C1C2-EE20-F606-CD8D419D61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E65C9AC-D430-44DE-1324-4301EB6F7DDC}"/>
              </a:ext>
            </a:extLst>
          </p:cNvPr>
          <p:cNvGrpSpPr/>
          <p:nvPr/>
        </p:nvGrpSpPr>
        <p:grpSpPr>
          <a:xfrm>
            <a:off x="99914" y="2699282"/>
            <a:ext cx="1468490" cy="1325563"/>
            <a:chOff x="1792466" y="2749256"/>
            <a:chExt cx="1468490" cy="13255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C769B49-984E-BAC4-4D37-0349D0CD8DD8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E5236CD-AE81-8608-123D-7360A782E00E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3330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E5236CD-AE81-8608-123D-7360A782E0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333040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423638E-A16C-B30A-8FD6-DF47F573CD68}"/>
              </a:ext>
            </a:extLst>
          </p:cNvPr>
          <p:cNvGrpSpPr/>
          <p:nvPr/>
        </p:nvGrpSpPr>
        <p:grpSpPr>
          <a:xfrm>
            <a:off x="5269391" y="2952086"/>
            <a:ext cx="1059735" cy="896233"/>
            <a:chOff x="1792466" y="2749256"/>
            <a:chExt cx="1059735" cy="89623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EA9A3BD-E821-1DEC-DC63-2C31CE16BDD9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54A23C4-B379-35E6-821C-5AE385CF0FEF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54A23C4-B379-35E6-821C-5AE385CF0F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828D1BF-CB54-FDB2-4626-3BC5E3468ECA}"/>
              </a:ext>
            </a:extLst>
          </p:cNvPr>
          <p:cNvGrpSpPr/>
          <p:nvPr/>
        </p:nvGrpSpPr>
        <p:grpSpPr>
          <a:xfrm>
            <a:off x="3439967" y="2699281"/>
            <a:ext cx="1468490" cy="1325563"/>
            <a:chOff x="1792466" y="2749256"/>
            <a:chExt cx="1468490" cy="132556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3E854BB-58A5-2262-F90B-98AFDD0EB9E8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A6A2D74-B179-706B-2B98-CE39CAAA17A0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A6A2D74-B179-706B-2B98-CE39CAAA17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EDFE92B-1AE0-EA40-82C5-F8AA7AE25B24}"/>
              </a:ext>
            </a:extLst>
          </p:cNvPr>
          <p:cNvGrpSpPr/>
          <p:nvPr/>
        </p:nvGrpSpPr>
        <p:grpSpPr>
          <a:xfrm>
            <a:off x="8873285" y="2952087"/>
            <a:ext cx="1059735" cy="896233"/>
            <a:chOff x="1792466" y="2749256"/>
            <a:chExt cx="1059735" cy="89623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F33A6D3E-6FB3-4747-8AA6-5BC4AB2B47F0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CCBFA5E-73AC-90A4-F440-0DF73754C84C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CCBFA5E-73AC-90A4-F440-0DF73754C8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AB22FBF-418E-C3AD-CB87-7CAEA2EED639}"/>
              </a:ext>
            </a:extLst>
          </p:cNvPr>
          <p:cNvGrpSpPr/>
          <p:nvPr/>
        </p:nvGrpSpPr>
        <p:grpSpPr>
          <a:xfrm>
            <a:off x="10842926" y="3203425"/>
            <a:ext cx="484941" cy="375327"/>
            <a:chOff x="2303098" y="3253400"/>
            <a:chExt cx="484941" cy="375327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AD82B96-3502-DD06-AA4D-FCFD956373D9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26F213AE-3D30-85B8-2189-443AA4BE082C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26F213AE-3D30-85B8-2189-443AA4BE08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3ED15D5-FEBF-A6CB-7F3D-7B92BF86E5BC}"/>
              </a:ext>
            </a:extLst>
          </p:cNvPr>
          <p:cNvGrpSpPr/>
          <p:nvPr/>
        </p:nvGrpSpPr>
        <p:grpSpPr>
          <a:xfrm>
            <a:off x="6504459" y="2766218"/>
            <a:ext cx="1468490" cy="1325563"/>
            <a:chOff x="1792466" y="2749256"/>
            <a:chExt cx="1468490" cy="1325563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BECF253-FBA8-B9C1-5547-F9CEB5F5287F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F08AC707-5A05-E188-C5B6-1E5974A70045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F08AC707-5A05-E188-C5B6-1E5974A700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2EFC49C9-474E-8286-B890-6FDFE537612D}"/>
              </a:ext>
            </a:extLst>
          </p:cNvPr>
          <p:cNvSpPr txBox="1"/>
          <p:nvPr/>
        </p:nvSpPr>
        <p:spPr>
          <a:xfrm>
            <a:off x="8274605" y="317739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4D02B99-C623-47A3-5A46-9A892B49861F}"/>
              </a:ext>
            </a:extLst>
          </p:cNvPr>
          <p:cNvCxnSpPr/>
          <p:nvPr/>
        </p:nvCxnSpPr>
        <p:spPr>
          <a:xfrm>
            <a:off x="8617969" y="2234527"/>
            <a:ext cx="2373807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CF4A2A7-5587-81D0-891D-DFDCF2B697EE}"/>
              </a:ext>
            </a:extLst>
          </p:cNvPr>
          <p:cNvSpPr txBox="1"/>
          <p:nvPr/>
        </p:nvSpPr>
        <p:spPr>
          <a:xfrm>
            <a:off x="3233706" y="5286564"/>
            <a:ext cx="3924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a single image</a:t>
            </a:r>
          </a:p>
        </p:txBody>
      </p:sp>
    </p:spTree>
    <p:extLst>
      <p:ext uri="{BB962C8B-B14F-4D97-AF65-F5344CB8AC3E}">
        <p14:creationId xmlns:p14="http://schemas.microsoft.com/office/powerpoint/2010/main" val="40727234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ACA6B-DF08-5492-41ED-6FA0C1FF7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Error Calculation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13B1C8-2CEF-BC6D-6992-7F8B4F139EB4}"/>
              </a:ext>
            </a:extLst>
          </p:cNvPr>
          <p:cNvGrpSpPr/>
          <p:nvPr/>
        </p:nvGrpSpPr>
        <p:grpSpPr>
          <a:xfrm>
            <a:off x="10842926" y="3203425"/>
            <a:ext cx="484941" cy="375327"/>
            <a:chOff x="2303098" y="3253400"/>
            <a:chExt cx="484941" cy="37532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A46AD5B-3FE0-613F-3C02-C7DA91B23FFD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C895420-A6DC-7827-38A4-B10E425DDF1C}"/>
              </a:ext>
            </a:extLst>
          </p:cNvPr>
          <p:cNvGrpSpPr/>
          <p:nvPr/>
        </p:nvGrpSpPr>
        <p:grpSpPr>
          <a:xfrm>
            <a:off x="10913954" y="4137001"/>
            <a:ext cx="439846" cy="375327"/>
            <a:chOff x="2348193" y="3253400"/>
            <a:chExt cx="439846" cy="37532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68BBC7A-EC13-1438-9868-CB7847040BFC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/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9F91710-C6CA-8505-A430-0ACBDCFD8CBB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>
            <a:off x="11085397" y="3578752"/>
            <a:ext cx="22547" cy="564244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/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blipFill>
                <a:blip r:embed="rId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951751F4-57D2-C367-0796-6A69559EBD5F}"/>
              </a:ext>
            </a:extLst>
          </p:cNvPr>
          <p:cNvSpPr txBox="1"/>
          <p:nvPr/>
        </p:nvSpPr>
        <p:spPr>
          <a:xfrm>
            <a:off x="3233706" y="5286564"/>
            <a:ext cx="3924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a single image</a:t>
            </a:r>
          </a:p>
        </p:txBody>
      </p:sp>
    </p:spTree>
    <p:extLst>
      <p:ext uri="{BB962C8B-B14F-4D97-AF65-F5344CB8AC3E}">
        <p14:creationId xmlns:p14="http://schemas.microsoft.com/office/powerpoint/2010/main" val="39794172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ACA6B-DF08-5492-41ED-6FA0C1FF7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Backward Propagation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13B1C8-2CEF-BC6D-6992-7F8B4F139EB4}"/>
              </a:ext>
            </a:extLst>
          </p:cNvPr>
          <p:cNvGrpSpPr/>
          <p:nvPr/>
        </p:nvGrpSpPr>
        <p:grpSpPr>
          <a:xfrm>
            <a:off x="10842926" y="3203425"/>
            <a:ext cx="484941" cy="375327"/>
            <a:chOff x="2303098" y="3253400"/>
            <a:chExt cx="484941" cy="37532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A46AD5B-3FE0-613F-3C02-C7DA91B23FFD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C895420-A6DC-7827-38A4-B10E425DDF1C}"/>
              </a:ext>
            </a:extLst>
          </p:cNvPr>
          <p:cNvGrpSpPr/>
          <p:nvPr/>
        </p:nvGrpSpPr>
        <p:grpSpPr>
          <a:xfrm>
            <a:off x="10913954" y="4137001"/>
            <a:ext cx="439846" cy="375327"/>
            <a:chOff x="2348193" y="3253400"/>
            <a:chExt cx="439846" cy="37532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68BBC7A-EC13-1438-9868-CB7847040BFC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/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9F91710-C6CA-8505-A430-0ACBDCFD8CBB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>
            <a:off x="11085397" y="3578752"/>
            <a:ext cx="22547" cy="564244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210434B-B1FA-15C1-5980-8B8EF99365E9}"/>
              </a:ext>
            </a:extLst>
          </p:cNvPr>
          <p:cNvGrpSpPr/>
          <p:nvPr/>
        </p:nvGrpSpPr>
        <p:grpSpPr>
          <a:xfrm>
            <a:off x="8873285" y="2952087"/>
            <a:ext cx="1059735" cy="896233"/>
            <a:chOff x="1792466" y="2749256"/>
            <a:chExt cx="1059735" cy="89623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0E4AE11-F0A9-0B59-3C1D-1A00A235996B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/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CC86B32-5C84-3493-2580-3C273D7D15C3}"/>
                  </a:ext>
                </a:extLst>
              </p:cNvPr>
              <p:cNvSpPr txBox="1"/>
              <p:nvPr/>
            </p:nvSpPr>
            <p:spPr>
              <a:xfrm>
                <a:off x="8997207" y="4321667"/>
                <a:ext cx="934550" cy="6751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CC86B32-5C84-3493-2580-3C273D7D1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7207" y="4321667"/>
                <a:ext cx="934550" cy="6751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44BA7C0-7D97-9443-B1BA-34ECC57469BB}"/>
              </a:ext>
            </a:extLst>
          </p:cNvPr>
          <p:cNvCxnSpPr/>
          <p:nvPr/>
        </p:nvCxnSpPr>
        <p:spPr>
          <a:xfrm flipH="1">
            <a:off x="9307502" y="5637791"/>
            <a:ext cx="1963587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89310D4-0685-9199-8532-769F35552AAD}"/>
              </a:ext>
            </a:extLst>
          </p:cNvPr>
          <p:cNvSpPr txBox="1"/>
          <p:nvPr/>
        </p:nvSpPr>
        <p:spPr>
          <a:xfrm>
            <a:off x="3233706" y="5286564"/>
            <a:ext cx="3924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a single image</a:t>
            </a:r>
          </a:p>
        </p:txBody>
      </p:sp>
    </p:spTree>
    <p:extLst>
      <p:ext uri="{BB962C8B-B14F-4D97-AF65-F5344CB8AC3E}">
        <p14:creationId xmlns:p14="http://schemas.microsoft.com/office/powerpoint/2010/main" val="8305902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ACA6B-DF08-5492-41ED-6FA0C1FF7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Backward Propagation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13B1C8-2CEF-BC6D-6992-7F8B4F139EB4}"/>
              </a:ext>
            </a:extLst>
          </p:cNvPr>
          <p:cNvGrpSpPr/>
          <p:nvPr/>
        </p:nvGrpSpPr>
        <p:grpSpPr>
          <a:xfrm>
            <a:off x="10842926" y="3203425"/>
            <a:ext cx="484941" cy="375327"/>
            <a:chOff x="2303098" y="3253400"/>
            <a:chExt cx="484941" cy="37532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A46AD5B-3FE0-613F-3C02-C7DA91B23FFD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C895420-A6DC-7827-38A4-B10E425DDF1C}"/>
              </a:ext>
            </a:extLst>
          </p:cNvPr>
          <p:cNvGrpSpPr/>
          <p:nvPr/>
        </p:nvGrpSpPr>
        <p:grpSpPr>
          <a:xfrm>
            <a:off x="10913954" y="4137001"/>
            <a:ext cx="439846" cy="375327"/>
            <a:chOff x="2348193" y="3253400"/>
            <a:chExt cx="439846" cy="37532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68BBC7A-EC13-1438-9868-CB7847040BFC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/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9F91710-C6CA-8505-A430-0ACBDCFD8CBB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>
            <a:off x="11085397" y="3578752"/>
            <a:ext cx="22547" cy="564244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210434B-B1FA-15C1-5980-8B8EF99365E9}"/>
              </a:ext>
            </a:extLst>
          </p:cNvPr>
          <p:cNvGrpSpPr/>
          <p:nvPr/>
        </p:nvGrpSpPr>
        <p:grpSpPr>
          <a:xfrm>
            <a:off x="8873285" y="2952087"/>
            <a:ext cx="1059735" cy="896233"/>
            <a:chOff x="1792466" y="2749256"/>
            <a:chExt cx="1059735" cy="89623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0E4AE11-F0A9-0B59-3C1D-1A00A235996B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/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CC86B32-5C84-3493-2580-3C273D7D15C3}"/>
                  </a:ext>
                </a:extLst>
              </p:cNvPr>
              <p:cNvSpPr txBox="1"/>
              <p:nvPr/>
            </p:nvSpPr>
            <p:spPr>
              <a:xfrm>
                <a:off x="8997207" y="4321667"/>
                <a:ext cx="934550" cy="6751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CC86B32-5C84-3493-2580-3C273D7D1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7207" y="4321667"/>
                <a:ext cx="934550" cy="6751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B37DB35-F939-A380-6EC3-8CEFF9D659EE}"/>
                  </a:ext>
                </a:extLst>
              </p:cNvPr>
              <p:cNvSpPr txBox="1"/>
              <p:nvPr/>
            </p:nvSpPr>
            <p:spPr>
              <a:xfrm>
                <a:off x="5161124" y="4321667"/>
                <a:ext cx="934550" cy="6751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B37DB35-F939-A380-6EC3-8CEFF9D659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1124" y="4321667"/>
                <a:ext cx="934550" cy="67518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5ECDC39-4E3F-C9A2-0554-9913DC809B0E}"/>
              </a:ext>
            </a:extLst>
          </p:cNvPr>
          <p:cNvCxnSpPr/>
          <p:nvPr/>
        </p:nvCxnSpPr>
        <p:spPr>
          <a:xfrm flipH="1">
            <a:off x="5471419" y="5637791"/>
            <a:ext cx="1963587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83FB645-CDEE-348F-F701-F4CEBE511E57}"/>
              </a:ext>
            </a:extLst>
          </p:cNvPr>
          <p:cNvGrpSpPr/>
          <p:nvPr/>
        </p:nvGrpSpPr>
        <p:grpSpPr>
          <a:xfrm>
            <a:off x="5269391" y="2952086"/>
            <a:ext cx="1059735" cy="896233"/>
            <a:chOff x="1792466" y="2749256"/>
            <a:chExt cx="1059735" cy="896233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BAA7EA4-6C55-1566-123E-772C0EEB2682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73C16B2-761E-5F92-848C-15FF130750DE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73C16B2-761E-5F92-848C-15FF130750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7DE798B-8A8B-C38F-49D9-96E3A1CCB6D6}"/>
              </a:ext>
            </a:extLst>
          </p:cNvPr>
          <p:cNvGrpSpPr/>
          <p:nvPr/>
        </p:nvGrpSpPr>
        <p:grpSpPr>
          <a:xfrm>
            <a:off x="6504459" y="2766218"/>
            <a:ext cx="1468490" cy="1325563"/>
            <a:chOff x="1792466" y="2749256"/>
            <a:chExt cx="1468490" cy="1325563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DFD82B5-B918-78DD-179D-EA17B8F6632A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8F02ED-5DB1-1EF3-2C9C-27C4B49C8099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8F02ED-5DB1-1EF3-2C9C-27C4B49C80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43369C77-5CF1-366E-7ACA-7A1C78F54262}"/>
              </a:ext>
            </a:extLst>
          </p:cNvPr>
          <p:cNvSpPr txBox="1"/>
          <p:nvPr/>
        </p:nvSpPr>
        <p:spPr>
          <a:xfrm>
            <a:off x="8274605" y="317739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0DAB0E-D9D5-D393-4B47-6C4B22D4F60A}"/>
              </a:ext>
            </a:extLst>
          </p:cNvPr>
          <p:cNvSpPr txBox="1"/>
          <p:nvPr/>
        </p:nvSpPr>
        <p:spPr>
          <a:xfrm>
            <a:off x="3307367" y="6019070"/>
            <a:ext cx="3924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a single image</a:t>
            </a:r>
          </a:p>
        </p:txBody>
      </p:sp>
    </p:spTree>
    <p:extLst>
      <p:ext uri="{BB962C8B-B14F-4D97-AF65-F5344CB8AC3E}">
        <p14:creationId xmlns:p14="http://schemas.microsoft.com/office/powerpoint/2010/main" val="20626033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ACA6B-DF08-5492-41ED-6FA0C1FF7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Backward Propagation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13B1C8-2CEF-BC6D-6992-7F8B4F139EB4}"/>
              </a:ext>
            </a:extLst>
          </p:cNvPr>
          <p:cNvGrpSpPr/>
          <p:nvPr/>
        </p:nvGrpSpPr>
        <p:grpSpPr>
          <a:xfrm>
            <a:off x="10842926" y="3203425"/>
            <a:ext cx="484941" cy="375327"/>
            <a:chOff x="2303098" y="3253400"/>
            <a:chExt cx="484941" cy="37532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A46AD5B-3FE0-613F-3C02-C7DA91B23FFD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C895420-A6DC-7827-38A4-B10E425DDF1C}"/>
              </a:ext>
            </a:extLst>
          </p:cNvPr>
          <p:cNvGrpSpPr/>
          <p:nvPr/>
        </p:nvGrpSpPr>
        <p:grpSpPr>
          <a:xfrm>
            <a:off x="10913954" y="4137001"/>
            <a:ext cx="439846" cy="375327"/>
            <a:chOff x="2348193" y="3253400"/>
            <a:chExt cx="439846" cy="37532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68BBC7A-EC13-1438-9868-CB7847040BFC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/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9F91710-C6CA-8505-A430-0ACBDCFD8CBB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>
            <a:off x="11085397" y="3578752"/>
            <a:ext cx="22547" cy="564244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210434B-B1FA-15C1-5980-8B8EF99365E9}"/>
              </a:ext>
            </a:extLst>
          </p:cNvPr>
          <p:cNvGrpSpPr/>
          <p:nvPr/>
        </p:nvGrpSpPr>
        <p:grpSpPr>
          <a:xfrm>
            <a:off x="8873285" y="2952087"/>
            <a:ext cx="1059735" cy="896233"/>
            <a:chOff x="1792466" y="2749256"/>
            <a:chExt cx="1059735" cy="89623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0E4AE11-F0A9-0B59-3C1D-1A00A235996B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/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CC86B32-5C84-3493-2580-3C273D7D15C3}"/>
                  </a:ext>
                </a:extLst>
              </p:cNvPr>
              <p:cNvSpPr txBox="1"/>
              <p:nvPr/>
            </p:nvSpPr>
            <p:spPr>
              <a:xfrm>
                <a:off x="8997207" y="4321667"/>
                <a:ext cx="934550" cy="6751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CC86B32-5C84-3493-2580-3C273D7D1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7207" y="4321667"/>
                <a:ext cx="934550" cy="67518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B37DB35-F939-A380-6EC3-8CEFF9D659EE}"/>
                  </a:ext>
                </a:extLst>
              </p:cNvPr>
              <p:cNvSpPr txBox="1"/>
              <p:nvPr/>
            </p:nvSpPr>
            <p:spPr>
              <a:xfrm>
                <a:off x="5161124" y="4321667"/>
                <a:ext cx="934550" cy="6751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B37DB35-F939-A380-6EC3-8CEFF9D659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1124" y="4321667"/>
                <a:ext cx="934550" cy="67518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383FB645-CDEE-348F-F701-F4CEBE511E57}"/>
              </a:ext>
            </a:extLst>
          </p:cNvPr>
          <p:cNvGrpSpPr/>
          <p:nvPr/>
        </p:nvGrpSpPr>
        <p:grpSpPr>
          <a:xfrm>
            <a:off x="5269391" y="2952086"/>
            <a:ext cx="1059735" cy="896233"/>
            <a:chOff x="1792466" y="2749256"/>
            <a:chExt cx="1059735" cy="896233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BAA7EA4-6C55-1566-123E-772C0EEB2682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73C16B2-761E-5F92-848C-15FF130750DE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73C16B2-761E-5F92-848C-15FF130750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7DE798B-8A8B-C38F-49D9-96E3A1CCB6D6}"/>
              </a:ext>
            </a:extLst>
          </p:cNvPr>
          <p:cNvGrpSpPr/>
          <p:nvPr/>
        </p:nvGrpSpPr>
        <p:grpSpPr>
          <a:xfrm>
            <a:off x="6504459" y="2766218"/>
            <a:ext cx="1468490" cy="1325563"/>
            <a:chOff x="1792466" y="2749256"/>
            <a:chExt cx="1468490" cy="1325563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DFD82B5-B918-78DD-179D-EA17B8F6632A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8F02ED-5DB1-1EF3-2C9C-27C4B49C8099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8F02ED-5DB1-1EF3-2C9C-27C4B49C80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43369C77-5CF1-366E-7ACA-7A1C78F54262}"/>
              </a:ext>
            </a:extLst>
          </p:cNvPr>
          <p:cNvSpPr txBox="1"/>
          <p:nvPr/>
        </p:nvSpPr>
        <p:spPr>
          <a:xfrm>
            <a:off x="8274605" y="317739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942541C-99F8-0B6C-3E96-B2666EF75EB0}"/>
              </a:ext>
            </a:extLst>
          </p:cNvPr>
          <p:cNvGrpSpPr/>
          <p:nvPr/>
        </p:nvGrpSpPr>
        <p:grpSpPr>
          <a:xfrm>
            <a:off x="1980958" y="2952087"/>
            <a:ext cx="1059735" cy="896233"/>
            <a:chOff x="1792466" y="2749256"/>
            <a:chExt cx="1059735" cy="89623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B4CDE-0024-4DAC-7B16-F193A5A71B2C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D40CEA3-D405-602A-BC8E-B8E34A2A30ED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D40CEA3-D405-602A-BC8E-B8E34A2A30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CD9388A-166F-1A0B-53DD-32B054ADBF78}"/>
              </a:ext>
            </a:extLst>
          </p:cNvPr>
          <p:cNvGrpSpPr/>
          <p:nvPr/>
        </p:nvGrpSpPr>
        <p:grpSpPr>
          <a:xfrm>
            <a:off x="3439967" y="2699281"/>
            <a:ext cx="1468490" cy="1325563"/>
            <a:chOff x="1792466" y="2749256"/>
            <a:chExt cx="1468490" cy="13255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B136D1B-5CEC-8D64-9718-38634590F7F7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77CFDF3-DFD9-9E64-34DF-397FD716C0EC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77CFDF3-DFD9-9E64-34DF-397FD716C0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D2F360-F22E-6DF5-CA23-89B55533C7F7}"/>
                  </a:ext>
                </a:extLst>
              </p:cNvPr>
              <p:cNvSpPr txBox="1"/>
              <p:nvPr/>
            </p:nvSpPr>
            <p:spPr>
              <a:xfrm>
                <a:off x="2106143" y="4321667"/>
                <a:ext cx="934550" cy="6751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D2F360-F22E-6DF5-CA23-89B55533C7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143" y="4321667"/>
                <a:ext cx="934550" cy="67518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FD3A392-B5E9-1A51-1B91-1F6D94376EA4}"/>
              </a:ext>
            </a:extLst>
          </p:cNvPr>
          <p:cNvCxnSpPr/>
          <p:nvPr/>
        </p:nvCxnSpPr>
        <p:spPr>
          <a:xfrm flipH="1">
            <a:off x="2282888" y="5637791"/>
            <a:ext cx="1963587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04C0201-011B-F5FD-9402-0DFF290A140B}"/>
              </a:ext>
            </a:extLst>
          </p:cNvPr>
          <p:cNvSpPr txBox="1"/>
          <p:nvPr/>
        </p:nvSpPr>
        <p:spPr>
          <a:xfrm>
            <a:off x="3397208" y="6353428"/>
            <a:ext cx="3924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a single image</a:t>
            </a:r>
          </a:p>
        </p:txBody>
      </p:sp>
    </p:spTree>
    <p:extLst>
      <p:ext uri="{BB962C8B-B14F-4D97-AF65-F5344CB8AC3E}">
        <p14:creationId xmlns:p14="http://schemas.microsoft.com/office/powerpoint/2010/main" val="32386873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ACA6B-DF08-5492-41ED-6FA0C1FF7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Backward Propagation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13B1C8-2CEF-BC6D-6992-7F8B4F139EB4}"/>
              </a:ext>
            </a:extLst>
          </p:cNvPr>
          <p:cNvGrpSpPr/>
          <p:nvPr/>
        </p:nvGrpSpPr>
        <p:grpSpPr>
          <a:xfrm>
            <a:off x="10842926" y="3203425"/>
            <a:ext cx="484941" cy="375327"/>
            <a:chOff x="2303098" y="3253400"/>
            <a:chExt cx="484941" cy="37532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A46AD5B-3FE0-613F-3C02-C7DA91B23FFD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C895420-A6DC-7827-38A4-B10E425DDF1C}"/>
              </a:ext>
            </a:extLst>
          </p:cNvPr>
          <p:cNvGrpSpPr/>
          <p:nvPr/>
        </p:nvGrpSpPr>
        <p:grpSpPr>
          <a:xfrm>
            <a:off x="10913954" y="4137001"/>
            <a:ext cx="439846" cy="375327"/>
            <a:chOff x="2348193" y="3253400"/>
            <a:chExt cx="439846" cy="37532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68BBC7A-EC13-1438-9868-CB7847040BFC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/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9F91710-C6CA-8505-A430-0ACBDCFD8CBB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>
            <a:off x="11085397" y="3578752"/>
            <a:ext cx="22547" cy="564244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210434B-B1FA-15C1-5980-8B8EF99365E9}"/>
              </a:ext>
            </a:extLst>
          </p:cNvPr>
          <p:cNvGrpSpPr/>
          <p:nvPr/>
        </p:nvGrpSpPr>
        <p:grpSpPr>
          <a:xfrm>
            <a:off x="8873285" y="2952087"/>
            <a:ext cx="1059735" cy="896233"/>
            <a:chOff x="1792466" y="2749256"/>
            <a:chExt cx="1059735" cy="89623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0E4AE11-F0A9-0B59-3C1D-1A00A235996B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/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383FB645-CDEE-348F-F701-F4CEBE511E57}"/>
              </a:ext>
            </a:extLst>
          </p:cNvPr>
          <p:cNvGrpSpPr/>
          <p:nvPr/>
        </p:nvGrpSpPr>
        <p:grpSpPr>
          <a:xfrm>
            <a:off x="5269391" y="2952086"/>
            <a:ext cx="1059735" cy="896233"/>
            <a:chOff x="1792466" y="2749256"/>
            <a:chExt cx="1059735" cy="896233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BAA7EA4-6C55-1566-123E-772C0EEB2682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73C16B2-761E-5F92-848C-15FF130750DE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73C16B2-761E-5F92-848C-15FF130750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7DE798B-8A8B-C38F-49D9-96E3A1CCB6D6}"/>
              </a:ext>
            </a:extLst>
          </p:cNvPr>
          <p:cNvGrpSpPr/>
          <p:nvPr/>
        </p:nvGrpSpPr>
        <p:grpSpPr>
          <a:xfrm>
            <a:off x="6504459" y="2766218"/>
            <a:ext cx="1468490" cy="1325563"/>
            <a:chOff x="1792466" y="2749256"/>
            <a:chExt cx="1468490" cy="1325563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DFD82B5-B918-78DD-179D-EA17B8F6632A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8F02ED-5DB1-1EF3-2C9C-27C4B49C8099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8F02ED-5DB1-1EF3-2C9C-27C4B49C80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43369C77-5CF1-366E-7ACA-7A1C78F54262}"/>
              </a:ext>
            </a:extLst>
          </p:cNvPr>
          <p:cNvSpPr txBox="1"/>
          <p:nvPr/>
        </p:nvSpPr>
        <p:spPr>
          <a:xfrm>
            <a:off x="8274605" y="317739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942541C-99F8-0B6C-3E96-B2666EF75EB0}"/>
              </a:ext>
            </a:extLst>
          </p:cNvPr>
          <p:cNvGrpSpPr/>
          <p:nvPr/>
        </p:nvGrpSpPr>
        <p:grpSpPr>
          <a:xfrm>
            <a:off x="1980958" y="2952087"/>
            <a:ext cx="1059735" cy="896233"/>
            <a:chOff x="1792466" y="2749256"/>
            <a:chExt cx="1059735" cy="89623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B4CDE-0024-4DAC-7B16-F193A5A71B2C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D40CEA3-D405-602A-BC8E-B8E34A2A30ED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D40CEA3-D405-602A-BC8E-B8E34A2A30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CD9388A-166F-1A0B-53DD-32B054ADBF78}"/>
              </a:ext>
            </a:extLst>
          </p:cNvPr>
          <p:cNvGrpSpPr/>
          <p:nvPr/>
        </p:nvGrpSpPr>
        <p:grpSpPr>
          <a:xfrm>
            <a:off x="3439967" y="2699281"/>
            <a:ext cx="1468490" cy="1325563"/>
            <a:chOff x="1792466" y="2749256"/>
            <a:chExt cx="1468490" cy="13255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B136D1B-5CEC-8D64-9718-38634590F7F7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77CFDF3-DFD9-9E64-34DF-397FD716C0EC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77CFDF3-DFD9-9E64-34DF-397FD716C0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D2F360-F22E-6DF5-CA23-89B55533C7F7}"/>
                  </a:ext>
                </a:extLst>
              </p:cNvPr>
              <p:cNvSpPr txBox="1"/>
              <p:nvPr/>
            </p:nvSpPr>
            <p:spPr>
              <a:xfrm>
                <a:off x="2573418" y="5490404"/>
                <a:ext cx="2624052" cy="6751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D2F360-F22E-6DF5-CA23-89B55533C7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3418" y="5490404"/>
                <a:ext cx="2624052" cy="67518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AB0E072C-CA49-3EC1-273D-B2B0E86E4998}"/>
              </a:ext>
            </a:extLst>
          </p:cNvPr>
          <p:cNvCxnSpPr>
            <a:stCxn id="7" idx="0"/>
            <a:endCxn id="4" idx="0"/>
          </p:cNvCxnSpPr>
          <p:nvPr/>
        </p:nvCxnSpPr>
        <p:spPr>
          <a:xfrm rot="16200000" flipH="1" flipV="1">
            <a:off x="3216116" y="1993991"/>
            <a:ext cx="252806" cy="1663386"/>
          </a:xfrm>
          <a:prstGeom prst="curvedConnector3">
            <a:avLst>
              <a:gd name="adj1" fmla="val -90425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08E0E1E6-62DA-6C18-1AD9-8A4C55EA6E63}"/>
              </a:ext>
            </a:extLst>
          </p:cNvPr>
          <p:cNvCxnSpPr>
            <a:cxnSpLocks/>
            <a:endCxn id="7" idx="0"/>
          </p:cNvCxnSpPr>
          <p:nvPr/>
        </p:nvCxnSpPr>
        <p:spPr>
          <a:xfrm rot="10800000">
            <a:off x="4174213" y="2699282"/>
            <a:ext cx="6845819" cy="98619"/>
          </a:xfrm>
          <a:prstGeom prst="curvedConnector4">
            <a:avLst>
              <a:gd name="adj1" fmla="val 673"/>
              <a:gd name="adj2" fmla="val 1111635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0CF989E-407E-BFC2-2C23-A99AF4381220}"/>
              </a:ext>
            </a:extLst>
          </p:cNvPr>
          <p:cNvSpPr txBox="1"/>
          <p:nvPr/>
        </p:nvSpPr>
        <p:spPr>
          <a:xfrm>
            <a:off x="3439967" y="6308209"/>
            <a:ext cx="3924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a single image</a:t>
            </a:r>
          </a:p>
        </p:txBody>
      </p:sp>
    </p:spTree>
    <p:extLst>
      <p:ext uri="{BB962C8B-B14F-4D97-AF65-F5344CB8AC3E}">
        <p14:creationId xmlns:p14="http://schemas.microsoft.com/office/powerpoint/2010/main" val="1055811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ACA6B-DF08-5492-41ED-6FA0C1FF7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Backward Propagation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13B1C8-2CEF-BC6D-6992-7F8B4F139EB4}"/>
              </a:ext>
            </a:extLst>
          </p:cNvPr>
          <p:cNvGrpSpPr/>
          <p:nvPr/>
        </p:nvGrpSpPr>
        <p:grpSpPr>
          <a:xfrm>
            <a:off x="10842926" y="3203425"/>
            <a:ext cx="484941" cy="375327"/>
            <a:chOff x="2303098" y="3253400"/>
            <a:chExt cx="484941" cy="37532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A46AD5B-3FE0-613F-3C02-C7DA91B23FFD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C895420-A6DC-7827-38A4-B10E425DDF1C}"/>
              </a:ext>
            </a:extLst>
          </p:cNvPr>
          <p:cNvGrpSpPr/>
          <p:nvPr/>
        </p:nvGrpSpPr>
        <p:grpSpPr>
          <a:xfrm>
            <a:off x="10913954" y="4137001"/>
            <a:ext cx="439846" cy="375327"/>
            <a:chOff x="2348193" y="3253400"/>
            <a:chExt cx="439846" cy="37532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68BBC7A-EC13-1438-9868-CB7847040BFC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/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9F91710-C6CA-8505-A430-0ACBDCFD8CBB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>
            <a:off x="11085397" y="3578752"/>
            <a:ext cx="22547" cy="564244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210434B-B1FA-15C1-5980-8B8EF99365E9}"/>
              </a:ext>
            </a:extLst>
          </p:cNvPr>
          <p:cNvGrpSpPr/>
          <p:nvPr/>
        </p:nvGrpSpPr>
        <p:grpSpPr>
          <a:xfrm>
            <a:off x="8873285" y="2952087"/>
            <a:ext cx="1059735" cy="896233"/>
            <a:chOff x="1792466" y="2749256"/>
            <a:chExt cx="1059735" cy="89623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0E4AE11-F0A9-0B59-3C1D-1A00A235996B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/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383FB645-CDEE-348F-F701-F4CEBE511E57}"/>
              </a:ext>
            </a:extLst>
          </p:cNvPr>
          <p:cNvGrpSpPr/>
          <p:nvPr/>
        </p:nvGrpSpPr>
        <p:grpSpPr>
          <a:xfrm>
            <a:off x="5269391" y="2952086"/>
            <a:ext cx="1059735" cy="896233"/>
            <a:chOff x="1792466" y="2749256"/>
            <a:chExt cx="1059735" cy="896233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BAA7EA4-6C55-1566-123E-772C0EEB2682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73C16B2-761E-5F92-848C-15FF130750DE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73C16B2-761E-5F92-848C-15FF130750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7DE798B-8A8B-C38F-49D9-96E3A1CCB6D6}"/>
              </a:ext>
            </a:extLst>
          </p:cNvPr>
          <p:cNvGrpSpPr/>
          <p:nvPr/>
        </p:nvGrpSpPr>
        <p:grpSpPr>
          <a:xfrm>
            <a:off x="6504459" y="2766218"/>
            <a:ext cx="1468490" cy="1325563"/>
            <a:chOff x="1792466" y="2749256"/>
            <a:chExt cx="1468490" cy="1325563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DFD82B5-B918-78DD-179D-EA17B8F6632A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8F02ED-5DB1-1EF3-2C9C-27C4B49C8099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8F02ED-5DB1-1EF3-2C9C-27C4B49C80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43369C77-5CF1-366E-7ACA-7A1C78F54262}"/>
              </a:ext>
            </a:extLst>
          </p:cNvPr>
          <p:cNvSpPr txBox="1"/>
          <p:nvPr/>
        </p:nvSpPr>
        <p:spPr>
          <a:xfrm>
            <a:off x="8274605" y="317739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942541C-99F8-0B6C-3E96-B2666EF75EB0}"/>
              </a:ext>
            </a:extLst>
          </p:cNvPr>
          <p:cNvGrpSpPr/>
          <p:nvPr/>
        </p:nvGrpSpPr>
        <p:grpSpPr>
          <a:xfrm>
            <a:off x="1980958" y="2952087"/>
            <a:ext cx="1059735" cy="896233"/>
            <a:chOff x="1792466" y="2749256"/>
            <a:chExt cx="1059735" cy="89623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B4CDE-0024-4DAC-7B16-F193A5A71B2C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D40CEA3-D405-602A-BC8E-B8E34A2A30ED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D40CEA3-D405-602A-BC8E-B8E34A2A30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CD9388A-166F-1A0B-53DD-32B054ADBF78}"/>
              </a:ext>
            </a:extLst>
          </p:cNvPr>
          <p:cNvGrpSpPr/>
          <p:nvPr/>
        </p:nvGrpSpPr>
        <p:grpSpPr>
          <a:xfrm>
            <a:off x="3439967" y="2699281"/>
            <a:ext cx="1468490" cy="1325563"/>
            <a:chOff x="1792466" y="2749256"/>
            <a:chExt cx="1468490" cy="13255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B136D1B-5CEC-8D64-9718-38634590F7F7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77CFDF3-DFD9-9E64-34DF-397FD716C0EC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77CFDF3-DFD9-9E64-34DF-397FD716C0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D2F360-F22E-6DF5-CA23-89B55533C7F7}"/>
                  </a:ext>
                </a:extLst>
              </p:cNvPr>
              <p:cNvSpPr txBox="1"/>
              <p:nvPr/>
            </p:nvSpPr>
            <p:spPr>
              <a:xfrm>
                <a:off x="2573418" y="5490404"/>
                <a:ext cx="3389518" cy="6751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D2F360-F22E-6DF5-CA23-89B55533C7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3418" y="5490404"/>
                <a:ext cx="3389518" cy="67518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AB0E072C-CA49-3EC1-273D-B2B0E86E4998}"/>
              </a:ext>
            </a:extLst>
          </p:cNvPr>
          <p:cNvCxnSpPr>
            <a:stCxn id="7" idx="0"/>
            <a:endCxn id="4" idx="0"/>
          </p:cNvCxnSpPr>
          <p:nvPr/>
        </p:nvCxnSpPr>
        <p:spPr>
          <a:xfrm rot="16200000" flipH="1" flipV="1">
            <a:off x="3216116" y="1993991"/>
            <a:ext cx="252806" cy="1663386"/>
          </a:xfrm>
          <a:prstGeom prst="curvedConnector3">
            <a:avLst>
              <a:gd name="adj1" fmla="val -90425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8EB59367-CB53-8A52-B1A2-FAA80A68D07D}"/>
              </a:ext>
            </a:extLst>
          </p:cNvPr>
          <p:cNvCxnSpPr>
            <a:cxnSpLocks/>
            <a:stCxn id="35" idx="0"/>
            <a:endCxn id="7" idx="0"/>
          </p:cNvCxnSpPr>
          <p:nvPr/>
        </p:nvCxnSpPr>
        <p:spPr>
          <a:xfrm rot="16200000" flipV="1">
            <a:off x="5672990" y="1200504"/>
            <a:ext cx="66937" cy="3064492"/>
          </a:xfrm>
          <a:prstGeom prst="curvedConnector3">
            <a:avLst>
              <a:gd name="adj1" fmla="val 911944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1EFACCE4-B67D-7D53-3EDE-9249854A1CE3}"/>
              </a:ext>
            </a:extLst>
          </p:cNvPr>
          <p:cNvCxnSpPr>
            <a:cxnSpLocks/>
            <a:endCxn id="35" idx="0"/>
          </p:cNvCxnSpPr>
          <p:nvPr/>
        </p:nvCxnSpPr>
        <p:spPr>
          <a:xfrm rot="10800000">
            <a:off x="7238705" y="2766218"/>
            <a:ext cx="4418061" cy="146802"/>
          </a:xfrm>
          <a:prstGeom prst="curvedConnector4">
            <a:avLst>
              <a:gd name="adj1" fmla="val -1348"/>
              <a:gd name="adj2" fmla="val 680598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F59D660-B6BA-50E3-5D23-9CCC302ED5CE}"/>
              </a:ext>
            </a:extLst>
          </p:cNvPr>
          <p:cNvSpPr txBox="1"/>
          <p:nvPr/>
        </p:nvSpPr>
        <p:spPr>
          <a:xfrm>
            <a:off x="3422513" y="6369874"/>
            <a:ext cx="3924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a single image</a:t>
            </a:r>
          </a:p>
        </p:txBody>
      </p:sp>
    </p:spTree>
    <p:extLst>
      <p:ext uri="{BB962C8B-B14F-4D97-AF65-F5344CB8AC3E}">
        <p14:creationId xmlns:p14="http://schemas.microsoft.com/office/powerpoint/2010/main" val="16267105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ACA6B-DF08-5492-41ED-6FA0C1FF7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Backward Propagation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13B1C8-2CEF-BC6D-6992-7F8B4F139EB4}"/>
              </a:ext>
            </a:extLst>
          </p:cNvPr>
          <p:cNvGrpSpPr/>
          <p:nvPr/>
        </p:nvGrpSpPr>
        <p:grpSpPr>
          <a:xfrm>
            <a:off x="10842926" y="3203425"/>
            <a:ext cx="484941" cy="375327"/>
            <a:chOff x="2303098" y="3253400"/>
            <a:chExt cx="484941" cy="37532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A46AD5B-3FE0-613F-3C02-C7DA91B23FFD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C895420-A6DC-7827-38A4-B10E425DDF1C}"/>
              </a:ext>
            </a:extLst>
          </p:cNvPr>
          <p:cNvGrpSpPr/>
          <p:nvPr/>
        </p:nvGrpSpPr>
        <p:grpSpPr>
          <a:xfrm>
            <a:off x="10913954" y="4137001"/>
            <a:ext cx="439846" cy="375327"/>
            <a:chOff x="2348193" y="3253400"/>
            <a:chExt cx="439846" cy="37532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68BBC7A-EC13-1438-9868-CB7847040BFC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/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9F91710-C6CA-8505-A430-0ACBDCFD8CBB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>
            <a:off x="11085397" y="3578752"/>
            <a:ext cx="22547" cy="564244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210434B-B1FA-15C1-5980-8B8EF99365E9}"/>
              </a:ext>
            </a:extLst>
          </p:cNvPr>
          <p:cNvGrpSpPr/>
          <p:nvPr/>
        </p:nvGrpSpPr>
        <p:grpSpPr>
          <a:xfrm>
            <a:off x="8873285" y="2952087"/>
            <a:ext cx="1059735" cy="896233"/>
            <a:chOff x="1792466" y="2749256"/>
            <a:chExt cx="1059735" cy="89623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0E4AE11-F0A9-0B59-3C1D-1A00A235996B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/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383FB645-CDEE-348F-F701-F4CEBE511E57}"/>
              </a:ext>
            </a:extLst>
          </p:cNvPr>
          <p:cNvGrpSpPr/>
          <p:nvPr/>
        </p:nvGrpSpPr>
        <p:grpSpPr>
          <a:xfrm>
            <a:off x="5269391" y="2952086"/>
            <a:ext cx="1059735" cy="896233"/>
            <a:chOff x="1792466" y="2749256"/>
            <a:chExt cx="1059735" cy="896233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BAA7EA4-6C55-1566-123E-772C0EEB2682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73C16B2-761E-5F92-848C-15FF130750DE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73C16B2-761E-5F92-848C-15FF130750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7DE798B-8A8B-C38F-49D9-96E3A1CCB6D6}"/>
              </a:ext>
            </a:extLst>
          </p:cNvPr>
          <p:cNvGrpSpPr/>
          <p:nvPr/>
        </p:nvGrpSpPr>
        <p:grpSpPr>
          <a:xfrm>
            <a:off x="6504459" y="2766218"/>
            <a:ext cx="1468490" cy="1325563"/>
            <a:chOff x="1792466" y="2749256"/>
            <a:chExt cx="1468490" cy="1325563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DFD82B5-B918-78DD-179D-EA17B8F6632A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8F02ED-5DB1-1EF3-2C9C-27C4B49C8099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8F02ED-5DB1-1EF3-2C9C-27C4B49C80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43369C77-5CF1-366E-7ACA-7A1C78F54262}"/>
              </a:ext>
            </a:extLst>
          </p:cNvPr>
          <p:cNvSpPr txBox="1"/>
          <p:nvPr/>
        </p:nvSpPr>
        <p:spPr>
          <a:xfrm>
            <a:off x="8274605" y="317739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942541C-99F8-0B6C-3E96-B2666EF75EB0}"/>
              </a:ext>
            </a:extLst>
          </p:cNvPr>
          <p:cNvGrpSpPr/>
          <p:nvPr/>
        </p:nvGrpSpPr>
        <p:grpSpPr>
          <a:xfrm>
            <a:off x="1980958" y="2952087"/>
            <a:ext cx="1059735" cy="896233"/>
            <a:chOff x="1792466" y="2749256"/>
            <a:chExt cx="1059735" cy="89623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B4CDE-0024-4DAC-7B16-F193A5A71B2C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D40CEA3-D405-602A-BC8E-B8E34A2A30ED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D40CEA3-D405-602A-BC8E-B8E34A2A30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CD9388A-166F-1A0B-53DD-32B054ADBF78}"/>
              </a:ext>
            </a:extLst>
          </p:cNvPr>
          <p:cNvGrpSpPr/>
          <p:nvPr/>
        </p:nvGrpSpPr>
        <p:grpSpPr>
          <a:xfrm>
            <a:off x="3439967" y="2699281"/>
            <a:ext cx="1468490" cy="1325563"/>
            <a:chOff x="1792466" y="2749256"/>
            <a:chExt cx="1468490" cy="13255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B136D1B-5CEC-8D64-9718-38634590F7F7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77CFDF3-DFD9-9E64-34DF-397FD716C0EC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77CFDF3-DFD9-9E64-34DF-397FD716C0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D2F360-F22E-6DF5-CA23-89B55533C7F7}"/>
                  </a:ext>
                </a:extLst>
              </p:cNvPr>
              <p:cNvSpPr txBox="1"/>
              <p:nvPr/>
            </p:nvSpPr>
            <p:spPr>
              <a:xfrm>
                <a:off x="2573418" y="5490404"/>
                <a:ext cx="5320239" cy="6765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×…×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D2F360-F22E-6DF5-CA23-89B55533C7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3418" y="5490404"/>
                <a:ext cx="5320239" cy="67659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AB0E072C-CA49-3EC1-273D-B2B0E86E4998}"/>
              </a:ext>
            </a:extLst>
          </p:cNvPr>
          <p:cNvCxnSpPr>
            <a:stCxn id="7" idx="0"/>
            <a:endCxn id="4" idx="0"/>
          </p:cNvCxnSpPr>
          <p:nvPr/>
        </p:nvCxnSpPr>
        <p:spPr>
          <a:xfrm rot="16200000" flipH="1" flipV="1">
            <a:off x="3216116" y="1993991"/>
            <a:ext cx="252806" cy="1663386"/>
          </a:xfrm>
          <a:prstGeom prst="curvedConnector3">
            <a:avLst>
              <a:gd name="adj1" fmla="val -90425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8EB59367-CB53-8A52-B1A2-FAA80A68D07D}"/>
              </a:ext>
            </a:extLst>
          </p:cNvPr>
          <p:cNvCxnSpPr>
            <a:cxnSpLocks/>
            <a:stCxn id="35" idx="0"/>
            <a:endCxn id="7" idx="0"/>
          </p:cNvCxnSpPr>
          <p:nvPr/>
        </p:nvCxnSpPr>
        <p:spPr>
          <a:xfrm rot="16200000" flipV="1">
            <a:off x="5672990" y="1200504"/>
            <a:ext cx="66937" cy="3064492"/>
          </a:xfrm>
          <a:prstGeom prst="curvedConnector3">
            <a:avLst>
              <a:gd name="adj1" fmla="val 911944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1EFACCE4-B67D-7D53-3EDE-9249854A1CE3}"/>
              </a:ext>
            </a:extLst>
          </p:cNvPr>
          <p:cNvCxnSpPr>
            <a:cxnSpLocks/>
            <a:endCxn id="35" idx="0"/>
          </p:cNvCxnSpPr>
          <p:nvPr/>
        </p:nvCxnSpPr>
        <p:spPr>
          <a:xfrm rot="10800000">
            <a:off x="7238705" y="2766218"/>
            <a:ext cx="4418061" cy="146802"/>
          </a:xfrm>
          <a:prstGeom prst="curvedConnector4">
            <a:avLst>
              <a:gd name="adj1" fmla="val -1348"/>
              <a:gd name="adj2" fmla="val 680598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3E14D97-3626-389C-5CC9-54C9336C89F1}"/>
              </a:ext>
            </a:extLst>
          </p:cNvPr>
          <p:cNvSpPr txBox="1"/>
          <p:nvPr/>
        </p:nvSpPr>
        <p:spPr>
          <a:xfrm>
            <a:off x="3271513" y="6446634"/>
            <a:ext cx="3924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a single image</a:t>
            </a:r>
          </a:p>
        </p:txBody>
      </p:sp>
    </p:spTree>
    <p:extLst>
      <p:ext uri="{BB962C8B-B14F-4D97-AF65-F5344CB8AC3E}">
        <p14:creationId xmlns:p14="http://schemas.microsoft.com/office/powerpoint/2010/main" val="25898558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ACA6B-DF08-5492-41ED-6FA0C1FF7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Backward Propagation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13B1C8-2CEF-BC6D-6992-7F8B4F139EB4}"/>
              </a:ext>
            </a:extLst>
          </p:cNvPr>
          <p:cNvGrpSpPr/>
          <p:nvPr/>
        </p:nvGrpSpPr>
        <p:grpSpPr>
          <a:xfrm>
            <a:off x="10842926" y="3203425"/>
            <a:ext cx="484941" cy="375327"/>
            <a:chOff x="2303098" y="3253400"/>
            <a:chExt cx="484941" cy="37532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A46AD5B-3FE0-613F-3C02-C7DA91B23FFD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C895420-A6DC-7827-38A4-B10E425DDF1C}"/>
              </a:ext>
            </a:extLst>
          </p:cNvPr>
          <p:cNvGrpSpPr/>
          <p:nvPr/>
        </p:nvGrpSpPr>
        <p:grpSpPr>
          <a:xfrm>
            <a:off x="10913954" y="4137001"/>
            <a:ext cx="439846" cy="375327"/>
            <a:chOff x="2348193" y="3253400"/>
            <a:chExt cx="439846" cy="37532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68BBC7A-EC13-1438-9868-CB7847040BFC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/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9F91710-C6CA-8505-A430-0ACBDCFD8CBB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>
            <a:off x="11085397" y="3578752"/>
            <a:ext cx="22547" cy="564244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210434B-B1FA-15C1-5980-8B8EF99365E9}"/>
              </a:ext>
            </a:extLst>
          </p:cNvPr>
          <p:cNvGrpSpPr/>
          <p:nvPr/>
        </p:nvGrpSpPr>
        <p:grpSpPr>
          <a:xfrm>
            <a:off x="8873285" y="2952087"/>
            <a:ext cx="1059735" cy="896233"/>
            <a:chOff x="1792466" y="2749256"/>
            <a:chExt cx="1059735" cy="89623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0E4AE11-F0A9-0B59-3C1D-1A00A235996B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/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383FB645-CDEE-348F-F701-F4CEBE511E57}"/>
              </a:ext>
            </a:extLst>
          </p:cNvPr>
          <p:cNvGrpSpPr/>
          <p:nvPr/>
        </p:nvGrpSpPr>
        <p:grpSpPr>
          <a:xfrm>
            <a:off x="5269391" y="2952086"/>
            <a:ext cx="1059735" cy="896233"/>
            <a:chOff x="1792466" y="2749256"/>
            <a:chExt cx="1059735" cy="896233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BAA7EA4-6C55-1566-123E-772C0EEB2682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73C16B2-761E-5F92-848C-15FF130750DE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2077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73C16B2-761E-5F92-848C-15FF130750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20775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7DE798B-8A8B-C38F-49D9-96E3A1CCB6D6}"/>
              </a:ext>
            </a:extLst>
          </p:cNvPr>
          <p:cNvGrpSpPr/>
          <p:nvPr/>
        </p:nvGrpSpPr>
        <p:grpSpPr>
          <a:xfrm>
            <a:off x="6504459" y="2766218"/>
            <a:ext cx="1468490" cy="1325563"/>
            <a:chOff x="1792466" y="2749256"/>
            <a:chExt cx="1468490" cy="1325563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DFD82B5-B918-78DD-179D-EA17B8F6632A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8F02ED-5DB1-1EF3-2C9C-27C4B49C8099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67717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8F02ED-5DB1-1EF3-2C9C-27C4B49C80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677173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43369C77-5CF1-366E-7ACA-7A1C78F54262}"/>
              </a:ext>
            </a:extLst>
          </p:cNvPr>
          <p:cNvSpPr txBox="1"/>
          <p:nvPr/>
        </p:nvSpPr>
        <p:spPr>
          <a:xfrm>
            <a:off x="8274605" y="317739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942541C-99F8-0B6C-3E96-B2666EF75EB0}"/>
              </a:ext>
            </a:extLst>
          </p:cNvPr>
          <p:cNvGrpSpPr/>
          <p:nvPr/>
        </p:nvGrpSpPr>
        <p:grpSpPr>
          <a:xfrm>
            <a:off x="1980958" y="2952087"/>
            <a:ext cx="1059735" cy="896233"/>
            <a:chOff x="1792466" y="2749256"/>
            <a:chExt cx="1059735" cy="89623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B4CDE-0024-4DAC-7B16-F193A5A71B2C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D40CEA3-D405-602A-BC8E-B8E34A2A30ED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0116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D40CEA3-D405-602A-BC8E-B8E34A2A30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01163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CD9388A-166F-1A0B-53DD-32B054ADBF78}"/>
              </a:ext>
            </a:extLst>
          </p:cNvPr>
          <p:cNvGrpSpPr/>
          <p:nvPr/>
        </p:nvGrpSpPr>
        <p:grpSpPr>
          <a:xfrm>
            <a:off x="3439967" y="2699281"/>
            <a:ext cx="1468490" cy="1325563"/>
            <a:chOff x="1792466" y="2749256"/>
            <a:chExt cx="1468490" cy="13255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B136D1B-5CEC-8D64-9718-38634590F7F7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77CFDF3-DFD9-9E64-34DF-397FD716C0EC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5756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77CFDF3-DFD9-9E64-34DF-397FD716C0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57561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AB0E072C-CA49-3EC1-273D-B2B0E86E4998}"/>
              </a:ext>
            </a:extLst>
          </p:cNvPr>
          <p:cNvCxnSpPr>
            <a:stCxn id="7" idx="0"/>
            <a:endCxn id="4" idx="0"/>
          </p:cNvCxnSpPr>
          <p:nvPr/>
        </p:nvCxnSpPr>
        <p:spPr>
          <a:xfrm rot="16200000" flipH="1" flipV="1">
            <a:off x="3216116" y="1993991"/>
            <a:ext cx="252806" cy="1663386"/>
          </a:xfrm>
          <a:prstGeom prst="curvedConnector3">
            <a:avLst>
              <a:gd name="adj1" fmla="val -90425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8EB59367-CB53-8A52-B1A2-FAA80A68D07D}"/>
              </a:ext>
            </a:extLst>
          </p:cNvPr>
          <p:cNvCxnSpPr>
            <a:cxnSpLocks/>
            <a:stCxn id="35" idx="0"/>
            <a:endCxn id="7" idx="0"/>
          </p:cNvCxnSpPr>
          <p:nvPr/>
        </p:nvCxnSpPr>
        <p:spPr>
          <a:xfrm rot="16200000" flipV="1">
            <a:off x="5672990" y="1200504"/>
            <a:ext cx="66937" cy="3064492"/>
          </a:xfrm>
          <a:prstGeom prst="curvedConnector3">
            <a:avLst>
              <a:gd name="adj1" fmla="val 911944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1EFACCE4-B67D-7D53-3EDE-9249854A1CE3}"/>
              </a:ext>
            </a:extLst>
          </p:cNvPr>
          <p:cNvCxnSpPr>
            <a:cxnSpLocks/>
            <a:endCxn id="35" idx="0"/>
          </p:cNvCxnSpPr>
          <p:nvPr/>
        </p:nvCxnSpPr>
        <p:spPr>
          <a:xfrm rot="10800000">
            <a:off x="7238705" y="2766218"/>
            <a:ext cx="4418061" cy="146802"/>
          </a:xfrm>
          <a:prstGeom prst="curvedConnector4">
            <a:avLst>
              <a:gd name="adj1" fmla="val -1348"/>
              <a:gd name="adj2" fmla="val 680598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5784FE1-178C-2913-F41E-1448D407541F}"/>
                  </a:ext>
                </a:extLst>
              </p:cNvPr>
              <p:cNvSpPr txBox="1"/>
              <p:nvPr/>
            </p:nvSpPr>
            <p:spPr>
              <a:xfrm>
                <a:off x="3635399" y="4828981"/>
                <a:ext cx="5598840" cy="676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×…×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5784FE1-178C-2913-F41E-1448D40754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399" y="4828981"/>
                <a:ext cx="5598840" cy="67666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7239DABC-E201-7313-2514-D30DF1EBF54F}"/>
              </a:ext>
            </a:extLst>
          </p:cNvPr>
          <p:cNvSpPr txBox="1"/>
          <p:nvPr/>
        </p:nvSpPr>
        <p:spPr>
          <a:xfrm>
            <a:off x="3291427" y="6123543"/>
            <a:ext cx="3924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a single image</a:t>
            </a:r>
          </a:p>
        </p:txBody>
      </p:sp>
    </p:spTree>
    <p:extLst>
      <p:ext uri="{BB962C8B-B14F-4D97-AF65-F5344CB8AC3E}">
        <p14:creationId xmlns:p14="http://schemas.microsoft.com/office/powerpoint/2010/main" val="38701345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40035-5C9B-9C14-1A64-983608083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Backward Propagation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601E752-ACA2-BD3D-81F6-F33A36E076A6}"/>
                  </a:ext>
                </a:extLst>
              </p:cNvPr>
              <p:cNvSpPr txBox="1"/>
              <p:nvPr/>
            </p:nvSpPr>
            <p:spPr>
              <a:xfrm>
                <a:off x="3635399" y="4828981"/>
                <a:ext cx="5598840" cy="676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×…×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601E752-ACA2-BD3D-81F6-F33A36E07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399" y="4828981"/>
                <a:ext cx="5598840" cy="6766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76DA471-279A-7CDF-85CF-781DEECB7F00}"/>
                  </a:ext>
                </a:extLst>
              </p:cNvPr>
              <p:cNvSpPr txBox="1"/>
              <p:nvPr/>
            </p:nvSpPr>
            <p:spPr>
              <a:xfrm>
                <a:off x="2537085" y="2504979"/>
                <a:ext cx="5320239" cy="67659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…×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76DA471-279A-7CDF-85CF-781DEECB7F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7085" y="2504979"/>
                <a:ext cx="5320239" cy="6765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Left Brace 5">
            <a:extLst>
              <a:ext uri="{FF2B5EF4-FFF2-40B4-BE49-F238E27FC236}">
                <a16:creationId xmlns:a16="http://schemas.microsoft.com/office/drawing/2014/main" id="{B1E46691-D993-A30C-E36B-B52BF9FA62BE}"/>
              </a:ext>
            </a:extLst>
          </p:cNvPr>
          <p:cNvSpPr/>
          <p:nvPr/>
        </p:nvSpPr>
        <p:spPr>
          <a:xfrm rot="5400000">
            <a:off x="7075784" y="2716330"/>
            <a:ext cx="447362" cy="3869547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067338E-5D1C-FF19-4DEA-3165B3EF76FB}"/>
              </a:ext>
            </a:extLst>
          </p:cNvPr>
          <p:cNvCxnSpPr>
            <a:stCxn id="6" idx="1"/>
          </p:cNvCxnSpPr>
          <p:nvPr/>
        </p:nvCxnSpPr>
        <p:spPr>
          <a:xfrm flipH="1" flipV="1">
            <a:off x="6434819" y="3282151"/>
            <a:ext cx="864646" cy="114527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A6BC92C-D617-BB3F-265F-088FBE024CFD}"/>
              </a:ext>
            </a:extLst>
          </p:cNvPr>
          <p:cNvSpPr txBox="1"/>
          <p:nvPr/>
        </p:nvSpPr>
        <p:spPr>
          <a:xfrm>
            <a:off x="7811762" y="3778713"/>
            <a:ext cx="42780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Reuse calculations performed for later layer</a:t>
            </a:r>
          </a:p>
          <a:p>
            <a:r>
              <a:rPr lang="en-US" dirty="0"/>
              <a:t>In earlier layer</a:t>
            </a:r>
          </a:p>
        </p:txBody>
      </p:sp>
    </p:spTree>
    <p:extLst>
      <p:ext uri="{BB962C8B-B14F-4D97-AF65-F5344CB8AC3E}">
        <p14:creationId xmlns:p14="http://schemas.microsoft.com/office/powerpoint/2010/main" val="344301534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4C645-39B2-2652-08FC-3A352977C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E81B-07E1-DE9A-D57F-4B0B444F1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Backward Propagation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E72F6FB-1DC5-FADC-F068-E3B1E6C82935}"/>
              </a:ext>
            </a:extLst>
          </p:cNvPr>
          <p:cNvGrpSpPr/>
          <p:nvPr/>
        </p:nvGrpSpPr>
        <p:grpSpPr>
          <a:xfrm>
            <a:off x="10842926" y="3203425"/>
            <a:ext cx="484941" cy="375327"/>
            <a:chOff x="2303098" y="3253400"/>
            <a:chExt cx="484941" cy="37532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4D3B552-043A-C2BF-652C-6142C225ACE5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3D77172-8F97-5073-A10D-D0CA286AF492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4ADE92C-6D86-BC83-91EC-9FF518F67627}"/>
              </a:ext>
            </a:extLst>
          </p:cNvPr>
          <p:cNvGrpSpPr/>
          <p:nvPr/>
        </p:nvGrpSpPr>
        <p:grpSpPr>
          <a:xfrm>
            <a:off x="10913954" y="4137001"/>
            <a:ext cx="439846" cy="375327"/>
            <a:chOff x="2348193" y="3253400"/>
            <a:chExt cx="439846" cy="37532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60A6677-06E3-8537-3795-49B755528D4E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FAAC7D59-5BCC-7E8E-AD05-FCF0D800D66E}"/>
                    </a:ext>
                  </a:extLst>
                </p:cNvPr>
                <p:cNvSpPr txBox="1"/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4741CCE-0763-2BF0-2634-6CC652C56AC4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>
            <a:off x="11085397" y="3578752"/>
            <a:ext cx="22547" cy="564244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4DC5D32-1529-ABC1-616B-075FF87464E7}"/>
              </a:ext>
            </a:extLst>
          </p:cNvPr>
          <p:cNvGrpSpPr/>
          <p:nvPr/>
        </p:nvGrpSpPr>
        <p:grpSpPr>
          <a:xfrm>
            <a:off x="8873285" y="2952087"/>
            <a:ext cx="1059735" cy="896233"/>
            <a:chOff x="1792466" y="2749256"/>
            <a:chExt cx="1059735" cy="89623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E2BAD3B-7A24-9156-C1A3-9599576B5065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D0D0E3A7-AFDE-B5E9-3DC3-E478AB99C140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37C6232-740D-AE84-EC1B-1B1872E1571C}"/>
                  </a:ext>
                </a:extLst>
              </p:cNvPr>
              <p:cNvSpPr txBox="1"/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FC8802DF-DC36-BBDF-CBE8-D038E70FBE00}"/>
              </a:ext>
            </a:extLst>
          </p:cNvPr>
          <p:cNvGrpSpPr/>
          <p:nvPr/>
        </p:nvGrpSpPr>
        <p:grpSpPr>
          <a:xfrm>
            <a:off x="5269391" y="2952086"/>
            <a:ext cx="1059735" cy="896233"/>
            <a:chOff x="1792466" y="2749256"/>
            <a:chExt cx="1059735" cy="896233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02552A3-1B08-CBEF-00EC-A63D286A88FE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2144BA8C-90E3-3E2A-BA5B-D6F958F8EFA0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2077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73C16B2-761E-5F92-848C-15FF130750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20775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2C36EB0-5B77-5AF6-774D-64A3C66537C9}"/>
              </a:ext>
            </a:extLst>
          </p:cNvPr>
          <p:cNvGrpSpPr/>
          <p:nvPr/>
        </p:nvGrpSpPr>
        <p:grpSpPr>
          <a:xfrm>
            <a:off x="6504459" y="2766218"/>
            <a:ext cx="1468490" cy="1325563"/>
            <a:chOff x="1792466" y="2749256"/>
            <a:chExt cx="1468490" cy="1325563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CEC887B-BF11-AD0D-72AD-70E8CC2464B8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23E4CF6-723B-85F9-CA0A-9055BE6DC48F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67717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8F02ED-5DB1-1EF3-2C9C-27C4B49C80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677173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40CA43BC-889E-7C02-D27A-656114B9708F}"/>
              </a:ext>
            </a:extLst>
          </p:cNvPr>
          <p:cNvSpPr txBox="1"/>
          <p:nvPr/>
        </p:nvSpPr>
        <p:spPr>
          <a:xfrm>
            <a:off x="8274605" y="317739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C97B3B1-C493-42F2-B8A9-57BD8F610DDB}"/>
              </a:ext>
            </a:extLst>
          </p:cNvPr>
          <p:cNvGrpSpPr/>
          <p:nvPr/>
        </p:nvGrpSpPr>
        <p:grpSpPr>
          <a:xfrm>
            <a:off x="1980958" y="2952087"/>
            <a:ext cx="1059735" cy="896233"/>
            <a:chOff x="1792466" y="2749256"/>
            <a:chExt cx="1059735" cy="89623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BDE6683-7A21-4D83-DAB0-2C41E3D636FB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23BA4D71-39C4-CA3B-5B7C-B386C42B96A2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0116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D40CEA3-D405-602A-BC8E-B8E34A2A30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01163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F3B71B3E-E6B1-C71C-E577-0466BF3E12B4}"/>
              </a:ext>
            </a:extLst>
          </p:cNvPr>
          <p:cNvGrpSpPr/>
          <p:nvPr/>
        </p:nvGrpSpPr>
        <p:grpSpPr>
          <a:xfrm>
            <a:off x="3439967" y="2699281"/>
            <a:ext cx="1468490" cy="1325563"/>
            <a:chOff x="1792466" y="2749256"/>
            <a:chExt cx="1468490" cy="13255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2AC6BEA-7B6D-8106-2D6A-B2416028149E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3F9F5203-AB70-00EB-4E4F-5731473087AB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5756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77CFDF3-DFD9-9E64-34DF-397FD716C0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57561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4B737839-8911-420E-C8D5-5FCCD891FE56}"/>
              </a:ext>
            </a:extLst>
          </p:cNvPr>
          <p:cNvCxnSpPr>
            <a:stCxn id="7" idx="0"/>
            <a:endCxn id="4" idx="0"/>
          </p:cNvCxnSpPr>
          <p:nvPr/>
        </p:nvCxnSpPr>
        <p:spPr>
          <a:xfrm rot="16200000" flipH="1" flipV="1">
            <a:off x="3216116" y="1993991"/>
            <a:ext cx="252806" cy="1663386"/>
          </a:xfrm>
          <a:prstGeom prst="curvedConnector3">
            <a:avLst>
              <a:gd name="adj1" fmla="val -90425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2ACD4F91-2489-5E50-BFAB-87F9F1653784}"/>
              </a:ext>
            </a:extLst>
          </p:cNvPr>
          <p:cNvCxnSpPr>
            <a:cxnSpLocks/>
            <a:stCxn id="35" idx="0"/>
            <a:endCxn id="7" idx="0"/>
          </p:cNvCxnSpPr>
          <p:nvPr/>
        </p:nvCxnSpPr>
        <p:spPr>
          <a:xfrm rot="16200000" flipV="1">
            <a:off x="5672990" y="1200504"/>
            <a:ext cx="66937" cy="3064492"/>
          </a:xfrm>
          <a:prstGeom prst="curvedConnector3">
            <a:avLst>
              <a:gd name="adj1" fmla="val 911944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C04CB17C-FE09-6403-1D38-4B3FBED9B1DE}"/>
              </a:ext>
            </a:extLst>
          </p:cNvPr>
          <p:cNvCxnSpPr>
            <a:cxnSpLocks/>
            <a:endCxn id="35" idx="0"/>
          </p:cNvCxnSpPr>
          <p:nvPr/>
        </p:nvCxnSpPr>
        <p:spPr>
          <a:xfrm rot="10800000">
            <a:off x="7238705" y="2766218"/>
            <a:ext cx="4418061" cy="146802"/>
          </a:xfrm>
          <a:prstGeom prst="curvedConnector4">
            <a:avLst>
              <a:gd name="adj1" fmla="val -1348"/>
              <a:gd name="adj2" fmla="val 680598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B7DF77D-56CF-C197-0442-81808F257948}"/>
                  </a:ext>
                </a:extLst>
              </p:cNvPr>
              <p:cNvSpPr txBox="1"/>
              <p:nvPr/>
            </p:nvSpPr>
            <p:spPr>
              <a:xfrm>
                <a:off x="3635399" y="4828981"/>
                <a:ext cx="5598840" cy="676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×…×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5784FE1-178C-2913-F41E-1448D40754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399" y="4828981"/>
                <a:ext cx="5598840" cy="67666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3CAADE2-2E38-7460-4B83-E0C2026EA868}"/>
              </a:ext>
            </a:extLst>
          </p:cNvPr>
          <p:cNvSpPr txBox="1"/>
          <p:nvPr/>
        </p:nvSpPr>
        <p:spPr>
          <a:xfrm>
            <a:off x="194547" y="5846544"/>
            <a:ext cx="23162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We need to compute 3 types of terms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6081952-C8BE-A81D-C8CB-B78F59840C60}"/>
              </a:ext>
            </a:extLst>
          </p:cNvPr>
          <p:cNvSpPr/>
          <p:nvPr/>
        </p:nvSpPr>
        <p:spPr>
          <a:xfrm>
            <a:off x="4699167" y="4506333"/>
            <a:ext cx="4707591" cy="146046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2306FCF-2279-E6D8-514B-2F08EC1A859E}"/>
              </a:ext>
            </a:extLst>
          </p:cNvPr>
          <p:cNvSpPr/>
          <p:nvPr/>
        </p:nvSpPr>
        <p:spPr>
          <a:xfrm>
            <a:off x="8368879" y="4778933"/>
            <a:ext cx="750898" cy="83567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96869D2-B8E6-7E67-9608-DEFB43F2CB07}"/>
              </a:ext>
            </a:extLst>
          </p:cNvPr>
          <p:cNvCxnSpPr>
            <a:cxnSpLocks/>
            <a:stCxn id="9" idx="3"/>
            <a:endCxn id="23" idx="1"/>
          </p:cNvCxnSpPr>
          <p:nvPr/>
        </p:nvCxnSpPr>
        <p:spPr>
          <a:xfrm flipV="1">
            <a:off x="2510826" y="5236568"/>
            <a:ext cx="2188341" cy="93314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A1ACCFB-8591-E0C7-245F-13CA879AAB8D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2510826" y="5196771"/>
            <a:ext cx="2915018" cy="97293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F3BF63E-1EF8-E17C-E92A-038E088B1D86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2510826" y="5196771"/>
            <a:ext cx="5858053" cy="97293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9677625E-61D7-A838-C732-37A12AC1D381}"/>
              </a:ext>
            </a:extLst>
          </p:cNvPr>
          <p:cNvSpPr txBox="1"/>
          <p:nvPr/>
        </p:nvSpPr>
        <p:spPr>
          <a:xfrm>
            <a:off x="3466430" y="6213140"/>
            <a:ext cx="3924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a single image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FB5C539-2F9A-A511-7ADF-C52771987BB8}"/>
              </a:ext>
            </a:extLst>
          </p:cNvPr>
          <p:cNvSpPr/>
          <p:nvPr/>
        </p:nvSpPr>
        <p:spPr>
          <a:xfrm>
            <a:off x="7535917" y="4672968"/>
            <a:ext cx="1661268" cy="1076191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10D82F0-E91D-7B23-C79E-169FD57649AB}"/>
              </a:ext>
            </a:extLst>
          </p:cNvPr>
          <p:cNvSpPr/>
          <p:nvPr/>
        </p:nvSpPr>
        <p:spPr>
          <a:xfrm>
            <a:off x="5425844" y="4615244"/>
            <a:ext cx="3885699" cy="1231300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944C81E-713A-8309-7B6A-3A69786A7631}"/>
              </a:ext>
            </a:extLst>
          </p:cNvPr>
          <p:cNvSpPr/>
          <p:nvPr/>
        </p:nvSpPr>
        <p:spPr>
          <a:xfrm>
            <a:off x="8366551" y="5360828"/>
            <a:ext cx="239110" cy="25026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F0896FF-BAD7-BC25-7650-580C55964E73}"/>
              </a:ext>
            </a:extLst>
          </p:cNvPr>
          <p:cNvSpPr/>
          <p:nvPr/>
        </p:nvSpPr>
        <p:spPr>
          <a:xfrm>
            <a:off x="4770253" y="4564356"/>
            <a:ext cx="239110" cy="25026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5B0C042C-11C6-F099-41D8-FF89E47FB5DF}"/>
              </a:ext>
            </a:extLst>
          </p:cNvPr>
          <p:cNvSpPr/>
          <p:nvPr/>
        </p:nvSpPr>
        <p:spPr>
          <a:xfrm>
            <a:off x="5467348" y="4644653"/>
            <a:ext cx="239110" cy="25026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D033DA6-D73A-7D82-C99A-0C5D162D2227}"/>
              </a:ext>
            </a:extLst>
          </p:cNvPr>
          <p:cNvSpPr/>
          <p:nvPr/>
        </p:nvSpPr>
        <p:spPr>
          <a:xfrm>
            <a:off x="11557478" y="4137001"/>
            <a:ext cx="239110" cy="25026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79D43EA-E127-0A8D-A2DC-8ABD555F9B0C}"/>
              </a:ext>
            </a:extLst>
          </p:cNvPr>
          <p:cNvSpPr/>
          <p:nvPr/>
        </p:nvSpPr>
        <p:spPr>
          <a:xfrm>
            <a:off x="3968335" y="2195221"/>
            <a:ext cx="239110" cy="25026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D8569AA-81C2-0264-0426-3AA9D7CEB993}"/>
              </a:ext>
            </a:extLst>
          </p:cNvPr>
          <p:cNvSpPr/>
          <p:nvPr/>
        </p:nvSpPr>
        <p:spPr>
          <a:xfrm>
            <a:off x="7114567" y="2214114"/>
            <a:ext cx="239110" cy="25026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17318422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8F048-D90A-2E37-909E-3F7F5E00B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3B185-9AA1-BA8B-4F2D-E25CA7E55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Backward Propagation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065B0A7-387D-F65C-6FE4-9E77DFB951AC}"/>
              </a:ext>
            </a:extLst>
          </p:cNvPr>
          <p:cNvGrpSpPr/>
          <p:nvPr/>
        </p:nvGrpSpPr>
        <p:grpSpPr>
          <a:xfrm>
            <a:off x="10842926" y="3203425"/>
            <a:ext cx="484941" cy="375327"/>
            <a:chOff x="2303098" y="3253400"/>
            <a:chExt cx="484941" cy="37532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D7BCC7F-E48E-AFB8-DDC7-116572714387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01ED5EC-7461-0B73-161B-1FD5D4EFBF9E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6A96EEF-42C1-D1FE-94AB-2A6A0E4ED797}"/>
              </a:ext>
            </a:extLst>
          </p:cNvPr>
          <p:cNvGrpSpPr/>
          <p:nvPr/>
        </p:nvGrpSpPr>
        <p:grpSpPr>
          <a:xfrm>
            <a:off x="10913954" y="4137001"/>
            <a:ext cx="439846" cy="375327"/>
            <a:chOff x="2348193" y="3253400"/>
            <a:chExt cx="439846" cy="37532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7FD1B85-A0B0-8505-93AA-BDD4372E7A29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F04EECFF-D19B-7663-E9EB-EF8A92868680}"/>
                    </a:ext>
                  </a:extLst>
                </p:cNvPr>
                <p:cNvSpPr txBox="1"/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317FCCE-0FB5-EA0F-9C49-B71ABA18C6F2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>
            <a:off x="11085397" y="3578752"/>
            <a:ext cx="22547" cy="564244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EB2328F-07D6-C7F4-043E-E7A0F9660560}"/>
              </a:ext>
            </a:extLst>
          </p:cNvPr>
          <p:cNvGrpSpPr/>
          <p:nvPr/>
        </p:nvGrpSpPr>
        <p:grpSpPr>
          <a:xfrm>
            <a:off x="8873285" y="2952087"/>
            <a:ext cx="1059735" cy="896233"/>
            <a:chOff x="1792466" y="2749256"/>
            <a:chExt cx="1059735" cy="89623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0499C38-C008-5AAC-6EBF-2A7A37EF88A2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BFC464B-139F-E3BB-C1F8-92C7CC7E63A4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8EAAB90-9E2E-D2B0-CCFD-E3FADABEF187}"/>
                  </a:ext>
                </a:extLst>
              </p:cNvPr>
              <p:cNvSpPr txBox="1"/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61078F88-0B91-D063-135B-026427BFA18A}"/>
              </a:ext>
            </a:extLst>
          </p:cNvPr>
          <p:cNvGrpSpPr/>
          <p:nvPr/>
        </p:nvGrpSpPr>
        <p:grpSpPr>
          <a:xfrm>
            <a:off x="5269391" y="2952086"/>
            <a:ext cx="1059735" cy="896233"/>
            <a:chOff x="1792466" y="2749256"/>
            <a:chExt cx="1059735" cy="896233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49A497C-92FC-839C-CDBF-FC11450094B0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7B382362-79B2-B82F-C07C-75047525274A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2077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73C16B2-761E-5F92-848C-15FF130750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20775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6681B56-A64F-37D9-9A15-625E88B8B985}"/>
              </a:ext>
            </a:extLst>
          </p:cNvPr>
          <p:cNvGrpSpPr/>
          <p:nvPr/>
        </p:nvGrpSpPr>
        <p:grpSpPr>
          <a:xfrm>
            <a:off x="6504459" y="2766218"/>
            <a:ext cx="1468490" cy="1325563"/>
            <a:chOff x="1792466" y="2749256"/>
            <a:chExt cx="1468490" cy="1325563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9B2DB4C-192A-1861-6961-74B3F32E7CE8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038CD85F-CB4A-42EF-EEFF-3403FCE33C17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67717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8F02ED-5DB1-1EF3-2C9C-27C4B49C80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677173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A80423B2-A814-7757-6DA4-89EC9B1FA4EF}"/>
              </a:ext>
            </a:extLst>
          </p:cNvPr>
          <p:cNvSpPr txBox="1"/>
          <p:nvPr/>
        </p:nvSpPr>
        <p:spPr>
          <a:xfrm>
            <a:off x="8274605" y="317739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D443836-9E6F-D66D-A81E-E504AA80F091}"/>
              </a:ext>
            </a:extLst>
          </p:cNvPr>
          <p:cNvGrpSpPr/>
          <p:nvPr/>
        </p:nvGrpSpPr>
        <p:grpSpPr>
          <a:xfrm>
            <a:off x="1980958" y="2952087"/>
            <a:ext cx="1059735" cy="896233"/>
            <a:chOff x="1792466" y="2749256"/>
            <a:chExt cx="1059735" cy="89623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EE08404-906F-D19B-BBAE-526FA498AD93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008311B-1B77-D237-1748-DB9A6189ACC4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0116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D40CEA3-D405-602A-BC8E-B8E34A2A30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01163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482D413-9708-8B0E-5EA7-59CE75C9D904}"/>
              </a:ext>
            </a:extLst>
          </p:cNvPr>
          <p:cNvGrpSpPr/>
          <p:nvPr/>
        </p:nvGrpSpPr>
        <p:grpSpPr>
          <a:xfrm>
            <a:off x="3439967" y="2699281"/>
            <a:ext cx="1468490" cy="1325563"/>
            <a:chOff x="1792466" y="2749256"/>
            <a:chExt cx="1468490" cy="13255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ACC2D73-6B51-C06D-75D8-6AFF74E8DE92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2F4CCFF-972C-5E01-F380-EFF74690BD33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5756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77CFDF3-DFD9-9E64-34DF-397FD716C0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57561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03559CE5-81F3-89C9-9501-6FAB6E138D4B}"/>
              </a:ext>
            </a:extLst>
          </p:cNvPr>
          <p:cNvCxnSpPr>
            <a:stCxn id="7" idx="0"/>
            <a:endCxn id="4" idx="0"/>
          </p:cNvCxnSpPr>
          <p:nvPr/>
        </p:nvCxnSpPr>
        <p:spPr>
          <a:xfrm rot="16200000" flipH="1" flipV="1">
            <a:off x="3216116" y="1993991"/>
            <a:ext cx="252806" cy="1663386"/>
          </a:xfrm>
          <a:prstGeom prst="curvedConnector3">
            <a:avLst>
              <a:gd name="adj1" fmla="val -90425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9BE531A4-8881-4987-A6F0-227EE900A4A7}"/>
              </a:ext>
            </a:extLst>
          </p:cNvPr>
          <p:cNvCxnSpPr>
            <a:cxnSpLocks/>
            <a:stCxn id="35" idx="0"/>
            <a:endCxn id="7" idx="0"/>
          </p:cNvCxnSpPr>
          <p:nvPr/>
        </p:nvCxnSpPr>
        <p:spPr>
          <a:xfrm rot="16200000" flipV="1">
            <a:off x="5672990" y="1200504"/>
            <a:ext cx="66937" cy="3064492"/>
          </a:xfrm>
          <a:prstGeom prst="curvedConnector3">
            <a:avLst>
              <a:gd name="adj1" fmla="val 911944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2250A693-7C4C-13B3-31A0-1DE52162FF53}"/>
              </a:ext>
            </a:extLst>
          </p:cNvPr>
          <p:cNvCxnSpPr>
            <a:cxnSpLocks/>
            <a:endCxn id="35" idx="0"/>
          </p:cNvCxnSpPr>
          <p:nvPr/>
        </p:nvCxnSpPr>
        <p:spPr>
          <a:xfrm rot="10800000">
            <a:off x="7238705" y="2766218"/>
            <a:ext cx="4418061" cy="146802"/>
          </a:xfrm>
          <a:prstGeom prst="curvedConnector4">
            <a:avLst>
              <a:gd name="adj1" fmla="val -1348"/>
              <a:gd name="adj2" fmla="val 680598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21E7094-589E-DED7-F441-D98019EC40F2}"/>
                  </a:ext>
                </a:extLst>
              </p:cNvPr>
              <p:cNvSpPr txBox="1"/>
              <p:nvPr/>
            </p:nvSpPr>
            <p:spPr>
              <a:xfrm>
                <a:off x="3635399" y="4828981"/>
                <a:ext cx="5598840" cy="676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×…×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5784FE1-178C-2913-F41E-1448D40754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399" y="4828981"/>
                <a:ext cx="5598840" cy="67666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0AAED143-1D76-8E48-495F-3F5BC0B21502}"/>
              </a:ext>
            </a:extLst>
          </p:cNvPr>
          <p:cNvSpPr txBox="1"/>
          <p:nvPr/>
        </p:nvSpPr>
        <p:spPr>
          <a:xfrm>
            <a:off x="194547" y="5846544"/>
            <a:ext cx="23162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We need to compute 3 types of terms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DCCA38F-D202-A582-7EA7-E2A43A68302F}"/>
              </a:ext>
            </a:extLst>
          </p:cNvPr>
          <p:cNvSpPr/>
          <p:nvPr/>
        </p:nvSpPr>
        <p:spPr>
          <a:xfrm>
            <a:off x="8368879" y="4778933"/>
            <a:ext cx="750898" cy="83567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476DDE9-00B9-733B-3471-2736FCB66D60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2510826" y="5196771"/>
            <a:ext cx="5858053" cy="97293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2A1B436F-F168-833C-43F0-0B3F608A47D7}"/>
              </a:ext>
            </a:extLst>
          </p:cNvPr>
          <p:cNvSpPr txBox="1"/>
          <p:nvPr/>
        </p:nvSpPr>
        <p:spPr>
          <a:xfrm>
            <a:off x="3466430" y="6213140"/>
            <a:ext cx="3924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a single image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A6E124F-7DB3-160A-89E4-B58FE43A4511}"/>
              </a:ext>
            </a:extLst>
          </p:cNvPr>
          <p:cNvSpPr/>
          <p:nvPr/>
        </p:nvSpPr>
        <p:spPr>
          <a:xfrm>
            <a:off x="8366551" y="5360828"/>
            <a:ext cx="239110" cy="25026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5601C5D-6A42-D821-2974-1BB76BEA7C97}"/>
              </a:ext>
            </a:extLst>
          </p:cNvPr>
          <p:cNvSpPr/>
          <p:nvPr/>
        </p:nvSpPr>
        <p:spPr>
          <a:xfrm>
            <a:off x="11557478" y="4137001"/>
            <a:ext cx="239110" cy="25026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47478068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AD28A-9C1F-CA04-48AB-DE2D5765A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Backward Propagation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91B6B3-D37E-9D41-2520-58478187BD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rgbClr val="C00000"/>
                    </a:solidFill>
                  </a:rPr>
                  <a:t>???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91B6B3-D37E-9D41-2520-58478187BD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51335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AD28A-9C1F-CA04-48AB-DE2D5765A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Backward Propagation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91B6B3-D37E-9D41-2520-58478187BD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den>
                    </m:f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??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91B6B3-D37E-9D41-2520-58478187BD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666522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AD28A-9C1F-CA04-48AB-DE2D5765A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Backward Propagation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91B6B3-D37E-9D41-2520-58478187BD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den>
                    </m:f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−2 ∗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𝐸𝑟𝑟𝑜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endParaRPr lang="en-US" dirty="0">
                  <a:solidFill>
                    <a:srgbClr val="C00000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For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image</a:t>
                </a:r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91B6B3-D37E-9D41-2520-58478187BD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925719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7153B-C16B-E3CA-9654-F3AAEB089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9AC50-2D34-5AF0-EAE2-ED3D9CD45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Backward Propagation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5D93082-8F18-212A-BA24-AE39579FE6F0}"/>
              </a:ext>
            </a:extLst>
          </p:cNvPr>
          <p:cNvGrpSpPr/>
          <p:nvPr/>
        </p:nvGrpSpPr>
        <p:grpSpPr>
          <a:xfrm>
            <a:off x="10842926" y="3203425"/>
            <a:ext cx="484941" cy="375327"/>
            <a:chOff x="2303098" y="3253400"/>
            <a:chExt cx="484941" cy="37532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C877A33-C8C4-DB5B-927E-C21ED7D73C1D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2C562504-179F-2549-DB23-2E19340138CB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C90B1B2-97D5-1529-E2A6-DF0A6A8F68AC}"/>
              </a:ext>
            </a:extLst>
          </p:cNvPr>
          <p:cNvGrpSpPr/>
          <p:nvPr/>
        </p:nvGrpSpPr>
        <p:grpSpPr>
          <a:xfrm>
            <a:off x="10913954" y="4137001"/>
            <a:ext cx="439846" cy="375327"/>
            <a:chOff x="2348193" y="3253400"/>
            <a:chExt cx="439846" cy="37532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5A2CF2C-BB55-5FED-7025-60878F27A5B2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8C7230C2-7178-B3B7-51AF-630D44CB9F4D}"/>
                    </a:ext>
                  </a:extLst>
                </p:cNvPr>
                <p:cNvSpPr txBox="1"/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9C5EEAA-3AE9-E10A-67EE-E11C6388DD2E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>
            <a:off x="11085397" y="3578752"/>
            <a:ext cx="22547" cy="564244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7E13201-6C2D-ACCB-A25C-00286AAFB850}"/>
              </a:ext>
            </a:extLst>
          </p:cNvPr>
          <p:cNvGrpSpPr/>
          <p:nvPr/>
        </p:nvGrpSpPr>
        <p:grpSpPr>
          <a:xfrm>
            <a:off x="8873285" y="2952087"/>
            <a:ext cx="1059735" cy="896233"/>
            <a:chOff x="1792466" y="2749256"/>
            <a:chExt cx="1059735" cy="89623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9492950-0C97-598D-3283-F3CC3D54EF1C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FC5C0C2F-E61D-0FA0-D0CD-A50E03E2DB2A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3ED3FF8-2141-5928-3067-F0A7EB10F505}"/>
                  </a:ext>
                </a:extLst>
              </p:cNvPr>
              <p:cNvSpPr txBox="1"/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5B5318B3-7003-3B4B-D25D-F65006B2495C}"/>
              </a:ext>
            </a:extLst>
          </p:cNvPr>
          <p:cNvGrpSpPr/>
          <p:nvPr/>
        </p:nvGrpSpPr>
        <p:grpSpPr>
          <a:xfrm>
            <a:off x="5269391" y="2952086"/>
            <a:ext cx="1059735" cy="896233"/>
            <a:chOff x="1792466" y="2749256"/>
            <a:chExt cx="1059735" cy="896233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148E3A2-72FD-67C4-B4B8-4262A1C63F9E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E7FE7381-E81F-D563-8DD1-1CF251DE57DC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2077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73C16B2-761E-5F92-848C-15FF130750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20775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25E7224-5123-172A-21AD-324A3D09697B}"/>
              </a:ext>
            </a:extLst>
          </p:cNvPr>
          <p:cNvGrpSpPr/>
          <p:nvPr/>
        </p:nvGrpSpPr>
        <p:grpSpPr>
          <a:xfrm>
            <a:off x="6504459" y="2766218"/>
            <a:ext cx="1468490" cy="1325563"/>
            <a:chOff x="1792466" y="2749256"/>
            <a:chExt cx="1468490" cy="1325563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9ED9361-70BD-C77A-5015-6E45ED9D9C65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070E3348-4BD2-B080-660D-AD9E5E72892D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67717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8F02ED-5DB1-1EF3-2C9C-27C4B49C80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677173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0C31A20C-BC92-6095-E9F7-3AFC3683505C}"/>
              </a:ext>
            </a:extLst>
          </p:cNvPr>
          <p:cNvSpPr txBox="1"/>
          <p:nvPr/>
        </p:nvSpPr>
        <p:spPr>
          <a:xfrm>
            <a:off x="8274605" y="317739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9546290-55C4-3646-3512-77FE5B9ACF13}"/>
              </a:ext>
            </a:extLst>
          </p:cNvPr>
          <p:cNvGrpSpPr/>
          <p:nvPr/>
        </p:nvGrpSpPr>
        <p:grpSpPr>
          <a:xfrm>
            <a:off x="1980958" y="2952087"/>
            <a:ext cx="1059735" cy="896233"/>
            <a:chOff x="1792466" y="2749256"/>
            <a:chExt cx="1059735" cy="89623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0D7654A-960D-6BFE-6C9A-12E1E3359128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B4B25B7-23B6-63F3-415E-38D3853257C1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0116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D40CEA3-D405-602A-BC8E-B8E34A2A30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01163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2963599-E91D-E6DA-ABF7-F9D23B6F04E8}"/>
              </a:ext>
            </a:extLst>
          </p:cNvPr>
          <p:cNvGrpSpPr/>
          <p:nvPr/>
        </p:nvGrpSpPr>
        <p:grpSpPr>
          <a:xfrm>
            <a:off x="3439967" y="2699281"/>
            <a:ext cx="1468490" cy="1325563"/>
            <a:chOff x="1792466" y="2749256"/>
            <a:chExt cx="1468490" cy="13255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1242EF9-FAC3-4AAB-3084-74BEDFE10C7F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CDE6306-90F3-EE8D-4547-2F1E25ECBCF7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5756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77CFDF3-DFD9-9E64-34DF-397FD716C0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57561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50B6B722-473F-09B7-5D2A-A4637A70FBBB}"/>
              </a:ext>
            </a:extLst>
          </p:cNvPr>
          <p:cNvCxnSpPr>
            <a:stCxn id="7" idx="0"/>
            <a:endCxn id="4" idx="0"/>
          </p:cNvCxnSpPr>
          <p:nvPr/>
        </p:nvCxnSpPr>
        <p:spPr>
          <a:xfrm rot="16200000" flipH="1" flipV="1">
            <a:off x="3216116" y="1993991"/>
            <a:ext cx="252806" cy="1663386"/>
          </a:xfrm>
          <a:prstGeom prst="curvedConnector3">
            <a:avLst>
              <a:gd name="adj1" fmla="val -90425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5E9A58C8-F14F-FCAB-BA81-9862435AE650}"/>
              </a:ext>
            </a:extLst>
          </p:cNvPr>
          <p:cNvCxnSpPr>
            <a:cxnSpLocks/>
            <a:stCxn id="35" idx="0"/>
            <a:endCxn id="7" idx="0"/>
          </p:cNvCxnSpPr>
          <p:nvPr/>
        </p:nvCxnSpPr>
        <p:spPr>
          <a:xfrm rot="16200000" flipV="1">
            <a:off x="5672990" y="1200504"/>
            <a:ext cx="66937" cy="3064492"/>
          </a:xfrm>
          <a:prstGeom prst="curvedConnector3">
            <a:avLst>
              <a:gd name="adj1" fmla="val 911944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50F80AD5-384A-84FE-E4A6-A3B46EC1E802}"/>
              </a:ext>
            </a:extLst>
          </p:cNvPr>
          <p:cNvCxnSpPr>
            <a:cxnSpLocks/>
            <a:endCxn id="35" idx="0"/>
          </p:cNvCxnSpPr>
          <p:nvPr/>
        </p:nvCxnSpPr>
        <p:spPr>
          <a:xfrm rot="10800000">
            <a:off x="7238705" y="2766218"/>
            <a:ext cx="4418061" cy="146802"/>
          </a:xfrm>
          <a:prstGeom prst="curvedConnector4">
            <a:avLst>
              <a:gd name="adj1" fmla="val -1348"/>
              <a:gd name="adj2" fmla="val 680598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EF19B88-4564-2B84-0814-CE7555815AA4}"/>
                  </a:ext>
                </a:extLst>
              </p:cNvPr>
              <p:cNvSpPr txBox="1"/>
              <p:nvPr/>
            </p:nvSpPr>
            <p:spPr>
              <a:xfrm>
                <a:off x="3635399" y="4828981"/>
                <a:ext cx="5598840" cy="676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×…×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5784FE1-178C-2913-F41E-1448D40754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399" y="4828981"/>
                <a:ext cx="5598840" cy="67666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8BD5FD3E-1AE0-128A-7403-C26670B43BAB}"/>
              </a:ext>
            </a:extLst>
          </p:cNvPr>
          <p:cNvSpPr txBox="1"/>
          <p:nvPr/>
        </p:nvSpPr>
        <p:spPr>
          <a:xfrm>
            <a:off x="194547" y="5846544"/>
            <a:ext cx="23162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We need to compute 3 types of terms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ADCD716-3507-71EC-37C9-9B02DC560E8A}"/>
              </a:ext>
            </a:extLst>
          </p:cNvPr>
          <p:cNvSpPr/>
          <p:nvPr/>
        </p:nvSpPr>
        <p:spPr>
          <a:xfrm>
            <a:off x="4699167" y="4506333"/>
            <a:ext cx="4707591" cy="146046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AB0333E-1532-0837-96A1-F4ED2B08BE9E}"/>
              </a:ext>
            </a:extLst>
          </p:cNvPr>
          <p:cNvCxnSpPr>
            <a:cxnSpLocks/>
            <a:stCxn id="9" idx="3"/>
            <a:endCxn id="23" idx="1"/>
          </p:cNvCxnSpPr>
          <p:nvPr/>
        </p:nvCxnSpPr>
        <p:spPr>
          <a:xfrm flipV="1">
            <a:off x="2510826" y="5236568"/>
            <a:ext cx="2188341" cy="93314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154DC2EF-DDFC-E4E0-C64F-BCDC7CEE68BF}"/>
              </a:ext>
            </a:extLst>
          </p:cNvPr>
          <p:cNvSpPr txBox="1"/>
          <p:nvPr/>
        </p:nvSpPr>
        <p:spPr>
          <a:xfrm>
            <a:off x="3466430" y="6213140"/>
            <a:ext cx="3924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a single image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7C529E9E-26D7-A36A-040A-0E38630DCDAA}"/>
              </a:ext>
            </a:extLst>
          </p:cNvPr>
          <p:cNvSpPr/>
          <p:nvPr/>
        </p:nvSpPr>
        <p:spPr>
          <a:xfrm>
            <a:off x="4770253" y="4564356"/>
            <a:ext cx="239110" cy="25026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246272D-70D0-125B-4C52-241BD867EB0F}"/>
              </a:ext>
            </a:extLst>
          </p:cNvPr>
          <p:cNvSpPr/>
          <p:nvPr/>
        </p:nvSpPr>
        <p:spPr>
          <a:xfrm>
            <a:off x="3968335" y="2195221"/>
            <a:ext cx="239110" cy="25026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47B5DD3-7986-55AF-D608-9040A0D98263}"/>
              </a:ext>
            </a:extLst>
          </p:cNvPr>
          <p:cNvSpPr/>
          <p:nvPr/>
        </p:nvSpPr>
        <p:spPr>
          <a:xfrm>
            <a:off x="7114567" y="2214114"/>
            <a:ext cx="239110" cy="25026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571307A-A6D6-ADA4-DBB0-7F59DCA3001E}"/>
              </a:ext>
            </a:extLst>
          </p:cNvPr>
          <p:cNvSpPr/>
          <p:nvPr/>
        </p:nvSpPr>
        <p:spPr>
          <a:xfrm>
            <a:off x="7535917" y="4672968"/>
            <a:ext cx="1661268" cy="1076191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68CFE64-1100-A519-C86B-3DF762215093}"/>
              </a:ext>
            </a:extLst>
          </p:cNvPr>
          <p:cNvSpPr/>
          <p:nvPr/>
        </p:nvSpPr>
        <p:spPr>
          <a:xfrm>
            <a:off x="5425844" y="4615244"/>
            <a:ext cx="3885699" cy="1231300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DB689739-67B2-92B9-09F5-B7A70337DD5D}"/>
              </a:ext>
            </a:extLst>
          </p:cNvPr>
          <p:cNvSpPr/>
          <p:nvPr/>
        </p:nvSpPr>
        <p:spPr>
          <a:xfrm>
            <a:off x="5467348" y="4649395"/>
            <a:ext cx="239110" cy="25026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9207506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ACA6B-DF08-5492-41ED-6FA0C1FF7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Gradient Calculations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13B1C8-2CEF-BC6D-6992-7F8B4F139EB4}"/>
              </a:ext>
            </a:extLst>
          </p:cNvPr>
          <p:cNvGrpSpPr/>
          <p:nvPr/>
        </p:nvGrpSpPr>
        <p:grpSpPr>
          <a:xfrm>
            <a:off x="10842926" y="3203425"/>
            <a:ext cx="484941" cy="375327"/>
            <a:chOff x="2303098" y="3253400"/>
            <a:chExt cx="484941" cy="37532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A46AD5B-3FE0-613F-3C02-C7DA91B23FFD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C895420-A6DC-7827-38A4-B10E425DDF1C}"/>
              </a:ext>
            </a:extLst>
          </p:cNvPr>
          <p:cNvGrpSpPr/>
          <p:nvPr/>
        </p:nvGrpSpPr>
        <p:grpSpPr>
          <a:xfrm>
            <a:off x="10913954" y="4137001"/>
            <a:ext cx="439846" cy="375327"/>
            <a:chOff x="2348193" y="3253400"/>
            <a:chExt cx="439846" cy="37532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68BBC7A-EC13-1438-9868-CB7847040BFC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/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9F91710-C6CA-8505-A430-0ACBDCFD8CBB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>
            <a:off x="11085397" y="3578752"/>
            <a:ext cx="22547" cy="564244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210434B-B1FA-15C1-5980-8B8EF99365E9}"/>
              </a:ext>
            </a:extLst>
          </p:cNvPr>
          <p:cNvGrpSpPr/>
          <p:nvPr/>
        </p:nvGrpSpPr>
        <p:grpSpPr>
          <a:xfrm>
            <a:off x="8873285" y="2952087"/>
            <a:ext cx="1059735" cy="896233"/>
            <a:chOff x="1792466" y="2749256"/>
            <a:chExt cx="1059735" cy="89623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0E4AE11-F0A9-0B59-3C1D-1A00A235996B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/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383FB645-CDEE-348F-F701-F4CEBE511E57}"/>
              </a:ext>
            </a:extLst>
          </p:cNvPr>
          <p:cNvGrpSpPr/>
          <p:nvPr/>
        </p:nvGrpSpPr>
        <p:grpSpPr>
          <a:xfrm>
            <a:off x="5269391" y="2952086"/>
            <a:ext cx="1059735" cy="896233"/>
            <a:chOff x="1792466" y="2749256"/>
            <a:chExt cx="1059735" cy="896233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BAA7EA4-6C55-1566-123E-772C0EEB2682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73C16B2-761E-5F92-848C-15FF130750DE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73C16B2-761E-5F92-848C-15FF130750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7DE798B-8A8B-C38F-49D9-96E3A1CCB6D6}"/>
              </a:ext>
            </a:extLst>
          </p:cNvPr>
          <p:cNvGrpSpPr/>
          <p:nvPr/>
        </p:nvGrpSpPr>
        <p:grpSpPr>
          <a:xfrm>
            <a:off x="6504459" y="2766218"/>
            <a:ext cx="1468490" cy="1325563"/>
            <a:chOff x="1792466" y="2749256"/>
            <a:chExt cx="1468490" cy="1325563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DFD82B5-B918-78DD-179D-EA17B8F6632A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8F02ED-5DB1-1EF3-2C9C-27C4B49C8099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8F02ED-5DB1-1EF3-2C9C-27C4B49C80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43369C77-5CF1-366E-7ACA-7A1C78F54262}"/>
              </a:ext>
            </a:extLst>
          </p:cNvPr>
          <p:cNvSpPr txBox="1"/>
          <p:nvPr/>
        </p:nvSpPr>
        <p:spPr>
          <a:xfrm>
            <a:off x="8274605" y="317739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942541C-99F8-0B6C-3E96-B2666EF75EB0}"/>
              </a:ext>
            </a:extLst>
          </p:cNvPr>
          <p:cNvGrpSpPr/>
          <p:nvPr/>
        </p:nvGrpSpPr>
        <p:grpSpPr>
          <a:xfrm>
            <a:off x="1980958" y="2952087"/>
            <a:ext cx="1059735" cy="896233"/>
            <a:chOff x="1792466" y="2749256"/>
            <a:chExt cx="1059735" cy="89623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B4CDE-0024-4DAC-7B16-F193A5A71B2C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D40CEA3-D405-602A-BC8E-B8E34A2A30ED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D40CEA3-D405-602A-BC8E-B8E34A2A30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CD9388A-166F-1A0B-53DD-32B054ADBF78}"/>
              </a:ext>
            </a:extLst>
          </p:cNvPr>
          <p:cNvGrpSpPr/>
          <p:nvPr/>
        </p:nvGrpSpPr>
        <p:grpSpPr>
          <a:xfrm>
            <a:off x="3439967" y="2699281"/>
            <a:ext cx="1468490" cy="1325563"/>
            <a:chOff x="1792466" y="2749256"/>
            <a:chExt cx="1468490" cy="13255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B136D1B-5CEC-8D64-9718-38634590F7F7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77CFDF3-DFD9-9E64-34DF-397FD716C0EC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77CFDF3-DFD9-9E64-34DF-397FD716C0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D2F360-F22E-6DF5-CA23-89B55533C7F7}"/>
                  </a:ext>
                </a:extLst>
              </p:cNvPr>
              <p:cNvSpPr txBox="1"/>
              <p:nvPr/>
            </p:nvSpPr>
            <p:spPr>
              <a:xfrm>
                <a:off x="2573418" y="5490404"/>
                <a:ext cx="2624052" cy="6751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1D2F360-F22E-6DF5-CA23-89B55533C7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3418" y="5490404"/>
                <a:ext cx="2624052" cy="67518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AB0E072C-CA49-3EC1-273D-B2B0E86E4998}"/>
              </a:ext>
            </a:extLst>
          </p:cNvPr>
          <p:cNvCxnSpPr>
            <a:stCxn id="7" idx="0"/>
            <a:endCxn id="4" idx="0"/>
          </p:cNvCxnSpPr>
          <p:nvPr/>
        </p:nvCxnSpPr>
        <p:spPr>
          <a:xfrm rot="16200000" flipH="1" flipV="1">
            <a:off x="3216116" y="1993991"/>
            <a:ext cx="252806" cy="1663386"/>
          </a:xfrm>
          <a:prstGeom prst="curvedConnector3">
            <a:avLst>
              <a:gd name="adj1" fmla="val -90425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08E0E1E6-62DA-6C18-1AD9-8A4C55EA6E63}"/>
              </a:ext>
            </a:extLst>
          </p:cNvPr>
          <p:cNvCxnSpPr>
            <a:cxnSpLocks/>
            <a:endCxn id="7" idx="0"/>
          </p:cNvCxnSpPr>
          <p:nvPr/>
        </p:nvCxnSpPr>
        <p:spPr>
          <a:xfrm rot="10800000">
            <a:off x="4174213" y="2699282"/>
            <a:ext cx="6845819" cy="98619"/>
          </a:xfrm>
          <a:prstGeom prst="curvedConnector4">
            <a:avLst>
              <a:gd name="adj1" fmla="val 673"/>
              <a:gd name="adj2" fmla="val 1111635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051DCB8-FA54-3F68-1628-1F3A179B0763}"/>
                  </a:ext>
                </a:extLst>
              </p:cNvPr>
              <p:cNvSpPr txBox="1"/>
              <p:nvPr/>
            </p:nvSpPr>
            <p:spPr>
              <a:xfrm>
                <a:off x="7129847" y="1757625"/>
                <a:ext cx="934550" cy="6751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051DCB8-FA54-3F68-1628-1F3A179B07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9847" y="1757625"/>
                <a:ext cx="934550" cy="67518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7CFADD5-BD27-07E9-24C7-B1DB19386DD8}"/>
                  </a:ext>
                </a:extLst>
              </p:cNvPr>
              <p:cNvSpPr txBox="1"/>
              <p:nvPr/>
            </p:nvSpPr>
            <p:spPr>
              <a:xfrm>
                <a:off x="2883264" y="1745325"/>
                <a:ext cx="661014" cy="664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7CFADD5-BD27-07E9-24C7-B1DB19386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3264" y="1745325"/>
                <a:ext cx="661014" cy="66422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81548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F14C2-E8CE-BDD1-5042-E0D55F543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Gradient Calculations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D97DF12-CFE2-B454-4B68-9DB1650374FB}"/>
              </a:ext>
            </a:extLst>
          </p:cNvPr>
          <p:cNvGrpSpPr/>
          <p:nvPr/>
        </p:nvGrpSpPr>
        <p:grpSpPr>
          <a:xfrm>
            <a:off x="3483487" y="2793855"/>
            <a:ext cx="1073051" cy="896233"/>
            <a:chOff x="1975635" y="2952087"/>
            <a:chExt cx="1073051" cy="896233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B6C76F5-22DD-0F9F-DA52-B1A9D4308594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86C9146-CAF9-614C-EB4B-0644D27C1785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43A414B9-6E81-2489-6044-6130130272AE}"/>
                  </a:ext>
                </a:extLst>
              </p:cNvPr>
              <p:cNvCxnSpPr>
                <a:stCxn id="5" idx="0"/>
                <a:endCxn id="5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A200DC35-7D48-2A9F-23F4-D305D1A8F74B}"/>
                  </a:ext>
                </a:extLst>
              </p:cNvPr>
              <p:cNvCxnSpPr>
                <a:cxnSpLocks/>
                <a:endCxn id="5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600F905-0F2D-DDFF-6F0B-90B96553B92E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600F905-0F2D-DDFF-6F0B-90B96553B9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9370918-FAEE-178E-A09C-6B246E84596C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9370918-FAEE-178E-A09C-6B246E8459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BBC5356-42E3-EF95-C54F-F120B6F9A447}"/>
                    </a:ext>
                  </a:extLst>
                </p:cNvPr>
                <p:cNvSpPr txBox="1"/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BBC5356-42E3-EF95-C54F-F120B6F9A4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D2911CE-D51F-7E22-4C99-CD3156E82CCD}"/>
                    </a:ext>
                  </a:extLst>
                </p:cNvPr>
                <p:cNvSpPr txBox="1"/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D2911CE-D51F-7E22-4C99-CD3156E82C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08FCC8A-6419-E43C-1148-C49FB0C6F8D1}"/>
              </a:ext>
            </a:extLst>
          </p:cNvPr>
          <p:cNvGrpSpPr/>
          <p:nvPr/>
        </p:nvGrpSpPr>
        <p:grpSpPr>
          <a:xfrm>
            <a:off x="6753803" y="2507532"/>
            <a:ext cx="1554457" cy="1416007"/>
            <a:chOff x="4834169" y="2692199"/>
            <a:chExt cx="1554457" cy="141600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6B1C1F1-3234-C2FC-A544-B11423CA2ADA}"/>
                </a:ext>
              </a:extLst>
            </p:cNvPr>
            <p:cNvSpPr/>
            <p:nvPr/>
          </p:nvSpPr>
          <p:spPr>
            <a:xfrm>
              <a:off x="4834170" y="2692199"/>
              <a:ext cx="1518186" cy="141600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EBE0BFC-DD3F-7908-87D0-CD7D489F0570}"/>
                </a:ext>
              </a:extLst>
            </p:cNvPr>
            <p:cNvCxnSpPr>
              <a:cxnSpLocks/>
            </p:cNvCxnSpPr>
            <p:nvPr/>
          </p:nvCxnSpPr>
          <p:spPr>
            <a:xfrm>
              <a:off x="5364037" y="2692199"/>
              <a:ext cx="0" cy="14160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E6F7299-33CA-6DF7-FA1E-850C4BD8AE80}"/>
                </a:ext>
              </a:extLst>
            </p:cNvPr>
            <p:cNvCxnSpPr>
              <a:cxnSpLocks/>
            </p:cNvCxnSpPr>
            <p:nvPr/>
          </p:nvCxnSpPr>
          <p:spPr>
            <a:xfrm>
              <a:off x="4834169" y="3140315"/>
              <a:ext cx="151818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78DCFF4-256A-E943-D909-912C5B92826D}"/>
                </a:ext>
              </a:extLst>
            </p:cNvPr>
            <p:cNvCxnSpPr>
              <a:cxnSpLocks/>
            </p:cNvCxnSpPr>
            <p:nvPr/>
          </p:nvCxnSpPr>
          <p:spPr>
            <a:xfrm>
              <a:off x="5893904" y="2692199"/>
              <a:ext cx="0" cy="14160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99A1DBE-046E-2387-93CD-9B07A4BAD7BA}"/>
                </a:ext>
              </a:extLst>
            </p:cNvPr>
            <p:cNvCxnSpPr>
              <a:cxnSpLocks/>
            </p:cNvCxnSpPr>
            <p:nvPr/>
          </p:nvCxnSpPr>
          <p:spPr>
            <a:xfrm>
              <a:off x="4834169" y="3607608"/>
              <a:ext cx="151818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D368CB2-A13C-FE5A-E0A1-FF54415977DB}"/>
                    </a:ext>
                  </a:extLst>
                </p:cNvPr>
                <p:cNvSpPr txBox="1"/>
                <p:nvPr/>
              </p:nvSpPr>
              <p:spPr>
                <a:xfrm>
                  <a:off x="4879097" y="2722003"/>
                  <a:ext cx="4849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D368CB2-A13C-FE5A-E0A1-FF54415977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9097" y="2722003"/>
                  <a:ext cx="484940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48ECFDC9-D3B1-A444-CE10-E6749BB48B4A}"/>
                    </a:ext>
                  </a:extLst>
                </p:cNvPr>
                <p:cNvSpPr txBox="1"/>
                <p:nvPr/>
              </p:nvSpPr>
              <p:spPr>
                <a:xfrm>
                  <a:off x="5408964" y="2737521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48ECFDC9-D3B1-A444-CE10-E6749BB48B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8964" y="2737521"/>
                  <a:ext cx="49026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99D681F-501C-CDD6-9D87-A31FBEBAC09B}"/>
                    </a:ext>
                  </a:extLst>
                </p:cNvPr>
                <p:cNvSpPr txBox="1"/>
                <p:nvPr/>
              </p:nvSpPr>
              <p:spPr>
                <a:xfrm>
                  <a:off x="5898364" y="2746493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99D681F-501C-CDD6-9D87-A31FBEBAC0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98364" y="2746493"/>
                  <a:ext cx="490262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E6645A07-9094-F974-81AB-01D95A0038C5}"/>
                    </a:ext>
                  </a:extLst>
                </p:cNvPr>
                <p:cNvSpPr txBox="1"/>
                <p:nvPr/>
              </p:nvSpPr>
              <p:spPr>
                <a:xfrm>
                  <a:off x="4874637" y="3205948"/>
                  <a:ext cx="4849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E6645A07-9094-F974-81AB-01D95A0038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4637" y="3205948"/>
                  <a:ext cx="484940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F9DAE87-71D6-4E89-E328-09E124F56AA7}"/>
                    </a:ext>
                  </a:extLst>
                </p:cNvPr>
                <p:cNvSpPr txBox="1"/>
                <p:nvPr/>
              </p:nvSpPr>
              <p:spPr>
                <a:xfrm>
                  <a:off x="5404504" y="3221466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F9DAE87-71D6-4E89-E328-09E124F56A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4504" y="3221466"/>
                  <a:ext cx="490262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DEBB6650-38B5-BC42-D0DC-B954AA7F8BC8}"/>
                    </a:ext>
                  </a:extLst>
                </p:cNvPr>
                <p:cNvSpPr txBox="1"/>
                <p:nvPr/>
              </p:nvSpPr>
              <p:spPr>
                <a:xfrm>
                  <a:off x="5893904" y="3230438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DEBB6650-38B5-BC42-D0DC-B954AA7F8B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93904" y="3230438"/>
                  <a:ext cx="490262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57011B12-DDC4-71A2-9C10-53760C333EFC}"/>
                    </a:ext>
                  </a:extLst>
                </p:cNvPr>
                <p:cNvSpPr txBox="1"/>
                <p:nvPr/>
              </p:nvSpPr>
              <p:spPr>
                <a:xfrm>
                  <a:off x="4874637" y="3690089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57011B12-DDC4-71A2-9C10-53760C333E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4637" y="3690089"/>
                  <a:ext cx="490262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BAD1A9A6-A5B7-F71D-3723-2B382EB1E02C}"/>
                    </a:ext>
                  </a:extLst>
                </p:cNvPr>
                <p:cNvSpPr txBox="1"/>
                <p:nvPr/>
              </p:nvSpPr>
              <p:spPr>
                <a:xfrm>
                  <a:off x="5404504" y="3705607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BAD1A9A6-A5B7-F71D-3723-2B382EB1E0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4504" y="3705607"/>
                  <a:ext cx="490262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B6A0C3B9-DB6A-04A0-4E64-9A498E92EBB7}"/>
                    </a:ext>
                  </a:extLst>
                </p:cNvPr>
                <p:cNvSpPr txBox="1"/>
                <p:nvPr/>
              </p:nvSpPr>
              <p:spPr>
                <a:xfrm>
                  <a:off x="5893904" y="3714579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B6A0C3B9-DB6A-04A0-4E64-9A498E92EB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93904" y="3714579"/>
                  <a:ext cx="490262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116AA76-8130-EB40-1B74-A944B3203A99}"/>
                  </a:ext>
                </a:extLst>
              </p:cNvPr>
              <p:cNvSpPr txBox="1"/>
              <p:nvPr/>
            </p:nvSpPr>
            <p:spPr>
              <a:xfrm>
                <a:off x="4548545" y="4396790"/>
                <a:ext cx="2552685" cy="629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116AA76-8130-EB40-1B74-A944B3203A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8545" y="4396790"/>
                <a:ext cx="2552685" cy="62991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81AB01F-A6F6-5205-B2C6-294E66B68FF0}"/>
                  </a:ext>
                </a:extLst>
              </p:cNvPr>
              <p:cNvSpPr txBox="1"/>
              <p:nvPr/>
            </p:nvSpPr>
            <p:spPr>
              <a:xfrm>
                <a:off x="10127383" y="2128737"/>
                <a:ext cx="934550" cy="629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81AB01F-A6F6-5205-B2C6-294E66B68F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7383" y="2128737"/>
                <a:ext cx="934550" cy="62991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DCE4181-6216-5D59-D161-30012C39A1F6}"/>
                  </a:ext>
                </a:extLst>
              </p:cNvPr>
              <p:cNvSpPr txBox="1"/>
              <p:nvPr/>
            </p:nvSpPr>
            <p:spPr>
              <a:xfrm>
                <a:off x="5438197" y="1937927"/>
                <a:ext cx="589649" cy="618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DCE4181-6216-5D59-D161-30012C39A1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8197" y="1937927"/>
                <a:ext cx="589649" cy="61888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69DBA01-2595-98D6-EB2F-35F03CD49E0C}"/>
              </a:ext>
            </a:extLst>
          </p:cNvPr>
          <p:cNvCxnSpPr>
            <a:cxnSpLocks/>
          </p:cNvCxnSpPr>
          <p:nvPr/>
        </p:nvCxnSpPr>
        <p:spPr>
          <a:xfrm flipH="1">
            <a:off x="5050395" y="3179206"/>
            <a:ext cx="1608715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7DD1B8D-288B-BC38-C227-2F869E479C6D}"/>
              </a:ext>
            </a:extLst>
          </p:cNvPr>
          <p:cNvCxnSpPr>
            <a:cxnSpLocks/>
          </p:cNvCxnSpPr>
          <p:nvPr/>
        </p:nvCxnSpPr>
        <p:spPr>
          <a:xfrm flipH="1">
            <a:off x="9431995" y="3179206"/>
            <a:ext cx="1608715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2FAB217-E664-0E13-973A-1E60160F6D22}"/>
                  </a:ext>
                </a:extLst>
              </p:cNvPr>
              <p:cNvSpPr txBox="1"/>
              <p:nvPr/>
            </p:nvSpPr>
            <p:spPr>
              <a:xfrm>
                <a:off x="2955147" y="5668069"/>
                <a:ext cx="485839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For a layer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removing the subscript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 </a:t>
                </a:r>
                <a:r>
                  <a:rPr lang="en-US"/>
                  <a:t>for clarity </a:t>
                </a:r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2FAB217-E664-0E13-973A-1E60160F6D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5147" y="5668069"/>
                <a:ext cx="4858390" cy="369332"/>
              </a:xfrm>
              <a:prstGeom prst="rect">
                <a:avLst/>
              </a:prstGeom>
              <a:blipFill>
                <a:blip r:embed="rId18"/>
                <a:stretch>
                  <a:fillRect l="-1129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B3FABF7E-7FFC-85E7-1E7B-5780FCCB6A0B}"/>
              </a:ext>
            </a:extLst>
          </p:cNvPr>
          <p:cNvSpPr txBox="1"/>
          <p:nvPr/>
        </p:nvSpPr>
        <p:spPr>
          <a:xfrm>
            <a:off x="683894" y="6153868"/>
            <a:ext cx="38726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Outputs of the previous layer that we produced in Forward Propagation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639522C-D8B4-54FF-0EBE-DF3BE7667A3D}"/>
              </a:ext>
            </a:extLst>
          </p:cNvPr>
          <p:cNvCxnSpPr>
            <a:cxnSpLocks/>
          </p:cNvCxnSpPr>
          <p:nvPr/>
        </p:nvCxnSpPr>
        <p:spPr>
          <a:xfrm flipH="1" flipV="1">
            <a:off x="1397826" y="4161998"/>
            <a:ext cx="345620" cy="20121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D6CA73B-865A-8536-256C-198F5721E9D9}"/>
              </a:ext>
            </a:extLst>
          </p:cNvPr>
          <p:cNvSpPr txBox="1"/>
          <p:nvPr/>
        </p:nvSpPr>
        <p:spPr>
          <a:xfrm>
            <a:off x="9690538" y="4099348"/>
            <a:ext cx="25948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Gradients produced till now in backward propagation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CB432E4-8052-ED51-5E9C-589C71A63AA0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10617644" y="2775758"/>
            <a:ext cx="370299" cy="13235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FAB19C2-C522-4E76-FD21-5D3E2151E548}"/>
              </a:ext>
            </a:extLst>
          </p:cNvPr>
          <p:cNvGrpSpPr/>
          <p:nvPr/>
        </p:nvGrpSpPr>
        <p:grpSpPr>
          <a:xfrm>
            <a:off x="427711" y="2313685"/>
            <a:ext cx="2040130" cy="1784524"/>
            <a:chOff x="585073" y="2581414"/>
            <a:chExt cx="2040130" cy="1784524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91C7BE6-411D-6C86-72D0-9784BD5AF555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9C6949D-9DF1-35D6-404B-887E7769B227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D33ABBCE-FFF5-8051-DAEE-2BB351E08CB1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76E419E-7028-4EF9-E43B-FB2F59CB56C3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7656F90B-D2F2-6FEA-EB31-B047A2B715BC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97A6C260-E51B-6E2D-BA0E-2E0D1AAFACE0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50CD4016-7FC0-6F03-38E3-EDC148CE25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1365D4A6-429A-43D5-B8D9-36A4B0556CDC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10C4094F-4490-1192-56F5-8B5ABF4F36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47D24BC6-5405-B6C5-B88F-B1FE47F1B6B9}"/>
                    </a:ext>
                  </a:extLst>
                </p:cNvPr>
                <p:cNvSpPr txBox="1"/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CC8123A6-DCE2-3BDD-1FCA-14683CBD3F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68251E75-3456-14C9-5C21-86F3D534C992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A02E2D6-6CBF-FD15-0DC9-48CD2BC989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53C7FC72-7C0C-FB8A-8779-39196A0632C5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9247F92-8C6E-D223-2291-D326552A24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2663B164-0550-C7D2-888F-D7D92D48A23A}"/>
                    </a:ext>
                  </a:extLst>
                </p:cNvPr>
                <p:cNvSpPr txBox="1"/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4E9DFB93-33BA-7E6D-BB8C-E977258796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3BF125CA-7B45-21E2-3ADD-1449D5A9395A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C019DCAA-146C-89B7-9CD8-D65C180DF5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E183110E-71CA-3837-BDC9-1673CAD7DA89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DC04D5D0-F37C-2F8C-5303-0678B29E7B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497D1EA8-BE5E-16CE-6419-FFE5E0368000}"/>
                    </a:ext>
                  </a:extLst>
                </p:cNvPr>
                <p:cNvSpPr txBox="1"/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3529AB9D-EF72-F56C-E6F8-C1B56E5915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CBC2909B-544A-9769-9043-F0B36AB8DA85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527DC54C-2498-EC66-CE5D-68E99E9647EC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383FE44E-DBEC-1E4D-F1FD-7867A62CF0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7B6A720B-C125-D167-8936-3F8AD2A620EE}"/>
                    </a:ext>
                  </a:extLst>
                </p:cNvPr>
                <p:cNvSpPr txBox="1"/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F4C3947-D5CE-A559-4903-3EE616FDB9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07D50EBF-898A-9C51-DAEC-D46F08F356F6}"/>
                    </a:ext>
                  </a:extLst>
                </p:cNvPr>
                <p:cNvSpPr txBox="1"/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86DDCAAB-A492-9897-C654-82BEA31A07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E630062C-1993-86FF-E789-CFDDCA78271F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C4304670-DCBA-707D-77EC-0A1F3DAF9989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C395AB65-2B44-3D29-ECCA-E4CCB3DBEB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853590A0-6497-3C6F-D7E2-39AB17D61E6F}"/>
                    </a:ext>
                  </a:extLst>
                </p:cNvPr>
                <p:cNvSpPr txBox="1"/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F9811EB8-FB19-0883-8841-5EF59E78F4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F9D21ED2-1C18-12AF-40C7-E547B8F30622}"/>
                    </a:ext>
                  </a:extLst>
                </p:cNvPr>
                <p:cNvSpPr txBox="1"/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0094BE4E-A909-1E1D-D068-08FB04C96B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680F9794-9A03-B9C0-E306-F0009CF7C046}"/>
                    </a:ext>
                  </a:extLst>
                </p:cNvPr>
                <p:cNvSpPr txBox="1"/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2D7227D4-67A1-F22C-A6F9-B01F3934ED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92761594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F14C2-E8CE-BDD1-5042-E0D55F543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Gradient Calculations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D97DF12-CFE2-B454-4B68-9DB1650374FB}"/>
              </a:ext>
            </a:extLst>
          </p:cNvPr>
          <p:cNvGrpSpPr/>
          <p:nvPr/>
        </p:nvGrpSpPr>
        <p:grpSpPr>
          <a:xfrm>
            <a:off x="3483487" y="2793855"/>
            <a:ext cx="1073051" cy="896233"/>
            <a:chOff x="1975635" y="2952087"/>
            <a:chExt cx="1073051" cy="896233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B6C76F5-22DD-0F9F-DA52-B1A9D4308594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86C9146-CAF9-614C-EB4B-0644D27C1785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43A414B9-6E81-2489-6044-6130130272AE}"/>
                  </a:ext>
                </a:extLst>
              </p:cNvPr>
              <p:cNvCxnSpPr>
                <a:stCxn id="5" idx="0"/>
                <a:endCxn id="5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A200DC35-7D48-2A9F-23F4-D305D1A8F74B}"/>
                  </a:ext>
                </a:extLst>
              </p:cNvPr>
              <p:cNvCxnSpPr>
                <a:cxnSpLocks/>
                <a:endCxn id="5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600F905-0F2D-DDFF-6F0B-90B96553B92E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600F905-0F2D-DDFF-6F0B-90B96553B9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9370918-FAEE-178E-A09C-6B246E84596C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9370918-FAEE-178E-A09C-6B246E8459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BBC5356-42E3-EF95-C54F-F120B6F9A447}"/>
                    </a:ext>
                  </a:extLst>
                </p:cNvPr>
                <p:cNvSpPr txBox="1"/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BBC5356-42E3-EF95-C54F-F120B6F9A4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D2911CE-D51F-7E22-4C99-CD3156E82CCD}"/>
                    </a:ext>
                  </a:extLst>
                </p:cNvPr>
                <p:cNvSpPr txBox="1"/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D2911CE-D51F-7E22-4C99-CD3156E82C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08FCC8A-6419-E43C-1148-C49FB0C6F8D1}"/>
              </a:ext>
            </a:extLst>
          </p:cNvPr>
          <p:cNvGrpSpPr/>
          <p:nvPr/>
        </p:nvGrpSpPr>
        <p:grpSpPr>
          <a:xfrm>
            <a:off x="6753803" y="2507532"/>
            <a:ext cx="1554457" cy="1416007"/>
            <a:chOff x="4834169" y="2692199"/>
            <a:chExt cx="1554457" cy="141600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6B1C1F1-3234-C2FC-A544-B11423CA2ADA}"/>
                </a:ext>
              </a:extLst>
            </p:cNvPr>
            <p:cNvSpPr/>
            <p:nvPr/>
          </p:nvSpPr>
          <p:spPr>
            <a:xfrm>
              <a:off x="4834170" y="2692199"/>
              <a:ext cx="1518186" cy="141600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EBE0BFC-DD3F-7908-87D0-CD7D489F0570}"/>
                </a:ext>
              </a:extLst>
            </p:cNvPr>
            <p:cNvCxnSpPr>
              <a:cxnSpLocks/>
            </p:cNvCxnSpPr>
            <p:nvPr/>
          </p:nvCxnSpPr>
          <p:spPr>
            <a:xfrm>
              <a:off x="5364037" y="2692199"/>
              <a:ext cx="0" cy="14160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E6F7299-33CA-6DF7-FA1E-850C4BD8AE80}"/>
                </a:ext>
              </a:extLst>
            </p:cNvPr>
            <p:cNvCxnSpPr>
              <a:cxnSpLocks/>
            </p:cNvCxnSpPr>
            <p:nvPr/>
          </p:nvCxnSpPr>
          <p:spPr>
            <a:xfrm>
              <a:off x="4834169" y="3140315"/>
              <a:ext cx="151818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78DCFF4-256A-E943-D909-912C5B92826D}"/>
                </a:ext>
              </a:extLst>
            </p:cNvPr>
            <p:cNvCxnSpPr>
              <a:cxnSpLocks/>
            </p:cNvCxnSpPr>
            <p:nvPr/>
          </p:nvCxnSpPr>
          <p:spPr>
            <a:xfrm>
              <a:off x="5893904" y="2692199"/>
              <a:ext cx="0" cy="14160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99A1DBE-046E-2387-93CD-9B07A4BAD7BA}"/>
                </a:ext>
              </a:extLst>
            </p:cNvPr>
            <p:cNvCxnSpPr>
              <a:cxnSpLocks/>
            </p:cNvCxnSpPr>
            <p:nvPr/>
          </p:nvCxnSpPr>
          <p:spPr>
            <a:xfrm>
              <a:off x="4834169" y="3607608"/>
              <a:ext cx="151818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D368CB2-A13C-FE5A-E0A1-FF54415977DB}"/>
                    </a:ext>
                  </a:extLst>
                </p:cNvPr>
                <p:cNvSpPr txBox="1"/>
                <p:nvPr/>
              </p:nvSpPr>
              <p:spPr>
                <a:xfrm>
                  <a:off x="4879097" y="2722003"/>
                  <a:ext cx="4849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D368CB2-A13C-FE5A-E0A1-FF54415977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9097" y="2722003"/>
                  <a:ext cx="484940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48ECFDC9-D3B1-A444-CE10-E6749BB48B4A}"/>
                    </a:ext>
                  </a:extLst>
                </p:cNvPr>
                <p:cNvSpPr txBox="1"/>
                <p:nvPr/>
              </p:nvSpPr>
              <p:spPr>
                <a:xfrm>
                  <a:off x="5408964" y="2737521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48ECFDC9-D3B1-A444-CE10-E6749BB48B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8964" y="2737521"/>
                  <a:ext cx="49026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99D681F-501C-CDD6-9D87-A31FBEBAC09B}"/>
                    </a:ext>
                  </a:extLst>
                </p:cNvPr>
                <p:cNvSpPr txBox="1"/>
                <p:nvPr/>
              </p:nvSpPr>
              <p:spPr>
                <a:xfrm>
                  <a:off x="5898364" y="2746493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99D681F-501C-CDD6-9D87-A31FBEBAC0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98364" y="2746493"/>
                  <a:ext cx="490262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E6645A07-9094-F974-81AB-01D95A0038C5}"/>
                    </a:ext>
                  </a:extLst>
                </p:cNvPr>
                <p:cNvSpPr txBox="1"/>
                <p:nvPr/>
              </p:nvSpPr>
              <p:spPr>
                <a:xfrm>
                  <a:off x="4874637" y="3205948"/>
                  <a:ext cx="4849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E6645A07-9094-F974-81AB-01D95A0038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4637" y="3205948"/>
                  <a:ext cx="484940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F9DAE87-71D6-4E89-E328-09E124F56AA7}"/>
                    </a:ext>
                  </a:extLst>
                </p:cNvPr>
                <p:cNvSpPr txBox="1"/>
                <p:nvPr/>
              </p:nvSpPr>
              <p:spPr>
                <a:xfrm>
                  <a:off x="5404504" y="3221466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F9DAE87-71D6-4E89-E328-09E124F56A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4504" y="3221466"/>
                  <a:ext cx="490262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DEBB6650-38B5-BC42-D0DC-B954AA7F8BC8}"/>
                    </a:ext>
                  </a:extLst>
                </p:cNvPr>
                <p:cNvSpPr txBox="1"/>
                <p:nvPr/>
              </p:nvSpPr>
              <p:spPr>
                <a:xfrm>
                  <a:off x="5893904" y="3230438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DEBB6650-38B5-BC42-D0DC-B954AA7F8B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93904" y="3230438"/>
                  <a:ext cx="490262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57011B12-DDC4-71A2-9C10-53760C333EFC}"/>
                    </a:ext>
                  </a:extLst>
                </p:cNvPr>
                <p:cNvSpPr txBox="1"/>
                <p:nvPr/>
              </p:nvSpPr>
              <p:spPr>
                <a:xfrm>
                  <a:off x="4874637" y="3690089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57011B12-DDC4-71A2-9C10-53760C333E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4637" y="3690089"/>
                  <a:ext cx="490262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BAD1A9A6-A5B7-F71D-3723-2B382EB1E02C}"/>
                    </a:ext>
                  </a:extLst>
                </p:cNvPr>
                <p:cNvSpPr txBox="1"/>
                <p:nvPr/>
              </p:nvSpPr>
              <p:spPr>
                <a:xfrm>
                  <a:off x="5404504" y="3705607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BAD1A9A6-A5B7-F71D-3723-2B382EB1E0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4504" y="3705607"/>
                  <a:ext cx="490262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B6A0C3B9-DB6A-04A0-4E64-9A498E92EBB7}"/>
                    </a:ext>
                  </a:extLst>
                </p:cNvPr>
                <p:cNvSpPr txBox="1"/>
                <p:nvPr/>
              </p:nvSpPr>
              <p:spPr>
                <a:xfrm>
                  <a:off x="5893904" y="3714579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B6A0C3B9-DB6A-04A0-4E64-9A498E92EB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93904" y="3714579"/>
                  <a:ext cx="490262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116AA76-8130-EB40-1B74-A944B3203A99}"/>
                  </a:ext>
                </a:extLst>
              </p:cNvPr>
              <p:cNvSpPr txBox="1"/>
              <p:nvPr/>
            </p:nvSpPr>
            <p:spPr>
              <a:xfrm>
                <a:off x="4548545" y="4396790"/>
                <a:ext cx="2624052" cy="6751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116AA76-8130-EB40-1B74-A944B3203A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8545" y="4396790"/>
                <a:ext cx="2624052" cy="67518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81AB01F-A6F6-5205-B2C6-294E66B68FF0}"/>
                  </a:ext>
                </a:extLst>
              </p:cNvPr>
              <p:cNvSpPr txBox="1"/>
              <p:nvPr/>
            </p:nvSpPr>
            <p:spPr>
              <a:xfrm>
                <a:off x="10127383" y="2128737"/>
                <a:ext cx="934550" cy="629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81AB01F-A6F6-5205-B2C6-294E66B68F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7383" y="2128737"/>
                <a:ext cx="934550" cy="62991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DCE4181-6216-5D59-D161-30012C39A1F6}"/>
                  </a:ext>
                </a:extLst>
              </p:cNvPr>
              <p:cNvSpPr txBox="1"/>
              <p:nvPr/>
            </p:nvSpPr>
            <p:spPr>
              <a:xfrm>
                <a:off x="5438197" y="1937927"/>
                <a:ext cx="589649" cy="618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DCE4181-6216-5D59-D161-30012C39A1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8197" y="1937927"/>
                <a:ext cx="589649" cy="61888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69DBA01-2595-98D6-EB2F-35F03CD49E0C}"/>
              </a:ext>
            </a:extLst>
          </p:cNvPr>
          <p:cNvCxnSpPr>
            <a:cxnSpLocks/>
          </p:cNvCxnSpPr>
          <p:nvPr/>
        </p:nvCxnSpPr>
        <p:spPr>
          <a:xfrm flipH="1">
            <a:off x="5050395" y="3179206"/>
            <a:ext cx="1608715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7DD1B8D-288B-BC38-C227-2F869E479C6D}"/>
              </a:ext>
            </a:extLst>
          </p:cNvPr>
          <p:cNvCxnSpPr>
            <a:cxnSpLocks/>
          </p:cNvCxnSpPr>
          <p:nvPr/>
        </p:nvCxnSpPr>
        <p:spPr>
          <a:xfrm flipH="1">
            <a:off x="9431995" y="3179206"/>
            <a:ext cx="1608715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DABA451C-1167-0EB4-4A2A-44B0E3EEBA54}"/>
              </a:ext>
            </a:extLst>
          </p:cNvPr>
          <p:cNvGrpSpPr/>
          <p:nvPr/>
        </p:nvGrpSpPr>
        <p:grpSpPr>
          <a:xfrm>
            <a:off x="427711" y="2313685"/>
            <a:ext cx="2040130" cy="1784524"/>
            <a:chOff x="585073" y="2581414"/>
            <a:chExt cx="2040130" cy="178452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E8828FB-3D6E-21A5-AE6A-5807D255E64A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F5F4106-9623-BA4B-C920-8244C9637AAE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901FA67-AE61-853B-C2ED-47E289277B62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8982236-54E6-F236-8E9B-28338EB3CA4E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6A8B95D-8003-8D73-C77A-B20E3F3F0B6C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F2D1553E-17AA-4BE7-BAA4-D670D223083F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50CD4016-7FC0-6F03-38E3-EDC148CE25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8421CF34-109E-3D2A-F1A5-C4C8C5548C6E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10C4094F-4490-1192-56F5-8B5ABF4F36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E623801E-A506-4C16-DB2B-CED51764EF92}"/>
                    </a:ext>
                  </a:extLst>
                </p:cNvPr>
                <p:cNvSpPr txBox="1"/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CC8123A6-DCE2-3BDD-1FCA-14683CBD3F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9FF8AE91-0BE7-CE3B-8545-86D71AB0F44A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A02E2D6-6CBF-FD15-0DC9-48CD2BC989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DF06BAB1-4C93-12B4-C8FA-1A2BBDC3EF77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9247F92-8C6E-D223-2291-D326552A24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B9DA70CB-D336-2943-4BCC-8AAEB2311322}"/>
                    </a:ext>
                  </a:extLst>
                </p:cNvPr>
                <p:cNvSpPr txBox="1"/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4E9DFB93-33BA-7E6D-BB8C-E977258796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78AD8BD-82EB-D449-0602-31A1BC0927C1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C019DCAA-146C-89B7-9CD8-D65C180DF5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7BF93B79-E82B-D105-21D4-1D8793DC9641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DC04D5D0-F37C-2F8C-5303-0678B29E7B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A1DAD121-02FA-65E9-84A4-605CBCE890BD}"/>
                    </a:ext>
                  </a:extLst>
                </p:cNvPr>
                <p:cNvSpPr txBox="1"/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3529AB9D-EF72-F56C-E6F8-C1B56E5915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6085D7F7-3EC0-3F74-6E78-727812B63CAD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6C485081-F990-101E-00C3-28518B2224D8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383FE44E-DBEC-1E4D-F1FD-7867A62CF0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85D477C4-078A-8703-133F-E11B2775261A}"/>
                    </a:ext>
                  </a:extLst>
                </p:cNvPr>
                <p:cNvSpPr txBox="1"/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F4C3947-D5CE-A559-4903-3EE616FDB9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38B9A001-1041-734A-1C81-36EAFF901BDC}"/>
                    </a:ext>
                  </a:extLst>
                </p:cNvPr>
                <p:cNvSpPr txBox="1"/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86DDCAAB-A492-9897-C654-82BEA31A07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896D78A5-F902-7540-31F9-3C27AFF69E5E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9D5FA396-CC7E-DE31-185B-C7A5A386FD0E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C395AB65-2B44-3D29-ECCA-E4CCB3DBEB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91590A42-ED7F-6961-0647-60F84373EA41}"/>
                    </a:ext>
                  </a:extLst>
                </p:cNvPr>
                <p:cNvSpPr txBox="1"/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F9811EB8-FB19-0883-8841-5EF59E78F4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32111775-1123-05E0-1351-8044855B025A}"/>
                    </a:ext>
                  </a:extLst>
                </p:cNvPr>
                <p:cNvSpPr txBox="1"/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0094BE4E-A909-1E1D-D068-08FB04C96B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906F8D4C-D0F8-1F6D-1851-B5D88CA980B2}"/>
                    </a:ext>
                  </a:extLst>
                </p:cNvPr>
                <p:cNvSpPr txBox="1"/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2D7227D4-67A1-F22C-A6F9-B01F3934ED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830256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F14C2-E8CE-BDD1-5042-E0D55F543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Gradient Calculations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D97DF12-CFE2-B454-4B68-9DB1650374FB}"/>
              </a:ext>
            </a:extLst>
          </p:cNvPr>
          <p:cNvGrpSpPr/>
          <p:nvPr/>
        </p:nvGrpSpPr>
        <p:grpSpPr>
          <a:xfrm>
            <a:off x="3483487" y="2793855"/>
            <a:ext cx="1073051" cy="896233"/>
            <a:chOff x="1975635" y="2952087"/>
            <a:chExt cx="1073051" cy="896233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B6C76F5-22DD-0F9F-DA52-B1A9D4308594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86C9146-CAF9-614C-EB4B-0644D27C1785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43A414B9-6E81-2489-6044-6130130272AE}"/>
                  </a:ext>
                </a:extLst>
              </p:cNvPr>
              <p:cNvCxnSpPr>
                <a:stCxn id="5" idx="0"/>
                <a:endCxn id="5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A200DC35-7D48-2A9F-23F4-D305D1A8F74B}"/>
                  </a:ext>
                </a:extLst>
              </p:cNvPr>
              <p:cNvCxnSpPr>
                <a:cxnSpLocks/>
                <a:endCxn id="5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600F905-0F2D-DDFF-6F0B-90B96553B92E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600F905-0F2D-DDFF-6F0B-90B96553B9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9370918-FAEE-178E-A09C-6B246E84596C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9370918-FAEE-178E-A09C-6B246E8459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BBC5356-42E3-EF95-C54F-F120B6F9A447}"/>
                    </a:ext>
                  </a:extLst>
                </p:cNvPr>
                <p:cNvSpPr txBox="1"/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BBC5356-42E3-EF95-C54F-F120B6F9A4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D2911CE-D51F-7E22-4C99-CD3156E82CCD}"/>
                    </a:ext>
                  </a:extLst>
                </p:cNvPr>
                <p:cNvSpPr txBox="1"/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D2911CE-D51F-7E22-4C99-CD3156E82C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08FCC8A-6419-E43C-1148-C49FB0C6F8D1}"/>
              </a:ext>
            </a:extLst>
          </p:cNvPr>
          <p:cNvGrpSpPr/>
          <p:nvPr/>
        </p:nvGrpSpPr>
        <p:grpSpPr>
          <a:xfrm>
            <a:off x="6753803" y="2507532"/>
            <a:ext cx="1554457" cy="1416007"/>
            <a:chOff x="4834169" y="2692199"/>
            <a:chExt cx="1554457" cy="141600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6B1C1F1-3234-C2FC-A544-B11423CA2ADA}"/>
                </a:ext>
              </a:extLst>
            </p:cNvPr>
            <p:cNvSpPr/>
            <p:nvPr/>
          </p:nvSpPr>
          <p:spPr>
            <a:xfrm>
              <a:off x="4834170" y="2692199"/>
              <a:ext cx="1518186" cy="141600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EBE0BFC-DD3F-7908-87D0-CD7D489F0570}"/>
                </a:ext>
              </a:extLst>
            </p:cNvPr>
            <p:cNvCxnSpPr>
              <a:cxnSpLocks/>
            </p:cNvCxnSpPr>
            <p:nvPr/>
          </p:nvCxnSpPr>
          <p:spPr>
            <a:xfrm>
              <a:off x="5364037" y="2692199"/>
              <a:ext cx="0" cy="14160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E6F7299-33CA-6DF7-FA1E-850C4BD8AE80}"/>
                </a:ext>
              </a:extLst>
            </p:cNvPr>
            <p:cNvCxnSpPr>
              <a:cxnSpLocks/>
            </p:cNvCxnSpPr>
            <p:nvPr/>
          </p:nvCxnSpPr>
          <p:spPr>
            <a:xfrm>
              <a:off x="4834169" y="3140315"/>
              <a:ext cx="151818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78DCFF4-256A-E943-D909-912C5B92826D}"/>
                </a:ext>
              </a:extLst>
            </p:cNvPr>
            <p:cNvCxnSpPr>
              <a:cxnSpLocks/>
            </p:cNvCxnSpPr>
            <p:nvPr/>
          </p:nvCxnSpPr>
          <p:spPr>
            <a:xfrm>
              <a:off x="5893904" y="2692199"/>
              <a:ext cx="0" cy="14160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99A1DBE-046E-2387-93CD-9B07A4BAD7BA}"/>
                </a:ext>
              </a:extLst>
            </p:cNvPr>
            <p:cNvCxnSpPr>
              <a:cxnSpLocks/>
            </p:cNvCxnSpPr>
            <p:nvPr/>
          </p:nvCxnSpPr>
          <p:spPr>
            <a:xfrm>
              <a:off x="4834169" y="3607608"/>
              <a:ext cx="151818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D368CB2-A13C-FE5A-E0A1-FF54415977DB}"/>
                    </a:ext>
                  </a:extLst>
                </p:cNvPr>
                <p:cNvSpPr txBox="1"/>
                <p:nvPr/>
              </p:nvSpPr>
              <p:spPr>
                <a:xfrm>
                  <a:off x="4879097" y="2722003"/>
                  <a:ext cx="4849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D368CB2-A13C-FE5A-E0A1-FF54415977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9097" y="2722003"/>
                  <a:ext cx="484940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48ECFDC9-D3B1-A444-CE10-E6749BB48B4A}"/>
                    </a:ext>
                  </a:extLst>
                </p:cNvPr>
                <p:cNvSpPr txBox="1"/>
                <p:nvPr/>
              </p:nvSpPr>
              <p:spPr>
                <a:xfrm>
                  <a:off x="5408964" y="2737521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48ECFDC9-D3B1-A444-CE10-E6749BB48B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8964" y="2737521"/>
                  <a:ext cx="49026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99D681F-501C-CDD6-9D87-A31FBEBAC09B}"/>
                    </a:ext>
                  </a:extLst>
                </p:cNvPr>
                <p:cNvSpPr txBox="1"/>
                <p:nvPr/>
              </p:nvSpPr>
              <p:spPr>
                <a:xfrm>
                  <a:off x="5898364" y="2746493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99D681F-501C-CDD6-9D87-A31FBEBAC0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98364" y="2746493"/>
                  <a:ext cx="490262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E6645A07-9094-F974-81AB-01D95A0038C5}"/>
                    </a:ext>
                  </a:extLst>
                </p:cNvPr>
                <p:cNvSpPr txBox="1"/>
                <p:nvPr/>
              </p:nvSpPr>
              <p:spPr>
                <a:xfrm>
                  <a:off x="4874637" y="3205948"/>
                  <a:ext cx="4849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E6645A07-9094-F974-81AB-01D95A0038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4637" y="3205948"/>
                  <a:ext cx="484940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F9DAE87-71D6-4E89-E328-09E124F56AA7}"/>
                    </a:ext>
                  </a:extLst>
                </p:cNvPr>
                <p:cNvSpPr txBox="1"/>
                <p:nvPr/>
              </p:nvSpPr>
              <p:spPr>
                <a:xfrm>
                  <a:off x="5404504" y="3221466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F9DAE87-71D6-4E89-E328-09E124F56A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4504" y="3221466"/>
                  <a:ext cx="490262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DEBB6650-38B5-BC42-D0DC-B954AA7F8BC8}"/>
                    </a:ext>
                  </a:extLst>
                </p:cNvPr>
                <p:cNvSpPr txBox="1"/>
                <p:nvPr/>
              </p:nvSpPr>
              <p:spPr>
                <a:xfrm>
                  <a:off x="5893904" y="3230438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DEBB6650-38B5-BC42-D0DC-B954AA7F8B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93904" y="3230438"/>
                  <a:ext cx="490262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57011B12-DDC4-71A2-9C10-53760C333EFC}"/>
                    </a:ext>
                  </a:extLst>
                </p:cNvPr>
                <p:cNvSpPr txBox="1"/>
                <p:nvPr/>
              </p:nvSpPr>
              <p:spPr>
                <a:xfrm>
                  <a:off x="4874637" y="3690089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57011B12-DDC4-71A2-9C10-53760C333E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4637" y="3690089"/>
                  <a:ext cx="490262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BAD1A9A6-A5B7-F71D-3723-2B382EB1E02C}"/>
                    </a:ext>
                  </a:extLst>
                </p:cNvPr>
                <p:cNvSpPr txBox="1"/>
                <p:nvPr/>
              </p:nvSpPr>
              <p:spPr>
                <a:xfrm>
                  <a:off x="5404504" y="3705607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BAD1A9A6-A5B7-F71D-3723-2B382EB1E0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4504" y="3705607"/>
                  <a:ext cx="490262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B6A0C3B9-DB6A-04A0-4E64-9A498E92EBB7}"/>
                    </a:ext>
                  </a:extLst>
                </p:cNvPr>
                <p:cNvSpPr txBox="1"/>
                <p:nvPr/>
              </p:nvSpPr>
              <p:spPr>
                <a:xfrm>
                  <a:off x="5893904" y="3714579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B6A0C3B9-DB6A-04A0-4E64-9A498E92EB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93904" y="3714579"/>
                  <a:ext cx="490262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116AA76-8130-EB40-1B74-A944B3203A99}"/>
                  </a:ext>
                </a:extLst>
              </p:cNvPr>
              <p:cNvSpPr txBox="1"/>
              <p:nvPr/>
            </p:nvSpPr>
            <p:spPr>
              <a:xfrm>
                <a:off x="2192139" y="4396789"/>
                <a:ext cx="8799709" cy="7010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…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116AA76-8130-EB40-1B74-A944B3203A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2139" y="4396789"/>
                <a:ext cx="8799709" cy="70108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81AB01F-A6F6-5205-B2C6-294E66B68FF0}"/>
                  </a:ext>
                </a:extLst>
              </p:cNvPr>
              <p:cNvSpPr txBox="1"/>
              <p:nvPr/>
            </p:nvSpPr>
            <p:spPr>
              <a:xfrm>
                <a:off x="10127383" y="2128737"/>
                <a:ext cx="934550" cy="629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81AB01F-A6F6-5205-B2C6-294E66B68F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7383" y="2128737"/>
                <a:ext cx="934550" cy="62991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DCE4181-6216-5D59-D161-30012C39A1F6}"/>
                  </a:ext>
                </a:extLst>
              </p:cNvPr>
              <p:cNvSpPr txBox="1"/>
              <p:nvPr/>
            </p:nvSpPr>
            <p:spPr>
              <a:xfrm>
                <a:off x="5438197" y="1937927"/>
                <a:ext cx="589649" cy="618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DCE4181-6216-5D59-D161-30012C39A1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8197" y="1937927"/>
                <a:ext cx="589649" cy="61888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69DBA01-2595-98D6-EB2F-35F03CD49E0C}"/>
              </a:ext>
            </a:extLst>
          </p:cNvPr>
          <p:cNvCxnSpPr>
            <a:cxnSpLocks/>
          </p:cNvCxnSpPr>
          <p:nvPr/>
        </p:nvCxnSpPr>
        <p:spPr>
          <a:xfrm flipH="1">
            <a:off x="5050395" y="3179206"/>
            <a:ext cx="1608715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7DD1B8D-288B-BC38-C227-2F869E479C6D}"/>
              </a:ext>
            </a:extLst>
          </p:cNvPr>
          <p:cNvCxnSpPr>
            <a:cxnSpLocks/>
          </p:cNvCxnSpPr>
          <p:nvPr/>
        </p:nvCxnSpPr>
        <p:spPr>
          <a:xfrm flipH="1">
            <a:off x="9431995" y="3179206"/>
            <a:ext cx="1608715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BDBB6F52-DB80-4622-D18E-24A1F89D4716}"/>
              </a:ext>
            </a:extLst>
          </p:cNvPr>
          <p:cNvGrpSpPr/>
          <p:nvPr/>
        </p:nvGrpSpPr>
        <p:grpSpPr>
          <a:xfrm>
            <a:off x="427711" y="2313685"/>
            <a:ext cx="2040130" cy="1784524"/>
            <a:chOff x="585073" y="2581414"/>
            <a:chExt cx="2040130" cy="178452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2B2DDFA-0B4A-6FA8-DBA0-6D3D37859A0F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15F0ADF-C574-4088-94D4-51FC42CD6BB8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B444ADD-258D-DB89-1704-860B2D8EFFBE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D43BF81-F50F-3119-D829-FBC1DFB0FBA2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0A15FFC-F3F6-448E-69EF-FD76F0CA483E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B925A286-F8A2-3116-920F-BCC44E618A1B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50CD4016-7FC0-6F03-38E3-EDC148CE25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ED64C5C-0857-A66E-1EF5-7C9835A129E1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10C4094F-4490-1192-56F5-8B5ABF4F36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FFD1474C-B235-426F-BE60-2E40AC3B0E1C}"/>
                    </a:ext>
                  </a:extLst>
                </p:cNvPr>
                <p:cNvSpPr txBox="1"/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CC8123A6-DCE2-3BDD-1FCA-14683CBD3F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E5C76ED-576A-8B1F-277C-C2C8C44B49C2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A02E2D6-6CBF-FD15-0DC9-48CD2BC989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9BFF4937-0AA7-6ADC-9BEB-5948B5C20EC9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9247F92-8C6E-D223-2291-D326552A24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95390A54-15AC-3A81-1196-69367C1A0EB2}"/>
                    </a:ext>
                  </a:extLst>
                </p:cNvPr>
                <p:cNvSpPr txBox="1"/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4E9DFB93-33BA-7E6D-BB8C-E977258796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4F9EDA99-936E-3DB7-A799-A37F0989A143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C019DCAA-146C-89B7-9CD8-D65C180DF5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9EEC23A7-E676-E6F3-DBC5-FB8A84174B2B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DC04D5D0-F37C-2F8C-5303-0678B29E7B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1D8E17AB-0ADD-275B-B569-FDEC203AACC0}"/>
                    </a:ext>
                  </a:extLst>
                </p:cNvPr>
                <p:cNvSpPr txBox="1"/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3529AB9D-EF72-F56C-E6F8-C1B56E5915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83DED87E-BF77-705F-EAEF-74E4B7CBC249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CED8BCE5-AB50-3261-66AE-68C66A82D0C3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383FE44E-DBEC-1E4D-F1FD-7867A62CF0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40C3111C-6DBF-4205-7A6D-63547FCE247F}"/>
                    </a:ext>
                  </a:extLst>
                </p:cNvPr>
                <p:cNvSpPr txBox="1"/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F4C3947-D5CE-A559-4903-3EE616FDB9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55867E0E-2F75-9FD4-4673-4244E3B047EA}"/>
                    </a:ext>
                  </a:extLst>
                </p:cNvPr>
                <p:cNvSpPr txBox="1"/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86DDCAAB-A492-9897-C654-82BEA31A07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92E048A-5C99-51AF-58FE-DDE2C9C01F34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11F00B40-1D3F-3C15-4B42-5BBC72317409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C395AB65-2B44-3D29-ECCA-E4CCB3DBEB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5FDFD228-0551-6D38-F675-7FA124DB9671}"/>
                    </a:ext>
                  </a:extLst>
                </p:cNvPr>
                <p:cNvSpPr txBox="1"/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F9811EB8-FB19-0883-8841-5EF59E78F4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A2C5C8BA-51CE-83F7-A520-4B33926ED285}"/>
                    </a:ext>
                  </a:extLst>
                </p:cNvPr>
                <p:cNvSpPr txBox="1"/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0094BE4E-A909-1E1D-D068-08FB04C96B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F5763B23-3A4C-7DEE-A802-6CC4E1B95D46}"/>
                    </a:ext>
                  </a:extLst>
                </p:cNvPr>
                <p:cNvSpPr txBox="1"/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2D7227D4-67A1-F22C-A6F9-B01F3934ED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55815389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F14C2-E8CE-BDD1-5042-E0D55F543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Gradient Calculations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D97DF12-CFE2-B454-4B68-9DB1650374FB}"/>
              </a:ext>
            </a:extLst>
          </p:cNvPr>
          <p:cNvGrpSpPr/>
          <p:nvPr/>
        </p:nvGrpSpPr>
        <p:grpSpPr>
          <a:xfrm>
            <a:off x="3483487" y="2793855"/>
            <a:ext cx="1073051" cy="896233"/>
            <a:chOff x="1975635" y="2952087"/>
            <a:chExt cx="1073051" cy="896233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B6C76F5-22DD-0F9F-DA52-B1A9D4308594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86C9146-CAF9-614C-EB4B-0644D27C1785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43A414B9-6E81-2489-6044-6130130272AE}"/>
                  </a:ext>
                </a:extLst>
              </p:cNvPr>
              <p:cNvCxnSpPr>
                <a:stCxn id="5" idx="0"/>
                <a:endCxn id="5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A200DC35-7D48-2A9F-23F4-D305D1A8F74B}"/>
                  </a:ext>
                </a:extLst>
              </p:cNvPr>
              <p:cNvCxnSpPr>
                <a:cxnSpLocks/>
                <a:endCxn id="5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600F905-0F2D-DDFF-6F0B-90B96553B92E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600F905-0F2D-DDFF-6F0B-90B96553B9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9370918-FAEE-178E-A09C-6B246E84596C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9370918-FAEE-178E-A09C-6B246E8459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BBC5356-42E3-EF95-C54F-F120B6F9A447}"/>
                    </a:ext>
                  </a:extLst>
                </p:cNvPr>
                <p:cNvSpPr txBox="1"/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BBC5356-42E3-EF95-C54F-F120B6F9A4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D2911CE-D51F-7E22-4C99-CD3156E82CCD}"/>
                    </a:ext>
                  </a:extLst>
                </p:cNvPr>
                <p:cNvSpPr txBox="1"/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D2911CE-D51F-7E22-4C99-CD3156E82C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08FCC8A-6419-E43C-1148-C49FB0C6F8D1}"/>
              </a:ext>
            </a:extLst>
          </p:cNvPr>
          <p:cNvGrpSpPr/>
          <p:nvPr/>
        </p:nvGrpSpPr>
        <p:grpSpPr>
          <a:xfrm>
            <a:off x="6753803" y="2507532"/>
            <a:ext cx="1554457" cy="1416007"/>
            <a:chOff x="4834169" y="2692199"/>
            <a:chExt cx="1554457" cy="141600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6B1C1F1-3234-C2FC-A544-B11423CA2ADA}"/>
                </a:ext>
              </a:extLst>
            </p:cNvPr>
            <p:cNvSpPr/>
            <p:nvPr/>
          </p:nvSpPr>
          <p:spPr>
            <a:xfrm>
              <a:off x="4834170" y="2692199"/>
              <a:ext cx="1518186" cy="141600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EBE0BFC-DD3F-7908-87D0-CD7D489F0570}"/>
                </a:ext>
              </a:extLst>
            </p:cNvPr>
            <p:cNvCxnSpPr>
              <a:cxnSpLocks/>
            </p:cNvCxnSpPr>
            <p:nvPr/>
          </p:nvCxnSpPr>
          <p:spPr>
            <a:xfrm>
              <a:off x="5364037" y="2692199"/>
              <a:ext cx="0" cy="14160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E6F7299-33CA-6DF7-FA1E-850C4BD8AE80}"/>
                </a:ext>
              </a:extLst>
            </p:cNvPr>
            <p:cNvCxnSpPr>
              <a:cxnSpLocks/>
            </p:cNvCxnSpPr>
            <p:nvPr/>
          </p:nvCxnSpPr>
          <p:spPr>
            <a:xfrm>
              <a:off x="4834169" y="3140315"/>
              <a:ext cx="151818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78DCFF4-256A-E943-D909-912C5B92826D}"/>
                </a:ext>
              </a:extLst>
            </p:cNvPr>
            <p:cNvCxnSpPr>
              <a:cxnSpLocks/>
            </p:cNvCxnSpPr>
            <p:nvPr/>
          </p:nvCxnSpPr>
          <p:spPr>
            <a:xfrm>
              <a:off x="5893904" y="2692199"/>
              <a:ext cx="0" cy="14160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99A1DBE-046E-2387-93CD-9B07A4BAD7BA}"/>
                </a:ext>
              </a:extLst>
            </p:cNvPr>
            <p:cNvCxnSpPr>
              <a:cxnSpLocks/>
            </p:cNvCxnSpPr>
            <p:nvPr/>
          </p:nvCxnSpPr>
          <p:spPr>
            <a:xfrm>
              <a:off x="4834169" y="3607608"/>
              <a:ext cx="151818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D368CB2-A13C-FE5A-E0A1-FF54415977DB}"/>
                    </a:ext>
                  </a:extLst>
                </p:cNvPr>
                <p:cNvSpPr txBox="1"/>
                <p:nvPr/>
              </p:nvSpPr>
              <p:spPr>
                <a:xfrm>
                  <a:off x="4879097" y="2722003"/>
                  <a:ext cx="4849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D368CB2-A13C-FE5A-E0A1-FF54415977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9097" y="2722003"/>
                  <a:ext cx="484940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48ECFDC9-D3B1-A444-CE10-E6749BB48B4A}"/>
                    </a:ext>
                  </a:extLst>
                </p:cNvPr>
                <p:cNvSpPr txBox="1"/>
                <p:nvPr/>
              </p:nvSpPr>
              <p:spPr>
                <a:xfrm>
                  <a:off x="5408964" y="2737521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48ECFDC9-D3B1-A444-CE10-E6749BB48B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8964" y="2737521"/>
                  <a:ext cx="49026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99D681F-501C-CDD6-9D87-A31FBEBAC09B}"/>
                    </a:ext>
                  </a:extLst>
                </p:cNvPr>
                <p:cNvSpPr txBox="1"/>
                <p:nvPr/>
              </p:nvSpPr>
              <p:spPr>
                <a:xfrm>
                  <a:off x="5898364" y="2746493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99D681F-501C-CDD6-9D87-A31FBEBAC0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98364" y="2746493"/>
                  <a:ext cx="490262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E6645A07-9094-F974-81AB-01D95A0038C5}"/>
                    </a:ext>
                  </a:extLst>
                </p:cNvPr>
                <p:cNvSpPr txBox="1"/>
                <p:nvPr/>
              </p:nvSpPr>
              <p:spPr>
                <a:xfrm>
                  <a:off x="4874637" y="3205948"/>
                  <a:ext cx="4849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E6645A07-9094-F974-81AB-01D95A0038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4637" y="3205948"/>
                  <a:ext cx="484940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F9DAE87-71D6-4E89-E328-09E124F56AA7}"/>
                    </a:ext>
                  </a:extLst>
                </p:cNvPr>
                <p:cNvSpPr txBox="1"/>
                <p:nvPr/>
              </p:nvSpPr>
              <p:spPr>
                <a:xfrm>
                  <a:off x="5404504" y="3221466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F9DAE87-71D6-4E89-E328-09E124F56A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4504" y="3221466"/>
                  <a:ext cx="490262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DEBB6650-38B5-BC42-D0DC-B954AA7F8BC8}"/>
                    </a:ext>
                  </a:extLst>
                </p:cNvPr>
                <p:cNvSpPr txBox="1"/>
                <p:nvPr/>
              </p:nvSpPr>
              <p:spPr>
                <a:xfrm>
                  <a:off x="5893904" y="3230438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DEBB6650-38B5-BC42-D0DC-B954AA7F8B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93904" y="3230438"/>
                  <a:ext cx="490262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57011B12-DDC4-71A2-9C10-53760C333EFC}"/>
                    </a:ext>
                  </a:extLst>
                </p:cNvPr>
                <p:cNvSpPr txBox="1"/>
                <p:nvPr/>
              </p:nvSpPr>
              <p:spPr>
                <a:xfrm>
                  <a:off x="4874637" y="3690089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57011B12-DDC4-71A2-9C10-53760C333E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4637" y="3690089"/>
                  <a:ext cx="490262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BAD1A9A6-A5B7-F71D-3723-2B382EB1E02C}"/>
                    </a:ext>
                  </a:extLst>
                </p:cNvPr>
                <p:cNvSpPr txBox="1"/>
                <p:nvPr/>
              </p:nvSpPr>
              <p:spPr>
                <a:xfrm>
                  <a:off x="5404504" y="3705607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BAD1A9A6-A5B7-F71D-3723-2B382EB1E0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4504" y="3705607"/>
                  <a:ext cx="490262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B6A0C3B9-DB6A-04A0-4E64-9A498E92EBB7}"/>
                    </a:ext>
                  </a:extLst>
                </p:cNvPr>
                <p:cNvSpPr txBox="1"/>
                <p:nvPr/>
              </p:nvSpPr>
              <p:spPr>
                <a:xfrm>
                  <a:off x="5893904" y="3714579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B6A0C3B9-DB6A-04A0-4E64-9A498E92EB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93904" y="3714579"/>
                  <a:ext cx="490262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116AA76-8130-EB40-1B74-A944B3203A99}"/>
                  </a:ext>
                </a:extLst>
              </p:cNvPr>
              <p:cNvSpPr txBox="1"/>
              <p:nvPr/>
            </p:nvSpPr>
            <p:spPr>
              <a:xfrm>
                <a:off x="2192139" y="4396789"/>
                <a:ext cx="8799709" cy="7010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…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116AA76-8130-EB40-1B74-A944B3203A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2139" y="4396789"/>
                <a:ext cx="8799709" cy="70108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81AB01F-A6F6-5205-B2C6-294E66B68FF0}"/>
                  </a:ext>
                </a:extLst>
              </p:cNvPr>
              <p:cNvSpPr txBox="1"/>
              <p:nvPr/>
            </p:nvSpPr>
            <p:spPr>
              <a:xfrm>
                <a:off x="10127383" y="2128737"/>
                <a:ext cx="934550" cy="629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81AB01F-A6F6-5205-B2C6-294E66B68F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7383" y="2128737"/>
                <a:ext cx="934550" cy="62991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DCE4181-6216-5D59-D161-30012C39A1F6}"/>
                  </a:ext>
                </a:extLst>
              </p:cNvPr>
              <p:cNvSpPr txBox="1"/>
              <p:nvPr/>
            </p:nvSpPr>
            <p:spPr>
              <a:xfrm>
                <a:off x="5438197" y="1937927"/>
                <a:ext cx="589649" cy="618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DCE4181-6216-5D59-D161-30012C39A1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8197" y="1937927"/>
                <a:ext cx="589649" cy="61888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69DBA01-2595-98D6-EB2F-35F03CD49E0C}"/>
              </a:ext>
            </a:extLst>
          </p:cNvPr>
          <p:cNvCxnSpPr>
            <a:cxnSpLocks/>
          </p:cNvCxnSpPr>
          <p:nvPr/>
        </p:nvCxnSpPr>
        <p:spPr>
          <a:xfrm flipH="1">
            <a:off x="5050395" y="3179206"/>
            <a:ext cx="1608715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7DD1B8D-288B-BC38-C227-2F869E479C6D}"/>
              </a:ext>
            </a:extLst>
          </p:cNvPr>
          <p:cNvCxnSpPr>
            <a:cxnSpLocks/>
          </p:cNvCxnSpPr>
          <p:nvPr/>
        </p:nvCxnSpPr>
        <p:spPr>
          <a:xfrm flipH="1">
            <a:off x="9431995" y="3179206"/>
            <a:ext cx="1608715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3012329-A557-D11E-2E15-4C5A082F575B}"/>
              </a:ext>
            </a:extLst>
          </p:cNvPr>
          <p:cNvGrpSpPr/>
          <p:nvPr/>
        </p:nvGrpSpPr>
        <p:grpSpPr>
          <a:xfrm>
            <a:off x="427711" y="2313685"/>
            <a:ext cx="2040130" cy="1784524"/>
            <a:chOff x="585073" y="2581414"/>
            <a:chExt cx="2040130" cy="178452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EB9265C-C638-1F37-C3D5-F31D921FD973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452232B-1F21-653B-4798-5C36FB776981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1EE4C71-03A0-E40A-C37C-6AE733462165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402F80C-03E4-ACB9-10A8-FF3A7BA2DC44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D512CEC-FD8E-BB6A-A443-D737A3318899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50CD4016-7FC0-6F03-38E3-EDC148CE25D0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50CD4016-7FC0-6F03-38E3-EDC148CE25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10C4094F-4490-1192-56F5-8B5ABF4F3611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10C4094F-4490-1192-56F5-8B5ABF4F36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CC8123A6-DCE2-3BDD-1FCA-14683CBD3FF3}"/>
                    </a:ext>
                  </a:extLst>
                </p:cNvPr>
                <p:cNvSpPr txBox="1"/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CC8123A6-DCE2-3BDD-1FCA-14683CBD3F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A02E2D6-6CBF-FD15-0DC9-48CD2BC989A7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A02E2D6-6CBF-FD15-0DC9-48CD2BC989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9247F92-8C6E-D223-2291-D326552A24D7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9247F92-8C6E-D223-2291-D326552A24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4E9DFB93-33BA-7E6D-BB8C-E97725879657}"/>
                    </a:ext>
                  </a:extLst>
                </p:cNvPr>
                <p:cNvSpPr txBox="1"/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4E9DFB93-33BA-7E6D-BB8C-E977258796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C019DCAA-146C-89B7-9CD8-D65C180DF523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C019DCAA-146C-89B7-9CD8-D65C180DF5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DC04D5D0-F37C-2F8C-5303-0678B29E7BDA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DC04D5D0-F37C-2F8C-5303-0678B29E7B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3529AB9D-EF72-F56C-E6F8-C1B56E591534}"/>
                    </a:ext>
                  </a:extLst>
                </p:cNvPr>
                <p:cNvSpPr txBox="1"/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3529AB9D-EF72-F56C-E6F8-C1B56E5915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CCC4657C-90AE-6B84-3623-53BFD68184D4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383FE44E-DBEC-1E4D-F1FD-7867A62CF044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383FE44E-DBEC-1E4D-F1FD-7867A62CF0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F4C3947-D5CE-A559-4903-3EE616FDB9B2}"/>
                    </a:ext>
                  </a:extLst>
                </p:cNvPr>
                <p:cNvSpPr txBox="1"/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F4C3947-D5CE-A559-4903-3EE616FDB9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86DDCAAB-A492-9897-C654-82BEA31A0749}"/>
                    </a:ext>
                  </a:extLst>
                </p:cNvPr>
                <p:cNvSpPr txBox="1"/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86DDCAAB-A492-9897-C654-82BEA31A07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7CB7D2E7-C6AF-F1B8-ED26-57848666B792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C395AB65-2B44-3D29-ECCA-E4CCB3DBEBB4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C395AB65-2B44-3D29-ECCA-E4CCB3DBEB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F9811EB8-FB19-0883-8841-5EF59E78F4E8}"/>
                    </a:ext>
                  </a:extLst>
                </p:cNvPr>
                <p:cNvSpPr txBox="1"/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F9811EB8-FB19-0883-8841-5EF59E78F4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0094BE4E-A909-1E1D-D068-08FB04C96B29}"/>
                    </a:ext>
                  </a:extLst>
                </p:cNvPr>
                <p:cNvSpPr txBox="1"/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0094BE4E-A909-1E1D-D068-08FB04C96B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2D7227D4-67A1-F22C-A6F9-B01F3934ED8A}"/>
                    </a:ext>
                  </a:extLst>
                </p:cNvPr>
                <p:cNvSpPr txBox="1"/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2D7227D4-67A1-F22C-A6F9-B01F3934ED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57958441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F14C2-E8CE-BDD1-5042-E0D55F543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Gradient Calculations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D97DF12-CFE2-B454-4B68-9DB1650374FB}"/>
              </a:ext>
            </a:extLst>
          </p:cNvPr>
          <p:cNvGrpSpPr/>
          <p:nvPr/>
        </p:nvGrpSpPr>
        <p:grpSpPr>
          <a:xfrm>
            <a:off x="3483487" y="2793855"/>
            <a:ext cx="1073051" cy="896233"/>
            <a:chOff x="1975635" y="2952087"/>
            <a:chExt cx="1073051" cy="896233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B6C76F5-22DD-0F9F-DA52-B1A9D4308594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86C9146-CAF9-614C-EB4B-0644D27C1785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43A414B9-6E81-2489-6044-6130130272AE}"/>
                  </a:ext>
                </a:extLst>
              </p:cNvPr>
              <p:cNvCxnSpPr>
                <a:stCxn id="5" idx="0"/>
                <a:endCxn id="5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A200DC35-7D48-2A9F-23F4-D305D1A8F74B}"/>
                  </a:ext>
                </a:extLst>
              </p:cNvPr>
              <p:cNvCxnSpPr>
                <a:cxnSpLocks/>
                <a:endCxn id="5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600F905-0F2D-DDFF-6F0B-90B96553B92E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600F905-0F2D-DDFF-6F0B-90B96553B9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9370918-FAEE-178E-A09C-6B246E84596C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9370918-FAEE-178E-A09C-6B246E8459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BBC5356-42E3-EF95-C54F-F120B6F9A447}"/>
                    </a:ext>
                  </a:extLst>
                </p:cNvPr>
                <p:cNvSpPr txBox="1"/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BBC5356-42E3-EF95-C54F-F120B6F9A4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D2911CE-D51F-7E22-4C99-CD3156E82CCD}"/>
                    </a:ext>
                  </a:extLst>
                </p:cNvPr>
                <p:cNvSpPr txBox="1"/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D2911CE-D51F-7E22-4C99-CD3156E82C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08FCC8A-6419-E43C-1148-C49FB0C6F8D1}"/>
              </a:ext>
            </a:extLst>
          </p:cNvPr>
          <p:cNvGrpSpPr/>
          <p:nvPr/>
        </p:nvGrpSpPr>
        <p:grpSpPr>
          <a:xfrm>
            <a:off x="6753803" y="2507532"/>
            <a:ext cx="1554457" cy="1416007"/>
            <a:chOff x="4834169" y="2692199"/>
            <a:chExt cx="1554457" cy="141600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6B1C1F1-3234-C2FC-A544-B11423CA2ADA}"/>
                </a:ext>
              </a:extLst>
            </p:cNvPr>
            <p:cNvSpPr/>
            <p:nvPr/>
          </p:nvSpPr>
          <p:spPr>
            <a:xfrm>
              <a:off x="4834170" y="2692199"/>
              <a:ext cx="1518186" cy="141600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EBE0BFC-DD3F-7908-87D0-CD7D489F0570}"/>
                </a:ext>
              </a:extLst>
            </p:cNvPr>
            <p:cNvCxnSpPr>
              <a:cxnSpLocks/>
            </p:cNvCxnSpPr>
            <p:nvPr/>
          </p:nvCxnSpPr>
          <p:spPr>
            <a:xfrm>
              <a:off x="5364037" y="2692199"/>
              <a:ext cx="0" cy="14160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E6F7299-33CA-6DF7-FA1E-850C4BD8AE80}"/>
                </a:ext>
              </a:extLst>
            </p:cNvPr>
            <p:cNvCxnSpPr>
              <a:cxnSpLocks/>
            </p:cNvCxnSpPr>
            <p:nvPr/>
          </p:nvCxnSpPr>
          <p:spPr>
            <a:xfrm>
              <a:off x="4834169" y="3140315"/>
              <a:ext cx="151818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78DCFF4-256A-E943-D909-912C5B92826D}"/>
                </a:ext>
              </a:extLst>
            </p:cNvPr>
            <p:cNvCxnSpPr>
              <a:cxnSpLocks/>
            </p:cNvCxnSpPr>
            <p:nvPr/>
          </p:nvCxnSpPr>
          <p:spPr>
            <a:xfrm>
              <a:off x="5893904" y="2692199"/>
              <a:ext cx="0" cy="14160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99A1DBE-046E-2387-93CD-9B07A4BAD7BA}"/>
                </a:ext>
              </a:extLst>
            </p:cNvPr>
            <p:cNvCxnSpPr>
              <a:cxnSpLocks/>
            </p:cNvCxnSpPr>
            <p:nvPr/>
          </p:nvCxnSpPr>
          <p:spPr>
            <a:xfrm>
              <a:off x="4834169" y="3607608"/>
              <a:ext cx="151818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D368CB2-A13C-FE5A-E0A1-FF54415977DB}"/>
                    </a:ext>
                  </a:extLst>
                </p:cNvPr>
                <p:cNvSpPr txBox="1"/>
                <p:nvPr/>
              </p:nvSpPr>
              <p:spPr>
                <a:xfrm>
                  <a:off x="4879097" y="2722003"/>
                  <a:ext cx="4849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D368CB2-A13C-FE5A-E0A1-FF54415977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9097" y="2722003"/>
                  <a:ext cx="484940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48ECFDC9-D3B1-A444-CE10-E6749BB48B4A}"/>
                    </a:ext>
                  </a:extLst>
                </p:cNvPr>
                <p:cNvSpPr txBox="1"/>
                <p:nvPr/>
              </p:nvSpPr>
              <p:spPr>
                <a:xfrm>
                  <a:off x="5408964" y="2737521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48ECFDC9-D3B1-A444-CE10-E6749BB48B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8964" y="2737521"/>
                  <a:ext cx="49026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99D681F-501C-CDD6-9D87-A31FBEBAC09B}"/>
                    </a:ext>
                  </a:extLst>
                </p:cNvPr>
                <p:cNvSpPr txBox="1"/>
                <p:nvPr/>
              </p:nvSpPr>
              <p:spPr>
                <a:xfrm>
                  <a:off x="5898364" y="2746493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99D681F-501C-CDD6-9D87-A31FBEBAC0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98364" y="2746493"/>
                  <a:ext cx="490262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E6645A07-9094-F974-81AB-01D95A0038C5}"/>
                    </a:ext>
                  </a:extLst>
                </p:cNvPr>
                <p:cNvSpPr txBox="1"/>
                <p:nvPr/>
              </p:nvSpPr>
              <p:spPr>
                <a:xfrm>
                  <a:off x="4874637" y="3205948"/>
                  <a:ext cx="4849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E6645A07-9094-F974-81AB-01D95A0038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4637" y="3205948"/>
                  <a:ext cx="484940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F9DAE87-71D6-4E89-E328-09E124F56AA7}"/>
                    </a:ext>
                  </a:extLst>
                </p:cNvPr>
                <p:cNvSpPr txBox="1"/>
                <p:nvPr/>
              </p:nvSpPr>
              <p:spPr>
                <a:xfrm>
                  <a:off x="5404504" y="3221466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F9DAE87-71D6-4E89-E328-09E124F56A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4504" y="3221466"/>
                  <a:ext cx="490262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DEBB6650-38B5-BC42-D0DC-B954AA7F8BC8}"/>
                    </a:ext>
                  </a:extLst>
                </p:cNvPr>
                <p:cNvSpPr txBox="1"/>
                <p:nvPr/>
              </p:nvSpPr>
              <p:spPr>
                <a:xfrm>
                  <a:off x="5893904" y="3230438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DEBB6650-38B5-BC42-D0DC-B954AA7F8B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93904" y="3230438"/>
                  <a:ext cx="490262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57011B12-DDC4-71A2-9C10-53760C333EFC}"/>
                    </a:ext>
                  </a:extLst>
                </p:cNvPr>
                <p:cNvSpPr txBox="1"/>
                <p:nvPr/>
              </p:nvSpPr>
              <p:spPr>
                <a:xfrm>
                  <a:off x="4874637" y="3690089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57011B12-DDC4-71A2-9C10-53760C333E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4637" y="3690089"/>
                  <a:ext cx="490262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BAD1A9A6-A5B7-F71D-3723-2B382EB1E02C}"/>
                    </a:ext>
                  </a:extLst>
                </p:cNvPr>
                <p:cNvSpPr txBox="1"/>
                <p:nvPr/>
              </p:nvSpPr>
              <p:spPr>
                <a:xfrm>
                  <a:off x="5404504" y="3705607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BAD1A9A6-A5B7-F71D-3723-2B382EB1E0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4504" y="3705607"/>
                  <a:ext cx="490262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B6A0C3B9-DB6A-04A0-4E64-9A498E92EBB7}"/>
                    </a:ext>
                  </a:extLst>
                </p:cNvPr>
                <p:cNvSpPr txBox="1"/>
                <p:nvPr/>
              </p:nvSpPr>
              <p:spPr>
                <a:xfrm>
                  <a:off x="5893904" y="3714579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B6A0C3B9-DB6A-04A0-4E64-9A498E92EB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93904" y="3714579"/>
                  <a:ext cx="490262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116AA76-8130-EB40-1B74-A944B3203A99}"/>
                  </a:ext>
                </a:extLst>
              </p:cNvPr>
              <p:cNvSpPr txBox="1"/>
              <p:nvPr/>
            </p:nvSpPr>
            <p:spPr>
              <a:xfrm>
                <a:off x="2192139" y="4396789"/>
                <a:ext cx="8799709" cy="7010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…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116AA76-8130-EB40-1B74-A944B3203A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2139" y="4396789"/>
                <a:ext cx="8799709" cy="70108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81AB01F-A6F6-5205-B2C6-294E66B68FF0}"/>
                  </a:ext>
                </a:extLst>
              </p:cNvPr>
              <p:cNvSpPr txBox="1"/>
              <p:nvPr/>
            </p:nvSpPr>
            <p:spPr>
              <a:xfrm>
                <a:off x="10127383" y="2128737"/>
                <a:ext cx="934550" cy="629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81AB01F-A6F6-5205-B2C6-294E66B68F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7383" y="2128737"/>
                <a:ext cx="934550" cy="62991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DCE4181-6216-5D59-D161-30012C39A1F6}"/>
                  </a:ext>
                </a:extLst>
              </p:cNvPr>
              <p:cNvSpPr txBox="1"/>
              <p:nvPr/>
            </p:nvSpPr>
            <p:spPr>
              <a:xfrm>
                <a:off x="5438197" y="1937927"/>
                <a:ext cx="589649" cy="618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DCE4181-6216-5D59-D161-30012C39A1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8197" y="1937927"/>
                <a:ext cx="589649" cy="61888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69DBA01-2595-98D6-EB2F-35F03CD49E0C}"/>
              </a:ext>
            </a:extLst>
          </p:cNvPr>
          <p:cNvCxnSpPr>
            <a:cxnSpLocks/>
          </p:cNvCxnSpPr>
          <p:nvPr/>
        </p:nvCxnSpPr>
        <p:spPr>
          <a:xfrm flipH="1">
            <a:off x="5050395" y="3179206"/>
            <a:ext cx="1608715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7DD1B8D-288B-BC38-C227-2F869E479C6D}"/>
              </a:ext>
            </a:extLst>
          </p:cNvPr>
          <p:cNvCxnSpPr>
            <a:cxnSpLocks/>
          </p:cNvCxnSpPr>
          <p:nvPr/>
        </p:nvCxnSpPr>
        <p:spPr>
          <a:xfrm flipH="1">
            <a:off x="9431995" y="3179206"/>
            <a:ext cx="1608715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6AE614C-655F-3C2C-95ED-2CE61D2EF524}"/>
              </a:ext>
            </a:extLst>
          </p:cNvPr>
          <p:cNvGrpSpPr/>
          <p:nvPr/>
        </p:nvGrpSpPr>
        <p:grpSpPr>
          <a:xfrm>
            <a:off x="427711" y="2313685"/>
            <a:ext cx="2040130" cy="1784524"/>
            <a:chOff x="585073" y="2581414"/>
            <a:chExt cx="2040130" cy="1784524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2402A580-E087-1798-77EB-26541BB0E08A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91AD326-B075-AA79-368A-1237B1D69A2A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02035008-1CFB-62EE-CAE2-DCF96E530F10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2DAA456B-9F24-0C27-3E76-DF1FB7D71A01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FE2C8B76-B4A0-18A4-CF68-A9CBCE0AC02A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8C880B04-0922-39FE-8EA9-3EDB8409CBC3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8C880B04-0922-39FE-8EA9-3EDB8409CB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280E8682-C447-641E-CB56-0ECAD4B140D7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280E8682-C447-641E-CB56-0ECAD4B14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E6DD60EE-6A51-2294-863F-B2255FD260C4}"/>
                    </a:ext>
                  </a:extLst>
                </p:cNvPr>
                <p:cNvSpPr txBox="1"/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E6DD60EE-6A51-2294-863F-B2255FD260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A10E3B2-D39D-70C0-EB32-3DFE74954368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A10E3B2-D39D-70C0-EB32-3DFE749543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81900A14-A7B9-703E-1B52-C2341BAE5452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81900A14-A7B9-703E-1B52-C2341BAE54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08E2B7E-DE42-2D31-2185-4E519E447921}"/>
                    </a:ext>
                  </a:extLst>
                </p:cNvPr>
                <p:cNvSpPr txBox="1"/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08E2B7E-DE42-2D31-2185-4E519E4479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2FC78AF-1A46-AD29-9C68-E8DFB3818DB8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2FC78AF-1A46-AD29-9C68-E8DFB3818D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8E76E51-B278-0202-75E4-53E835170565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8E76E51-B278-0202-75E4-53E8351705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53A9B48-3C74-61BB-F2FD-D4F690674EBC}"/>
                    </a:ext>
                  </a:extLst>
                </p:cNvPr>
                <p:cNvSpPr txBox="1"/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53A9B48-3C74-61BB-F2FD-D4F690674E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0C9E25E3-E879-BD9A-27F3-757347845692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957EE8F7-E2BC-DB50-68C3-2B7258DC1697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957EE8F7-E2BC-DB50-68C3-2B7258DC16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08447FC9-EF85-091B-9EA5-9D8DBBE4663B}"/>
                    </a:ext>
                  </a:extLst>
                </p:cNvPr>
                <p:cNvSpPr txBox="1"/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08447FC9-EF85-091B-9EA5-9D8DBBE466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F7EE46D8-DC00-FF0B-5462-9B29DB53C3E1}"/>
                    </a:ext>
                  </a:extLst>
                </p:cNvPr>
                <p:cNvSpPr txBox="1"/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F7EE46D8-DC00-FF0B-5462-9B29DB53C3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DADC116-CBBF-AB6A-C64C-3F0DFF8068CC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77FF778F-772B-87F4-B404-0A4CFCF97F3C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77FF778F-772B-87F4-B404-0A4CFCF97F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60AF7050-5AB6-1959-33CC-84D01DC59E0D}"/>
                    </a:ext>
                  </a:extLst>
                </p:cNvPr>
                <p:cNvSpPr txBox="1"/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60AF7050-5AB6-1959-33CC-84D01DC59E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EC01E87-6239-5F5E-EB1B-F1FA080F974F}"/>
                    </a:ext>
                  </a:extLst>
                </p:cNvPr>
                <p:cNvSpPr txBox="1"/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EC01E87-6239-5F5E-EB1B-F1FA080F97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996309B6-7648-E580-EABE-E08CDAC327FF}"/>
                    </a:ext>
                  </a:extLst>
                </p:cNvPr>
                <p:cNvSpPr txBox="1"/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996309B6-7648-E580-EABE-E08CDAC327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87639971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F14C2-E8CE-BDD1-5042-E0D55F543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Gradient Calculations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D97DF12-CFE2-B454-4B68-9DB1650374FB}"/>
              </a:ext>
            </a:extLst>
          </p:cNvPr>
          <p:cNvGrpSpPr/>
          <p:nvPr/>
        </p:nvGrpSpPr>
        <p:grpSpPr>
          <a:xfrm>
            <a:off x="3483487" y="2793855"/>
            <a:ext cx="1073051" cy="896233"/>
            <a:chOff x="1975635" y="2952087"/>
            <a:chExt cx="1073051" cy="896233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B6C76F5-22DD-0F9F-DA52-B1A9D4308594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86C9146-CAF9-614C-EB4B-0644D27C1785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43A414B9-6E81-2489-6044-6130130272AE}"/>
                  </a:ext>
                </a:extLst>
              </p:cNvPr>
              <p:cNvCxnSpPr>
                <a:stCxn id="5" idx="0"/>
                <a:endCxn id="5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A200DC35-7D48-2A9F-23F4-D305D1A8F74B}"/>
                  </a:ext>
                </a:extLst>
              </p:cNvPr>
              <p:cNvCxnSpPr>
                <a:cxnSpLocks/>
                <a:endCxn id="5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600F905-0F2D-DDFF-6F0B-90B96553B92E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600F905-0F2D-DDFF-6F0B-90B96553B9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9370918-FAEE-178E-A09C-6B246E84596C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9370918-FAEE-178E-A09C-6B246E8459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BBC5356-42E3-EF95-C54F-F120B6F9A447}"/>
                    </a:ext>
                  </a:extLst>
                </p:cNvPr>
                <p:cNvSpPr txBox="1"/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BBC5356-42E3-EF95-C54F-F120B6F9A4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D2911CE-D51F-7E22-4C99-CD3156E82CCD}"/>
                    </a:ext>
                  </a:extLst>
                </p:cNvPr>
                <p:cNvSpPr txBox="1"/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D2911CE-D51F-7E22-4C99-CD3156E82C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08FCC8A-6419-E43C-1148-C49FB0C6F8D1}"/>
              </a:ext>
            </a:extLst>
          </p:cNvPr>
          <p:cNvGrpSpPr/>
          <p:nvPr/>
        </p:nvGrpSpPr>
        <p:grpSpPr>
          <a:xfrm>
            <a:off x="6753803" y="2507532"/>
            <a:ext cx="1554457" cy="1416007"/>
            <a:chOff x="4834169" y="2692199"/>
            <a:chExt cx="1554457" cy="141600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6B1C1F1-3234-C2FC-A544-B11423CA2ADA}"/>
                </a:ext>
              </a:extLst>
            </p:cNvPr>
            <p:cNvSpPr/>
            <p:nvPr/>
          </p:nvSpPr>
          <p:spPr>
            <a:xfrm>
              <a:off x="4834170" y="2692199"/>
              <a:ext cx="1518186" cy="141600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EBE0BFC-DD3F-7908-87D0-CD7D489F0570}"/>
                </a:ext>
              </a:extLst>
            </p:cNvPr>
            <p:cNvCxnSpPr>
              <a:cxnSpLocks/>
            </p:cNvCxnSpPr>
            <p:nvPr/>
          </p:nvCxnSpPr>
          <p:spPr>
            <a:xfrm>
              <a:off x="5364037" y="2692199"/>
              <a:ext cx="0" cy="14160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E6F7299-33CA-6DF7-FA1E-850C4BD8AE80}"/>
                </a:ext>
              </a:extLst>
            </p:cNvPr>
            <p:cNvCxnSpPr>
              <a:cxnSpLocks/>
            </p:cNvCxnSpPr>
            <p:nvPr/>
          </p:nvCxnSpPr>
          <p:spPr>
            <a:xfrm>
              <a:off x="4834169" y="3140315"/>
              <a:ext cx="151818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78DCFF4-256A-E943-D909-912C5B92826D}"/>
                </a:ext>
              </a:extLst>
            </p:cNvPr>
            <p:cNvCxnSpPr>
              <a:cxnSpLocks/>
            </p:cNvCxnSpPr>
            <p:nvPr/>
          </p:nvCxnSpPr>
          <p:spPr>
            <a:xfrm>
              <a:off x="5893904" y="2692199"/>
              <a:ext cx="0" cy="14160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99A1DBE-046E-2387-93CD-9B07A4BAD7BA}"/>
                </a:ext>
              </a:extLst>
            </p:cNvPr>
            <p:cNvCxnSpPr>
              <a:cxnSpLocks/>
            </p:cNvCxnSpPr>
            <p:nvPr/>
          </p:nvCxnSpPr>
          <p:spPr>
            <a:xfrm>
              <a:off x="4834169" y="3607608"/>
              <a:ext cx="151818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D368CB2-A13C-FE5A-E0A1-FF54415977DB}"/>
                    </a:ext>
                  </a:extLst>
                </p:cNvPr>
                <p:cNvSpPr txBox="1"/>
                <p:nvPr/>
              </p:nvSpPr>
              <p:spPr>
                <a:xfrm>
                  <a:off x="4879097" y="2722003"/>
                  <a:ext cx="4849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D368CB2-A13C-FE5A-E0A1-FF54415977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9097" y="2722003"/>
                  <a:ext cx="484940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48ECFDC9-D3B1-A444-CE10-E6749BB48B4A}"/>
                    </a:ext>
                  </a:extLst>
                </p:cNvPr>
                <p:cNvSpPr txBox="1"/>
                <p:nvPr/>
              </p:nvSpPr>
              <p:spPr>
                <a:xfrm>
                  <a:off x="5408964" y="2737521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48ECFDC9-D3B1-A444-CE10-E6749BB48B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8964" y="2737521"/>
                  <a:ext cx="49026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99D681F-501C-CDD6-9D87-A31FBEBAC09B}"/>
                    </a:ext>
                  </a:extLst>
                </p:cNvPr>
                <p:cNvSpPr txBox="1"/>
                <p:nvPr/>
              </p:nvSpPr>
              <p:spPr>
                <a:xfrm>
                  <a:off x="5898364" y="2746493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99D681F-501C-CDD6-9D87-A31FBEBAC0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98364" y="2746493"/>
                  <a:ext cx="490262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E6645A07-9094-F974-81AB-01D95A0038C5}"/>
                    </a:ext>
                  </a:extLst>
                </p:cNvPr>
                <p:cNvSpPr txBox="1"/>
                <p:nvPr/>
              </p:nvSpPr>
              <p:spPr>
                <a:xfrm>
                  <a:off x="4874637" y="3205948"/>
                  <a:ext cx="4849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E6645A07-9094-F974-81AB-01D95A0038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4637" y="3205948"/>
                  <a:ext cx="484940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F9DAE87-71D6-4E89-E328-09E124F56AA7}"/>
                    </a:ext>
                  </a:extLst>
                </p:cNvPr>
                <p:cNvSpPr txBox="1"/>
                <p:nvPr/>
              </p:nvSpPr>
              <p:spPr>
                <a:xfrm>
                  <a:off x="5404504" y="3221466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F9DAE87-71D6-4E89-E328-09E124F56A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4504" y="3221466"/>
                  <a:ext cx="490262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DEBB6650-38B5-BC42-D0DC-B954AA7F8BC8}"/>
                    </a:ext>
                  </a:extLst>
                </p:cNvPr>
                <p:cNvSpPr txBox="1"/>
                <p:nvPr/>
              </p:nvSpPr>
              <p:spPr>
                <a:xfrm>
                  <a:off x="5893904" y="3230438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DEBB6650-38B5-BC42-D0DC-B954AA7F8B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93904" y="3230438"/>
                  <a:ext cx="490262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57011B12-DDC4-71A2-9C10-53760C333EFC}"/>
                    </a:ext>
                  </a:extLst>
                </p:cNvPr>
                <p:cNvSpPr txBox="1"/>
                <p:nvPr/>
              </p:nvSpPr>
              <p:spPr>
                <a:xfrm>
                  <a:off x="4874637" y="3690089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57011B12-DDC4-71A2-9C10-53760C333E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4637" y="3690089"/>
                  <a:ext cx="490262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BAD1A9A6-A5B7-F71D-3723-2B382EB1E02C}"/>
                    </a:ext>
                  </a:extLst>
                </p:cNvPr>
                <p:cNvSpPr txBox="1"/>
                <p:nvPr/>
              </p:nvSpPr>
              <p:spPr>
                <a:xfrm>
                  <a:off x="5404504" y="3705607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BAD1A9A6-A5B7-F71D-3723-2B382EB1E0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4504" y="3705607"/>
                  <a:ext cx="490262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B6A0C3B9-DB6A-04A0-4E64-9A498E92EBB7}"/>
                    </a:ext>
                  </a:extLst>
                </p:cNvPr>
                <p:cNvSpPr txBox="1"/>
                <p:nvPr/>
              </p:nvSpPr>
              <p:spPr>
                <a:xfrm>
                  <a:off x="5893904" y="3714579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B6A0C3B9-DB6A-04A0-4E64-9A498E92EB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93904" y="3714579"/>
                  <a:ext cx="490262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116AA76-8130-EB40-1B74-A944B3203A99}"/>
                  </a:ext>
                </a:extLst>
              </p:cNvPr>
              <p:cNvSpPr txBox="1"/>
              <p:nvPr/>
            </p:nvSpPr>
            <p:spPr>
              <a:xfrm>
                <a:off x="2192139" y="4396789"/>
                <a:ext cx="8799709" cy="22502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…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den>
                    </m:f>
                  </m:oMath>
                </a14:m>
                <a:endParaRPr lang="en-US" sz="2400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…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den>
                    </m:f>
                  </m:oMath>
                </a14:m>
                <a:endParaRPr lang="en-US" sz="2400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/>
                  <a:t> …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den>
                    </m:f>
                  </m:oMath>
                </a14:m>
                <a:endParaRPr lang="en-US" sz="2400" dirty="0"/>
              </a:p>
              <a:p>
                <a:r>
                  <a:rPr lang="en-US" sz="2400" dirty="0"/>
                  <a:t>…</a:t>
                </a: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116AA76-8130-EB40-1B74-A944B3203A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2139" y="4396789"/>
                <a:ext cx="8799709" cy="2250231"/>
              </a:xfrm>
              <a:prstGeom prst="rect">
                <a:avLst/>
              </a:prstGeom>
              <a:blipFill>
                <a:blip r:embed="rId15"/>
                <a:stretch>
                  <a:fillRect l="-1109" b="-5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81AB01F-A6F6-5205-B2C6-294E66B68FF0}"/>
                  </a:ext>
                </a:extLst>
              </p:cNvPr>
              <p:cNvSpPr txBox="1"/>
              <p:nvPr/>
            </p:nvSpPr>
            <p:spPr>
              <a:xfrm>
                <a:off x="10127383" y="2128737"/>
                <a:ext cx="934550" cy="629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81AB01F-A6F6-5205-B2C6-294E66B68F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7383" y="2128737"/>
                <a:ext cx="934550" cy="62991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DCE4181-6216-5D59-D161-30012C39A1F6}"/>
                  </a:ext>
                </a:extLst>
              </p:cNvPr>
              <p:cNvSpPr txBox="1"/>
              <p:nvPr/>
            </p:nvSpPr>
            <p:spPr>
              <a:xfrm>
                <a:off x="5438197" y="1937927"/>
                <a:ext cx="589649" cy="618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DCE4181-6216-5D59-D161-30012C39A1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8197" y="1937927"/>
                <a:ext cx="589649" cy="61888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69DBA01-2595-98D6-EB2F-35F03CD49E0C}"/>
              </a:ext>
            </a:extLst>
          </p:cNvPr>
          <p:cNvCxnSpPr>
            <a:cxnSpLocks/>
          </p:cNvCxnSpPr>
          <p:nvPr/>
        </p:nvCxnSpPr>
        <p:spPr>
          <a:xfrm flipH="1">
            <a:off x="5050395" y="3179206"/>
            <a:ext cx="1608715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7DD1B8D-288B-BC38-C227-2F869E479C6D}"/>
              </a:ext>
            </a:extLst>
          </p:cNvPr>
          <p:cNvCxnSpPr>
            <a:cxnSpLocks/>
          </p:cNvCxnSpPr>
          <p:nvPr/>
        </p:nvCxnSpPr>
        <p:spPr>
          <a:xfrm flipH="1">
            <a:off x="9431995" y="3179206"/>
            <a:ext cx="1608715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6AE614C-655F-3C2C-95ED-2CE61D2EF524}"/>
              </a:ext>
            </a:extLst>
          </p:cNvPr>
          <p:cNvGrpSpPr/>
          <p:nvPr/>
        </p:nvGrpSpPr>
        <p:grpSpPr>
          <a:xfrm>
            <a:off x="427711" y="2313685"/>
            <a:ext cx="2040130" cy="1784524"/>
            <a:chOff x="585073" y="2581414"/>
            <a:chExt cx="2040130" cy="1784524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2402A580-E087-1798-77EB-26541BB0E08A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91AD326-B075-AA79-368A-1237B1D69A2A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02035008-1CFB-62EE-CAE2-DCF96E530F10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2DAA456B-9F24-0C27-3E76-DF1FB7D71A01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FE2C8B76-B4A0-18A4-CF68-A9CBCE0AC02A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8C880B04-0922-39FE-8EA9-3EDB8409CBC3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8C880B04-0922-39FE-8EA9-3EDB8409CB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280E8682-C447-641E-CB56-0ECAD4B140D7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280E8682-C447-641E-CB56-0ECAD4B14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E6DD60EE-6A51-2294-863F-B2255FD260C4}"/>
                    </a:ext>
                  </a:extLst>
                </p:cNvPr>
                <p:cNvSpPr txBox="1"/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E6DD60EE-6A51-2294-863F-B2255FD260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A10E3B2-D39D-70C0-EB32-3DFE74954368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A10E3B2-D39D-70C0-EB32-3DFE749543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81900A14-A7B9-703E-1B52-C2341BAE5452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81900A14-A7B9-703E-1B52-C2341BAE54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08E2B7E-DE42-2D31-2185-4E519E447921}"/>
                    </a:ext>
                  </a:extLst>
                </p:cNvPr>
                <p:cNvSpPr txBox="1"/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08E2B7E-DE42-2D31-2185-4E519E4479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2FC78AF-1A46-AD29-9C68-E8DFB3818DB8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2FC78AF-1A46-AD29-9C68-E8DFB3818D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8E76E51-B278-0202-75E4-53E835170565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8E76E51-B278-0202-75E4-53E8351705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53A9B48-3C74-61BB-F2FD-D4F690674EBC}"/>
                    </a:ext>
                  </a:extLst>
                </p:cNvPr>
                <p:cNvSpPr txBox="1"/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53A9B48-3C74-61BB-F2FD-D4F690674E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0C9E25E3-E879-BD9A-27F3-757347845692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957EE8F7-E2BC-DB50-68C3-2B7258DC1697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957EE8F7-E2BC-DB50-68C3-2B7258DC16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08447FC9-EF85-091B-9EA5-9D8DBBE4663B}"/>
                    </a:ext>
                  </a:extLst>
                </p:cNvPr>
                <p:cNvSpPr txBox="1"/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08447FC9-EF85-091B-9EA5-9D8DBBE466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F7EE46D8-DC00-FF0B-5462-9B29DB53C3E1}"/>
                    </a:ext>
                  </a:extLst>
                </p:cNvPr>
                <p:cNvSpPr txBox="1"/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F7EE46D8-DC00-FF0B-5462-9B29DB53C3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DADC116-CBBF-AB6A-C64C-3F0DFF8068CC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77FF778F-772B-87F4-B404-0A4CFCF97F3C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77FF778F-772B-87F4-B404-0A4CFCF97F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60AF7050-5AB6-1959-33CC-84D01DC59E0D}"/>
                    </a:ext>
                  </a:extLst>
                </p:cNvPr>
                <p:cNvSpPr txBox="1"/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60AF7050-5AB6-1959-33CC-84D01DC59E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EC01E87-6239-5F5E-EB1B-F1FA080F974F}"/>
                    </a:ext>
                  </a:extLst>
                </p:cNvPr>
                <p:cNvSpPr txBox="1"/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EC01E87-6239-5F5E-EB1B-F1FA080F97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996309B6-7648-E580-EABE-E08CDAC327FF}"/>
                    </a:ext>
                  </a:extLst>
                </p:cNvPr>
                <p:cNvSpPr txBox="1"/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996309B6-7648-E580-EABE-E08CDAC327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7788819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F14C2-E8CE-BDD1-5042-E0D55F543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Gradient Calculations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D97DF12-CFE2-B454-4B68-9DB1650374FB}"/>
              </a:ext>
            </a:extLst>
          </p:cNvPr>
          <p:cNvGrpSpPr/>
          <p:nvPr/>
        </p:nvGrpSpPr>
        <p:grpSpPr>
          <a:xfrm>
            <a:off x="3483487" y="2793855"/>
            <a:ext cx="1073051" cy="896233"/>
            <a:chOff x="1975635" y="2952087"/>
            <a:chExt cx="1073051" cy="896233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B6C76F5-22DD-0F9F-DA52-B1A9D4308594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86C9146-CAF9-614C-EB4B-0644D27C1785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43A414B9-6E81-2489-6044-6130130272AE}"/>
                  </a:ext>
                </a:extLst>
              </p:cNvPr>
              <p:cNvCxnSpPr>
                <a:stCxn id="5" idx="0"/>
                <a:endCxn id="5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A200DC35-7D48-2A9F-23F4-D305D1A8F74B}"/>
                  </a:ext>
                </a:extLst>
              </p:cNvPr>
              <p:cNvCxnSpPr>
                <a:cxnSpLocks/>
                <a:endCxn id="5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600F905-0F2D-DDFF-6F0B-90B96553B92E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600F905-0F2D-DDFF-6F0B-90B96553B9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9370918-FAEE-178E-A09C-6B246E84596C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79370918-FAEE-178E-A09C-6B246E8459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BBC5356-42E3-EF95-C54F-F120B6F9A447}"/>
                    </a:ext>
                  </a:extLst>
                </p:cNvPr>
                <p:cNvSpPr txBox="1"/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BBC5356-42E3-EF95-C54F-F120B6F9A4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D2911CE-D51F-7E22-4C99-CD3156E82CCD}"/>
                    </a:ext>
                  </a:extLst>
                </p:cNvPr>
                <p:cNvSpPr txBox="1"/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9D2911CE-D51F-7E22-4C99-CD3156E82C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08FCC8A-6419-E43C-1148-C49FB0C6F8D1}"/>
              </a:ext>
            </a:extLst>
          </p:cNvPr>
          <p:cNvGrpSpPr/>
          <p:nvPr/>
        </p:nvGrpSpPr>
        <p:grpSpPr>
          <a:xfrm>
            <a:off x="6753803" y="2507532"/>
            <a:ext cx="1543108" cy="1496933"/>
            <a:chOff x="4834169" y="2692199"/>
            <a:chExt cx="1543108" cy="149693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6B1C1F1-3234-C2FC-A544-B11423CA2ADA}"/>
                </a:ext>
              </a:extLst>
            </p:cNvPr>
            <p:cNvSpPr/>
            <p:nvPr/>
          </p:nvSpPr>
          <p:spPr>
            <a:xfrm>
              <a:off x="4834170" y="2692199"/>
              <a:ext cx="1518186" cy="141600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EBE0BFC-DD3F-7908-87D0-CD7D489F0570}"/>
                </a:ext>
              </a:extLst>
            </p:cNvPr>
            <p:cNvCxnSpPr>
              <a:cxnSpLocks/>
            </p:cNvCxnSpPr>
            <p:nvPr/>
          </p:nvCxnSpPr>
          <p:spPr>
            <a:xfrm>
              <a:off x="5364037" y="2692199"/>
              <a:ext cx="0" cy="14160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E6F7299-33CA-6DF7-FA1E-850C4BD8AE80}"/>
                </a:ext>
              </a:extLst>
            </p:cNvPr>
            <p:cNvCxnSpPr>
              <a:cxnSpLocks/>
            </p:cNvCxnSpPr>
            <p:nvPr/>
          </p:nvCxnSpPr>
          <p:spPr>
            <a:xfrm>
              <a:off x="4834169" y="3140315"/>
              <a:ext cx="151818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78DCFF4-256A-E943-D909-912C5B92826D}"/>
                </a:ext>
              </a:extLst>
            </p:cNvPr>
            <p:cNvCxnSpPr>
              <a:cxnSpLocks/>
            </p:cNvCxnSpPr>
            <p:nvPr/>
          </p:nvCxnSpPr>
          <p:spPr>
            <a:xfrm>
              <a:off x="5893904" y="2692199"/>
              <a:ext cx="0" cy="14160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99A1DBE-046E-2387-93CD-9B07A4BAD7BA}"/>
                </a:ext>
              </a:extLst>
            </p:cNvPr>
            <p:cNvCxnSpPr>
              <a:cxnSpLocks/>
            </p:cNvCxnSpPr>
            <p:nvPr/>
          </p:nvCxnSpPr>
          <p:spPr>
            <a:xfrm>
              <a:off x="4834169" y="3607608"/>
              <a:ext cx="151818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D368CB2-A13C-FE5A-E0A1-FF54415977DB}"/>
                    </a:ext>
                  </a:extLst>
                </p:cNvPr>
                <p:cNvSpPr txBox="1"/>
                <p:nvPr/>
              </p:nvSpPr>
              <p:spPr>
                <a:xfrm>
                  <a:off x="4879097" y="2722003"/>
                  <a:ext cx="475323" cy="47359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num>
                          <m:den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  <m:sSub>
                              <m:sSub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D368CB2-A13C-FE5A-E0A1-FF54415977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9097" y="2722003"/>
                  <a:ext cx="475323" cy="47359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48ECFDC9-D3B1-A444-CE10-E6749BB48B4A}"/>
                    </a:ext>
                  </a:extLst>
                </p:cNvPr>
                <p:cNvSpPr txBox="1"/>
                <p:nvPr/>
              </p:nvSpPr>
              <p:spPr>
                <a:xfrm>
                  <a:off x="5408964" y="2737521"/>
                  <a:ext cx="475322" cy="47359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2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num>
                          <m:den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48ECFDC9-D3B1-A444-CE10-E6749BB48B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8964" y="2737521"/>
                  <a:ext cx="475322" cy="47359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99D681F-501C-CDD6-9D87-A31FBEBAC09B}"/>
                    </a:ext>
                  </a:extLst>
                </p:cNvPr>
                <p:cNvSpPr txBox="1"/>
                <p:nvPr/>
              </p:nvSpPr>
              <p:spPr>
                <a:xfrm>
                  <a:off x="5898364" y="2746493"/>
                  <a:ext cx="478913" cy="4744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2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num>
                          <m:den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99D681F-501C-CDD6-9D87-A31FBEBAC0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98364" y="2746493"/>
                  <a:ext cx="478913" cy="47448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E6645A07-9094-F974-81AB-01D95A0038C5}"/>
                    </a:ext>
                  </a:extLst>
                </p:cNvPr>
                <p:cNvSpPr txBox="1"/>
                <p:nvPr/>
              </p:nvSpPr>
              <p:spPr>
                <a:xfrm>
                  <a:off x="4874637" y="3205948"/>
                  <a:ext cx="472309" cy="47359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2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num>
                          <m:den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E6645A07-9094-F974-81AB-01D95A0038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4637" y="3205948"/>
                  <a:ext cx="472309" cy="47359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F9DAE87-71D6-4E89-E328-09E124F56AA7}"/>
                    </a:ext>
                  </a:extLst>
                </p:cNvPr>
                <p:cNvSpPr txBox="1"/>
                <p:nvPr/>
              </p:nvSpPr>
              <p:spPr>
                <a:xfrm>
                  <a:off x="5404504" y="3221466"/>
                  <a:ext cx="478913" cy="47474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2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num>
                          <m:den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F9DAE87-71D6-4E89-E328-09E124F56A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4504" y="3221466"/>
                  <a:ext cx="478913" cy="47474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DEBB6650-38B5-BC42-D0DC-B954AA7F8BC8}"/>
                    </a:ext>
                  </a:extLst>
                </p:cNvPr>
                <p:cNvSpPr txBox="1"/>
                <p:nvPr/>
              </p:nvSpPr>
              <p:spPr>
                <a:xfrm>
                  <a:off x="5893904" y="3230438"/>
                  <a:ext cx="478913" cy="47474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2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num>
                          <m:den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DEBB6650-38B5-BC42-D0DC-B954AA7F8B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93904" y="3230438"/>
                  <a:ext cx="478913" cy="47474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57011B12-DDC4-71A2-9C10-53760C333EFC}"/>
                    </a:ext>
                  </a:extLst>
                </p:cNvPr>
                <p:cNvSpPr txBox="1"/>
                <p:nvPr/>
              </p:nvSpPr>
              <p:spPr>
                <a:xfrm>
                  <a:off x="4874637" y="3690089"/>
                  <a:ext cx="478913" cy="47384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2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num>
                          <m:den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57011B12-DDC4-71A2-9C10-53760C333E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4637" y="3690089"/>
                  <a:ext cx="478913" cy="473848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BAD1A9A6-A5B7-F71D-3723-2B382EB1E02C}"/>
                    </a:ext>
                  </a:extLst>
                </p:cNvPr>
                <p:cNvSpPr txBox="1"/>
                <p:nvPr/>
              </p:nvSpPr>
              <p:spPr>
                <a:xfrm>
                  <a:off x="5404504" y="3705607"/>
                  <a:ext cx="478913" cy="4748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2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num>
                          <m:den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BAD1A9A6-A5B7-F71D-3723-2B382EB1E0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4504" y="3705607"/>
                  <a:ext cx="478913" cy="474874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B6A0C3B9-DB6A-04A0-4E64-9A498E92EBB7}"/>
                    </a:ext>
                  </a:extLst>
                </p:cNvPr>
                <p:cNvSpPr txBox="1"/>
                <p:nvPr/>
              </p:nvSpPr>
              <p:spPr>
                <a:xfrm>
                  <a:off x="5893904" y="3714579"/>
                  <a:ext cx="475708" cy="47455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2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num>
                          <m:den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B6A0C3B9-DB6A-04A0-4E64-9A498E92EB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93904" y="3714579"/>
                  <a:ext cx="475708" cy="474553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116AA76-8130-EB40-1B74-A944B3203A99}"/>
                  </a:ext>
                </a:extLst>
              </p:cNvPr>
              <p:cNvSpPr txBox="1"/>
              <p:nvPr/>
            </p:nvSpPr>
            <p:spPr>
              <a:xfrm>
                <a:off x="2192139" y="4396789"/>
                <a:ext cx="8799709" cy="8090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𝐶𝑜𝑛𝑣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116AA76-8130-EB40-1B74-A944B3203A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2139" y="4396789"/>
                <a:ext cx="8799709" cy="80906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81AB01F-A6F6-5205-B2C6-294E66B68FF0}"/>
                  </a:ext>
                </a:extLst>
              </p:cNvPr>
              <p:cNvSpPr txBox="1"/>
              <p:nvPr/>
            </p:nvSpPr>
            <p:spPr>
              <a:xfrm>
                <a:off x="7045621" y="1776705"/>
                <a:ext cx="934550" cy="629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81AB01F-A6F6-5205-B2C6-294E66B68F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5621" y="1776705"/>
                <a:ext cx="934550" cy="62991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DCE4181-6216-5D59-D161-30012C39A1F6}"/>
                  </a:ext>
                </a:extLst>
              </p:cNvPr>
              <p:cNvSpPr txBox="1"/>
              <p:nvPr/>
            </p:nvSpPr>
            <p:spPr>
              <a:xfrm>
                <a:off x="5438197" y="1937927"/>
                <a:ext cx="589649" cy="618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DCE4181-6216-5D59-D161-30012C39A1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8197" y="1937927"/>
                <a:ext cx="589649" cy="61888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69DBA01-2595-98D6-EB2F-35F03CD49E0C}"/>
              </a:ext>
            </a:extLst>
          </p:cNvPr>
          <p:cNvCxnSpPr>
            <a:cxnSpLocks/>
          </p:cNvCxnSpPr>
          <p:nvPr/>
        </p:nvCxnSpPr>
        <p:spPr>
          <a:xfrm flipH="1">
            <a:off x="5050395" y="3179206"/>
            <a:ext cx="1608715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6AE614C-655F-3C2C-95ED-2CE61D2EF524}"/>
              </a:ext>
            </a:extLst>
          </p:cNvPr>
          <p:cNvGrpSpPr/>
          <p:nvPr/>
        </p:nvGrpSpPr>
        <p:grpSpPr>
          <a:xfrm>
            <a:off x="427711" y="2313685"/>
            <a:ext cx="2040130" cy="1784524"/>
            <a:chOff x="585073" y="2581414"/>
            <a:chExt cx="2040130" cy="1784524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2402A580-E087-1798-77EB-26541BB0E08A}"/>
                </a:ext>
              </a:extLst>
            </p:cNvPr>
            <p:cNvSpPr/>
            <p:nvPr/>
          </p:nvSpPr>
          <p:spPr>
            <a:xfrm>
              <a:off x="591021" y="2591561"/>
              <a:ext cx="1940231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91AD326-B075-AA79-368A-1237B1D69A2A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02035008-1CFB-62EE-CAE2-DCF96E530F10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2DAA456B-9F24-0C27-3E76-DF1FB7D71A01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FE2C8B76-B4A0-18A4-CF68-A9CBCE0AC02A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8C880B04-0922-39FE-8EA9-3EDB8409CBC3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8C880B04-0922-39FE-8EA9-3EDB8409CB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14216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280E8682-C447-641E-CB56-0ECAD4B140D7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280E8682-C447-641E-CB56-0ECAD4B140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419537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E6DD60EE-6A51-2294-863F-B2255FD260C4}"/>
                    </a:ext>
                  </a:extLst>
                </p:cNvPr>
                <p:cNvSpPr txBox="1"/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E6DD60EE-6A51-2294-863F-B2255FD260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5216" y="2645855"/>
                  <a:ext cx="419537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A10E3B2-D39D-70C0-EB32-3DFE74954368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A10E3B2-D39D-70C0-EB32-3DFE749543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19538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81900A14-A7B9-703E-1B52-C2341BAE5452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81900A14-A7B9-703E-1B52-C2341BAE54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419537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08E2B7E-DE42-2D31-2185-4E519E447921}"/>
                    </a:ext>
                  </a:extLst>
                </p:cNvPr>
                <p:cNvSpPr txBox="1"/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08E2B7E-DE42-2D31-2185-4E519E4479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129800"/>
                  <a:ext cx="419537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2FC78AF-1A46-AD29-9C68-E8DFB3818DB8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2FC78AF-1A46-AD29-9C68-E8DFB3818D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19537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8E76E51-B278-0202-75E4-53E835170565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8E76E51-B278-0202-75E4-53E8351705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512000" cy="36933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53A9B48-3C74-61BB-F2FD-D4F690674EBC}"/>
                    </a:ext>
                  </a:extLst>
                </p:cNvPr>
                <p:cNvSpPr txBox="1"/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53A9B48-3C74-61BB-F2FD-D4F690674E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613941"/>
                  <a:ext cx="512000" cy="369332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0C9E25E3-E879-BD9A-27F3-757347845692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957EE8F7-E2BC-DB50-68C3-2B7258DC1697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957EE8F7-E2BC-DB50-68C3-2B7258DC16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419537" cy="369332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08447FC9-EF85-091B-9EA5-9D8DBBE4663B}"/>
                    </a:ext>
                  </a:extLst>
                </p:cNvPr>
                <p:cNvSpPr txBox="1"/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08447FC9-EF85-091B-9EA5-9D8DBBE466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120828"/>
                  <a:ext cx="419537" cy="369332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F7EE46D8-DC00-FF0B-5462-9B29DB53C3E1}"/>
                    </a:ext>
                  </a:extLst>
                </p:cNvPr>
                <p:cNvSpPr txBox="1"/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F7EE46D8-DC00-FF0B-5462-9B29DB53C3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604969"/>
                  <a:ext cx="512000" cy="369332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DADC116-CBBF-AB6A-C64C-3F0DFF8068CC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77FF778F-772B-87F4-B404-0A4CFCF97F3C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77FF778F-772B-87F4-B404-0A4CFCF97F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512000" cy="36933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60AF7050-5AB6-1959-33CC-84D01DC59E0D}"/>
                    </a:ext>
                  </a:extLst>
                </p:cNvPr>
                <p:cNvSpPr txBox="1"/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60AF7050-5AB6-1959-33CC-84D01DC59E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5408" y="3976366"/>
                  <a:ext cx="512000" cy="369332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EC01E87-6239-5F5E-EB1B-F1FA080F974F}"/>
                    </a:ext>
                  </a:extLst>
                </p:cNvPr>
                <p:cNvSpPr txBox="1"/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6EC01E87-6239-5F5E-EB1B-F1FA080F97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4808" y="3985338"/>
                  <a:ext cx="512000" cy="369332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996309B6-7648-E580-EABE-E08CDAC327FF}"/>
                    </a:ext>
                  </a:extLst>
                </p:cNvPr>
                <p:cNvSpPr txBox="1"/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0" name="TextBox 69">
                  <a:extLst>
                    <a:ext uri="{FF2B5EF4-FFF2-40B4-BE49-F238E27FC236}">
                      <a16:creationId xmlns:a16="http://schemas.microsoft.com/office/drawing/2014/main" id="{996309B6-7648-E580-EABE-E08CDAC327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7255" y="3976366"/>
                  <a:ext cx="512000" cy="369332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5A60161-EFCB-0C59-C5B9-71BF3B6FC754}"/>
              </a:ext>
            </a:extLst>
          </p:cNvPr>
          <p:cNvSpPr txBox="1"/>
          <p:nvPr/>
        </p:nvSpPr>
        <p:spPr>
          <a:xfrm>
            <a:off x="1999447" y="5952683"/>
            <a:ext cx="89924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This operation where the output dimension is greater than input dimension is call deconvolution or transposed convolution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02F648-E7C8-13EB-145E-201A1034C5EE}"/>
                  </a:ext>
                </a:extLst>
              </p:cNvPr>
              <p:cNvSpPr txBox="1"/>
              <p:nvPr/>
            </p:nvSpPr>
            <p:spPr>
              <a:xfrm>
                <a:off x="9132489" y="3923539"/>
                <a:ext cx="2826806" cy="13362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Note: Only inputs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/>
                  <a:t> and </a:t>
                </a:r>
                <a:r>
                  <a:rPr lang="en-US" dirty="0"/>
                  <a:t>gradients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𝑂</m:t>
                        </m:r>
                      </m:den>
                    </m:f>
                  </m:oMath>
                </a14:m>
                <a:r>
                  <a:rPr lang="en-US" dirty="0"/>
                  <a:t> are needed. We don’t need the output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dirty="0"/>
                  <a:t> for this layer. Why?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F02F648-E7C8-13EB-145E-201A1034C5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2489" y="3923539"/>
                <a:ext cx="2826806" cy="1336263"/>
              </a:xfrm>
              <a:prstGeom prst="rect">
                <a:avLst/>
              </a:prstGeom>
              <a:blipFill>
                <a:blip r:embed="rId34"/>
                <a:stretch>
                  <a:fillRect l="-1724" t="-2740" r="-2155" b="-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646819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02C44-F2C7-AF79-B219-A56C38201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3AF43-3FE5-CFA5-C285-901CE7C34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Backward Propagation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5225B93-92EB-7D53-C6AC-434905222342}"/>
              </a:ext>
            </a:extLst>
          </p:cNvPr>
          <p:cNvGrpSpPr/>
          <p:nvPr/>
        </p:nvGrpSpPr>
        <p:grpSpPr>
          <a:xfrm>
            <a:off x="10842926" y="3203425"/>
            <a:ext cx="484941" cy="375327"/>
            <a:chOff x="2303098" y="3253400"/>
            <a:chExt cx="484941" cy="37532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95142FF-5BBD-B17C-23E7-F379E830A112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55B5F33-541A-58A4-1F2E-F4BF08071AD1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FAAF0BA-7433-63DE-CC4D-AF56CFA36CFA}"/>
              </a:ext>
            </a:extLst>
          </p:cNvPr>
          <p:cNvGrpSpPr/>
          <p:nvPr/>
        </p:nvGrpSpPr>
        <p:grpSpPr>
          <a:xfrm>
            <a:off x="10913954" y="4137001"/>
            <a:ext cx="439846" cy="375327"/>
            <a:chOff x="2348193" y="3253400"/>
            <a:chExt cx="439846" cy="37532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D310D1F-C55A-3134-7556-C9BAC39524C1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BCABB52F-061E-13C5-9BEF-2EC833E8EBE0}"/>
                    </a:ext>
                  </a:extLst>
                </p:cNvPr>
                <p:cNvSpPr txBox="1"/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D7D2000-C498-9EE0-3651-BE5614C0DBB0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>
            <a:off x="11085397" y="3578752"/>
            <a:ext cx="22547" cy="564244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8447949-C8C5-FC66-E5F9-C649949B9357}"/>
              </a:ext>
            </a:extLst>
          </p:cNvPr>
          <p:cNvGrpSpPr/>
          <p:nvPr/>
        </p:nvGrpSpPr>
        <p:grpSpPr>
          <a:xfrm>
            <a:off x="8873285" y="2952087"/>
            <a:ext cx="1059735" cy="896233"/>
            <a:chOff x="1792466" y="2749256"/>
            <a:chExt cx="1059735" cy="89623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531ABB4-5856-B2B6-9138-C357F3893A1C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1A3E1169-2EB5-34E4-E279-74F6303335EC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D877721-D6DC-734C-BDED-6BC8148BD6C5}"/>
                  </a:ext>
                </a:extLst>
              </p:cNvPr>
              <p:cNvSpPr txBox="1"/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ABD73252-FF0E-434A-5311-D206A9D95BD3}"/>
              </a:ext>
            </a:extLst>
          </p:cNvPr>
          <p:cNvGrpSpPr/>
          <p:nvPr/>
        </p:nvGrpSpPr>
        <p:grpSpPr>
          <a:xfrm>
            <a:off x="5269391" y="2952086"/>
            <a:ext cx="1059735" cy="896233"/>
            <a:chOff x="1792466" y="2749256"/>
            <a:chExt cx="1059735" cy="896233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31B0CDD-F811-B27C-56F6-564EDAAF093F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32E8B6CB-B148-8955-A3A8-EE83C22F8686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2077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73C16B2-761E-5F92-848C-15FF130750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20775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7CFB9B6-4CA3-A89E-2849-8084A26BDAEF}"/>
              </a:ext>
            </a:extLst>
          </p:cNvPr>
          <p:cNvGrpSpPr/>
          <p:nvPr/>
        </p:nvGrpSpPr>
        <p:grpSpPr>
          <a:xfrm>
            <a:off x="6504459" y="2766218"/>
            <a:ext cx="1468490" cy="1325563"/>
            <a:chOff x="1792466" y="2749256"/>
            <a:chExt cx="1468490" cy="1325563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5C9598C-AC5B-2383-A4E8-4393C6900AEC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6966E595-D7F0-2C5C-2423-0BD03DD4AB1B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67717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8F02ED-5DB1-1EF3-2C9C-27C4B49C80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677173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57BF0D64-413F-D039-EA34-E4B999FAE7AF}"/>
              </a:ext>
            </a:extLst>
          </p:cNvPr>
          <p:cNvSpPr txBox="1"/>
          <p:nvPr/>
        </p:nvSpPr>
        <p:spPr>
          <a:xfrm>
            <a:off x="8274605" y="317739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E3E49CB-D315-5E78-068C-3B749DEC6C76}"/>
              </a:ext>
            </a:extLst>
          </p:cNvPr>
          <p:cNvGrpSpPr/>
          <p:nvPr/>
        </p:nvGrpSpPr>
        <p:grpSpPr>
          <a:xfrm>
            <a:off x="1980958" y="2952087"/>
            <a:ext cx="1059735" cy="896233"/>
            <a:chOff x="1792466" y="2749256"/>
            <a:chExt cx="1059735" cy="89623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5B678C2-F035-59FD-DA8B-282279D9A200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0F4BEFC-25AB-3076-BC70-8406BD79F829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0116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D40CEA3-D405-602A-BC8E-B8E34A2A30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01163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7CCDB67-5D7B-1340-8B4E-13B53CBC7AC3}"/>
              </a:ext>
            </a:extLst>
          </p:cNvPr>
          <p:cNvGrpSpPr/>
          <p:nvPr/>
        </p:nvGrpSpPr>
        <p:grpSpPr>
          <a:xfrm>
            <a:off x="3439967" y="2699281"/>
            <a:ext cx="1468490" cy="1325563"/>
            <a:chOff x="1792466" y="2749256"/>
            <a:chExt cx="1468490" cy="13255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6F4911E-1155-6E60-AEA3-2FAB6828FB7D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C189CA1-024F-F13B-5091-2172501D2E2D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5756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77CFDF3-DFD9-9E64-34DF-397FD716C0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57561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A1C95BF9-55BF-0F0F-AB0D-EF121D02BC7E}"/>
              </a:ext>
            </a:extLst>
          </p:cNvPr>
          <p:cNvCxnSpPr>
            <a:stCxn id="7" idx="0"/>
            <a:endCxn id="4" idx="0"/>
          </p:cNvCxnSpPr>
          <p:nvPr/>
        </p:nvCxnSpPr>
        <p:spPr>
          <a:xfrm rot="16200000" flipH="1" flipV="1">
            <a:off x="3216116" y="1993991"/>
            <a:ext cx="252806" cy="1663386"/>
          </a:xfrm>
          <a:prstGeom prst="curvedConnector3">
            <a:avLst>
              <a:gd name="adj1" fmla="val -90425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2AB5939D-7017-AFF9-B879-2E5D66453C5C}"/>
              </a:ext>
            </a:extLst>
          </p:cNvPr>
          <p:cNvCxnSpPr>
            <a:cxnSpLocks/>
            <a:stCxn id="35" idx="0"/>
            <a:endCxn id="7" idx="0"/>
          </p:cNvCxnSpPr>
          <p:nvPr/>
        </p:nvCxnSpPr>
        <p:spPr>
          <a:xfrm rot="16200000" flipV="1">
            <a:off x="5672990" y="1200504"/>
            <a:ext cx="66937" cy="3064492"/>
          </a:xfrm>
          <a:prstGeom prst="curvedConnector3">
            <a:avLst>
              <a:gd name="adj1" fmla="val 911944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875F25C5-7D17-BC35-EAFD-C1AD750B790C}"/>
              </a:ext>
            </a:extLst>
          </p:cNvPr>
          <p:cNvCxnSpPr>
            <a:cxnSpLocks/>
            <a:endCxn id="35" idx="0"/>
          </p:cNvCxnSpPr>
          <p:nvPr/>
        </p:nvCxnSpPr>
        <p:spPr>
          <a:xfrm rot="10800000">
            <a:off x="7238705" y="2766218"/>
            <a:ext cx="4418061" cy="146802"/>
          </a:xfrm>
          <a:prstGeom prst="curvedConnector4">
            <a:avLst>
              <a:gd name="adj1" fmla="val -1348"/>
              <a:gd name="adj2" fmla="val 680598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D838196-9A5A-CB0C-724D-E140B1821302}"/>
                  </a:ext>
                </a:extLst>
              </p:cNvPr>
              <p:cNvSpPr txBox="1"/>
              <p:nvPr/>
            </p:nvSpPr>
            <p:spPr>
              <a:xfrm>
                <a:off x="3635399" y="4828981"/>
                <a:ext cx="5598840" cy="676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×…×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5784FE1-178C-2913-F41E-1448D40754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399" y="4828981"/>
                <a:ext cx="5598840" cy="67666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00B5666C-1182-37E6-33DB-FD82F1097278}"/>
              </a:ext>
            </a:extLst>
          </p:cNvPr>
          <p:cNvSpPr txBox="1"/>
          <p:nvPr/>
        </p:nvSpPr>
        <p:spPr>
          <a:xfrm>
            <a:off x="194547" y="5846544"/>
            <a:ext cx="23162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We need to compute 3 types of terms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54C7560-931F-C345-E111-1F5FA58DE233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2510826" y="5265683"/>
            <a:ext cx="2915018" cy="90402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326ACA04-40FD-2E92-8EF1-5664A7B3EF54}"/>
              </a:ext>
            </a:extLst>
          </p:cNvPr>
          <p:cNvSpPr txBox="1"/>
          <p:nvPr/>
        </p:nvSpPr>
        <p:spPr>
          <a:xfrm>
            <a:off x="3466430" y="6213140"/>
            <a:ext cx="3924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a single image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C8B8E849-7F89-0BCC-0250-4A418983ACF6}"/>
              </a:ext>
            </a:extLst>
          </p:cNvPr>
          <p:cNvSpPr/>
          <p:nvPr/>
        </p:nvSpPr>
        <p:spPr>
          <a:xfrm>
            <a:off x="7114567" y="2214114"/>
            <a:ext cx="239110" cy="25026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63628B6-70B5-3448-2F13-161E1ACB6F17}"/>
              </a:ext>
            </a:extLst>
          </p:cNvPr>
          <p:cNvSpPr/>
          <p:nvPr/>
        </p:nvSpPr>
        <p:spPr>
          <a:xfrm>
            <a:off x="6201104" y="4672968"/>
            <a:ext cx="2996082" cy="1076191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5DEAF43-B38F-CE53-EE4C-A1FDE4F0F029}"/>
              </a:ext>
            </a:extLst>
          </p:cNvPr>
          <p:cNvSpPr/>
          <p:nvPr/>
        </p:nvSpPr>
        <p:spPr>
          <a:xfrm>
            <a:off x="5425844" y="4615244"/>
            <a:ext cx="3885699" cy="1231300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EC2DD126-3238-4131-8A75-2DFB5C53E9D7}"/>
              </a:ext>
            </a:extLst>
          </p:cNvPr>
          <p:cNvSpPr/>
          <p:nvPr/>
        </p:nvSpPr>
        <p:spPr>
          <a:xfrm>
            <a:off x="5467348" y="4649395"/>
            <a:ext cx="239110" cy="25026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0570434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ACA6B-DF08-5492-41ED-6FA0C1FF7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Backward Propagation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713B1C8-2CEF-BC6D-6992-7F8B4F139EB4}"/>
              </a:ext>
            </a:extLst>
          </p:cNvPr>
          <p:cNvGrpSpPr/>
          <p:nvPr/>
        </p:nvGrpSpPr>
        <p:grpSpPr>
          <a:xfrm>
            <a:off x="10842926" y="3203425"/>
            <a:ext cx="484941" cy="375327"/>
            <a:chOff x="2303098" y="3253400"/>
            <a:chExt cx="484941" cy="37532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A46AD5B-3FE0-613F-3C02-C7DA91B23FFD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C895420-A6DC-7827-38A4-B10E425DDF1C}"/>
              </a:ext>
            </a:extLst>
          </p:cNvPr>
          <p:cNvGrpSpPr/>
          <p:nvPr/>
        </p:nvGrpSpPr>
        <p:grpSpPr>
          <a:xfrm>
            <a:off x="10913954" y="4137001"/>
            <a:ext cx="439846" cy="375327"/>
            <a:chOff x="2348193" y="3253400"/>
            <a:chExt cx="439846" cy="37532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68BBC7A-EC13-1438-9868-CB7847040BFC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/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9F91710-C6CA-8505-A430-0ACBDCFD8CBB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>
            <a:off x="11085397" y="3578752"/>
            <a:ext cx="22547" cy="564244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210434B-B1FA-15C1-5980-8B8EF99365E9}"/>
              </a:ext>
            </a:extLst>
          </p:cNvPr>
          <p:cNvGrpSpPr/>
          <p:nvPr/>
        </p:nvGrpSpPr>
        <p:grpSpPr>
          <a:xfrm>
            <a:off x="8873285" y="2952087"/>
            <a:ext cx="1059735" cy="896233"/>
            <a:chOff x="1792466" y="2749256"/>
            <a:chExt cx="1059735" cy="89623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0E4AE11-F0A9-0B59-3C1D-1A00A235996B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/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383FB645-CDEE-348F-F701-F4CEBE511E57}"/>
              </a:ext>
            </a:extLst>
          </p:cNvPr>
          <p:cNvGrpSpPr/>
          <p:nvPr/>
        </p:nvGrpSpPr>
        <p:grpSpPr>
          <a:xfrm>
            <a:off x="5269391" y="2952086"/>
            <a:ext cx="1059735" cy="896233"/>
            <a:chOff x="1792466" y="2749256"/>
            <a:chExt cx="1059735" cy="896233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BAA7EA4-6C55-1566-123E-772C0EEB2682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73C16B2-761E-5F92-848C-15FF130750DE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2077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73C16B2-761E-5F92-848C-15FF130750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20775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7DE798B-8A8B-C38F-49D9-96E3A1CCB6D6}"/>
              </a:ext>
            </a:extLst>
          </p:cNvPr>
          <p:cNvGrpSpPr/>
          <p:nvPr/>
        </p:nvGrpSpPr>
        <p:grpSpPr>
          <a:xfrm>
            <a:off x="6504459" y="2766218"/>
            <a:ext cx="1468490" cy="1325563"/>
            <a:chOff x="1792466" y="2749256"/>
            <a:chExt cx="1468490" cy="1325563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DFD82B5-B918-78DD-179D-EA17B8F6632A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8F02ED-5DB1-1EF3-2C9C-27C4B49C8099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67717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8F02ED-5DB1-1EF3-2C9C-27C4B49C80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677173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43369C77-5CF1-366E-7ACA-7A1C78F54262}"/>
              </a:ext>
            </a:extLst>
          </p:cNvPr>
          <p:cNvSpPr txBox="1"/>
          <p:nvPr/>
        </p:nvSpPr>
        <p:spPr>
          <a:xfrm>
            <a:off x="8274605" y="317739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942541C-99F8-0B6C-3E96-B2666EF75EB0}"/>
              </a:ext>
            </a:extLst>
          </p:cNvPr>
          <p:cNvGrpSpPr/>
          <p:nvPr/>
        </p:nvGrpSpPr>
        <p:grpSpPr>
          <a:xfrm>
            <a:off x="1980958" y="2952087"/>
            <a:ext cx="1059735" cy="896233"/>
            <a:chOff x="1792466" y="2749256"/>
            <a:chExt cx="1059735" cy="89623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B4CDE-0024-4DAC-7B16-F193A5A71B2C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D40CEA3-D405-602A-BC8E-B8E34A2A30ED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0116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D40CEA3-D405-602A-BC8E-B8E34A2A30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01163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CD9388A-166F-1A0B-53DD-32B054ADBF78}"/>
              </a:ext>
            </a:extLst>
          </p:cNvPr>
          <p:cNvGrpSpPr/>
          <p:nvPr/>
        </p:nvGrpSpPr>
        <p:grpSpPr>
          <a:xfrm>
            <a:off x="3439967" y="2699281"/>
            <a:ext cx="1468490" cy="1325563"/>
            <a:chOff x="1792466" y="2749256"/>
            <a:chExt cx="1468490" cy="13255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B136D1B-5CEC-8D64-9718-38634590F7F7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77CFDF3-DFD9-9E64-34DF-397FD716C0EC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5756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77CFDF3-DFD9-9E64-34DF-397FD716C0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57561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AB0E072C-CA49-3EC1-273D-B2B0E86E4998}"/>
              </a:ext>
            </a:extLst>
          </p:cNvPr>
          <p:cNvCxnSpPr>
            <a:stCxn id="7" idx="0"/>
            <a:endCxn id="4" idx="0"/>
          </p:cNvCxnSpPr>
          <p:nvPr/>
        </p:nvCxnSpPr>
        <p:spPr>
          <a:xfrm rot="16200000" flipH="1" flipV="1">
            <a:off x="3216116" y="1993991"/>
            <a:ext cx="252806" cy="1663386"/>
          </a:xfrm>
          <a:prstGeom prst="curvedConnector3">
            <a:avLst>
              <a:gd name="adj1" fmla="val -90425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8EB59367-CB53-8A52-B1A2-FAA80A68D07D}"/>
              </a:ext>
            </a:extLst>
          </p:cNvPr>
          <p:cNvCxnSpPr>
            <a:cxnSpLocks/>
            <a:stCxn id="35" idx="0"/>
            <a:endCxn id="7" idx="0"/>
          </p:cNvCxnSpPr>
          <p:nvPr/>
        </p:nvCxnSpPr>
        <p:spPr>
          <a:xfrm rot="16200000" flipV="1">
            <a:off x="5672990" y="1200504"/>
            <a:ext cx="66937" cy="3064492"/>
          </a:xfrm>
          <a:prstGeom prst="curvedConnector3">
            <a:avLst>
              <a:gd name="adj1" fmla="val 911944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1EFACCE4-B67D-7D53-3EDE-9249854A1CE3}"/>
              </a:ext>
            </a:extLst>
          </p:cNvPr>
          <p:cNvCxnSpPr>
            <a:cxnSpLocks/>
            <a:endCxn id="35" idx="0"/>
          </p:cNvCxnSpPr>
          <p:nvPr/>
        </p:nvCxnSpPr>
        <p:spPr>
          <a:xfrm rot="10800000">
            <a:off x="7238705" y="2766218"/>
            <a:ext cx="4418061" cy="146802"/>
          </a:xfrm>
          <a:prstGeom prst="curvedConnector4">
            <a:avLst>
              <a:gd name="adj1" fmla="val -1348"/>
              <a:gd name="adj2" fmla="val 680598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5784FE1-178C-2913-F41E-1448D407541F}"/>
                  </a:ext>
                </a:extLst>
              </p:cNvPr>
              <p:cNvSpPr txBox="1"/>
              <p:nvPr/>
            </p:nvSpPr>
            <p:spPr>
              <a:xfrm>
                <a:off x="3635399" y="4828981"/>
                <a:ext cx="4935069" cy="676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×…×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5784FE1-178C-2913-F41E-1448D40754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399" y="4828981"/>
                <a:ext cx="4935069" cy="67666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EB45344-3938-D499-245F-28E8550C9DBB}"/>
                  </a:ext>
                </a:extLst>
              </p:cNvPr>
              <p:cNvSpPr txBox="1"/>
              <p:nvPr/>
            </p:nvSpPr>
            <p:spPr>
              <a:xfrm>
                <a:off x="5503199" y="1495622"/>
                <a:ext cx="835421" cy="6655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𝜹</m:t>
                          </m:r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𝑶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𝜹</m:t>
                          </m:r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𝑶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EB45344-3938-D499-245F-28E8550C9D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3199" y="1495622"/>
                <a:ext cx="835421" cy="66550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39769D4-EA57-70FA-9CED-31753CD4ECB8}"/>
                  </a:ext>
                </a:extLst>
              </p:cNvPr>
              <p:cNvSpPr txBox="1"/>
              <p:nvPr/>
            </p:nvSpPr>
            <p:spPr>
              <a:xfrm>
                <a:off x="9403152" y="1196729"/>
                <a:ext cx="942887" cy="6665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𝜹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𝜹</m:t>
                          </m:r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𝑶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39769D4-EA57-70FA-9CED-31753CD4EC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3152" y="1196729"/>
                <a:ext cx="942887" cy="66652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024383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C89AC-B99C-7DB6-9FB5-A48C0B72F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6DFC5-2007-4714-5190-1B0D5BF7A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Backward Propagation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76B9E96-6B90-D078-4C0C-77E5770EC87F}"/>
              </a:ext>
            </a:extLst>
          </p:cNvPr>
          <p:cNvGrpSpPr/>
          <p:nvPr/>
        </p:nvGrpSpPr>
        <p:grpSpPr>
          <a:xfrm>
            <a:off x="10842926" y="3203425"/>
            <a:ext cx="484941" cy="375327"/>
            <a:chOff x="2303098" y="3253400"/>
            <a:chExt cx="484941" cy="37532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C083EC8-7FB3-53C3-6050-34C5B54D8DB7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BCBDF5A-CB4B-88E9-1A0D-AB934C8C1FDA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131CF98-8F4E-95E5-E4CC-347B2F17CA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CBF1F47-1FB3-33F8-6E2A-0AE505019675}"/>
              </a:ext>
            </a:extLst>
          </p:cNvPr>
          <p:cNvGrpSpPr/>
          <p:nvPr/>
        </p:nvGrpSpPr>
        <p:grpSpPr>
          <a:xfrm>
            <a:off x="10913954" y="4137001"/>
            <a:ext cx="439846" cy="375327"/>
            <a:chOff x="2348193" y="3253400"/>
            <a:chExt cx="439846" cy="37532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89CE9C8-4276-4665-CA9C-5730BCFAD974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D812E384-34F3-0582-C3B8-B0BD3C548844}"/>
                    </a:ext>
                  </a:extLst>
                </p:cNvPr>
                <p:cNvSpPr txBox="1"/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31599824-DED8-259B-05F4-AA28DB6C0C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6491" y="3259395"/>
                  <a:ext cx="371384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0F34A12-F16C-8A24-A497-688387FB219A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>
            <a:off x="11085397" y="3578752"/>
            <a:ext cx="22547" cy="564244"/>
          </a:xfrm>
          <a:prstGeom prst="straightConnector1">
            <a:avLst/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BF21D53-2204-7E2A-BA9D-7151401D72AD}"/>
              </a:ext>
            </a:extLst>
          </p:cNvPr>
          <p:cNvGrpSpPr/>
          <p:nvPr/>
        </p:nvGrpSpPr>
        <p:grpSpPr>
          <a:xfrm>
            <a:off x="8873285" y="2952087"/>
            <a:ext cx="1059735" cy="896233"/>
            <a:chOff x="1792466" y="2749256"/>
            <a:chExt cx="1059735" cy="89623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72A588E-67C9-58C7-596B-0BB4AFD94B1F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A6A4336F-36D8-DC7B-347A-8DDC73AAA0EB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0456A873-1548-DC50-1761-D29DF8488B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6510536-5C39-D0DC-797F-A0744C399F39}"/>
                  </a:ext>
                </a:extLst>
              </p:cNvPr>
              <p:cNvSpPr txBox="1"/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40D6E92-74E2-73A9-50B6-568C872B2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1089" y="3663654"/>
                <a:ext cx="811889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527328B9-262B-CB8D-C331-AD01BEF78C50}"/>
              </a:ext>
            </a:extLst>
          </p:cNvPr>
          <p:cNvGrpSpPr/>
          <p:nvPr/>
        </p:nvGrpSpPr>
        <p:grpSpPr>
          <a:xfrm>
            <a:off x="5269391" y="2952086"/>
            <a:ext cx="1059735" cy="896233"/>
            <a:chOff x="1792466" y="2749256"/>
            <a:chExt cx="1059735" cy="896233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7C7D36F-D604-E58F-2144-44834DB9EC27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52CE8B1F-3F8A-7408-0680-C65C91D29487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72077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73C16B2-761E-5F92-848C-15FF130750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720775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1AEEC8E-8DA6-B1E3-A2D1-81E4FFA29B9D}"/>
              </a:ext>
            </a:extLst>
          </p:cNvPr>
          <p:cNvGrpSpPr/>
          <p:nvPr/>
        </p:nvGrpSpPr>
        <p:grpSpPr>
          <a:xfrm>
            <a:off x="6504459" y="2766218"/>
            <a:ext cx="1468490" cy="1325563"/>
            <a:chOff x="1792466" y="2749256"/>
            <a:chExt cx="1468490" cy="1325563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815AF6A-2C83-C72B-99BA-AF0FDAD932CB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5F472C40-F786-2ED6-84B7-BC0825B96879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67717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48F02ED-5DB1-1EF3-2C9C-27C4B49C80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677173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E907C559-9B70-E196-B9FD-1F6464470E5B}"/>
              </a:ext>
            </a:extLst>
          </p:cNvPr>
          <p:cNvSpPr txBox="1"/>
          <p:nvPr/>
        </p:nvSpPr>
        <p:spPr>
          <a:xfrm>
            <a:off x="8274605" y="317739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5809CFD-2452-3B36-2549-0F634A3175F9}"/>
              </a:ext>
            </a:extLst>
          </p:cNvPr>
          <p:cNvGrpSpPr/>
          <p:nvPr/>
        </p:nvGrpSpPr>
        <p:grpSpPr>
          <a:xfrm>
            <a:off x="1980958" y="2952087"/>
            <a:ext cx="1059735" cy="896233"/>
            <a:chOff x="1792466" y="2749256"/>
            <a:chExt cx="1059735" cy="89623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D170629-7440-52D4-9312-3454B994B1D6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B98C775-CFB2-CCDD-577F-D45BFDA71A51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0116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7D40CEA3-D405-602A-BC8E-B8E34A2A30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01163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B007BA2-4869-DBCC-1462-9DAA87B4E1DA}"/>
              </a:ext>
            </a:extLst>
          </p:cNvPr>
          <p:cNvGrpSpPr/>
          <p:nvPr/>
        </p:nvGrpSpPr>
        <p:grpSpPr>
          <a:xfrm>
            <a:off x="3439967" y="2699281"/>
            <a:ext cx="1468490" cy="1325563"/>
            <a:chOff x="1792466" y="2749256"/>
            <a:chExt cx="1468490" cy="13255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26F0B4F-7104-51BC-5990-BDCBC41BDB57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92FFD943-65C0-03AE-2CDC-6D2471B134C3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5756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77CFDF3-DFD9-9E64-34DF-397FD716C0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57561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4D80F769-491C-126D-A393-CAA5C9A23A51}"/>
              </a:ext>
            </a:extLst>
          </p:cNvPr>
          <p:cNvCxnSpPr>
            <a:stCxn id="7" idx="0"/>
            <a:endCxn id="4" idx="0"/>
          </p:cNvCxnSpPr>
          <p:nvPr/>
        </p:nvCxnSpPr>
        <p:spPr>
          <a:xfrm rot="16200000" flipH="1" flipV="1">
            <a:off x="3216116" y="1993991"/>
            <a:ext cx="252806" cy="1663386"/>
          </a:xfrm>
          <a:prstGeom prst="curvedConnector3">
            <a:avLst>
              <a:gd name="adj1" fmla="val -90425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221ED1C7-1598-7B37-63F8-C097C81F61FB}"/>
              </a:ext>
            </a:extLst>
          </p:cNvPr>
          <p:cNvCxnSpPr>
            <a:cxnSpLocks/>
            <a:stCxn id="35" idx="0"/>
            <a:endCxn id="7" idx="0"/>
          </p:cNvCxnSpPr>
          <p:nvPr/>
        </p:nvCxnSpPr>
        <p:spPr>
          <a:xfrm rot="16200000" flipV="1">
            <a:off x="5672990" y="1200504"/>
            <a:ext cx="66937" cy="3064492"/>
          </a:xfrm>
          <a:prstGeom prst="curvedConnector3">
            <a:avLst>
              <a:gd name="adj1" fmla="val 911944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9628D936-1F3A-32EF-07D6-EB31C196BC98}"/>
              </a:ext>
            </a:extLst>
          </p:cNvPr>
          <p:cNvCxnSpPr>
            <a:cxnSpLocks/>
            <a:endCxn id="35" idx="0"/>
          </p:cNvCxnSpPr>
          <p:nvPr/>
        </p:nvCxnSpPr>
        <p:spPr>
          <a:xfrm rot="10800000">
            <a:off x="7238705" y="2766218"/>
            <a:ext cx="4418061" cy="146802"/>
          </a:xfrm>
          <a:prstGeom prst="curvedConnector4">
            <a:avLst>
              <a:gd name="adj1" fmla="val -1348"/>
              <a:gd name="adj2" fmla="val 680598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40295C0-CDC9-AAC7-8A8E-472729E60365}"/>
                  </a:ext>
                </a:extLst>
              </p:cNvPr>
              <p:cNvSpPr txBox="1"/>
              <p:nvPr/>
            </p:nvSpPr>
            <p:spPr>
              <a:xfrm>
                <a:off x="3635399" y="4828981"/>
                <a:ext cx="2772682" cy="676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40295C0-CDC9-AAC7-8A8E-472729E603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5399" y="4828981"/>
                <a:ext cx="2772682" cy="67666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0EAD5A5-78F7-ED3E-F670-BF1051CEE9F5}"/>
                  </a:ext>
                </a:extLst>
              </p:cNvPr>
              <p:cNvSpPr txBox="1"/>
              <p:nvPr/>
            </p:nvSpPr>
            <p:spPr>
              <a:xfrm>
                <a:off x="5503199" y="1495622"/>
                <a:ext cx="835421" cy="6655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𝜹</m:t>
                          </m:r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𝑶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num>
                        <m:den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𝜹</m:t>
                          </m:r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𝑶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EB45344-3938-D499-245F-28E8550C9D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3199" y="1495622"/>
                <a:ext cx="835421" cy="66550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7B179FB-6118-29AF-9C7A-F68A4072485C}"/>
                  </a:ext>
                </a:extLst>
              </p:cNvPr>
              <p:cNvSpPr txBox="1"/>
              <p:nvPr/>
            </p:nvSpPr>
            <p:spPr>
              <a:xfrm>
                <a:off x="9403152" y="1196729"/>
                <a:ext cx="942887" cy="6665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𝜹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𝑾</m:t>
                          </m:r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𝜹</m:t>
                          </m:r>
                          <m:sSub>
                            <m:sSubPr>
                              <m:ctrlP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𝑶</m:t>
                              </m:r>
                            </m:e>
                            <m:sub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39769D4-EA57-70FA-9CED-31753CD4EC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3152" y="1196729"/>
                <a:ext cx="942887" cy="66652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24286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2C079-E4E2-DEAA-5501-7E4DF5B1B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Backward Propagation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F0D1C7D-A7CF-08EF-2405-8E44F1558C0E}"/>
              </a:ext>
            </a:extLst>
          </p:cNvPr>
          <p:cNvGrpSpPr/>
          <p:nvPr/>
        </p:nvGrpSpPr>
        <p:grpSpPr>
          <a:xfrm>
            <a:off x="4434220" y="3223804"/>
            <a:ext cx="1073051" cy="896233"/>
            <a:chOff x="1975635" y="2952087"/>
            <a:chExt cx="1073051" cy="896233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A6895DB-AC81-1F16-8010-33F8B16B806C}"/>
                </a:ext>
              </a:extLst>
            </p:cNvPr>
            <p:cNvGrpSpPr/>
            <p:nvPr/>
          </p:nvGrpSpPr>
          <p:grpSpPr>
            <a:xfrm>
              <a:off x="1980958" y="2952087"/>
              <a:ext cx="1059735" cy="896233"/>
              <a:chOff x="1980958" y="2952087"/>
              <a:chExt cx="1059735" cy="896233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15FB965-3F7D-48C5-7D5E-D7C5FB7ACDCB}"/>
                  </a:ext>
                </a:extLst>
              </p:cNvPr>
              <p:cNvSpPr/>
              <p:nvPr/>
            </p:nvSpPr>
            <p:spPr>
              <a:xfrm>
                <a:off x="1980958" y="2952087"/>
                <a:ext cx="1059735" cy="896233"/>
              </a:xfrm>
              <a:prstGeom prst="rect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6C9F617A-AD52-C793-1C15-C6821A74B37A}"/>
                  </a:ext>
                </a:extLst>
              </p:cNvPr>
              <p:cNvCxnSpPr>
                <a:stCxn id="10" idx="0"/>
                <a:endCxn id="10" idx="2"/>
              </p:cNvCxnSpPr>
              <p:nvPr/>
            </p:nvCxnSpPr>
            <p:spPr>
              <a:xfrm>
                <a:off x="2510826" y="2952087"/>
                <a:ext cx="0" cy="89623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9F21132C-738F-9EB1-5E40-CB4775F27A64}"/>
                  </a:ext>
                </a:extLst>
              </p:cNvPr>
              <p:cNvCxnSpPr>
                <a:cxnSpLocks/>
                <a:endCxn id="10" idx="3"/>
              </p:cNvCxnSpPr>
              <p:nvPr/>
            </p:nvCxnSpPr>
            <p:spPr>
              <a:xfrm>
                <a:off x="1980958" y="3400203"/>
                <a:ext cx="1059735" cy="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0F1F3AA-77F6-AD94-7A5A-D6A3D2C968C7}"/>
                    </a:ext>
                  </a:extLst>
                </p:cNvPr>
                <p:cNvSpPr txBox="1"/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0F1F3AA-77F6-AD94-7A5A-D6A3D2C968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2284" y="3030870"/>
                  <a:ext cx="528542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74BEC41-CD33-097D-132B-E17F32426A41}"/>
                    </a:ext>
                  </a:extLst>
                </p:cNvPr>
                <p:cNvSpPr txBox="1"/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74BEC41-CD33-097D-132B-E17F32426A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2152" y="3030870"/>
                  <a:ext cx="533864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4A7DEDC-2F53-919E-5C6B-9157FB0EFC0E}"/>
                    </a:ext>
                  </a:extLst>
                </p:cNvPr>
                <p:cNvSpPr txBox="1"/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4A7DEDC-2F53-919E-5C6B-9157FB0EFC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5635" y="3457797"/>
                  <a:ext cx="533864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8D68DD3-D16A-F646-65F4-EAFE8A4A1508}"/>
                    </a:ext>
                  </a:extLst>
                </p:cNvPr>
                <p:cNvSpPr txBox="1"/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8D68DD3-D16A-F646-65F4-EAFE8A4A15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822" y="3468393"/>
                  <a:ext cx="53386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EA12568-CFCB-964A-B3E4-12FF11EF23D6}"/>
              </a:ext>
            </a:extLst>
          </p:cNvPr>
          <p:cNvGrpSpPr/>
          <p:nvPr/>
        </p:nvGrpSpPr>
        <p:grpSpPr>
          <a:xfrm>
            <a:off x="1378444" y="2743634"/>
            <a:ext cx="2110854" cy="1784524"/>
            <a:chOff x="585073" y="2581414"/>
            <a:chExt cx="2110854" cy="1784524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CF83811-FC63-AA40-7CBC-19270E3DFCA6}"/>
                </a:ext>
              </a:extLst>
            </p:cNvPr>
            <p:cNvSpPr/>
            <p:nvPr/>
          </p:nvSpPr>
          <p:spPr>
            <a:xfrm>
              <a:off x="591021" y="2591561"/>
              <a:ext cx="2012444" cy="177437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B66E05A-0A6D-C759-0D40-806634D557DA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89" y="2591561"/>
              <a:ext cx="0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D6BEF60-2E08-F70F-34F0-64BDDACABBA0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039677"/>
              <a:ext cx="1940231" cy="609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4085A7D-58E8-B5B2-4953-F5955E98BBB2}"/>
                </a:ext>
              </a:extLst>
            </p:cNvPr>
            <p:cNvCxnSpPr>
              <a:cxnSpLocks/>
            </p:cNvCxnSpPr>
            <p:nvPr/>
          </p:nvCxnSpPr>
          <p:spPr>
            <a:xfrm>
              <a:off x="1650756" y="2591561"/>
              <a:ext cx="40669" cy="17743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824E9D7-CB2E-F8C4-98A3-798172B3B1E4}"/>
                </a:ext>
              </a:extLst>
            </p:cNvPr>
            <p:cNvCxnSpPr>
              <a:cxnSpLocks/>
            </p:cNvCxnSpPr>
            <p:nvPr/>
          </p:nvCxnSpPr>
          <p:spPr>
            <a:xfrm>
              <a:off x="591021" y="3506970"/>
              <a:ext cx="1940231" cy="2294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8DA1844B-5FDA-4B37-698D-629CDDC425D3}"/>
                    </a:ext>
                  </a:extLst>
                </p:cNvPr>
                <p:cNvSpPr txBox="1"/>
                <p:nvPr/>
              </p:nvSpPr>
              <p:spPr>
                <a:xfrm>
                  <a:off x="635949" y="262136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8DA1844B-5FDA-4B37-698D-629CDDC425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5949" y="2621365"/>
                  <a:ext cx="484941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C88D7AE3-DACD-2ECB-8DE1-D413B1097342}"/>
                    </a:ext>
                  </a:extLst>
                </p:cNvPr>
                <p:cNvSpPr txBox="1"/>
                <p:nvPr/>
              </p:nvSpPr>
              <p:spPr>
                <a:xfrm>
                  <a:off x="1165816" y="2636883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C88D7AE3-DACD-2ECB-8DE1-D413B10973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816" y="2636883"/>
                  <a:ext cx="49026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93C3325B-928D-506A-24DB-5A61B9577EED}"/>
                    </a:ext>
                  </a:extLst>
                </p:cNvPr>
                <p:cNvSpPr txBox="1"/>
                <p:nvPr/>
              </p:nvSpPr>
              <p:spPr>
                <a:xfrm>
                  <a:off x="1655216" y="2645855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93C3325B-928D-506A-24DB-5A61B9577E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5216" y="2645855"/>
                  <a:ext cx="490262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296C8474-94A4-C7FA-FB77-0D156749901A}"/>
                    </a:ext>
                  </a:extLst>
                </p:cNvPr>
                <p:cNvSpPr txBox="1"/>
                <p:nvPr/>
              </p:nvSpPr>
              <p:spPr>
                <a:xfrm>
                  <a:off x="631489" y="3105310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296C8474-94A4-C7FA-FB77-0D15674990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105310"/>
                  <a:ext cx="490262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014DA578-6261-D54C-318C-F4ACEB5AB02E}"/>
                    </a:ext>
                  </a:extLst>
                </p:cNvPr>
                <p:cNvSpPr txBox="1"/>
                <p:nvPr/>
              </p:nvSpPr>
              <p:spPr>
                <a:xfrm>
                  <a:off x="1161356" y="3120828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014DA578-6261-D54C-318C-F4ACEB5AB0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120828"/>
                  <a:ext cx="490262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1AD2D8B9-FA0C-F694-452B-3B36FFF713D2}"/>
                    </a:ext>
                  </a:extLst>
                </p:cNvPr>
                <p:cNvSpPr txBox="1"/>
                <p:nvPr/>
              </p:nvSpPr>
              <p:spPr>
                <a:xfrm>
                  <a:off x="1650756" y="3129800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1AD2D8B9-FA0C-F694-452B-3B36FFF713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129800"/>
                  <a:ext cx="490262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FCCAD22F-9F67-2679-9C6B-121FCFF8507A}"/>
                    </a:ext>
                  </a:extLst>
                </p:cNvPr>
                <p:cNvSpPr txBox="1"/>
                <p:nvPr/>
              </p:nvSpPr>
              <p:spPr>
                <a:xfrm>
                  <a:off x="631489" y="3589451"/>
                  <a:ext cx="48545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FCCAD22F-9F67-2679-9C6B-121FCFF850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89" y="3589451"/>
                  <a:ext cx="485454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E11920F5-3B52-206A-3D31-6A3A35B8535C}"/>
                    </a:ext>
                  </a:extLst>
                </p:cNvPr>
                <p:cNvSpPr txBox="1"/>
                <p:nvPr/>
              </p:nvSpPr>
              <p:spPr>
                <a:xfrm>
                  <a:off x="1161356" y="3604969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E11920F5-3B52-206A-3D31-6A3A35B853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1356" y="3604969"/>
                  <a:ext cx="582724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1E02D409-5518-3E58-150B-E0EC322425E9}"/>
                    </a:ext>
                  </a:extLst>
                </p:cNvPr>
                <p:cNvSpPr txBox="1"/>
                <p:nvPr/>
              </p:nvSpPr>
              <p:spPr>
                <a:xfrm>
                  <a:off x="1650756" y="3613941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1E02D409-5518-3E58-150B-E0EC322425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50756" y="3613941"/>
                  <a:ext cx="582724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E1FC2A4-0BAE-DA42-99E5-B269EE2067B1}"/>
                </a:ext>
              </a:extLst>
            </p:cNvPr>
            <p:cNvCxnSpPr>
              <a:cxnSpLocks/>
            </p:cNvCxnSpPr>
            <p:nvPr/>
          </p:nvCxnSpPr>
          <p:spPr>
            <a:xfrm>
              <a:off x="2109207" y="2581414"/>
              <a:ext cx="3996" cy="178452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A5CB794-934F-CCFA-E903-19015F95CF84}"/>
                    </a:ext>
                  </a:extLst>
                </p:cNvPr>
                <p:cNvSpPr txBox="1"/>
                <p:nvPr/>
              </p:nvSpPr>
              <p:spPr>
                <a:xfrm>
                  <a:off x="2117663" y="2636883"/>
                  <a:ext cx="4803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7A5CB794-934F-CCFA-E903-19015F95CF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7663" y="2636883"/>
                  <a:ext cx="480388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BF901ECD-65D5-9BD6-DE58-FEF46C4DF3E9}"/>
                    </a:ext>
                  </a:extLst>
                </p:cNvPr>
                <p:cNvSpPr txBox="1"/>
                <p:nvPr/>
              </p:nvSpPr>
              <p:spPr>
                <a:xfrm>
                  <a:off x="2113203" y="3120828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BF901ECD-65D5-9BD6-DE58-FEF46C4DF3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120828"/>
                  <a:ext cx="490262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069C97F4-01A1-ADD1-10A0-CD56CE9F10A5}"/>
                    </a:ext>
                  </a:extLst>
                </p:cNvPr>
                <p:cNvSpPr txBox="1"/>
                <p:nvPr/>
              </p:nvSpPr>
              <p:spPr>
                <a:xfrm>
                  <a:off x="2113203" y="3604969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069C97F4-01A1-ADD1-10A0-CD56CE9F10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3203" y="3604969"/>
                  <a:ext cx="582724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F73FDF7F-650A-5867-C6BF-FC77B9036E8D}"/>
                </a:ext>
              </a:extLst>
            </p:cNvPr>
            <p:cNvCxnSpPr>
              <a:cxnSpLocks/>
            </p:cNvCxnSpPr>
            <p:nvPr/>
          </p:nvCxnSpPr>
          <p:spPr>
            <a:xfrm>
              <a:off x="585073" y="3995499"/>
              <a:ext cx="194023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DBCBA9E5-9DB0-AD15-E8D6-9CB3A08E0695}"/>
                    </a:ext>
                  </a:extLst>
                </p:cNvPr>
                <p:cNvSpPr txBox="1"/>
                <p:nvPr/>
              </p:nvSpPr>
              <p:spPr>
                <a:xfrm>
                  <a:off x="625541" y="3960848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DBCBA9E5-9DB0-AD15-E8D6-9CB3A08E06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541" y="3960848"/>
                  <a:ext cx="582724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723659AF-E041-312B-9E80-01C6594B1EC0}"/>
                    </a:ext>
                  </a:extLst>
                </p:cNvPr>
                <p:cNvSpPr txBox="1"/>
                <p:nvPr/>
              </p:nvSpPr>
              <p:spPr>
                <a:xfrm>
                  <a:off x="1155408" y="3976366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723659AF-E041-312B-9E80-01C6594B1E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5408" y="3976366"/>
                  <a:ext cx="582724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E4607516-7BB3-0438-CA76-67413E73293F}"/>
                    </a:ext>
                  </a:extLst>
                </p:cNvPr>
                <p:cNvSpPr txBox="1"/>
                <p:nvPr/>
              </p:nvSpPr>
              <p:spPr>
                <a:xfrm>
                  <a:off x="1644808" y="3985338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E4607516-7BB3-0438-CA76-67413E7329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4808" y="3985338"/>
                  <a:ext cx="582724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5FDCEF15-7402-7A42-843B-C3F7BC39AAB4}"/>
                    </a:ext>
                  </a:extLst>
                </p:cNvPr>
                <p:cNvSpPr txBox="1"/>
                <p:nvPr/>
              </p:nvSpPr>
              <p:spPr>
                <a:xfrm>
                  <a:off x="2107255" y="3976366"/>
                  <a:ext cx="5827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5FDCEF15-7402-7A42-843B-C3F7BC39AA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7255" y="3976366"/>
                  <a:ext cx="582724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78CCE8CC-5EC7-CE34-DAF6-40EA0690EB25}"/>
              </a:ext>
            </a:extLst>
          </p:cNvPr>
          <p:cNvGrpSpPr/>
          <p:nvPr/>
        </p:nvGrpSpPr>
        <p:grpSpPr>
          <a:xfrm>
            <a:off x="7377533" y="2997714"/>
            <a:ext cx="1543108" cy="1496933"/>
            <a:chOff x="4834169" y="2692199"/>
            <a:chExt cx="1543108" cy="1496933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CFD559B6-6ABA-8990-5FDA-D3CAA3D6AE63}"/>
                </a:ext>
              </a:extLst>
            </p:cNvPr>
            <p:cNvSpPr/>
            <p:nvPr/>
          </p:nvSpPr>
          <p:spPr>
            <a:xfrm>
              <a:off x="4834170" y="2692199"/>
              <a:ext cx="1518186" cy="1416007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60D029E2-2DC3-E929-2EC9-FE699FAEF644}"/>
                </a:ext>
              </a:extLst>
            </p:cNvPr>
            <p:cNvCxnSpPr>
              <a:cxnSpLocks/>
            </p:cNvCxnSpPr>
            <p:nvPr/>
          </p:nvCxnSpPr>
          <p:spPr>
            <a:xfrm>
              <a:off x="5364037" y="2692199"/>
              <a:ext cx="0" cy="14160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3FD14B63-3577-DBDC-D8BE-3AF6416D836F}"/>
                </a:ext>
              </a:extLst>
            </p:cNvPr>
            <p:cNvCxnSpPr>
              <a:cxnSpLocks/>
            </p:cNvCxnSpPr>
            <p:nvPr/>
          </p:nvCxnSpPr>
          <p:spPr>
            <a:xfrm>
              <a:off x="4834169" y="3140315"/>
              <a:ext cx="151818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53BE9649-63B2-C761-99C0-66D85670E57B}"/>
                </a:ext>
              </a:extLst>
            </p:cNvPr>
            <p:cNvCxnSpPr>
              <a:cxnSpLocks/>
            </p:cNvCxnSpPr>
            <p:nvPr/>
          </p:nvCxnSpPr>
          <p:spPr>
            <a:xfrm>
              <a:off x="5893904" y="2692199"/>
              <a:ext cx="0" cy="14160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0893B2-1F38-B682-4D82-C7E1F5C82D6F}"/>
                </a:ext>
              </a:extLst>
            </p:cNvPr>
            <p:cNvCxnSpPr>
              <a:cxnSpLocks/>
            </p:cNvCxnSpPr>
            <p:nvPr/>
          </p:nvCxnSpPr>
          <p:spPr>
            <a:xfrm>
              <a:off x="4834169" y="3607608"/>
              <a:ext cx="151818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3F931072-F33F-25E4-DF06-4B5F311613D0}"/>
                    </a:ext>
                  </a:extLst>
                </p:cNvPr>
                <p:cNvSpPr txBox="1"/>
                <p:nvPr/>
              </p:nvSpPr>
              <p:spPr>
                <a:xfrm>
                  <a:off x="4879097" y="2722003"/>
                  <a:ext cx="475323" cy="47359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num>
                          <m:den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  <m:sSub>
                              <m:sSub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3F931072-F33F-25E4-DF06-4B5F311613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9097" y="2722003"/>
                  <a:ext cx="475323" cy="473591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F250AC75-3D4F-D4D6-6AC3-828C7CA7E3D1}"/>
                    </a:ext>
                  </a:extLst>
                </p:cNvPr>
                <p:cNvSpPr txBox="1"/>
                <p:nvPr/>
              </p:nvSpPr>
              <p:spPr>
                <a:xfrm>
                  <a:off x="5408964" y="2737521"/>
                  <a:ext cx="475322" cy="47359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2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num>
                          <m:den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F250AC75-3D4F-D4D6-6AC3-828C7CA7E3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8964" y="2737521"/>
                  <a:ext cx="475322" cy="473591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46919AD5-3B79-23C2-DDD1-133B788C61DC}"/>
                    </a:ext>
                  </a:extLst>
                </p:cNvPr>
                <p:cNvSpPr txBox="1"/>
                <p:nvPr/>
              </p:nvSpPr>
              <p:spPr>
                <a:xfrm>
                  <a:off x="5898364" y="2746493"/>
                  <a:ext cx="478913" cy="47448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2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num>
                          <m:den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46919AD5-3B79-23C2-DDD1-133B788C61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98364" y="2746493"/>
                  <a:ext cx="478913" cy="474489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96977D0E-7652-2181-FDFF-318CCCBAD98E}"/>
                    </a:ext>
                  </a:extLst>
                </p:cNvPr>
                <p:cNvSpPr txBox="1"/>
                <p:nvPr/>
              </p:nvSpPr>
              <p:spPr>
                <a:xfrm>
                  <a:off x="4874637" y="3205948"/>
                  <a:ext cx="472309" cy="47359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2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num>
                          <m:den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96977D0E-7652-2181-FDFF-318CCCBAD9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4637" y="3205948"/>
                  <a:ext cx="472309" cy="473591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4A90E7BE-294B-60DE-6E03-2AD4C78A8C9C}"/>
                    </a:ext>
                  </a:extLst>
                </p:cNvPr>
                <p:cNvSpPr txBox="1"/>
                <p:nvPr/>
              </p:nvSpPr>
              <p:spPr>
                <a:xfrm>
                  <a:off x="5404504" y="3221466"/>
                  <a:ext cx="478913" cy="47474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2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num>
                          <m:den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4A90E7BE-294B-60DE-6E03-2AD4C78A8C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4504" y="3221466"/>
                  <a:ext cx="478913" cy="474745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5667F59E-9C71-3243-B358-A2075A415BBF}"/>
                    </a:ext>
                  </a:extLst>
                </p:cNvPr>
                <p:cNvSpPr txBox="1"/>
                <p:nvPr/>
              </p:nvSpPr>
              <p:spPr>
                <a:xfrm>
                  <a:off x="5893904" y="3230438"/>
                  <a:ext cx="478913" cy="47474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2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num>
                          <m:den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5667F59E-9C71-3243-B358-A2075A415B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93904" y="3230438"/>
                  <a:ext cx="478913" cy="474745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732178AC-CE41-C82E-2025-8714152010D4}"/>
                    </a:ext>
                  </a:extLst>
                </p:cNvPr>
                <p:cNvSpPr txBox="1"/>
                <p:nvPr/>
              </p:nvSpPr>
              <p:spPr>
                <a:xfrm>
                  <a:off x="4874637" y="3690089"/>
                  <a:ext cx="478913" cy="47384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2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num>
                          <m:den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732178AC-CE41-C82E-2025-8714152010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4637" y="3690089"/>
                  <a:ext cx="478913" cy="473848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B516B233-19D8-4B67-8DD5-FC42965255A4}"/>
                    </a:ext>
                  </a:extLst>
                </p:cNvPr>
                <p:cNvSpPr txBox="1"/>
                <p:nvPr/>
              </p:nvSpPr>
              <p:spPr>
                <a:xfrm>
                  <a:off x="5404504" y="3705607"/>
                  <a:ext cx="478913" cy="47487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2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num>
                          <m:den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B516B233-19D8-4B67-8DD5-FC42965255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4504" y="3705607"/>
                  <a:ext cx="478913" cy="474874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1A0B5B98-810F-9C2D-F7A2-EF1625FB2D4D}"/>
                    </a:ext>
                  </a:extLst>
                </p:cNvPr>
                <p:cNvSpPr txBox="1"/>
                <p:nvPr/>
              </p:nvSpPr>
              <p:spPr>
                <a:xfrm>
                  <a:off x="5893904" y="3714579"/>
                  <a:ext cx="475708" cy="47455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2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num>
                          <m:den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𝛿</m:t>
                            </m:r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1A0B5B98-810F-9C2D-F7A2-EF1625FB2D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93904" y="3714579"/>
                  <a:ext cx="475708" cy="474553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1D747D9-764E-C8E0-16DB-F42D66D77BC1}"/>
                  </a:ext>
                </a:extLst>
              </p:cNvPr>
              <p:cNvSpPr txBox="1"/>
              <p:nvPr/>
            </p:nvSpPr>
            <p:spPr>
              <a:xfrm>
                <a:off x="2167915" y="2325362"/>
                <a:ext cx="4575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81D747D9-764E-C8E0-16DB-F42D66D77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915" y="2325362"/>
                <a:ext cx="457561" cy="3693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850DCDBD-4C23-757A-72B7-94B38B2ED8A5}"/>
                  </a:ext>
                </a:extLst>
              </p:cNvPr>
              <p:cNvSpPr txBox="1"/>
              <p:nvPr/>
            </p:nvSpPr>
            <p:spPr>
              <a:xfrm>
                <a:off x="7851309" y="2370205"/>
                <a:ext cx="6771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850DCDBD-4C23-757A-72B7-94B38B2ED8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1309" y="2370205"/>
                <a:ext cx="677173" cy="3693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F6FF5319-0F93-41B2-493D-8B04A6DB298A}"/>
                  </a:ext>
                </a:extLst>
              </p:cNvPr>
              <p:cNvSpPr txBox="1"/>
              <p:nvPr/>
            </p:nvSpPr>
            <p:spPr>
              <a:xfrm>
                <a:off x="1156627" y="5430650"/>
                <a:ext cx="8799709" cy="12408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𝐶𝑜𝑛𝑣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180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)</m:t>
                      </m:r>
                    </m:oMath>
                  </m:oMathPara>
                </a14:m>
                <a:endParaRPr lang="en-US" sz="2400" dirty="0"/>
              </a:p>
              <a:p>
                <a:pPr algn="ctr"/>
                <a:r>
                  <a:rPr lang="en-US" sz="2400" b="0" dirty="0"/>
                  <a:t>HW: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180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400" dirty="0"/>
                  <a:t> rotated by 180 degrees</a:t>
                </a:r>
              </a:p>
            </p:txBody>
          </p:sp>
        </mc:Choice>
        <mc:Fallback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F6FF5319-0F93-41B2-493D-8B04A6DB29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627" y="5430650"/>
                <a:ext cx="8799709" cy="1240853"/>
              </a:xfrm>
              <a:prstGeom prst="rect">
                <a:avLst/>
              </a:prstGeom>
              <a:blipFill>
                <a:blip r:embed="rId33"/>
                <a:stretch>
                  <a:fillRect b="-108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923EC6C-C723-EEC2-002C-012843052094}"/>
              </a:ext>
            </a:extLst>
          </p:cNvPr>
          <p:cNvSpPr txBox="1"/>
          <p:nvPr/>
        </p:nvSpPr>
        <p:spPr>
          <a:xfrm>
            <a:off x="9132489" y="3923539"/>
            <a:ext cx="28268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all do we need for the computation? Do we need inputs or outputs to the layer? </a:t>
            </a:r>
          </a:p>
        </p:txBody>
      </p:sp>
    </p:spTree>
    <p:extLst>
      <p:ext uri="{BB962C8B-B14F-4D97-AF65-F5344CB8AC3E}">
        <p14:creationId xmlns:p14="http://schemas.microsoft.com/office/powerpoint/2010/main" val="58058003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116A7-A685-A7ED-5E26-E1EC95586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Operation in CNN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A4B006-13F0-C9EB-1BA3-1AD1583897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Forward Propagation: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𝐶𝑜𝑛𝑣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Backward Propagation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𝐶𝑜𝑛𝑣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 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𝐶𝑜𝑛𝑣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180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 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A4B006-13F0-C9EB-1BA3-1AD1583897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70762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C6028-CEB9-3562-461D-51BA0C747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Training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A7CF84-5411-E65C-1BC0-1597281A54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8092440" cy="4351338"/>
              </a:xfrm>
            </p:spPr>
            <p:txBody>
              <a:bodyPr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: </m:t>
                          </m:r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lim>
                          </m:limLow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∑(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))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^2</m:t>
                          </m:r>
                        </m:e>
                      </m:func>
                    </m:oMath>
                  </m:oMathPara>
                </a14:m>
                <a:endParaRPr lang="en-US" b="0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=2∑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A7CF84-5411-E65C-1BC0-1597281A54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8092440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BE840AF-E7B1-98CA-E9A9-687AFC0D99E3}"/>
              </a:ext>
            </a:extLst>
          </p:cNvPr>
          <p:cNvSpPr txBox="1"/>
          <p:nvPr/>
        </p:nvSpPr>
        <p:spPr>
          <a:xfrm>
            <a:off x="9890759" y="2979420"/>
            <a:ext cx="1120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Iteratively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6E71FC-1F8C-1365-350A-D1EC2075F5B3}"/>
              </a:ext>
            </a:extLst>
          </p:cNvPr>
          <p:cNvSpPr txBox="1"/>
          <p:nvPr/>
        </p:nvSpPr>
        <p:spPr>
          <a:xfrm>
            <a:off x="9890759" y="4239458"/>
            <a:ext cx="20802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For all samples, in each iteration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A533A87-C295-61BB-EFD9-4E52E5D1106A}"/>
              </a:ext>
            </a:extLst>
          </p:cNvPr>
          <p:cNvCxnSpPr>
            <a:stCxn id="4" idx="1"/>
          </p:cNvCxnSpPr>
          <p:nvPr/>
        </p:nvCxnSpPr>
        <p:spPr>
          <a:xfrm flipH="1">
            <a:off x="6964680" y="3164086"/>
            <a:ext cx="2926079" cy="59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D5CA254-9568-A7CD-047D-CAA29B4320B8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7840980" y="4503420"/>
            <a:ext cx="2049779" cy="592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ight Brace 10">
            <a:extLst>
              <a:ext uri="{FF2B5EF4-FFF2-40B4-BE49-F238E27FC236}">
                <a16:creationId xmlns:a16="http://schemas.microsoft.com/office/drawing/2014/main" id="{9F33A2C3-5AFF-AB10-6D90-B16B586375E2}"/>
              </a:ext>
            </a:extLst>
          </p:cNvPr>
          <p:cNvSpPr/>
          <p:nvPr/>
        </p:nvSpPr>
        <p:spPr>
          <a:xfrm rot="5400000">
            <a:off x="4842510" y="3841490"/>
            <a:ext cx="320040" cy="2339340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48D5AE-D364-D75B-7139-C405E3A662C1}"/>
              </a:ext>
            </a:extLst>
          </p:cNvPr>
          <p:cNvSpPr txBox="1"/>
          <p:nvPr/>
        </p:nvSpPr>
        <p:spPr>
          <a:xfrm>
            <a:off x="4751700" y="5345966"/>
            <a:ext cx="655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Error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17C574-3787-5992-305D-B055F42DDF3A}"/>
              </a:ext>
            </a:extLst>
          </p:cNvPr>
          <p:cNvSpPr txBox="1"/>
          <p:nvPr/>
        </p:nvSpPr>
        <p:spPr>
          <a:xfrm>
            <a:off x="619228" y="5961344"/>
            <a:ext cx="47476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multiple images in a batch: Simply sum up the gradients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C4A0CD-FFCB-A3DD-AF6E-7471A01DC48C}"/>
                  </a:ext>
                </a:extLst>
              </p:cNvPr>
              <p:cNvSpPr txBox="1"/>
              <p:nvPr/>
            </p:nvSpPr>
            <p:spPr>
              <a:xfrm>
                <a:off x="5585813" y="5890606"/>
                <a:ext cx="5598840" cy="676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×…×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C4A0CD-FFCB-A3DD-AF6E-7471A01DC4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5813" y="5890606"/>
                <a:ext cx="5598840" cy="6766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E2E45D52-B2FC-EBA3-BB67-9D3738BABDD8}"/>
              </a:ext>
            </a:extLst>
          </p:cNvPr>
          <p:cNvSpPr/>
          <p:nvPr/>
        </p:nvSpPr>
        <p:spPr>
          <a:xfrm>
            <a:off x="6689148" y="5771998"/>
            <a:ext cx="3429807" cy="83567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6A297D9-1C50-5553-B23F-E9B533591D42}"/>
              </a:ext>
            </a:extLst>
          </p:cNvPr>
          <p:cNvCxnSpPr>
            <a:stCxn id="9" idx="0"/>
          </p:cNvCxnSpPr>
          <p:nvPr/>
        </p:nvCxnSpPr>
        <p:spPr>
          <a:xfrm flipH="1" flipV="1">
            <a:off x="7333367" y="4885789"/>
            <a:ext cx="1070685" cy="88620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5F948623-9A2E-2B47-3E74-9E43CF900A44}"/>
              </a:ext>
            </a:extLst>
          </p:cNvPr>
          <p:cNvSpPr/>
          <p:nvPr/>
        </p:nvSpPr>
        <p:spPr>
          <a:xfrm>
            <a:off x="10337927" y="5807314"/>
            <a:ext cx="787676" cy="83567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0EF53A9-D971-E01B-26C3-BEF77052392F}"/>
              </a:ext>
            </a:extLst>
          </p:cNvPr>
          <p:cNvCxnSpPr>
            <a:cxnSpLocks/>
            <a:endCxn id="13" idx="3"/>
          </p:cNvCxnSpPr>
          <p:nvPr/>
        </p:nvCxnSpPr>
        <p:spPr>
          <a:xfrm flipH="1" flipV="1">
            <a:off x="5407136" y="5530632"/>
            <a:ext cx="5276687" cy="30067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9540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C5E29-110C-D777-1CE5-3ACB88190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Training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94E31C-FE41-7E49-A2FA-8158496311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83058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layers in CNN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…,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…,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94E31C-FE41-7E49-A2FA-8158496311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8305800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998EEC9-53D7-E435-F1E2-287AD83C88CE}"/>
              </a:ext>
            </a:extLst>
          </p:cNvPr>
          <p:cNvSpPr txBox="1"/>
          <p:nvPr/>
        </p:nvSpPr>
        <p:spPr>
          <a:xfrm>
            <a:off x="9441179" y="2040811"/>
            <a:ext cx="2487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Weights (Filters/Kernels)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079E71-750C-CFAF-C3DE-4B650A563775}"/>
              </a:ext>
            </a:extLst>
          </p:cNvPr>
          <p:cNvSpPr txBox="1"/>
          <p:nvPr/>
        </p:nvSpPr>
        <p:spPr>
          <a:xfrm>
            <a:off x="9544049" y="2769671"/>
            <a:ext cx="2080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Output of layer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58EE4EB-03A8-3228-CB1B-FA7D1C15A258}"/>
              </a:ext>
            </a:extLst>
          </p:cNvPr>
          <p:cNvCxnSpPr>
            <a:cxnSpLocks/>
          </p:cNvCxnSpPr>
          <p:nvPr/>
        </p:nvCxnSpPr>
        <p:spPr>
          <a:xfrm flipH="1">
            <a:off x="6477000" y="2374960"/>
            <a:ext cx="2964179" cy="619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7FCF937-8FD5-6870-75FC-17EAA5B6D84E}"/>
              </a:ext>
            </a:extLst>
          </p:cNvPr>
          <p:cNvCxnSpPr>
            <a:cxnSpLocks/>
          </p:cNvCxnSpPr>
          <p:nvPr/>
        </p:nvCxnSpPr>
        <p:spPr>
          <a:xfrm flipH="1">
            <a:off x="6496050" y="2954337"/>
            <a:ext cx="2796540" cy="4746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DD121E8-3B07-E457-3DE1-22E40959189E}"/>
                  </a:ext>
                </a:extLst>
              </p:cNvPr>
              <p:cNvSpPr txBox="1"/>
              <p:nvPr/>
            </p:nvSpPr>
            <p:spPr>
              <a:xfrm>
                <a:off x="0" y="4792940"/>
                <a:ext cx="20802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2∗</m:t>
                      </m:r>
                      <m:r>
                        <a:rPr lang="en-US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𝐸𝑟𝑟𝑜𝑟</m:t>
                      </m:r>
                      <m:r>
                        <a:rPr lang="en-US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∗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DD121E8-3B07-E457-3DE1-22E409591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792940"/>
                <a:ext cx="208026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258474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6A90D-0C39-3153-5965-B4F4E10EB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– Key Performance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A55B7-217D-3AF6-0B64-A2C60049B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Accuracy – We want to train a model that can predict with low error on unseen data</a:t>
            </a:r>
          </a:p>
          <a:p>
            <a:endParaRPr lang="en-US" dirty="0"/>
          </a:p>
          <a:p>
            <a:r>
              <a:rPr lang="en-US" dirty="0"/>
              <a:t>Throughput – Given a large dataset, we want to train as quickly as possible</a:t>
            </a:r>
          </a:p>
        </p:txBody>
      </p:sp>
    </p:spTree>
    <p:extLst>
      <p:ext uri="{BB962C8B-B14F-4D97-AF65-F5344CB8AC3E}">
        <p14:creationId xmlns:p14="http://schemas.microsoft.com/office/powerpoint/2010/main" val="336818434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83D60-4C37-5833-6C33-D265E0587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– Key Requirement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2D4070-B209-9C19-5510-D058AB185A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For each image, </a:t>
                </a:r>
              </a:p>
              <a:p>
                <a:endParaRPr lang="en-US" dirty="0"/>
              </a:p>
              <a:p>
                <a:r>
                  <a:rPr lang="en-US" dirty="0"/>
                  <a:t>Need to store the inputs of each layer</a:t>
                </a:r>
              </a:p>
              <a:p>
                <a:pPr lvl="1"/>
                <a:r>
                  <a:rPr lang="en-US" dirty="0"/>
                  <a:t>Note: Input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dirty="0"/>
                  <a:t> of layer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 is output (activation)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 of layer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Need to have gradients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</m:d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for each layer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Ungraded HW assignment: Can you calculate the difference in storage requirements between computing gradients from left to right vs right to left?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2D4070-B209-9C19-5510-D058AB185A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 b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955861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0550D-05A4-17DB-55BA-930DF9D5C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CEA39-36E3-3C96-BE0B-71CE9A3C2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Convolutional Neural 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D00919-94AF-383D-16B5-77549959B9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Training</a:t>
                </a:r>
              </a:p>
              <a:p>
                <a:pPr lvl="1"/>
                <a:r>
                  <a:rPr lang="en-US" dirty="0"/>
                  <a:t>Given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(image from a database),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: Label for the image </a:t>
                </a:r>
              </a:p>
              <a:p>
                <a:pPr lvl="1"/>
                <a:r>
                  <a:rPr lang="en-US" dirty="0"/>
                  <a:t>“Learn” a model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, defined by the filters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 such that: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∑(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))^2  </m:t>
                    </m:r>
                  </m:oMath>
                </a14:m>
                <a:r>
                  <a:rPr lang="en-US" dirty="0"/>
                  <a:t> is minimized</a:t>
                </a:r>
              </a:p>
              <a:p>
                <a:pPr lvl="2"/>
                <a:endParaRPr lang="en-US" dirty="0"/>
              </a:p>
              <a:p>
                <a:r>
                  <a:rPr lang="en-US" b="1" dirty="0"/>
                  <a:t>Inference</a:t>
                </a:r>
              </a:p>
              <a:p>
                <a:pPr lvl="1"/>
                <a:r>
                  <a:rPr lang="en-US" dirty="0"/>
                  <a:t>Given a new image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Predict a label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No change in the filters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D00919-94AF-383D-16B5-77549959B9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609BF85E-5EA3-C958-011B-75BB6627DAD4}"/>
              </a:ext>
            </a:extLst>
          </p:cNvPr>
          <p:cNvSpPr/>
          <p:nvPr/>
        </p:nvSpPr>
        <p:spPr>
          <a:xfrm>
            <a:off x="8232554" y="3982800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25EFCB-FA19-4BA9-BAF1-377CD4F01B3F}"/>
              </a:ext>
            </a:extLst>
          </p:cNvPr>
          <p:cNvSpPr/>
          <p:nvPr/>
        </p:nvSpPr>
        <p:spPr>
          <a:xfrm>
            <a:off x="8524019" y="3800227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7ED055-0983-6264-DAB4-16F0A9E5CB3F}"/>
              </a:ext>
            </a:extLst>
          </p:cNvPr>
          <p:cNvSpPr/>
          <p:nvPr/>
        </p:nvSpPr>
        <p:spPr>
          <a:xfrm>
            <a:off x="8815484" y="3617654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F02F4F-3D2D-E170-9181-8C700CDE3136}"/>
              </a:ext>
            </a:extLst>
          </p:cNvPr>
          <p:cNvSpPr/>
          <p:nvPr/>
        </p:nvSpPr>
        <p:spPr>
          <a:xfrm>
            <a:off x="6885357" y="4919012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79F327-A1B7-97CA-BE9E-299912E078F8}"/>
              </a:ext>
            </a:extLst>
          </p:cNvPr>
          <p:cNvSpPr/>
          <p:nvPr/>
        </p:nvSpPr>
        <p:spPr>
          <a:xfrm>
            <a:off x="7176822" y="4736439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E5936D-9F8E-5C80-1AD3-18B390F7C2CE}"/>
              </a:ext>
            </a:extLst>
          </p:cNvPr>
          <p:cNvSpPr/>
          <p:nvPr/>
        </p:nvSpPr>
        <p:spPr>
          <a:xfrm>
            <a:off x="7468287" y="4553866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148FC9-138B-393F-013D-2867CE3DCFC9}"/>
              </a:ext>
            </a:extLst>
          </p:cNvPr>
          <p:cNvSpPr/>
          <p:nvPr/>
        </p:nvSpPr>
        <p:spPr>
          <a:xfrm>
            <a:off x="9447663" y="3151569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0A8DBE-FB6B-8A4A-CECD-53F8D2FE669C}"/>
              </a:ext>
            </a:extLst>
          </p:cNvPr>
          <p:cNvSpPr/>
          <p:nvPr/>
        </p:nvSpPr>
        <p:spPr>
          <a:xfrm>
            <a:off x="9739128" y="2968996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2A585E2-FB2E-D7BE-B89C-4ABF40CFFFB0}"/>
              </a:ext>
            </a:extLst>
          </p:cNvPr>
          <p:cNvSpPr/>
          <p:nvPr/>
        </p:nvSpPr>
        <p:spPr>
          <a:xfrm>
            <a:off x="10030593" y="2786423"/>
            <a:ext cx="422910" cy="4584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01953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B07F2-698D-EDF2-7927-6E2A0A344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D5710-8F14-39EE-2ACF-AFE159A67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Forward Propagation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A9B9710-C1C2-0066-BB76-861337CDA53E}"/>
              </a:ext>
            </a:extLst>
          </p:cNvPr>
          <p:cNvGrpSpPr/>
          <p:nvPr/>
        </p:nvGrpSpPr>
        <p:grpSpPr>
          <a:xfrm>
            <a:off x="99914" y="2699282"/>
            <a:ext cx="1468490" cy="1325563"/>
            <a:chOff x="1792466" y="2749256"/>
            <a:chExt cx="1468490" cy="13255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22B7F1F-07D0-FBB0-A09F-4FA687547222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0FAFBDF1-E3FB-336E-E5EF-E1B8147A3075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3330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E5236CD-AE81-8608-123D-7360A782E0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333040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C446F1C-32B3-7654-4CEB-1ABDFCE92EB7}"/>
              </a:ext>
            </a:extLst>
          </p:cNvPr>
          <p:cNvSpPr txBox="1"/>
          <p:nvPr/>
        </p:nvSpPr>
        <p:spPr>
          <a:xfrm>
            <a:off x="3233706" y="5286564"/>
            <a:ext cx="3924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a single image</a:t>
            </a:r>
          </a:p>
        </p:txBody>
      </p:sp>
    </p:spTree>
    <p:extLst>
      <p:ext uri="{BB962C8B-B14F-4D97-AF65-F5344CB8AC3E}">
        <p14:creationId xmlns:p14="http://schemas.microsoft.com/office/powerpoint/2010/main" val="202641914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5A59A-68B0-7639-E812-29FA0DFD1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2E10B-0844-66F8-379C-FE6C1CA19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Forward Propagation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7E9D121-BE13-F483-7396-FD68F535AC40}"/>
              </a:ext>
            </a:extLst>
          </p:cNvPr>
          <p:cNvGrpSpPr/>
          <p:nvPr/>
        </p:nvGrpSpPr>
        <p:grpSpPr>
          <a:xfrm>
            <a:off x="1980958" y="2952087"/>
            <a:ext cx="1059735" cy="896233"/>
            <a:chOff x="1792466" y="2749256"/>
            <a:chExt cx="1059735" cy="89623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5D0AD51-2A08-CE01-57E4-ECED64B5E632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4F84BE07-8EAC-5443-EA4B-BE82BFE1DBA0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63D8A90-C1C2-EE20-F606-CD8D419D61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EC3F119-90DF-C9B6-26D9-731BD0938A31}"/>
              </a:ext>
            </a:extLst>
          </p:cNvPr>
          <p:cNvGrpSpPr/>
          <p:nvPr/>
        </p:nvGrpSpPr>
        <p:grpSpPr>
          <a:xfrm>
            <a:off x="99914" y="2699282"/>
            <a:ext cx="1468490" cy="1325563"/>
            <a:chOff x="1792466" y="2749256"/>
            <a:chExt cx="1468490" cy="13255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579C298-305F-5621-5FA5-453B2EECF830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946C06C7-86CA-E37D-EAC5-AE3009EFE3B5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3330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E5236CD-AE81-8608-123D-7360A782E0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333040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C7242CB-8335-F124-99D7-CF667A154667}"/>
              </a:ext>
            </a:extLst>
          </p:cNvPr>
          <p:cNvGrpSpPr/>
          <p:nvPr/>
        </p:nvGrpSpPr>
        <p:grpSpPr>
          <a:xfrm>
            <a:off x="3439967" y="2699281"/>
            <a:ext cx="1468490" cy="1325563"/>
            <a:chOff x="1792466" y="2749256"/>
            <a:chExt cx="1468490" cy="132556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800687B-379E-F04F-CB2E-0B5FFA94C3C7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1DF7487-18D0-354B-D9C1-2F894E47D528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A6A2D74-B179-706B-2B98-CE39CAAA17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E280B7D-56A4-00FB-3C38-4329ED84ECAA}"/>
              </a:ext>
            </a:extLst>
          </p:cNvPr>
          <p:cNvCxnSpPr/>
          <p:nvPr/>
        </p:nvCxnSpPr>
        <p:spPr>
          <a:xfrm>
            <a:off x="1465462" y="2192138"/>
            <a:ext cx="2373807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6DC0C56-7D16-526C-217C-61DD5606FC57}"/>
              </a:ext>
            </a:extLst>
          </p:cNvPr>
          <p:cNvSpPr txBox="1"/>
          <p:nvPr/>
        </p:nvSpPr>
        <p:spPr>
          <a:xfrm>
            <a:off x="3233706" y="5286564"/>
            <a:ext cx="3924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a single image</a:t>
            </a:r>
          </a:p>
        </p:txBody>
      </p:sp>
    </p:spTree>
    <p:extLst>
      <p:ext uri="{BB962C8B-B14F-4D97-AF65-F5344CB8AC3E}">
        <p14:creationId xmlns:p14="http://schemas.microsoft.com/office/powerpoint/2010/main" val="33214142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145BC-581F-731B-C524-C952A7429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2617E-7739-E6C7-B09D-9ED533734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Forward Propagation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3B6F934-EBE6-920F-630E-7C7E952CB1BF}"/>
              </a:ext>
            </a:extLst>
          </p:cNvPr>
          <p:cNvGrpSpPr/>
          <p:nvPr/>
        </p:nvGrpSpPr>
        <p:grpSpPr>
          <a:xfrm>
            <a:off x="1980958" y="2952087"/>
            <a:ext cx="1059735" cy="896233"/>
            <a:chOff x="1792466" y="2749256"/>
            <a:chExt cx="1059735" cy="89623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EAA3617-27B9-4172-D561-88C747C7CE19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219D03AE-ED77-28B5-0CA9-2F5BC914DA36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63D8A90-C1C2-EE20-F606-CD8D419D61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776634A-E0EC-7218-E95B-A11AF98EB475}"/>
              </a:ext>
            </a:extLst>
          </p:cNvPr>
          <p:cNvGrpSpPr/>
          <p:nvPr/>
        </p:nvGrpSpPr>
        <p:grpSpPr>
          <a:xfrm>
            <a:off x="99914" y="2699282"/>
            <a:ext cx="1468490" cy="1325563"/>
            <a:chOff x="1792466" y="2749256"/>
            <a:chExt cx="1468490" cy="13255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76A95D9-FFAF-5821-731E-DB62C1B7043E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742DD649-599A-117D-5D98-C16F24BC18D0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3330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E5236CD-AE81-8608-123D-7360A782E0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333040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5A13E31-AB2A-486F-764D-8C231C87C428}"/>
              </a:ext>
            </a:extLst>
          </p:cNvPr>
          <p:cNvGrpSpPr/>
          <p:nvPr/>
        </p:nvGrpSpPr>
        <p:grpSpPr>
          <a:xfrm>
            <a:off x="5269391" y="2952086"/>
            <a:ext cx="1059735" cy="896233"/>
            <a:chOff x="1792466" y="2749256"/>
            <a:chExt cx="1059735" cy="89623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262C5B7-8012-CF70-6DE5-63D4E8069781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8AF4E971-C159-20BB-36F7-654DCE092C16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54A23C4-B379-35E6-821C-5AE385CF0F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4B1817E-4339-70F9-C232-56019CCCBD70}"/>
              </a:ext>
            </a:extLst>
          </p:cNvPr>
          <p:cNvGrpSpPr/>
          <p:nvPr/>
        </p:nvGrpSpPr>
        <p:grpSpPr>
          <a:xfrm>
            <a:off x="3439967" y="2699281"/>
            <a:ext cx="1468490" cy="1325563"/>
            <a:chOff x="1792466" y="2749256"/>
            <a:chExt cx="1468490" cy="132556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C12AB96-7CCC-DCEE-DD4B-2D2336ED29C5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90E9166B-FA18-0321-5628-74A2A83FA6E8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A6A2D74-B179-706B-2B98-CE39CAAA17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8BBD05A-68DB-8906-9EC2-C1FB4CEE4E52}"/>
              </a:ext>
            </a:extLst>
          </p:cNvPr>
          <p:cNvGrpSpPr/>
          <p:nvPr/>
        </p:nvGrpSpPr>
        <p:grpSpPr>
          <a:xfrm>
            <a:off x="6504459" y="2766218"/>
            <a:ext cx="1468490" cy="1325563"/>
            <a:chOff x="1792466" y="2749256"/>
            <a:chExt cx="1468490" cy="1325563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3EB20EF-F71A-481C-D3A4-C7DFACD77075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59582065-0C85-ACA4-33B4-3169A7A6723C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F08AC707-5A05-E188-C5B6-1E5974A700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657C9DD-C575-25D8-45E9-CB7AA452D031}"/>
              </a:ext>
            </a:extLst>
          </p:cNvPr>
          <p:cNvCxnSpPr/>
          <p:nvPr/>
        </p:nvCxnSpPr>
        <p:spPr>
          <a:xfrm>
            <a:off x="4499332" y="2258750"/>
            <a:ext cx="2373807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8795712-0EF7-3FCE-E6A3-D390BF8B49F6}"/>
              </a:ext>
            </a:extLst>
          </p:cNvPr>
          <p:cNvSpPr txBox="1"/>
          <p:nvPr/>
        </p:nvSpPr>
        <p:spPr>
          <a:xfrm>
            <a:off x="3233706" y="5286564"/>
            <a:ext cx="3924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a single image</a:t>
            </a:r>
          </a:p>
        </p:txBody>
      </p:sp>
    </p:spTree>
    <p:extLst>
      <p:ext uri="{BB962C8B-B14F-4D97-AF65-F5344CB8AC3E}">
        <p14:creationId xmlns:p14="http://schemas.microsoft.com/office/powerpoint/2010/main" val="272377237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AC449-02DB-EFFE-5694-4C85E56C2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DAA4C-1671-2B7F-F852-929C715DD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Training: Forward Propagation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9416365-FFF3-9BFF-8279-5BBB029C5F97}"/>
              </a:ext>
            </a:extLst>
          </p:cNvPr>
          <p:cNvGrpSpPr/>
          <p:nvPr/>
        </p:nvGrpSpPr>
        <p:grpSpPr>
          <a:xfrm>
            <a:off x="1980958" y="2952087"/>
            <a:ext cx="1059735" cy="896233"/>
            <a:chOff x="1792466" y="2749256"/>
            <a:chExt cx="1059735" cy="89623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F3D3363-5554-BB8F-C1BB-BD2A027984A5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E38A5A82-D80F-3282-8D0F-73108E509517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63D8A90-C1C2-EE20-F606-CD8D419D61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1418833-90B0-7197-6779-34D82280ADB2}"/>
              </a:ext>
            </a:extLst>
          </p:cNvPr>
          <p:cNvGrpSpPr/>
          <p:nvPr/>
        </p:nvGrpSpPr>
        <p:grpSpPr>
          <a:xfrm>
            <a:off x="99914" y="2699282"/>
            <a:ext cx="1468490" cy="1325563"/>
            <a:chOff x="1792466" y="2749256"/>
            <a:chExt cx="1468490" cy="132556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FC46668-EF5F-3527-2F42-A82DB8A6608A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04604D9-9D84-D039-1F86-DCEAD4E7FB08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3330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E5236CD-AE81-8608-123D-7360A782E0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333040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93CB763-01E2-2AC7-E0E8-E8AF9AF1A5A6}"/>
              </a:ext>
            </a:extLst>
          </p:cNvPr>
          <p:cNvGrpSpPr/>
          <p:nvPr/>
        </p:nvGrpSpPr>
        <p:grpSpPr>
          <a:xfrm>
            <a:off x="5269391" y="2952086"/>
            <a:ext cx="1059735" cy="896233"/>
            <a:chOff x="1792466" y="2749256"/>
            <a:chExt cx="1059735" cy="89623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5AE38E1-1C69-DDCA-BB71-E850C4395BA4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0AF08998-3873-7C5E-E06C-5B4122998937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E54A23C4-B379-35E6-821C-5AE385CF0F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3386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33A72DD-7A71-B84D-0A34-6235819C0601}"/>
              </a:ext>
            </a:extLst>
          </p:cNvPr>
          <p:cNvGrpSpPr/>
          <p:nvPr/>
        </p:nvGrpSpPr>
        <p:grpSpPr>
          <a:xfrm>
            <a:off x="3439967" y="2699281"/>
            <a:ext cx="1468490" cy="1325563"/>
            <a:chOff x="1792466" y="2749256"/>
            <a:chExt cx="1468490" cy="132556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D3B0D99-899E-C941-2800-7A71A3143795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3F67D9F-93E1-AA5B-8964-0723040B332A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4A6A2D74-B179-706B-2B98-CE39CAAA17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56A3C6B-150B-1B69-10C8-A60241539D5C}"/>
              </a:ext>
            </a:extLst>
          </p:cNvPr>
          <p:cNvGrpSpPr/>
          <p:nvPr/>
        </p:nvGrpSpPr>
        <p:grpSpPr>
          <a:xfrm>
            <a:off x="8873285" y="2952087"/>
            <a:ext cx="1059735" cy="896233"/>
            <a:chOff x="1792466" y="2749256"/>
            <a:chExt cx="1059735" cy="896233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26AFB09-F557-557F-A635-CCD5B82AAEAA}"/>
                </a:ext>
              </a:extLst>
            </p:cNvPr>
            <p:cNvSpPr/>
            <p:nvPr/>
          </p:nvSpPr>
          <p:spPr>
            <a:xfrm>
              <a:off x="1792466" y="2749256"/>
              <a:ext cx="1059735" cy="89623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3DB9021-6C8A-5727-EBA4-870D305C9B5C}"/>
                    </a:ext>
                  </a:extLst>
                </p:cNvPr>
                <p:cNvSpPr txBox="1"/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CCBFA5E-73AC-90A4-F440-0DF73754C8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396" y="3000595"/>
                  <a:ext cx="52854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582279D-40B0-5379-66A4-BE775BB3544A}"/>
              </a:ext>
            </a:extLst>
          </p:cNvPr>
          <p:cNvGrpSpPr/>
          <p:nvPr/>
        </p:nvGrpSpPr>
        <p:grpSpPr>
          <a:xfrm>
            <a:off x="10842926" y="3203425"/>
            <a:ext cx="484941" cy="375327"/>
            <a:chOff x="2303098" y="3253400"/>
            <a:chExt cx="484941" cy="375327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8792023-AD53-D3F5-DD09-5CD82235736A}"/>
                </a:ext>
              </a:extLst>
            </p:cNvPr>
            <p:cNvSpPr/>
            <p:nvPr/>
          </p:nvSpPr>
          <p:spPr>
            <a:xfrm>
              <a:off x="2348193" y="3253400"/>
              <a:ext cx="439846" cy="369332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23980169-BC6B-B43E-E12B-8E71F628EA65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26F213AE-3D30-85B8-2189-443AA4BE08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84941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4EBD994-433C-D252-4FBB-37FB092C7413}"/>
              </a:ext>
            </a:extLst>
          </p:cNvPr>
          <p:cNvGrpSpPr/>
          <p:nvPr/>
        </p:nvGrpSpPr>
        <p:grpSpPr>
          <a:xfrm>
            <a:off x="6504459" y="2766218"/>
            <a:ext cx="1468490" cy="1325563"/>
            <a:chOff x="1792466" y="2749256"/>
            <a:chExt cx="1468490" cy="1325563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0C4CDD0-650C-A1CD-FF3E-244E36149BB6}"/>
                </a:ext>
              </a:extLst>
            </p:cNvPr>
            <p:cNvSpPr/>
            <p:nvPr/>
          </p:nvSpPr>
          <p:spPr>
            <a:xfrm>
              <a:off x="1792466" y="2749256"/>
              <a:ext cx="1468490" cy="1325563"/>
            </a:xfrm>
            <a:prstGeom prst="rect">
              <a:avLst/>
            </a:prstGeom>
            <a:noFill/>
            <a:ln w="2857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E0565A3-B9C2-1079-79FF-AF81BEB3A4FD}"/>
                    </a:ext>
                  </a:extLst>
                </p:cNvPr>
                <p:cNvSpPr txBox="1"/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F08AC707-5A05-E188-C5B6-1E5974A700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03098" y="3259395"/>
                  <a:ext cx="490262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1C071051-1D45-CBBE-E5C7-FCA1FDB75CB5}"/>
              </a:ext>
            </a:extLst>
          </p:cNvPr>
          <p:cNvSpPr txBox="1"/>
          <p:nvPr/>
        </p:nvSpPr>
        <p:spPr>
          <a:xfrm>
            <a:off x="8274605" y="317739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CC50893-80CF-ABED-2FBB-245C62CB239B}"/>
              </a:ext>
            </a:extLst>
          </p:cNvPr>
          <p:cNvCxnSpPr/>
          <p:nvPr/>
        </p:nvCxnSpPr>
        <p:spPr>
          <a:xfrm>
            <a:off x="8617969" y="2234527"/>
            <a:ext cx="2373807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CC63D05-B86D-76B5-C8B9-AB6E7D82FD3E}"/>
              </a:ext>
            </a:extLst>
          </p:cNvPr>
          <p:cNvSpPr txBox="1"/>
          <p:nvPr/>
        </p:nvSpPr>
        <p:spPr>
          <a:xfrm>
            <a:off x="3233706" y="5286564"/>
            <a:ext cx="3924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a single image</a:t>
            </a:r>
          </a:p>
        </p:txBody>
      </p:sp>
    </p:spTree>
    <p:extLst>
      <p:ext uri="{BB962C8B-B14F-4D97-AF65-F5344CB8AC3E}">
        <p14:creationId xmlns:p14="http://schemas.microsoft.com/office/powerpoint/2010/main" val="229941983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6367D-929A-E740-3278-B086A7716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21088-4E1A-3D40-FEB9-40E98E241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Simply the forward propagation portion</a:t>
            </a:r>
          </a:p>
          <a:p>
            <a:endParaRPr lang="en-US" dirty="0"/>
          </a:p>
          <a:p>
            <a:r>
              <a:rPr lang="en-US" dirty="0"/>
              <a:t>No error calculation or backpropagation as ground truth doesn’t exist</a:t>
            </a:r>
          </a:p>
          <a:p>
            <a:endParaRPr lang="en-US" dirty="0"/>
          </a:p>
          <a:p>
            <a:r>
              <a:rPr lang="en-US" dirty="0"/>
              <a:t>Performance Objectives:</a:t>
            </a:r>
          </a:p>
          <a:p>
            <a:pPr lvl="1"/>
            <a:r>
              <a:rPr lang="en-US" dirty="0"/>
              <a:t>Accuracy – Although ground truth is not known</a:t>
            </a:r>
          </a:p>
          <a:p>
            <a:pPr lvl="1"/>
            <a:r>
              <a:rPr lang="en-US" dirty="0"/>
              <a:t>Latency – Perform inference as fast as possible on single or a batch of images</a:t>
            </a:r>
          </a:p>
        </p:txBody>
      </p:sp>
    </p:spTree>
    <p:extLst>
      <p:ext uri="{BB962C8B-B14F-4D97-AF65-F5344CB8AC3E}">
        <p14:creationId xmlns:p14="http://schemas.microsoft.com/office/powerpoint/2010/main" val="403802844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9B69F-8B63-B3EC-12B0-9B9A60536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F2391-E8AE-9A93-A4FC-0E02B54BC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9/25 Lecture 10</a:t>
            </a:r>
          </a:p>
          <a:p>
            <a:pPr lvl="1"/>
            <a:r>
              <a:rPr lang="en-US" dirty="0"/>
              <a:t>Accelerating Convolutional Neural Networks: Convolution as Matrix Multiplication</a:t>
            </a:r>
          </a:p>
        </p:txBody>
      </p:sp>
    </p:spTree>
    <p:extLst>
      <p:ext uri="{BB962C8B-B14F-4D97-AF65-F5344CB8AC3E}">
        <p14:creationId xmlns:p14="http://schemas.microsoft.com/office/powerpoint/2010/main" val="129724081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04DE0-9343-6853-D403-04A484E06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5DCD4-6F74-BBCB-9506-55F298D2E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  <a:p>
            <a:endParaRPr lang="en-US" dirty="0"/>
          </a:p>
          <a:p>
            <a:r>
              <a:rPr lang="en-US" dirty="0"/>
              <a:t>Email: </a:t>
            </a:r>
            <a:r>
              <a:rPr lang="en-US" dirty="0">
                <a:hlinkClick r:id="rId2"/>
              </a:rPr>
              <a:t>sanmukh.kuppannagari@case.edu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662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4406</TotalTime>
  <Words>2882</Words>
  <Application>Microsoft Office PowerPoint</Application>
  <PresentationFormat>Widescreen</PresentationFormat>
  <Paragraphs>948</Paragraphs>
  <Slides>78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83" baseType="lpstr">
      <vt:lpstr>Arial</vt:lpstr>
      <vt:lpstr>Calibri</vt:lpstr>
      <vt:lpstr>Calibri Light</vt:lpstr>
      <vt:lpstr>Cambria Math</vt:lpstr>
      <vt:lpstr>Office Theme</vt:lpstr>
      <vt:lpstr>CSDS 451: Designing High Performant Systems for AI</vt:lpstr>
      <vt:lpstr>Outline</vt:lpstr>
      <vt:lpstr>Reading Materials</vt:lpstr>
      <vt:lpstr>Convolutional Neural Networks</vt:lpstr>
      <vt:lpstr>1D Convolution</vt:lpstr>
      <vt:lpstr>2D Convolution</vt:lpstr>
      <vt:lpstr>Convolutional Neural Network</vt:lpstr>
      <vt:lpstr>Convolution Layer</vt:lpstr>
      <vt:lpstr>Convolution Layer</vt:lpstr>
      <vt:lpstr>Convolution Layer</vt:lpstr>
      <vt:lpstr>Activation Layer</vt:lpstr>
      <vt:lpstr>Pooling Layer</vt:lpstr>
      <vt:lpstr>Convolution Neural Network</vt:lpstr>
      <vt:lpstr>Example CNN Networks</vt:lpstr>
      <vt:lpstr>Example CNN Networks</vt:lpstr>
      <vt:lpstr>Example CNN Networks</vt:lpstr>
      <vt:lpstr>Example CNN Networks</vt:lpstr>
      <vt:lpstr>Example CNN Networks</vt:lpstr>
      <vt:lpstr>Example CNN Networks</vt:lpstr>
      <vt:lpstr>Example CNN Networks</vt:lpstr>
      <vt:lpstr>Performance Modeling of Convolution Layer</vt:lpstr>
      <vt:lpstr>Performance Modeling of Convolution Layer</vt:lpstr>
      <vt:lpstr>Performance Modeling of Convolution Layer</vt:lpstr>
      <vt:lpstr>Performance Modeling of Convolution Layer</vt:lpstr>
      <vt:lpstr>Performance Modeling of Convolution Layer</vt:lpstr>
      <vt:lpstr>CNN on A100 Roofline Plot (assuming infinite cache)</vt:lpstr>
      <vt:lpstr>CNN on A100 Roofline Plot (assuming infinite cache)</vt:lpstr>
      <vt:lpstr>CNN on A100 Roofline Plot (assuming infinite cache)</vt:lpstr>
      <vt:lpstr>Implications</vt:lpstr>
      <vt:lpstr>Variations</vt:lpstr>
      <vt:lpstr>Convolutional Neural Network</vt:lpstr>
      <vt:lpstr>Convolutional Neural Network</vt:lpstr>
      <vt:lpstr>Training</vt:lpstr>
      <vt:lpstr>Training</vt:lpstr>
      <vt:lpstr>CNN Training: Forward Propagation</vt:lpstr>
      <vt:lpstr>CNN Training: Forward Propagation</vt:lpstr>
      <vt:lpstr>CNN Training: Forward Propagation</vt:lpstr>
      <vt:lpstr>CNN Training: Forward Propagation</vt:lpstr>
      <vt:lpstr>CNN Training: Error Calculation</vt:lpstr>
      <vt:lpstr>CNN Training: Backward Propagation</vt:lpstr>
      <vt:lpstr>CNN Training: Backward Propagation</vt:lpstr>
      <vt:lpstr>CNN Training: Backward Propagation</vt:lpstr>
      <vt:lpstr>CNN Training: Backward Propagation</vt:lpstr>
      <vt:lpstr>CNN Training: Backward Propagation</vt:lpstr>
      <vt:lpstr>CNN Training: Backward Propagation</vt:lpstr>
      <vt:lpstr>CNN Training: Backward Propagation</vt:lpstr>
      <vt:lpstr>CNN Training: Backward Propagation</vt:lpstr>
      <vt:lpstr>CNN Training: Backward Propagation</vt:lpstr>
      <vt:lpstr>CNN Training: Backward Propagation</vt:lpstr>
      <vt:lpstr>CNN Training: Backward Propagation</vt:lpstr>
      <vt:lpstr>CNN Training: Backward Propagation</vt:lpstr>
      <vt:lpstr>CNN Training: Backward Propagation</vt:lpstr>
      <vt:lpstr>CNN Training: Backward Propagation</vt:lpstr>
      <vt:lpstr>CNN Training: Gradient Calculations</vt:lpstr>
      <vt:lpstr>CNN Training: Gradient Calculations</vt:lpstr>
      <vt:lpstr>CNN Training: Gradient Calculations</vt:lpstr>
      <vt:lpstr>CNN Training: Gradient Calculations</vt:lpstr>
      <vt:lpstr>CNN Training: Gradient Calculations</vt:lpstr>
      <vt:lpstr>CNN Training: Gradient Calculations</vt:lpstr>
      <vt:lpstr>CNN Training: Gradient Calculations</vt:lpstr>
      <vt:lpstr>CNN Training: Gradient Calculations</vt:lpstr>
      <vt:lpstr>CNN Training: Backward Propagation</vt:lpstr>
      <vt:lpstr>CNN Training: Backward Propagation</vt:lpstr>
      <vt:lpstr>CNN Training: Backward Propagation</vt:lpstr>
      <vt:lpstr>CNN Training: Backward Propagation</vt:lpstr>
      <vt:lpstr>Key Operation in CNN</vt:lpstr>
      <vt:lpstr>Training</vt:lpstr>
      <vt:lpstr>Training</vt:lpstr>
      <vt:lpstr>Training – Key Performance Objective</vt:lpstr>
      <vt:lpstr>Training – Key Requirement</vt:lpstr>
      <vt:lpstr>Convolutional Neural Network</vt:lpstr>
      <vt:lpstr>CNN Training: Forward Propagation</vt:lpstr>
      <vt:lpstr>CNN Training: Forward Propagation</vt:lpstr>
      <vt:lpstr>CNN Training: Forward Propagation</vt:lpstr>
      <vt:lpstr>CNN Training: Forward Propagation</vt:lpstr>
      <vt:lpstr>Inference</vt:lpstr>
      <vt:lpstr>Next Class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Algorithmic Approach to AI/ML Acceleration</dc:title>
  <dc:creator>Sanmukh Kuppannagari</dc:creator>
  <cp:lastModifiedBy>Sanmukh Kuppannagari</cp:lastModifiedBy>
  <cp:revision>99</cp:revision>
  <dcterms:created xsi:type="dcterms:W3CDTF">2022-08-26T11:47:57Z</dcterms:created>
  <dcterms:modified xsi:type="dcterms:W3CDTF">2025-09-23T14:35:19Z</dcterms:modified>
</cp:coreProperties>
</file>
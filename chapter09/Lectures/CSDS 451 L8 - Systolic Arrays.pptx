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2"/>
  </p:notesMasterIdLst>
  <p:sldIdLst>
    <p:sldId id="256" r:id="rId2"/>
    <p:sldId id="261" r:id="rId3"/>
    <p:sldId id="1513" r:id="rId4"/>
    <p:sldId id="1550" r:id="rId5"/>
    <p:sldId id="1357" r:id="rId6"/>
    <p:sldId id="386" r:id="rId7"/>
    <p:sldId id="1552" r:id="rId8"/>
    <p:sldId id="1234" r:id="rId9"/>
    <p:sldId id="1341" r:id="rId10"/>
    <p:sldId id="1568" r:id="rId11"/>
    <p:sldId id="1569" r:id="rId12"/>
    <p:sldId id="1570" r:id="rId13"/>
    <p:sldId id="1571" r:id="rId14"/>
    <p:sldId id="1572" r:id="rId15"/>
    <p:sldId id="1235" r:id="rId16"/>
    <p:sldId id="1343" r:id="rId17"/>
    <p:sldId id="1553" r:id="rId18"/>
    <p:sldId id="1554" r:id="rId19"/>
    <p:sldId id="1555" r:id="rId20"/>
    <p:sldId id="1556" r:id="rId21"/>
    <p:sldId id="1557" r:id="rId22"/>
    <p:sldId id="1558" r:id="rId23"/>
    <p:sldId id="1559" r:id="rId24"/>
    <p:sldId id="1560" r:id="rId25"/>
    <p:sldId id="1561" r:id="rId26"/>
    <p:sldId id="1562" r:id="rId27"/>
    <p:sldId id="1563" r:id="rId28"/>
    <p:sldId id="1564" r:id="rId29"/>
    <p:sldId id="1565" r:id="rId30"/>
    <p:sldId id="1566" r:id="rId31"/>
    <p:sldId id="1567" r:id="rId32"/>
    <p:sldId id="1304" r:id="rId33"/>
    <p:sldId id="298" r:id="rId34"/>
    <p:sldId id="1305" r:id="rId35"/>
    <p:sldId id="1306" r:id="rId36"/>
    <p:sldId id="1307" r:id="rId37"/>
    <p:sldId id="1308" r:id="rId38"/>
    <p:sldId id="1309" r:id="rId39"/>
    <p:sldId id="1310" r:id="rId40"/>
    <p:sldId id="1311" r:id="rId41"/>
    <p:sldId id="1312" r:id="rId42"/>
    <p:sldId id="1313" r:id="rId43"/>
    <p:sldId id="1314" r:id="rId44"/>
    <p:sldId id="1573" r:id="rId45"/>
    <p:sldId id="1574" r:id="rId46"/>
    <p:sldId id="1575" r:id="rId47"/>
    <p:sldId id="1576" r:id="rId48"/>
    <p:sldId id="1315" r:id="rId49"/>
    <p:sldId id="1577" r:id="rId50"/>
    <p:sldId id="1578" r:id="rId51"/>
    <p:sldId id="1579" r:id="rId52"/>
    <p:sldId id="1320" r:id="rId53"/>
    <p:sldId id="1316" r:id="rId54"/>
    <p:sldId id="1580" r:id="rId55"/>
    <p:sldId id="1317" r:id="rId56"/>
    <p:sldId id="1583" r:id="rId57"/>
    <p:sldId id="1582" r:id="rId58"/>
    <p:sldId id="1584" r:id="rId59"/>
    <p:sldId id="1585" r:id="rId60"/>
    <p:sldId id="1586" r:id="rId61"/>
    <p:sldId id="1587" r:id="rId62"/>
    <p:sldId id="1588" r:id="rId63"/>
    <p:sldId id="1589" r:id="rId64"/>
    <p:sldId id="1318" r:id="rId65"/>
    <p:sldId id="1590" r:id="rId66"/>
    <p:sldId id="1591" r:id="rId67"/>
    <p:sldId id="1581" r:id="rId68"/>
    <p:sldId id="1319" r:id="rId69"/>
    <p:sldId id="1321" r:id="rId70"/>
    <p:sldId id="1322" r:id="rId71"/>
    <p:sldId id="1323" r:id="rId72"/>
    <p:sldId id="1332" r:id="rId73"/>
    <p:sldId id="1324" r:id="rId74"/>
    <p:sldId id="1326" r:id="rId75"/>
    <p:sldId id="1325" r:id="rId76"/>
    <p:sldId id="1327" r:id="rId77"/>
    <p:sldId id="1328" r:id="rId78"/>
    <p:sldId id="1329" r:id="rId79"/>
    <p:sldId id="1331" r:id="rId80"/>
    <p:sldId id="1333" r:id="rId81"/>
    <p:sldId id="1334" r:id="rId82"/>
    <p:sldId id="1335" r:id="rId83"/>
    <p:sldId id="1336" r:id="rId84"/>
    <p:sldId id="1337" r:id="rId85"/>
    <p:sldId id="1338" r:id="rId86"/>
    <p:sldId id="1339" r:id="rId87"/>
    <p:sldId id="1340" r:id="rId88"/>
    <p:sldId id="1342" r:id="rId89"/>
    <p:sldId id="1551" r:id="rId90"/>
    <p:sldId id="391" r:id="rId9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9C25D2-52C8-45C3-890E-95F129DC0D72}" v="10" dt="2025-10-08T19:31:22.8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325" autoAdjust="0"/>
  </p:normalViewPr>
  <p:slideViewPr>
    <p:cSldViewPr snapToGrid="0">
      <p:cViewPr varScale="1">
        <p:scale>
          <a:sx n="79" d="100"/>
          <a:sy n="79" d="100"/>
        </p:scale>
        <p:origin x="504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presProps" Target="presProps.xml"/><Relationship Id="rId9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mukh Kuppannagari" userId="ad215094-da36-4b66-9c79-369a17aea26b" providerId="ADAL" clId="{7B61D3EF-15B8-4F04-8033-014CD468CBC4}"/>
    <pc:docChg chg="undo custSel delSld modSld">
      <pc:chgData name="Sanmukh Kuppannagari" userId="ad215094-da36-4b66-9c79-369a17aea26b" providerId="ADAL" clId="{7B61D3EF-15B8-4F04-8033-014CD468CBC4}" dt="2025-09-18T14:57:35.710" v="344" actId="20577"/>
      <pc:docMkLst>
        <pc:docMk/>
      </pc:docMkLst>
      <pc:sldChg chg="modSp mod">
        <pc:chgData name="Sanmukh Kuppannagari" userId="ad215094-da36-4b66-9c79-369a17aea26b" providerId="ADAL" clId="{7B61D3EF-15B8-4F04-8033-014CD468CBC4}" dt="2025-09-18T13:44:24.799" v="4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7B61D3EF-15B8-4F04-8033-014CD468CBC4}" dt="2025-09-18T13:44:24.799" v="4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addSp modSp mod">
        <pc:chgData name="Sanmukh Kuppannagari" userId="ad215094-da36-4b66-9c79-369a17aea26b" providerId="ADAL" clId="{7B61D3EF-15B8-4F04-8033-014CD468CBC4}" dt="2025-09-18T14:53:04.114" v="197" actId="1076"/>
        <pc:sldMkLst>
          <pc:docMk/>
          <pc:sldMk cId="2120287752" sldId="1310"/>
        </pc:sldMkLst>
        <pc:spChg chg="add mod">
          <ac:chgData name="Sanmukh Kuppannagari" userId="ad215094-da36-4b66-9c79-369a17aea26b" providerId="ADAL" clId="{7B61D3EF-15B8-4F04-8033-014CD468CBC4}" dt="2025-09-18T14:53:04.114" v="197" actId="1076"/>
          <ac:spMkLst>
            <pc:docMk/>
            <pc:sldMk cId="2120287752" sldId="1310"/>
            <ac:spMk id="3" creationId="{48C57CF3-81CF-F177-FD3F-69987BD2A75E}"/>
          </ac:spMkLst>
        </pc:spChg>
      </pc:sldChg>
      <pc:sldChg chg="addSp modSp">
        <pc:chgData name="Sanmukh Kuppannagari" userId="ad215094-da36-4b66-9c79-369a17aea26b" providerId="ADAL" clId="{7B61D3EF-15B8-4F04-8033-014CD468CBC4}" dt="2025-09-18T14:53:07.704" v="198"/>
        <pc:sldMkLst>
          <pc:docMk/>
          <pc:sldMk cId="2652461517" sldId="1311"/>
        </pc:sldMkLst>
        <pc:spChg chg="add mod">
          <ac:chgData name="Sanmukh Kuppannagari" userId="ad215094-da36-4b66-9c79-369a17aea26b" providerId="ADAL" clId="{7B61D3EF-15B8-4F04-8033-014CD468CBC4}" dt="2025-09-18T14:53:07.704" v="198"/>
          <ac:spMkLst>
            <pc:docMk/>
            <pc:sldMk cId="2652461517" sldId="1311"/>
            <ac:spMk id="22" creationId="{1541CAFF-9256-40E4-4E93-6C9139245350}"/>
          </ac:spMkLst>
        </pc:spChg>
      </pc:sldChg>
      <pc:sldChg chg="addSp modSp">
        <pc:chgData name="Sanmukh Kuppannagari" userId="ad215094-da36-4b66-9c79-369a17aea26b" providerId="ADAL" clId="{7B61D3EF-15B8-4F04-8033-014CD468CBC4}" dt="2025-09-18T14:53:11.101" v="199"/>
        <pc:sldMkLst>
          <pc:docMk/>
          <pc:sldMk cId="284065558" sldId="1312"/>
        </pc:sldMkLst>
        <pc:spChg chg="add mod">
          <ac:chgData name="Sanmukh Kuppannagari" userId="ad215094-da36-4b66-9c79-369a17aea26b" providerId="ADAL" clId="{7B61D3EF-15B8-4F04-8033-014CD468CBC4}" dt="2025-09-18T14:53:11.101" v="199"/>
          <ac:spMkLst>
            <pc:docMk/>
            <pc:sldMk cId="284065558" sldId="1312"/>
            <ac:spMk id="18" creationId="{A945B18D-16BA-B597-EC34-8C297168DFA1}"/>
          </ac:spMkLst>
        </pc:spChg>
      </pc:sldChg>
      <pc:sldChg chg="addSp modSp">
        <pc:chgData name="Sanmukh Kuppannagari" userId="ad215094-da36-4b66-9c79-369a17aea26b" providerId="ADAL" clId="{7B61D3EF-15B8-4F04-8033-014CD468CBC4}" dt="2025-09-18T14:53:15.067" v="200"/>
        <pc:sldMkLst>
          <pc:docMk/>
          <pc:sldMk cId="303362016" sldId="1313"/>
        </pc:sldMkLst>
        <pc:spChg chg="add mod">
          <ac:chgData name="Sanmukh Kuppannagari" userId="ad215094-da36-4b66-9c79-369a17aea26b" providerId="ADAL" clId="{7B61D3EF-15B8-4F04-8033-014CD468CBC4}" dt="2025-09-18T14:53:15.067" v="200"/>
          <ac:spMkLst>
            <pc:docMk/>
            <pc:sldMk cId="303362016" sldId="1313"/>
            <ac:spMk id="26" creationId="{67E8D638-E1FC-7833-F7FD-4183640FF131}"/>
          </ac:spMkLst>
        </pc:spChg>
      </pc:sldChg>
      <pc:sldChg chg="addSp delSp modSp mod">
        <pc:chgData name="Sanmukh Kuppannagari" userId="ad215094-da36-4b66-9c79-369a17aea26b" providerId="ADAL" clId="{7B61D3EF-15B8-4F04-8033-014CD468CBC4}" dt="2025-09-18T14:53:57.784" v="210" actId="478"/>
        <pc:sldMkLst>
          <pc:docMk/>
          <pc:sldMk cId="1137941797" sldId="1314"/>
        </pc:sldMkLst>
      </pc:sldChg>
      <pc:sldChg chg="modSp">
        <pc:chgData name="Sanmukh Kuppannagari" userId="ad215094-da36-4b66-9c79-369a17aea26b" providerId="ADAL" clId="{7B61D3EF-15B8-4F04-8033-014CD468CBC4}" dt="2025-09-18T14:38:31.893" v="193" actId="207"/>
        <pc:sldMkLst>
          <pc:docMk/>
          <pc:sldMk cId="3610053994" sldId="1317"/>
        </pc:sldMkLst>
        <pc:spChg chg="mod">
          <ac:chgData name="Sanmukh Kuppannagari" userId="ad215094-da36-4b66-9c79-369a17aea26b" providerId="ADAL" clId="{7B61D3EF-15B8-4F04-8033-014CD468CBC4}" dt="2025-09-18T14:38:31.893" v="193" actId="207"/>
          <ac:spMkLst>
            <pc:docMk/>
            <pc:sldMk cId="3610053994" sldId="1317"/>
            <ac:spMk id="3" creationId="{D2D1784E-0D0F-4F98-5534-31689B9B396B}"/>
          </ac:spMkLst>
        </pc:spChg>
      </pc:sldChg>
      <pc:sldChg chg="modSp mod">
        <pc:chgData name="Sanmukh Kuppannagari" userId="ad215094-da36-4b66-9c79-369a17aea26b" providerId="ADAL" clId="{7B61D3EF-15B8-4F04-8033-014CD468CBC4}" dt="2025-09-18T14:57:35.710" v="344" actId="20577"/>
        <pc:sldMkLst>
          <pc:docMk/>
          <pc:sldMk cId="3204193764" sldId="1320"/>
        </pc:sldMkLst>
        <pc:spChg chg="mod">
          <ac:chgData name="Sanmukh Kuppannagari" userId="ad215094-da36-4b66-9c79-369a17aea26b" providerId="ADAL" clId="{7B61D3EF-15B8-4F04-8033-014CD468CBC4}" dt="2025-09-18T14:57:35.710" v="344" actId="20577"/>
          <ac:spMkLst>
            <pc:docMk/>
            <pc:sldMk cId="3204193764" sldId="1320"/>
            <ac:spMk id="4" creationId="{F02011E0-0E92-B2BA-A538-EAB0557C6A6B}"/>
          </ac:spMkLst>
        </pc:spChg>
      </pc:sldChg>
      <pc:sldChg chg="modSp mod">
        <pc:chgData name="Sanmukh Kuppannagari" userId="ad215094-da36-4b66-9c79-369a17aea26b" providerId="ADAL" clId="{7B61D3EF-15B8-4F04-8033-014CD468CBC4}" dt="2025-09-18T13:48:17.769" v="170" actId="5793"/>
        <pc:sldMkLst>
          <pc:docMk/>
          <pc:sldMk cId="330368493" sldId="1340"/>
        </pc:sldMkLst>
        <pc:spChg chg="mod">
          <ac:chgData name="Sanmukh Kuppannagari" userId="ad215094-da36-4b66-9c79-369a17aea26b" providerId="ADAL" clId="{7B61D3EF-15B8-4F04-8033-014CD468CBC4}" dt="2025-09-18T13:48:17.769" v="170" actId="5793"/>
          <ac:spMkLst>
            <pc:docMk/>
            <pc:sldMk cId="330368493" sldId="1340"/>
            <ac:spMk id="3" creationId="{1F38EFB0-33D1-1D92-0856-8FF0F1D3E587}"/>
          </ac:spMkLst>
        </pc:spChg>
      </pc:sldChg>
      <pc:sldChg chg="modSp mod">
        <pc:chgData name="Sanmukh Kuppannagari" userId="ad215094-da36-4b66-9c79-369a17aea26b" providerId="ADAL" clId="{7B61D3EF-15B8-4F04-8033-014CD468CBC4}" dt="2025-09-18T13:44:41.742" v="58" actId="20577"/>
        <pc:sldMkLst>
          <pc:docMk/>
          <pc:sldMk cId="2091044005" sldId="1513"/>
        </pc:sldMkLst>
        <pc:spChg chg="mod">
          <ac:chgData name="Sanmukh Kuppannagari" userId="ad215094-da36-4b66-9c79-369a17aea26b" providerId="ADAL" clId="{7B61D3EF-15B8-4F04-8033-014CD468CBC4}" dt="2025-09-18T13:44:41.742" v="58" actId="20577"/>
          <ac:spMkLst>
            <pc:docMk/>
            <pc:sldMk cId="2091044005" sldId="1513"/>
            <ac:spMk id="3" creationId="{66DFCFF7-0D33-546C-E9DC-ECFD7C716A7C}"/>
          </ac:spMkLst>
        </pc:spChg>
      </pc:sldChg>
      <pc:sldChg chg="del">
        <pc:chgData name="Sanmukh Kuppannagari" userId="ad215094-da36-4b66-9c79-369a17aea26b" providerId="ADAL" clId="{7B61D3EF-15B8-4F04-8033-014CD468CBC4}" dt="2025-09-18T13:44:50.370" v="59" actId="47"/>
        <pc:sldMkLst>
          <pc:docMk/>
          <pc:sldMk cId="48973366" sldId="1514"/>
        </pc:sldMkLst>
      </pc:sldChg>
      <pc:sldChg chg="del">
        <pc:chgData name="Sanmukh Kuppannagari" userId="ad215094-da36-4b66-9c79-369a17aea26b" providerId="ADAL" clId="{7B61D3EF-15B8-4F04-8033-014CD468CBC4}" dt="2025-09-18T13:44:54.750" v="60" actId="4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7B61D3EF-15B8-4F04-8033-014CD468CBC4}" dt="2025-09-18T13:47:34.750" v="133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7B61D3EF-15B8-4F04-8033-014CD468CBC4}" dt="2025-09-18T13:47:34.750" v="133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addSp delSp modSp mod">
        <pc:chgData name="Sanmukh Kuppannagari" userId="ad215094-da36-4b66-9c79-369a17aea26b" providerId="ADAL" clId="{7B61D3EF-15B8-4F04-8033-014CD468CBC4}" dt="2025-09-18T14:53:47.982" v="209" actId="478"/>
        <pc:sldMkLst>
          <pc:docMk/>
          <pc:sldMk cId="570117069" sldId="1573"/>
        </pc:sldMkLst>
      </pc:sldChg>
      <pc:sldChg chg="addSp delSp modSp mod">
        <pc:chgData name="Sanmukh Kuppannagari" userId="ad215094-da36-4b66-9c79-369a17aea26b" providerId="ADAL" clId="{7B61D3EF-15B8-4F04-8033-014CD468CBC4}" dt="2025-09-18T14:53:44.767" v="208" actId="478"/>
        <pc:sldMkLst>
          <pc:docMk/>
          <pc:sldMk cId="995901004" sldId="1574"/>
        </pc:sldMkLst>
      </pc:sldChg>
      <pc:sldChg chg="addSp delSp modSp mod">
        <pc:chgData name="Sanmukh Kuppannagari" userId="ad215094-da36-4b66-9c79-369a17aea26b" providerId="ADAL" clId="{7B61D3EF-15B8-4F04-8033-014CD468CBC4}" dt="2025-09-18T14:53:42.215" v="207" actId="478"/>
        <pc:sldMkLst>
          <pc:docMk/>
          <pc:sldMk cId="440498288" sldId="1575"/>
        </pc:sldMkLst>
      </pc:sldChg>
      <pc:sldChg chg="addSp delSp modSp mod">
        <pc:chgData name="Sanmukh Kuppannagari" userId="ad215094-da36-4b66-9c79-369a17aea26b" providerId="ADAL" clId="{7B61D3EF-15B8-4F04-8033-014CD468CBC4}" dt="2025-09-18T14:53:37.119" v="206" actId="478"/>
        <pc:sldMkLst>
          <pc:docMk/>
          <pc:sldMk cId="670652363" sldId="1576"/>
        </pc:sldMkLst>
      </pc:sldChg>
      <pc:sldChg chg="modSp">
        <pc:chgData name="Sanmukh Kuppannagari" userId="ad215094-da36-4b66-9c79-369a17aea26b" providerId="ADAL" clId="{7B61D3EF-15B8-4F04-8033-014CD468CBC4}" dt="2025-09-18T14:38:15.855" v="191" actId="20577"/>
        <pc:sldMkLst>
          <pc:docMk/>
          <pc:sldMk cId="3330804335" sldId="1583"/>
        </pc:sldMkLst>
        <pc:spChg chg="mod">
          <ac:chgData name="Sanmukh Kuppannagari" userId="ad215094-da36-4b66-9c79-369a17aea26b" providerId="ADAL" clId="{7B61D3EF-15B8-4F04-8033-014CD468CBC4}" dt="2025-09-18T14:38:15.855" v="191" actId="20577"/>
          <ac:spMkLst>
            <pc:docMk/>
            <pc:sldMk cId="3330804335" sldId="1583"/>
            <ac:spMk id="3" creationId="{D2D1784E-0D0F-4F98-5534-31689B9B396B}"/>
          </ac:spMkLst>
        </pc:spChg>
      </pc:sldChg>
      <pc:sldChg chg="addSp modSp">
        <pc:chgData name="Sanmukh Kuppannagari" userId="ad215094-da36-4b66-9c79-369a17aea26b" providerId="ADAL" clId="{7B61D3EF-15B8-4F04-8033-014CD468CBC4}" dt="2025-09-18T14:57:13.460" v="341" actId="571"/>
        <pc:sldMkLst>
          <pc:docMk/>
          <pc:sldMk cId="936452190" sldId="1584"/>
        </pc:sldMkLst>
      </pc:sldChg>
      <pc:sldChg chg="addSp modSp">
        <pc:chgData name="Sanmukh Kuppannagari" userId="ad215094-da36-4b66-9c79-369a17aea26b" providerId="ADAL" clId="{7B61D3EF-15B8-4F04-8033-014CD468CBC4}" dt="2025-09-18T14:57:22.432" v="342"/>
        <pc:sldMkLst>
          <pc:docMk/>
          <pc:sldMk cId="652014047" sldId="1585"/>
        </pc:sldMkLst>
      </pc:sldChg>
      <pc:sldChg chg="addSp modSp">
        <pc:chgData name="Sanmukh Kuppannagari" userId="ad215094-da36-4b66-9c79-369a17aea26b" providerId="ADAL" clId="{7B61D3EF-15B8-4F04-8033-014CD468CBC4}" dt="2025-09-18T14:57:26.014" v="343"/>
        <pc:sldMkLst>
          <pc:docMk/>
          <pc:sldMk cId="3673118713" sldId="1586"/>
        </pc:sldMkLst>
      </pc:sldChg>
    </pc:docChg>
  </pc:docChgLst>
  <pc:docChgLst>
    <pc:chgData name="Sanmukh Kuppannagari" userId="ad215094-da36-4b66-9c79-369a17aea26b" providerId="ADAL" clId="{57CFD692-4744-46EE-BC36-4B4ADFBE76FB}"/>
    <pc:docChg chg="undo custSel addSld delSld modSld">
      <pc:chgData name="Sanmukh Kuppannagari" userId="ad215094-da36-4b66-9c79-369a17aea26b" providerId="ADAL" clId="{57CFD692-4744-46EE-BC36-4B4ADFBE76FB}" dt="2024-09-17T17:25:16.114" v="6207" actId="14100"/>
      <pc:docMkLst>
        <pc:docMk/>
      </pc:docMkLst>
      <pc:sldChg chg="modSp mod">
        <pc:chgData name="Sanmukh Kuppannagari" userId="ad215094-da36-4b66-9c79-369a17aea26b" providerId="ADAL" clId="{57CFD692-4744-46EE-BC36-4B4ADFBE76FB}" dt="2024-09-17T14:18:24.778" v="1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57CFD692-4744-46EE-BC36-4B4ADFBE76FB}" dt="2024-09-17T15:18:46.245" v="3476" actId="20577"/>
        <pc:sldMkLst>
          <pc:docMk/>
          <pc:sldMk cId="2017305151" sldId="261"/>
        </pc:sldMkLst>
      </pc:sldChg>
      <pc:sldChg chg="modSp add mod">
        <pc:chgData name="Sanmukh Kuppannagari" userId="ad215094-da36-4b66-9c79-369a17aea26b" providerId="ADAL" clId="{57CFD692-4744-46EE-BC36-4B4ADFBE76FB}" dt="2024-09-17T14:30:17.188" v="519" actId="20577"/>
        <pc:sldMkLst>
          <pc:docMk/>
          <pc:sldMk cId="3934877374" sldId="311"/>
        </pc:sldMkLst>
      </pc:sldChg>
      <pc:sldChg chg="modSp add mod">
        <pc:chgData name="Sanmukh Kuppannagari" userId="ad215094-da36-4b66-9c79-369a17aea26b" providerId="ADAL" clId="{57CFD692-4744-46EE-BC36-4B4ADFBE76FB}" dt="2024-09-17T14:30:13.222" v="516" actId="27636"/>
        <pc:sldMkLst>
          <pc:docMk/>
          <pc:sldMk cId="1937731969" sldId="312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2275422666" sldId="313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230029266" sldId="316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879505598" sldId="3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18063122" sldId="34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287006485" sldId="34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41016882" sldId="34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98572678" sldId="35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0445591" sldId="35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349920142" sldId="35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740634628" sldId="35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2194659" sldId="359"/>
        </pc:sldMkLst>
      </pc:sldChg>
      <pc:sldChg chg="modSp add mod">
        <pc:chgData name="Sanmukh Kuppannagari" userId="ad215094-da36-4b66-9c79-369a17aea26b" providerId="ADAL" clId="{57CFD692-4744-46EE-BC36-4B4ADFBE76FB}" dt="2024-09-17T14:30:20.712" v="522" actId="20577"/>
        <pc:sldMkLst>
          <pc:docMk/>
          <pc:sldMk cId="2496462880" sldId="363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289731522" sldId="367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086263254" sldId="371"/>
        </pc:sldMkLst>
      </pc:sldChg>
      <pc:sldChg chg="modSp add mod">
        <pc:chgData name="Sanmukh Kuppannagari" userId="ad215094-da36-4b66-9c79-369a17aea26b" providerId="ADAL" clId="{57CFD692-4744-46EE-BC36-4B4ADFBE76FB}" dt="2024-09-17T14:33:11.060" v="566" actId="2057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1469683" sldId="37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72326915" sldId="375"/>
        </pc:sldMkLst>
      </pc:sldChg>
      <pc:sldChg chg="modSp add mod">
        <pc:chgData name="Sanmukh Kuppannagari" userId="ad215094-da36-4b66-9c79-369a17aea26b" providerId="ADAL" clId="{57CFD692-4744-46EE-BC36-4B4ADFBE76FB}" dt="2024-09-17T14:39:45.023" v="570" actId="113"/>
        <pc:sldMkLst>
          <pc:docMk/>
          <pc:sldMk cId="854907447" sldId="382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338842979" sldId="38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771660" sldId="3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57CFD692-4744-46EE-BC36-4B4ADFBE76FB}" dt="2024-09-17T14:40:31.818" v="621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181382666" sldId="40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19194896" sldId="41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947479394" sldId="4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51680372" sldId="4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736426824" sldId="43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820019786" sldId="43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642145031" sldId="441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967081645" sldId="46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29024903" sldId="6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33672176" sldId="122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699708138" sldId="122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453964490" sldId="123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037780407" sldId="1232"/>
        </pc:sldMkLst>
      </pc:sldChg>
      <pc:sldChg chg="add">
        <pc:chgData name="Sanmukh Kuppannagari" userId="ad215094-da36-4b66-9c79-369a17aea26b" providerId="ADAL" clId="{57CFD692-4744-46EE-BC36-4B4ADFBE76FB}" dt="2024-09-17T14:37:27.956" v="567"/>
        <pc:sldMkLst>
          <pc:docMk/>
          <pc:sldMk cId="1479534324" sldId="123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124545071" sldId="12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692180613" sldId="123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95821644" sldId="12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59763505" sldId="124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178271313" sldId="124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95113626" sldId="143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65455456" sldId="143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9774978" sldId="143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744848553" sldId="14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11730472" sldId="1439"/>
        </pc:sldMkLst>
      </pc:sldChg>
      <pc:sldChg chg="addSp delSp modSp add del mod">
        <pc:chgData name="Sanmukh Kuppannagari" userId="ad215094-da36-4b66-9c79-369a17aea26b" providerId="ADAL" clId="{57CFD692-4744-46EE-BC36-4B4ADFBE76FB}" dt="2024-09-17T15:55:41.974" v="3822" actId="21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5296341" sldId="147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220519" sldId="147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637780389" sldId="147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65918572" sldId="147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3588936" sldId="148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51489107" sldId="148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137888738" sldId="148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49571042" sldId="148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73926282" sldId="148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51002451" sldId="14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093951396" sldId="148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7016912" sldId="148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81566112" sldId="148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895175968" sldId="148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83266803" sldId="149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2030833" sldId="149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51547733" sldId="149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110247357" sldId="149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8702013" sldId="149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3901888" sldId="149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607590641" sldId="149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16366971" sldId="149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66822053" sldId="149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318329734" sldId="149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356971427" sldId="150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18545262" sldId="150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635305440" sldId="150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50447005" sldId="150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91644866" sldId="150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26465458" sldId="150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71495037" sldId="150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267279555" sldId="150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53430728" sldId="150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8830724" sldId="150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97212904" sldId="151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91715139" sldId="151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2445932" sldId="1512"/>
        </pc:sldMkLst>
      </pc:sldChg>
      <pc:sldChg chg="modSp new mod">
        <pc:chgData name="Sanmukh Kuppannagari" userId="ad215094-da36-4b66-9c79-369a17aea26b" providerId="ADAL" clId="{57CFD692-4744-46EE-BC36-4B4ADFBE76FB}" dt="2024-09-17T14:19:49.941" v="229" actId="20577"/>
        <pc:sldMkLst>
          <pc:docMk/>
          <pc:sldMk cId="2091044005" sldId="1513"/>
        </pc:sldMkLst>
      </pc:sldChg>
      <pc:sldChg chg="modSp new mod">
        <pc:chgData name="Sanmukh Kuppannagari" userId="ad215094-da36-4b66-9c79-369a17aea26b" providerId="ADAL" clId="{57CFD692-4744-46EE-BC36-4B4ADFBE76FB}" dt="2024-09-17T14:21:09.571" v="413" actId="20577"/>
        <pc:sldMkLst>
          <pc:docMk/>
          <pc:sldMk cId="48973366" sldId="1514"/>
        </pc:sldMkLst>
      </pc:sldChg>
      <pc:sldChg chg="modSp new del mod">
        <pc:chgData name="Sanmukh Kuppannagari" userId="ad215094-da36-4b66-9c79-369a17aea26b" providerId="ADAL" clId="{57CFD692-4744-46EE-BC36-4B4ADFBE76FB}" dt="2024-09-17T15:06:44.715" v="1416" actId="47"/>
        <pc:sldMkLst>
          <pc:docMk/>
          <pc:sldMk cId="877053149" sldId="1515"/>
        </pc:sldMkLst>
      </pc:sldChg>
      <pc:sldChg chg="modSp add mod">
        <pc:chgData name="Sanmukh Kuppannagari" userId="ad215094-da36-4b66-9c79-369a17aea26b" providerId="ADAL" clId="{57CFD692-4744-46EE-BC36-4B4ADFBE76FB}" dt="2024-09-17T15:18:38.206" v="3463" actId="20577"/>
        <pc:sldMkLst>
          <pc:docMk/>
          <pc:sldMk cId="202113540" sldId="1516"/>
        </pc:sldMkLst>
      </pc:sldChg>
      <pc:sldChg chg="modSp add mod">
        <pc:chgData name="Sanmukh Kuppannagari" userId="ad215094-da36-4b66-9c79-369a17aea26b" providerId="ADAL" clId="{57CFD692-4744-46EE-BC36-4B4ADFBE76FB}" dt="2024-09-17T15:18:59.063" v="3489" actId="20577"/>
        <pc:sldMkLst>
          <pc:docMk/>
          <pc:sldMk cId="2851048179" sldId="1517"/>
        </pc:sldMkLst>
      </pc:sldChg>
      <pc:sldChg chg="add">
        <pc:chgData name="Sanmukh Kuppannagari" userId="ad215094-da36-4b66-9c79-369a17aea26b" providerId="ADAL" clId="{57CFD692-4744-46EE-BC36-4B4ADFBE76FB}" dt="2024-09-17T14:39:54.780" v="571"/>
        <pc:sldMkLst>
          <pc:docMk/>
          <pc:sldMk cId="2170564833" sldId="1518"/>
        </pc:sldMkLst>
      </pc:sldChg>
      <pc:sldChg chg="modSp new mod">
        <pc:chgData name="Sanmukh Kuppannagari" userId="ad215094-da36-4b66-9c79-369a17aea26b" providerId="ADAL" clId="{57CFD692-4744-46EE-BC36-4B4ADFBE76FB}" dt="2024-09-17T14:52:17.795" v="1015" actId="20577"/>
        <pc:sldMkLst>
          <pc:docMk/>
          <pc:sldMk cId="1223128325" sldId="1519"/>
        </pc:sldMkLst>
      </pc:sldChg>
      <pc:sldChg chg="modSp new mod">
        <pc:chgData name="Sanmukh Kuppannagari" userId="ad215094-da36-4b66-9c79-369a17aea26b" providerId="ADAL" clId="{57CFD692-4744-46EE-BC36-4B4ADFBE76FB}" dt="2024-09-17T15:50:27.077" v="3662" actId="20577"/>
        <pc:sldMkLst>
          <pc:docMk/>
          <pc:sldMk cId="1363376498" sldId="1520"/>
        </pc:sldMkLst>
      </pc:sldChg>
      <pc:sldChg chg="modSp new mod">
        <pc:chgData name="Sanmukh Kuppannagari" userId="ad215094-da36-4b66-9c79-369a17aea26b" providerId="ADAL" clId="{57CFD692-4744-46EE-BC36-4B4ADFBE76FB}" dt="2024-09-17T15:50:00.221" v="3615" actId="20577"/>
        <pc:sldMkLst>
          <pc:docMk/>
          <pc:sldMk cId="2829791837" sldId="1521"/>
        </pc:sldMkLst>
      </pc:sldChg>
      <pc:sldChg chg="modSp new mod">
        <pc:chgData name="Sanmukh Kuppannagari" userId="ad215094-da36-4b66-9c79-369a17aea26b" providerId="ADAL" clId="{57CFD692-4744-46EE-BC36-4B4ADFBE76FB}" dt="2024-09-17T15:10:08.920" v="1852" actId="20577"/>
        <pc:sldMkLst>
          <pc:docMk/>
          <pc:sldMk cId="3893234935" sldId="1522"/>
        </pc:sldMkLst>
      </pc:sldChg>
      <pc:sldChg chg="modSp new mod">
        <pc:chgData name="Sanmukh Kuppannagari" userId="ad215094-da36-4b66-9c79-369a17aea26b" providerId="ADAL" clId="{57CFD692-4744-46EE-BC36-4B4ADFBE76FB}" dt="2024-09-17T15:11:33.231" v="2175" actId="20577"/>
        <pc:sldMkLst>
          <pc:docMk/>
          <pc:sldMk cId="3481763059" sldId="1523"/>
        </pc:sldMkLst>
      </pc:sldChg>
      <pc:sldChg chg="modSp new mod">
        <pc:chgData name="Sanmukh Kuppannagari" userId="ad215094-da36-4b66-9c79-369a17aea26b" providerId="ADAL" clId="{57CFD692-4744-46EE-BC36-4B4ADFBE76FB}" dt="2024-09-17T15:14:34.208" v="2893" actId="20577"/>
        <pc:sldMkLst>
          <pc:docMk/>
          <pc:sldMk cId="2617663034" sldId="1524"/>
        </pc:sldMkLst>
      </pc:sldChg>
      <pc:sldChg chg="modSp new mod">
        <pc:chgData name="Sanmukh Kuppannagari" userId="ad215094-da36-4b66-9c79-369a17aea26b" providerId="ADAL" clId="{57CFD692-4744-46EE-BC36-4B4ADFBE76FB}" dt="2024-09-17T15:18:21.833" v="3452" actId="20577"/>
        <pc:sldMkLst>
          <pc:docMk/>
          <pc:sldMk cId="939595551" sldId="1525"/>
        </pc:sldMkLst>
      </pc:sldChg>
      <pc:sldChg chg="addSp delSp modSp new mod">
        <pc:chgData name="Sanmukh Kuppannagari" userId="ad215094-da36-4b66-9c79-369a17aea26b" providerId="ADAL" clId="{57CFD692-4744-46EE-BC36-4B4ADFBE76FB}" dt="2024-09-17T15:57:35.506" v="3887" actId="14100"/>
        <pc:sldMkLst>
          <pc:docMk/>
          <pc:sldMk cId="878398838" sldId="1526"/>
        </pc:sldMkLst>
      </pc:sldChg>
      <pc:sldChg chg="modSp new del mod">
        <pc:chgData name="Sanmukh Kuppannagari" userId="ad215094-da36-4b66-9c79-369a17aea26b" providerId="ADAL" clId="{57CFD692-4744-46EE-BC36-4B4ADFBE76FB}" dt="2024-09-17T15:26:03.633" v="3599" actId="47"/>
        <pc:sldMkLst>
          <pc:docMk/>
          <pc:sldMk cId="3481160692" sldId="1526"/>
        </pc:sldMkLst>
      </pc:sldChg>
      <pc:sldChg chg="addSp delSp modSp add mod">
        <pc:chgData name="Sanmukh Kuppannagari" userId="ad215094-da36-4b66-9c79-369a17aea26b" providerId="ADAL" clId="{57CFD692-4744-46EE-BC36-4B4ADFBE76FB}" dt="2024-09-17T16:00:17.033" v="3942" actId="1076"/>
        <pc:sldMkLst>
          <pc:docMk/>
          <pc:sldMk cId="827224132" sldId="1527"/>
        </pc:sldMkLst>
      </pc:sldChg>
      <pc:sldChg chg="addSp delSp modSp add mod">
        <pc:chgData name="Sanmukh Kuppannagari" userId="ad215094-da36-4b66-9c79-369a17aea26b" providerId="ADAL" clId="{57CFD692-4744-46EE-BC36-4B4ADFBE76FB}" dt="2024-09-17T16:03:26.446" v="4105" actId="14100"/>
        <pc:sldMkLst>
          <pc:docMk/>
          <pc:sldMk cId="297830899" sldId="1528"/>
        </pc:sldMkLst>
      </pc:sldChg>
      <pc:sldChg chg="modSp add mod">
        <pc:chgData name="Sanmukh Kuppannagari" userId="ad215094-da36-4b66-9c79-369a17aea26b" providerId="ADAL" clId="{57CFD692-4744-46EE-BC36-4B4ADFBE76FB}" dt="2024-09-17T16:00:57.279" v="3987" actId="207"/>
        <pc:sldMkLst>
          <pc:docMk/>
          <pc:sldMk cId="1863297826" sldId="1529"/>
        </pc:sldMkLst>
      </pc:sldChg>
      <pc:sldChg chg="modSp add mod">
        <pc:chgData name="Sanmukh Kuppannagari" userId="ad215094-da36-4b66-9c79-369a17aea26b" providerId="ADAL" clId="{57CFD692-4744-46EE-BC36-4B4ADFBE76FB}" dt="2024-09-17T16:01:16.796" v="3993" actId="207"/>
        <pc:sldMkLst>
          <pc:docMk/>
          <pc:sldMk cId="3983326334" sldId="1530"/>
        </pc:sldMkLst>
      </pc:sldChg>
      <pc:sldChg chg="modSp new mod">
        <pc:chgData name="Sanmukh Kuppannagari" userId="ad215094-da36-4b66-9c79-369a17aea26b" providerId="ADAL" clId="{57CFD692-4744-46EE-BC36-4B4ADFBE76FB}" dt="2024-09-17T16:05:32.807" v="4277" actId="20577"/>
        <pc:sldMkLst>
          <pc:docMk/>
          <pc:sldMk cId="3897297747" sldId="1531"/>
        </pc:sldMkLst>
      </pc:sldChg>
      <pc:sldChg chg="addSp delSp modSp new mod">
        <pc:chgData name="Sanmukh Kuppannagari" userId="ad215094-da36-4b66-9c79-369a17aea26b" providerId="ADAL" clId="{57CFD692-4744-46EE-BC36-4B4ADFBE76FB}" dt="2024-09-17T16:32:52.796" v="4804" actId="20577"/>
        <pc:sldMkLst>
          <pc:docMk/>
          <pc:sldMk cId="172806902" sldId="1532"/>
        </pc:sldMkLst>
      </pc:sldChg>
      <pc:sldChg chg="addSp modSp add del mod">
        <pc:chgData name="Sanmukh Kuppannagari" userId="ad215094-da36-4b66-9c79-369a17aea26b" providerId="ADAL" clId="{57CFD692-4744-46EE-BC36-4B4ADFBE76FB}" dt="2024-09-17T16:29:14.144" v="4682" actId="47"/>
        <pc:sldMkLst>
          <pc:docMk/>
          <pc:sldMk cId="600423300" sldId="1533"/>
        </pc:sldMkLst>
      </pc:sldChg>
      <pc:sldChg chg="addSp delSp modSp add mod">
        <pc:chgData name="Sanmukh Kuppannagari" userId="ad215094-da36-4b66-9c79-369a17aea26b" providerId="ADAL" clId="{57CFD692-4744-46EE-BC36-4B4ADFBE76FB}" dt="2024-09-17T16:33:10.745" v="4806"/>
        <pc:sldMkLst>
          <pc:docMk/>
          <pc:sldMk cId="4249077636" sldId="1534"/>
        </pc:sldMkLst>
      </pc:sldChg>
      <pc:sldChg chg="addSp delSp modSp add mod">
        <pc:chgData name="Sanmukh Kuppannagari" userId="ad215094-da36-4b66-9c79-369a17aea26b" providerId="ADAL" clId="{57CFD692-4744-46EE-BC36-4B4ADFBE76FB}" dt="2024-09-17T16:33:16.361" v="4808"/>
        <pc:sldMkLst>
          <pc:docMk/>
          <pc:sldMk cId="335340187" sldId="1535"/>
        </pc:sldMkLst>
      </pc:sldChg>
      <pc:sldChg chg="addSp delSp modSp add mod">
        <pc:chgData name="Sanmukh Kuppannagari" userId="ad215094-da36-4b66-9c79-369a17aea26b" providerId="ADAL" clId="{57CFD692-4744-46EE-BC36-4B4ADFBE76FB}" dt="2024-09-17T16:33:22.104" v="4810"/>
        <pc:sldMkLst>
          <pc:docMk/>
          <pc:sldMk cId="2563148363" sldId="1536"/>
        </pc:sldMkLst>
      </pc:sldChg>
      <pc:sldChg chg="addSp delSp modSp add mod">
        <pc:chgData name="Sanmukh Kuppannagari" userId="ad215094-da36-4b66-9c79-369a17aea26b" providerId="ADAL" clId="{57CFD692-4744-46EE-BC36-4B4ADFBE76FB}" dt="2024-09-17T16:36:38.349" v="4866" actId="1076"/>
        <pc:sldMkLst>
          <pc:docMk/>
          <pc:sldMk cId="4060344090" sldId="1537"/>
        </pc:sldMkLst>
      </pc:sldChg>
      <pc:sldChg chg="addSp delSp modSp add mod">
        <pc:chgData name="Sanmukh Kuppannagari" userId="ad215094-da36-4b66-9c79-369a17aea26b" providerId="ADAL" clId="{57CFD692-4744-46EE-BC36-4B4ADFBE76FB}" dt="2024-09-17T16:34:47.230" v="4830" actId="207"/>
        <pc:sldMkLst>
          <pc:docMk/>
          <pc:sldMk cId="1917529413" sldId="1538"/>
        </pc:sldMkLst>
      </pc:sldChg>
      <pc:sldChg chg="modSp add mod">
        <pc:chgData name="Sanmukh Kuppannagari" userId="ad215094-da36-4b66-9c79-369a17aea26b" providerId="ADAL" clId="{57CFD692-4744-46EE-BC36-4B4ADFBE76FB}" dt="2024-09-17T16:35:38.286" v="4841" actId="207"/>
        <pc:sldMkLst>
          <pc:docMk/>
          <pc:sldMk cId="2364603884" sldId="1539"/>
        </pc:sldMkLst>
      </pc:sldChg>
      <pc:sldChg chg="modSp add">
        <pc:chgData name="Sanmukh Kuppannagari" userId="ad215094-da36-4b66-9c79-369a17aea26b" providerId="ADAL" clId="{57CFD692-4744-46EE-BC36-4B4ADFBE76FB}" dt="2024-09-17T16:36:08.447" v="4858" actId="207"/>
        <pc:sldMkLst>
          <pc:docMk/>
          <pc:sldMk cId="2896873436" sldId="1540"/>
        </pc:sldMkLst>
      </pc:sldChg>
      <pc:sldChg chg="addSp delSp modSp add mod">
        <pc:chgData name="Sanmukh Kuppannagari" userId="ad215094-da36-4b66-9c79-369a17aea26b" providerId="ADAL" clId="{57CFD692-4744-46EE-BC36-4B4ADFBE76FB}" dt="2024-09-17T16:37:32.517" v="4880" actId="207"/>
        <pc:sldMkLst>
          <pc:docMk/>
          <pc:sldMk cId="2873707918" sldId="1541"/>
        </pc:sldMkLst>
      </pc:sldChg>
      <pc:sldChg chg="delSp modSp add mod">
        <pc:chgData name="Sanmukh Kuppannagari" userId="ad215094-da36-4b66-9c79-369a17aea26b" providerId="ADAL" clId="{57CFD692-4744-46EE-BC36-4B4ADFBE76FB}" dt="2024-09-17T16:38:43.291" v="4909" actId="207"/>
        <pc:sldMkLst>
          <pc:docMk/>
          <pc:sldMk cId="2634998908" sldId="1542"/>
        </pc:sldMkLst>
      </pc:sldChg>
      <pc:sldChg chg="modSp add mod">
        <pc:chgData name="Sanmukh Kuppannagari" userId="ad215094-da36-4b66-9c79-369a17aea26b" providerId="ADAL" clId="{57CFD692-4744-46EE-BC36-4B4ADFBE76FB}" dt="2024-09-17T16:39:58.305" v="4918" actId="207"/>
        <pc:sldMkLst>
          <pc:docMk/>
          <pc:sldMk cId="1327029584" sldId="1543"/>
        </pc:sldMkLst>
      </pc:sldChg>
      <pc:sldChg chg="modSp add">
        <pc:chgData name="Sanmukh Kuppannagari" userId="ad215094-da36-4b66-9c79-369a17aea26b" providerId="ADAL" clId="{57CFD692-4744-46EE-BC36-4B4ADFBE76FB}" dt="2024-09-17T16:40:21.164" v="4935" actId="207"/>
        <pc:sldMkLst>
          <pc:docMk/>
          <pc:sldMk cId="2963799951" sldId="1544"/>
        </pc:sldMkLst>
      </pc:sldChg>
      <pc:sldChg chg="addSp modSp add mod">
        <pc:chgData name="Sanmukh Kuppannagari" userId="ad215094-da36-4b66-9c79-369a17aea26b" providerId="ADAL" clId="{57CFD692-4744-46EE-BC36-4B4ADFBE76FB}" dt="2024-09-17T16:40:48.746" v="4941" actId="14100"/>
        <pc:sldMkLst>
          <pc:docMk/>
          <pc:sldMk cId="64679798" sldId="1545"/>
        </pc:sldMkLst>
      </pc:sldChg>
      <pc:sldChg chg="modSp new mod">
        <pc:chgData name="Sanmukh Kuppannagari" userId="ad215094-da36-4b66-9c79-369a17aea26b" providerId="ADAL" clId="{57CFD692-4744-46EE-BC36-4B4ADFBE76FB}" dt="2024-09-17T17:22:57.522" v="6126" actId="20577"/>
        <pc:sldMkLst>
          <pc:docMk/>
          <pc:sldMk cId="1378971665" sldId="1546"/>
        </pc:sldMkLst>
      </pc:sldChg>
      <pc:sldChg chg="addSp modSp new mod">
        <pc:chgData name="Sanmukh Kuppannagari" userId="ad215094-da36-4b66-9c79-369a17aea26b" providerId="ADAL" clId="{57CFD692-4744-46EE-BC36-4B4ADFBE76FB}" dt="2024-09-17T17:25:16.114" v="6207" actId="14100"/>
        <pc:sldMkLst>
          <pc:docMk/>
          <pc:sldMk cId="2055355578" sldId="1547"/>
        </pc:sldMkLst>
      </pc:sldChg>
      <pc:sldChg chg="modSp add mod">
        <pc:chgData name="Sanmukh Kuppannagari" userId="ad215094-da36-4b66-9c79-369a17aea26b" providerId="ADAL" clId="{57CFD692-4744-46EE-BC36-4B4ADFBE76FB}" dt="2024-09-17T17:20:59.089" v="5991" actId="20577"/>
        <pc:sldMkLst>
          <pc:docMk/>
          <pc:sldMk cId="3972000199" sldId="1548"/>
        </pc:sldMkLst>
      </pc:sldChg>
    </pc:docChg>
  </pc:docChgLst>
  <pc:docChgLst>
    <pc:chgData name="Sanmukh Kuppannagari" userId="ad215094-da36-4b66-9c79-369a17aea26b" providerId="ADAL" clId="{211AAAC7-5250-492F-AD78-DC6370DC9F86}"/>
    <pc:docChg chg="undo custSel addSld delSld modSld">
      <pc:chgData name="Sanmukh Kuppannagari" userId="ad215094-da36-4b66-9c79-369a17aea26b" providerId="ADAL" clId="{211AAAC7-5250-492F-AD78-DC6370DC9F86}" dt="2023-01-17T19:03:05.967" v="5107" actId="20577"/>
      <pc:docMkLst>
        <pc:docMk/>
      </pc:docMkLst>
      <pc:sldChg chg="modSp mod">
        <pc:chgData name="Sanmukh Kuppannagari" userId="ad215094-da36-4b66-9c79-369a17aea26b" providerId="ADAL" clId="{211AAAC7-5250-492F-AD78-DC6370DC9F86}" dt="2023-01-17T00:10:26.149" v="62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211AAAC7-5250-492F-AD78-DC6370DC9F86}" dt="2023-01-17T00:13:53.144" v="165" actId="2057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211AAAC7-5250-492F-AD78-DC6370DC9F86}" dt="2023-01-17T00:14:37.645" v="166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211AAAC7-5250-492F-AD78-DC6370DC9F86}" dt="2023-01-17T05:21:29.636" v="3029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211AAAC7-5250-492F-AD78-DC6370DC9F86}" dt="2023-01-17T00:14:40.024" v="167" actId="47"/>
        <pc:sldMkLst>
          <pc:docMk/>
          <pc:sldMk cId="935783954" sldId="262"/>
        </pc:sldMkLst>
      </pc:sldChg>
      <pc:sldChg chg="modSp mod">
        <pc:chgData name="Sanmukh Kuppannagari" userId="ad215094-da36-4b66-9c79-369a17aea26b" providerId="ADAL" clId="{211AAAC7-5250-492F-AD78-DC6370DC9F86}" dt="2023-01-17T05:27:42.704" v="3061" actId="2057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211AAAC7-5250-492F-AD78-DC6370DC9F86}" dt="2023-01-17T00:31:13.296" v="259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211AAAC7-5250-492F-AD78-DC6370DC9F86}" dt="2023-01-17T00:34:34.466" v="465" actId="2057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546929182" sldId="26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141319369" sldId="26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869887146" sldId="26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405443998" sldId="27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7832347" sldId="27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974194003" sldId="27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517079826" sldId="27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21001467" sldId="28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056812290" sldId="28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7679245" sldId="28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965516982" sldId="28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839782843" sldId="286"/>
        </pc:sldMkLst>
      </pc:sldChg>
      <pc:sldChg chg="modSp mod">
        <pc:chgData name="Sanmukh Kuppannagari" userId="ad215094-da36-4b66-9c79-369a17aea26b" providerId="ADAL" clId="{211AAAC7-5250-492F-AD78-DC6370DC9F86}" dt="2023-01-17T19:03:05.967" v="5107" actId="20577"/>
        <pc:sldMkLst>
          <pc:docMk/>
          <pc:sldMk cId="2158303791" sldId="288"/>
        </pc:sldMkLst>
      </pc:sldChg>
      <pc:sldChg chg="modSp mod">
        <pc:chgData name="Sanmukh Kuppannagari" userId="ad215094-da36-4b66-9c79-369a17aea26b" providerId="ADAL" clId="{211AAAC7-5250-492F-AD78-DC6370DC9F86}" dt="2023-01-17T05:27:35.099" v="3045" actId="20577"/>
        <pc:sldMkLst>
          <pc:docMk/>
          <pc:sldMk cId="570291501" sldId="289"/>
        </pc:sldMkLst>
      </pc:sldChg>
      <pc:sldChg chg="modSp new mod">
        <pc:chgData name="Sanmukh Kuppannagari" userId="ad215094-da36-4b66-9c79-369a17aea26b" providerId="ADAL" clId="{211AAAC7-5250-492F-AD78-DC6370DC9F86}" dt="2023-01-17T16:57:39.252" v="3298" actId="20577"/>
        <pc:sldMkLst>
          <pc:docMk/>
          <pc:sldMk cId="2156678824" sldId="290"/>
        </pc:sldMkLst>
      </pc:sldChg>
      <pc:sldChg chg="modSp new mod">
        <pc:chgData name="Sanmukh Kuppannagari" userId="ad215094-da36-4b66-9c79-369a17aea26b" providerId="ADAL" clId="{211AAAC7-5250-492F-AD78-DC6370DC9F86}" dt="2023-01-17T16:58:07.896" v="3380" actId="20577"/>
        <pc:sldMkLst>
          <pc:docMk/>
          <pc:sldMk cId="2291869099" sldId="291"/>
        </pc:sldMkLst>
      </pc:sldChg>
      <pc:sldChg chg="modSp new mod">
        <pc:chgData name="Sanmukh Kuppannagari" userId="ad215094-da36-4b66-9c79-369a17aea26b" providerId="ADAL" clId="{211AAAC7-5250-492F-AD78-DC6370DC9F86}" dt="2023-01-17T00:52:03.469" v="1234" actId="20577"/>
        <pc:sldMkLst>
          <pc:docMk/>
          <pc:sldMk cId="3873626867" sldId="292"/>
        </pc:sldMkLst>
      </pc:sldChg>
      <pc:sldChg chg="modSp new mod">
        <pc:chgData name="Sanmukh Kuppannagari" userId="ad215094-da36-4b66-9c79-369a17aea26b" providerId="ADAL" clId="{211AAAC7-5250-492F-AD78-DC6370DC9F86}" dt="2023-01-17T00:53:22.245" v="1376" actId="20577"/>
        <pc:sldMkLst>
          <pc:docMk/>
          <pc:sldMk cId="1774998115" sldId="293"/>
        </pc:sldMkLst>
      </pc:sldChg>
      <pc:sldChg chg="modSp new mod">
        <pc:chgData name="Sanmukh Kuppannagari" userId="ad215094-da36-4b66-9c79-369a17aea26b" providerId="ADAL" clId="{211AAAC7-5250-492F-AD78-DC6370DC9F86}" dt="2023-01-17T17:07:59.378" v="3662" actId="20577"/>
        <pc:sldMkLst>
          <pc:docMk/>
          <pc:sldMk cId="2638425655" sldId="294"/>
        </pc:sldMkLst>
      </pc:sldChg>
      <pc:sldChg chg="modSp new mod">
        <pc:chgData name="Sanmukh Kuppannagari" userId="ad215094-da36-4b66-9c79-369a17aea26b" providerId="ADAL" clId="{211AAAC7-5250-492F-AD78-DC6370DC9F86}" dt="2023-01-17T04:46:26.863" v="1821" actId="20577"/>
        <pc:sldMkLst>
          <pc:docMk/>
          <pc:sldMk cId="2615144390" sldId="295"/>
        </pc:sldMkLst>
      </pc:sldChg>
      <pc:sldChg chg="modSp new mod">
        <pc:chgData name="Sanmukh Kuppannagari" userId="ad215094-da36-4b66-9c79-369a17aea26b" providerId="ADAL" clId="{211AAAC7-5250-492F-AD78-DC6370DC9F86}" dt="2023-01-17T04:50:22.336" v="2113" actId="20577"/>
        <pc:sldMkLst>
          <pc:docMk/>
          <pc:sldMk cId="3329329736" sldId="296"/>
        </pc:sldMkLst>
      </pc:sldChg>
      <pc:sldChg chg="modSp new mod">
        <pc:chgData name="Sanmukh Kuppannagari" userId="ad215094-da36-4b66-9c79-369a17aea26b" providerId="ADAL" clId="{211AAAC7-5250-492F-AD78-DC6370DC9F86}" dt="2023-01-17T17:57:00.676" v="3862" actId="20577"/>
        <pc:sldMkLst>
          <pc:docMk/>
          <pc:sldMk cId="99553615" sldId="297"/>
        </pc:sldMkLst>
      </pc:sldChg>
      <pc:sldChg chg="modSp new mod">
        <pc:chgData name="Sanmukh Kuppannagari" userId="ad215094-da36-4b66-9c79-369a17aea26b" providerId="ADAL" clId="{211AAAC7-5250-492F-AD78-DC6370DC9F86}" dt="2023-01-17T04:55:37.586" v="2539" actId="20577"/>
        <pc:sldMkLst>
          <pc:docMk/>
          <pc:sldMk cId="3682190543" sldId="298"/>
        </pc:sldMkLst>
      </pc:sldChg>
      <pc:sldChg chg="modSp new mod">
        <pc:chgData name="Sanmukh Kuppannagari" userId="ad215094-da36-4b66-9c79-369a17aea26b" providerId="ADAL" clId="{211AAAC7-5250-492F-AD78-DC6370DC9F86}" dt="2023-01-17T17:59:25.345" v="4026" actId="20577"/>
        <pc:sldMkLst>
          <pc:docMk/>
          <pc:sldMk cId="1020910546" sldId="299"/>
        </pc:sldMkLst>
      </pc:sldChg>
      <pc:sldChg chg="modSp new mod">
        <pc:chgData name="Sanmukh Kuppannagari" userId="ad215094-da36-4b66-9c79-369a17aea26b" providerId="ADAL" clId="{211AAAC7-5250-492F-AD78-DC6370DC9F86}" dt="2023-01-17T05:02:26.766" v="2961" actId="20577"/>
        <pc:sldMkLst>
          <pc:docMk/>
          <pc:sldMk cId="3765558418" sldId="300"/>
        </pc:sldMkLst>
      </pc:sldChg>
      <pc:sldChg chg="modSp add mod">
        <pc:chgData name="Sanmukh Kuppannagari" userId="ad215094-da36-4b66-9c79-369a17aea26b" providerId="ADAL" clId="{211AAAC7-5250-492F-AD78-DC6370DC9F86}" dt="2023-01-17T05:27:59.040" v="3096" actId="207"/>
        <pc:sldMkLst>
          <pc:docMk/>
          <pc:sldMk cId="670794243" sldId="301"/>
        </pc:sldMkLst>
      </pc:sldChg>
      <pc:sldChg chg="modSp new mod">
        <pc:chgData name="Sanmukh Kuppannagari" userId="ad215094-da36-4b66-9c79-369a17aea26b" providerId="ADAL" clId="{211AAAC7-5250-492F-AD78-DC6370DC9F86}" dt="2023-01-17T05:04:14.702" v="3013" actId="20577"/>
        <pc:sldMkLst>
          <pc:docMk/>
          <pc:sldMk cId="2162272" sldId="302"/>
        </pc:sldMkLst>
      </pc:sldChg>
      <pc:sldChg chg="modSp add mod">
        <pc:chgData name="Sanmukh Kuppannagari" userId="ad215094-da36-4b66-9c79-369a17aea26b" providerId="ADAL" clId="{211AAAC7-5250-492F-AD78-DC6370DC9F86}" dt="2023-01-17T05:28:17.340" v="3098" actId="207"/>
        <pc:sldMkLst>
          <pc:docMk/>
          <pc:sldMk cId="2602328554" sldId="303"/>
        </pc:sldMkLst>
      </pc:sldChg>
      <pc:sldChg chg="modSp new mod">
        <pc:chgData name="Sanmukh Kuppannagari" userId="ad215094-da36-4b66-9c79-369a17aea26b" providerId="ADAL" clId="{211AAAC7-5250-492F-AD78-DC6370DC9F86}" dt="2023-01-17T05:32:46.400" v="3279" actId="20577"/>
        <pc:sldMkLst>
          <pc:docMk/>
          <pc:sldMk cId="3182011601" sldId="304"/>
        </pc:sldMkLst>
      </pc:sldChg>
      <pc:sldChg chg="modSp new mod">
        <pc:chgData name="Sanmukh Kuppannagari" userId="ad215094-da36-4b66-9c79-369a17aea26b" providerId="ADAL" clId="{211AAAC7-5250-492F-AD78-DC6370DC9F86}" dt="2023-01-17T18:00:34.818" v="4104" actId="20577"/>
        <pc:sldMkLst>
          <pc:docMk/>
          <pc:sldMk cId="2520937317" sldId="305"/>
        </pc:sldMkLst>
      </pc:sldChg>
      <pc:sldChg chg="addSp delSp modSp new mod">
        <pc:chgData name="Sanmukh Kuppannagari" userId="ad215094-da36-4b66-9c79-369a17aea26b" providerId="ADAL" clId="{211AAAC7-5250-492F-AD78-DC6370DC9F86}" dt="2023-01-17T18:15:02.850" v="4280" actId="1076"/>
        <pc:sldMkLst>
          <pc:docMk/>
          <pc:sldMk cId="787331322" sldId="306"/>
        </pc:sldMkLst>
      </pc:sldChg>
      <pc:sldChg chg="addSp delSp modSp new mod">
        <pc:chgData name="Sanmukh Kuppannagari" userId="ad215094-da36-4b66-9c79-369a17aea26b" providerId="ADAL" clId="{211AAAC7-5250-492F-AD78-DC6370DC9F86}" dt="2023-01-17T18:19:15.464" v="4300" actId="1076"/>
        <pc:sldMkLst>
          <pc:docMk/>
          <pc:sldMk cId="592458898" sldId="307"/>
        </pc:sldMkLst>
      </pc:sldChg>
      <pc:sldChg chg="addSp delSp modSp new mod">
        <pc:chgData name="Sanmukh Kuppannagari" userId="ad215094-da36-4b66-9c79-369a17aea26b" providerId="ADAL" clId="{211AAAC7-5250-492F-AD78-DC6370DC9F86}" dt="2023-01-17T18:20:47.319" v="4319" actId="1076"/>
        <pc:sldMkLst>
          <pc:docMk/>
          <pc:sldMk cId="1871853996" sldId="308"/>
        </pc:sldMkLst>
      </pc:sldChg>
      <pc:sldChg chg="addSp modSp new mod">
        <pc:chgData name="Sanmukh Kuppannagari" userId="ad215094-da36-4b66-9c79-369a17aea26b" providerId="ADAL" clId="{211AAAC7-5250-492F-AD78-DC6370DC9F86}" dt="2023-01-17T18:59:20.062" v="4992" actId="20577"/>
        <pc:sldMkLst>
          <pc:docMk/>
          <pc:sldMk cId="418652833" sldId="309"/>
        </pc:sldMkLst>
      </pc:sldChg>
      <pc:sldChg chg="addSp modSp new mod">
        <pc:chgData name="Sanmukh Kuppannagari" userId="ad215094-da36-4b66-9c79-369a17aea26b" providerId="ADAL" clId="{211AAAC7-5250-492F-AD78-DC6370DC9F86}" dt="2023-01-17T18:41:03.310" v="4764" actId="20577"/>
        <pc:sldMkLst>
          <pc:docMk/>
          <pc:sldMk cId="712137956" sldId="310"/>
        </pc:sldMkLst>
      </pc:sldChg>
      <pc:sldChg chg="addSp delSp modSp new mod">
        <pc:chgData name="Sanmukh Kuppannagari" userId="ad215094-da36-4b66-9c79-369a17aea26b" providerId="ADAL" clId="{211AAAC7-5250-492F-AD78-DC6370DC9F86}" dt="2023-01-17T18:47:03.341" v="4901" actId="20577"/>
        <pc:sldMkLst>
          <pc:docMk/>
          <pc:sldMk cId="670143684" sldId="311"/>
        </pc:sldMkLst>
      </pc:sldChg>
      <pc:sldChg chg="addSp modSp new mod">
        <pc:chgData name="Sanmukh Kuppannagari" userId="ad215094-da36-4b66-9c79-369a17aea26b" providerId="ADAL" clId="{211AAAC7-5250-492F-AD78-DC6370DC9F86}" dt="2023-01-17T18:56:38.874" v="4978" actId="1076"/>
        <pc:sldMkLst>
          <pc:docMk/>
          <pc:sldMk cId="1402496708" sldId="312"/>
        </pc:sldMkLst>
      </pc:sldChg>
      <pc:sldChg chg="modSp new mod">
        <pc:chgData name="Sanmukh Kuppannagari" userId="ad215094-da36-4b66-9c79-369a17aea26b" providerId="ADAL" clId="{211AAAC7-5250-492F-AD78-DC6370DC9F86}" dt="2023-01-17T19:02:16.888" v="5028" actId="20577"/>
        <pc:sldMkLst>
          <pc:docMk/>
          <pc:sldMk cId="4113171285" sldId="313"/>
        </pc:sldMkLst>
      </pc:sldChg>
    </pc:docChg>
  </pc:docChgLst>
  <pc:docChgLst>
    <pc:chgData name="Sanmukh Kuppannagari" userId="ad215094-da36-4b66-9c79-369a17aea26b" providerId="ADAL" clId="{11171A05-B6FC-4395-9957-15FB24B3E448}"/>
    <pc:docChg chg="undo custSel addSld delSld modSld sldOrd">
      <pc:chgData name="Sanmukh Kuppannagari" userId="ad215094-da36-4b66-9c79-369a17aea26b" providerId="ADAL" clId="{11171A05-B6FC-4395-9957-15FB24B3E448}" dt="2024-08-29T14:52:38.567" v="6676" actId="962"/>
      <pc:docMkLst>
        <pc:docMk/>
      </pc:docMkLst>
      <pc:sldChg chg="modSp mod">
        <pc:chgData name="Sanmukh Kuppannagari" userId="ad215094-da36-4b66-9c79-369a17aea26b" providerId="ADAL" clId="{11171A05-B6FC-4395-9957-15FB24B3E448}" dt="2024-08-29T02:48:13.037" v="1" actId="20577"/>
        <pc:sldMkLst>
          <pc:docMk/>
          <pc:sldMk cId="728785357" sldId="25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11171A05-B6FC-4395-9957-15FB24B3E448}" dt="2024-08-29T13:54:11.711" v="6045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79812585" sldId="2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40158276" sldId="281"/>
        </pc:sldMkLst>
      </pc:sldChg>
      <pc:sldChg chg="modSp mod">
        <pc:chgData name="Sanmukh Kuppannagari" userId="ad215094-da36-4b66-9c79-369a17aea26b" providerId="ADAL" clId="{11171A05-B6FC-4395-9957-15FB24B3E448}" dt="2024-08-29T14:50:06.257" v="6646" actId="20577"/>
        <pc:sldMkLst>
          <pc:docMk/>
          <pc:sldMk cId="2158303791" sldId="288"/>
        </pc:sldMkLst>
      </pc:sldChg>
      <pc:sldChg chg="modSp add mod">
        <pc:chgData name="Sanmukh Kuppannagari" userId="ad215094-da36-4b66-9c79-369a17aea26b" providerId="ADAL" clId="{11171A05-B6FC-4395-9957-15FB24B3E448}" dt="2024-08-29T13:54:15.117" v="6046" actId="20577"/>
        <pc:sldMkLst>
          <pc:docMk/>
          <pc:sldMk cId="1737272183" sldId="289"/>
        </pc:sldMkLst>
      </pc:sldChg>
      <pc:sldChg chg="modSp new mod">
        <pc:chgData name="Sanmukh Kuppannagari" userId="ad215094-da36-4b66-9c79-369a17aea26b" providerId="ADAL" clId="{11171A05-B6FC-4395-9957-15FB24B3E448}" dt="2024-08-29T03:23:19.483" v="506" actId="113"/>
        <pc:sldMkLst>
          <pc:docMk/>
          <pc:sldMk cId="2096129851" sldId="290"/>
        </pc:sldMkLst>
      </pc:sldChg>
      <pc:sldChg chg="modSp add mod">
        <pc:chgData name="Sanmukh Kuppannagari" userId="ad215094-da36-4b66-9c79-369a17aea26b" providerId="ADAL" clId="{11171A05-B6FC-4395-9957-15FB24B3E448}" dt="2024-08-29T14:52:38.567" v="6676" actId="962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1869099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873626867" sldId="29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0871894" sldId="293"/>
        </pc:sldMkLst>
      </pc:sldChg>
      <pc:sldChg chg="modSp add">
        <pc:chgData name="Sanmukh Kuppannagari" userId="ad215094-da36-4b66-9c79-369a17aea26b" providerId="ADAL" clId="{11171A05-B6FC-4395-9957-15FB24B3E448}" dt="2024-08-29T04:32:03.469" v="1362" actId="12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20910546" sldId="29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65558418" sldId="300"/>
        </pc:sldMkLst>
      </pc:sldChg>
      <pc:sldChg chg="addSp delSp modSp add mod">
        <pc:chgData name="Sanmukh Kuppannagari" userId="ad215094-da36-4b66-9c79-369a17aea26b" providerId="ADAL" clId="{11171A05-B6FC-4395-9957-15FB24B3E448}" dt="2024-08-29T04:56:22.963" v="2261" actId="478"/>
        <pc:sldMkLst>
          <pc:docMk/>
          <pc:sldMk cId="2873989303" sldId="301"/>
        </pc:sldMkLst>
      </pc:sldChg>
      <pc:sldChg chg="modSp add mod">
        <pc:chgData name="Sanmukh Kuppannagari" userId="ad215094-da36-4b66-9c79-369a17aea26b" providerId="ADAL" clId="{11171A05-B6FC-4395-9957-15FB24B3E448}" dt="2024-08-29T05:04:51.928" v="2596" actId="20577"/>
        <pc:sldMkLst>
          <pc:docMk/>
          <pc:sldMk cId="1126324089" sldId="302"/>
        </pc:sldMkLst>
      </pc:sldChg>
      <pc:sldChg chg="modSp add mod">
        <pc:chgData name="Sanmukh Kuppannagari" userId="ad215094-da36-4b66-9c79-369a17aea26b" providerId="ADAL" clId="{11171A05-B6FC-4395-9957-15FB24B3E448}" dt="2024-08-29T14:42:13.950" v="6420" actId="20577"/>
        <pc:sldMkLst>
          <pc:docMk/>
          <pc:sldMk cId="1159033991" sldId="30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520937317" sldId="30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56202256" sldId="307"/>
        </pc:sldMkLst>
      </pc:sldChg>
      <pc:sldChg chg="modSp add mod">
        <pc:chgData name="Sanmukh Kuppannagari" userId="ad215094-da36-4b66-9c79-369a17aea26b" providerId="ADAL" clId="{11171A05-B6FC-4395-9957-15FB24B3E448}" dt="2024-08-29T06:15:27.501" v="5155" actId="2057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3261310" sldId="31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0883220" sldId="3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961129123" sldId="3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05956743" sldId="3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89729582" sldId="3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37906077" sldId="3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47053487" sldId="34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11840423" sldId="344"/>
        </pc:sldMkLst>
      </pc:sldChg>
      <pc:sldChg chg="add">
        <pc:chgData name="Sanmukh Kuppannagari" userId="ad215094-da36-4b66-9c79-369a17aea26b" providerId="ADAL" clId="{11171A05-B6FC-4395-9957-15FB24B3E448}" dt="2024-08-29T03:00:03.375" v="317"/>
        <pc:sldMkLst>
          <pc:docMk/>
          <pc:sldMk cId="1479581269" sldId="344"/>
        </pc:sldMkLst>
      </pc:sldChg>
      <pc:sldChg chg="add">
        <pc:chgData name="Sanmukh Kuppannagari" userId="ad215094-da36-4b66-9c79-369a17aea26b" providerId="ADAL" clId="{11171A05-B6FC-4395-9957-15FB24B3E448}" dt="2024-08-29T02:59:36.373" v="315"/>
        <pc:sldMkLst>
          <pc:docMk/>
          <pc:sldMk cId="1462781511" sldId="345"/>
        </pc:sldMkLst>
      </pc:sldChg>
      <pc:sldChg chg="add">
        <pc:chgData name="Sanmukh Kuppannagari" userId="ad215094-da36-4b66-9c79-369a17aea26b" providerId="ADAL" clId="{11171A05-B6FC-4395-9957-15FB24B3E448}" dt="2024-08-29T02:59:44.248" v="316"/>
        <pc:sldMkLst>
          <pc:docMk/>
          <pc:sldMk cId="1801581427" sldId="346"/>
        </pc:sldMkLst>
      </pc:sldChg>
      <pc:sldChg chg="modSp add mod ord">
        <pc:chgData name="Sanmukh Kuppannagari" userId="ad215094-da36-4b66-9c79-369a17aea26b" providerId="ADAL" clId="{11171A05-B6FC-4395-9957-15FB24B3E448}" dt="2024-08-29T03:23:59.070" v="547" actId="20577"/>
        <pc:sldMkLst>
          <pc:docMk/>
          <pc:sldMk cId="770539502" sldId="347"/>
        </pc:sldMkLst>
      </pc:sldChg>
      <pc:sldChg chg="modSp add mod">
        <pc:chgData name="Sanmukh Kuppannagari" userId="ad215094-da36-4b66-9c79-369a17aea26b" providerId="ADAL" clId="{11171A05-B6FC-4395-9957-15FB24B3E448}" dt="2024-08-29T13:54:42.456" v="6047" actId="20577"/>
        <pc:sldMkLst>
          <pc:docMk/>
          <pc:sldMk cId="2297479372" sldId="348"/>
        </pc:sldMkLst>
      </pc:sldChg>
      <pc:sldChg chg="addSp delSp modSp add mod">
        <pc:chgData name="Sanmukh Kuppannagari" userId="ad215094-da36-4b66-9c79-369a17aea26b" providerId="ADAL" clId="{11171A05-B6FC-4395-9957-15FB24B3E448}" dt="2024-08-29T04:12:22.321" v="748" actId="478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90123102" sldId="349"/>
        </pc:sldMkLst>
      </pc:sldChg>
      <pc:sldChg chg="delSp modSp add mod">
        <pc:chgData name="Sanmukh Kuppannagari" userId="ad215094-da36-4b66-9c79-369a17aea26b" providerId="ADAL" clId="{11171A05-B6FC-4395-9957-15FB24B3E448}" dt="2024-08-29T04:10:35.198" v="723" actId="20577"/>
        <pc:sldMkLst>
          <pc:docMk/>
          <pc:sldMk cId="3256780983" sldId="350"/>
        </pc:sldMkLst>
      </pc:sldChg>
      <pc:sldChg chg="addSp delSp modSp add mod">
        <pc:chgData name="Sanmukh Kuppannagari" userId="ad215094-da36-4b66-9c79-369a17aea26b" providerId="ADAL" clId="{11171A05-B6FC-4395-9957-15FB24B3E448}" dt="2024-08-29T04:32:11.350" v="1364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8420558" sldId="351"/>
        </pc:sldMkLst>
      </pc:sldChg>
      <pc:sldChg chg="modSp add mod">
        <pc:chgData name="Sanmukh Kuppannagari" userId="ad215094-da36-4b66-9c79-369a17aea26b" providerId="ADAL" clId="{11171A05-B6FC-4395-9957-15FB24B3E448}" dt="2024-08-29T04:12:40.860" v="750" actId="20577"/>
        <pc:sldMkLst>
          <pc:docMk/>
          <pc:sldMk cId="3895847466" sldId="352"/>
        </pc:sldMkLst>
      </pc:sldChg>
      <pc:sldChg chg="delSp modSp add mod">
        <pc:chgData name="Sanmukh Kuppannagari" userId="ad215094-da36-4b66-9c79-369a17aea26b" providerId="ADAL" clId="{11171A05-B6FC-4395-9957-15FB24B3E448}" dt="2024-08-29T04:34:56.365" v="1410" actId="2057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492042211" sldId="354"/>
        </pc:sldMkLst>
      </pc:sldChg>
      <pc:sldChg chg="modSp add mod ord">
        <pc:chgData name="Sanmukh Kuppannagari" userId="ad215094-da36-4b66-9c79-369a17aea26b" providerId="ADAL" clId="{11171A05-B6FC-4395-9957-15FB24B3E448}" dt="2024-08-29T04:32:07.401" v="1363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65917714" sldId="355"/>
        </pc:sldMkLst>
      </pc:sldChg>
      <pc:sldChg chg="addSp modSp add mod">
        <pc:chgData name="Sanmukh Kuppannagari" userId="ad215094-da36-4b66-9c79-369a17aea26b" providerId="ADAL" clId="{11171A05-B6FC-4395-9957-15FB24B3E448}" dt="2024-08-29T04:32:15.343" v="1365"/>
        <pc:sldMkLst>
          <pc:docMk/>
          <pc:sldMk cId="4053306255" sldId="355"/>
        </pc:sldMkLst>
      </pc:sldChg>
      <pc:sldChg chg="modSp new mod">
        <pc:chgData name="Sanmukh Kuppannagari" userId="ad215094-da36-4b66-9c79-369a17aea26b" providerId="ADAL" clId="{11171A05-B6FC-4395-9957-15FB24B3E448}" dt="2024-08-29T04:28:58.024" v="1349" actId="20577"/>
        <pc:sldMkLst>
          <pc:docMk/>
          <pc:sldMk cId="4022701561" sldId="356"/>
        </pc:sldMkLst>
      </pc:sldChg>
      <pc:sldChg chg="delSp modSp add mod">
        <pc:chgData name="Sanmukh Kuppannagari" userId="ad215094-da36-4b66-9c79-369a17aea26b" providerId="ADAL" clId="{11171A05-B6FC-4395-9957-15FB24B3E448}" dt="2024-08-29T04:35:06.838" v="1411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14734292" sldId="357"/>
        </pc:sldMkLst>
      </pc:sldChg>
      <pc:sldChg chg="modSp add mod">
        <pc:chgData name="Sanmukh Kuppannagari" userId="ad215094-da36-4b66-9c79-369a17aea26b" providerId="ADAL" clId="{11171A05-B6FC-4395-9957-15FB24B3E448}" dt="2024-08-29T04:40:51.696" v="1816" actId="5793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08044999" sldId="359"/>
        </pc:sldMkLst>
      </pc:sldChg>
      <pc:sldChg chg="modSp add mod">
        <pc:chgData name="Sanmukh Kuppannagari" userId="ad215094-da36-4b66-9c79-369a17aea26b" providerId="ADAL" clId="{11171A05-B6FC-4395-9957-15FB24B3E448}" dt="2024-08-29T13:54:53.355" v="6048" actId="20577"/>
        <pc:sldMkLst>
          <pc:docMk/>
          <pc:sldMk cId="2439461653" sldId="359"/>
        </pc:sldMkLst>
      </pc:sldChg>
      <pc:sldChg chg="modSp add mod">
        <pc:chgData name="Sanmukh Kuppannagari" userId="ad215094-da36-4b66-9c79-369a17aea26b" providerId="ADAL" clId="{11171A05-B6FC-4395-9957-15FB24B3E448}" dt="2024-08-29T05:38:21.643" v="4008" actId="113"/>
        <pc:sldMkLst>
          <pc:docMk/>
          <pc:sldMk cId="1297561959" sldId="360"/>
        </pc:sldMkLst>
      </pc:sldChg>
      <pc:sldChg chg="addSp modSp add del mod">
        <pc:chgData name="Sanmukh Kuppannagari" userId="ad215094-da36-4b66-9c79-369a17aea26b" providerId="ADAL" clId="{11171A05-B6FC-4395-9957-15FB24B3E448}" dt="2024-08-29T04:39:20.330" v="1614" actId="47"/>
        <pc:sldMkLst>
          <pc:docMk/>
          <pc:sldMk cId="3344308429" sldId="36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582721875" sldId="361"/>
        </pc:sldMkLst>
      </pc:sldChg>
      <pc:sldChg chg="addSp modSp new mod">
        <pc:chgData name="Sanmukh Kuppannagari" userId="ad215094-da36-4b66-9c79-369a17aea26b" providerId="ADAL" clId="{11171A05-B6FC-4395-9957-15FB24B3E448}" dt="2024-08-29T04:39:02.116" v="1596" actId="20577"/>
        <pc:sldMkLst>
          <pc:docMk/>
          <pc:sldMk cId="3929262316" sldId="361"/>
        </pc:sldMkLst>
      </pc:sldChg>
      <pc:sldChg chg="modSp add mod">
        <pc:chgData name="Sanmukh Kuppannagari" userId="ad215094-da36-4b66-9c79-369a17aea26b" providerId="ADAL" clId="{11171A05-B6FC-4395-9957-15FB24B3E448}" dt="2024-08-29T04:39:11.472" v="1613" actId="2057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711586685" sldId="362"/>
        </pc:sldMkLst>
      </pc:sldChg>
      <pc:sldChg chg="modSp new mod">
        <pc:chgData name="Sanmukh Kuppannagari" userId="ad215094-da36-4b66-9c79-369a17aea26b" providerId="ADAL" clId="{11171A05-B6FC-4395-9957-15FB24B3E448}" dt="2024-08-29T04:44:10.032" v="2034" actId="2057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76817876" sldId="364"/>
        </pc:sldMkLst>
      </pc:sldChg>
      <pc:sldChg chg="addSp modSp new mod">
        <pc:chgData name="Sanmukh Kuppannagari" userId="ad215094-da36-4b66-9c79-369a17aea26b" providerId="ADAL" clId="{11171A05-B6FC-4395-9957-15FB24B3E448}" dt="2024-08-29T04:54:41.167" v="2230" actId="20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59025400" sldId="365"/>
        </pc:sldMkLst>
      </pc:sldChg>
      <pc:sldChg chg="modSp add mod">
        <pc:chgData name="Sanmukh Kuppannagari" userId="ad215094-da36-4b66-9c79-369a17aea26b" providerId="ADAL" clId="{11171A05-B6FC-4395-9957-15FB24B3E448}" dt="2024-08-29T04:55:25.790" v="2255" actId="20577"/>
        <pc:sldMkLst>
          <pc:docMk/>
          <pc:sldMk cId="3248262078" sldId="365"/>
        </pc:sldMkLst>
      </pc:sldChg>
      <pc:sldChg chg="modSp add mod">
        <pc:chgData name="Sanmukh Kuppannagari" userId="ad215094-da36-4b66-9c79-369a17aea26b" providerId="ADAL" clId="{11171A05-B6FC-4395-9957-15FB24B3E448}" dt="2024-08-29T04:56:34.507" v="2262" actId="20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11171A05-B6FC-4395-9957-15FB24B3E448}" dt="2024-08-29T04:57:32.754" v="2263"/>
        <pc:sldMkLst>
          <pc:docMk/>
          <pc:sldMk cId="4238699627" sldId="367"/>
        </pc:sldMkLst>
      </pc:sldChg>
      <pc:sldChg chg="modSp add mod">
        <pc:chgData name="Sanmukh Kuppannagari" userId="ad215094-da36-4b66-9c79-369a17aea26b" providerId="ADAL" clId="{11171A05-B6FC-4395-9957-15FB24B3E448}" dt="2024-08-29T05:00:42.811" v="2508" actId="207"/>
        <pc:sldMkLst>
          <pc:docMk/>
          <pc:sldMk cId="2321776317" sldId="368"/>
        </pc:sldMkLst>
      </pc:sldChg>
      <pc:sldChg chg="modSp add mod">
        <pc:chgData name="Sanmukh Kuppannagari" userId="ad215094-da36-4b66-9c79-369a17aea26b" providerId="ADAL" clId="{11171A05-B6FC-4395-9957-15FB24B3E448}" dt="2024-08-29T05:01:57.706" v="2572" actId="20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11171A05-B6FC-4395-9957-15FB24B3E448}" dt="2024-08-29T05:04:06.167" v="2592" actId="2057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04881137" sldId="370"/>
        </pc:sldMkLst>
      </pc:sldChg>
      <pc:sldChg chg="add ord">
        <pc:chgData name="Sanmukh Kuppannagari" userId="ad215094-da36-4b66-9c79-369a17aea26b" providerId="ADAL" clId="{11171A05-B6FC-4395-9957-15FB24B3E448}" dt="2024-08-29T05:04:12.943" v="2594"/>
        <pc:sldMkLst>
          <pc:docMk/>
          <pc:sldMk cId="2998747380" sldId="371"/>
        </pc:sldMkLst>
      </pc:sldChg>
      <pc:sldChg chg="addSp modSp add mod">
        <pc:chgData name="Sanmukh Kuppannagari" userId="ad215094-da36-4b66-9c79-369a17aea26b" providerId="ADAL" clId="{11171A05-B6FC-4395-9957-15FB24B3E448}" dt="2024-08-29T14:42:02.660" v="6414" actId="20577"/>
        <pc:sldMkLst>
          <pc:docMk/>
          <pc:sldMk cId="2379148958" sldId="372"/>
        </pc:sldMkLst>
      </pc:sldChg>
      <pc:sldChg chg="addSp modSp new mod">
        <pc:chgData name="Sanmukh Kuppannagari" userId="ad215094-da36-4b66-9c79-369a17aea26b" providerId="ADAL" clId="{11171A05-B6FC-4395-9957-15FB24B3E448}" dt="2024-08-29T14:42:38.760" v="6421" actId="113"/>
        <pc:sldMkLst>
          <pc:docMk/>
          <pc:sldMk cId="516672496" sldId="373"/>
        </pc:sldMkLst>
      </pc:sldChg>
      <pc:sldChg chg="modSp new mod ord">
        <pc:chgData name="Sanmukh Kuppannagari" userId="ad215094-da36-4b66-9c79-369a17aea26b" providerId="ADAL" clId="{11171A05-B6FC-4395-9957-15FB24B3E448}" dt="2024-08-29T14:40:40.631" v="6410"/>
        <pc:sldMkLst>
          <pc:docMk/>
          <pc:sldMk cId="3793747627" sldId="374"/>
        </pc:sldMkLst>
      </pc:sldChg>
      <pc:sldChg chg="addSp modSp add mod">
        <pc:chgData name="Sanmukh Kuppannagari" userId="ad215094-da36-4b66-9c79-369a17aea26b" providerId="ADAL" clId="{11171A05-B6FC-4395-9957-15FB24B3E448}" dt="2024-08-29T05:29:06.839" v="3626"/>
        <pc:sldMkLst>
          <pc:docMk/>
          <pc:sldMk cId="429392883" sldId="375"/>
        </pc:sldMkLst>
      </pc:sldChg>
      <pc:sldChg chg="modSp new mod">
        <pc:chgData name="Sanmukh Kuppannagari" userId="ad215094-da36-4b66-9c79-369a17aea26b" providerId="ADAL" clId="{11171A05-B6FC-4395-9957-15FB24B3E448}" dt="2024-08-29T14:43:44.626" v="6437" actId="20577"/>
        <pc:sldMkLst>
          <pc:docMk/>
          <pc:sldMk cId="1569227808" sldId="376"/>
        </pc:sldMkLst>
      </pc:sldChg>
      <pc:sldChg chg="modSp add del mod">
        <pc:chgData name="Sanmukh Kuppannagari" userId="ad215094-da36-4b66-9c79-369a17aea26b" providerId="ADAL" clId="{11171A05-B6FC-4395-9957-15FB24B3E448}" dt="2024-08-29T05:29:17.311" v="3628" actId="47"/>
        <pc:sldMkLst>
          <pc:docMk/>
          <pc:sldMk cId="2849554143" sldId="376"/>
        </pc:sldMkLst>
      </pc:sldChg>
      <pc:sldChg chg="add del">
        <pc:chgData name="Sanmukh Kuppannagari" userId="ad215094-da36-4b66-9c79-369a17aea26b" providerId="ADAL" clId="{11171A05-B6FC-4395-9957-15FB24B3E448}" dt="2024-08-29T05:29:29.409" v="3631"/>
        <pc:sldMkLst>
          <pc:docMk/>
          <pc:sldMk cId="359187930" sldId="377"/>
        </pc:sldMkLst>
      </pc:sldChg>
      <pc:sldChg chg="modSp add mod">
        <pc:chgData name="Sanmukh Kuppannagari" userId="ad215094-da36-4b66-9c79-369a17aea26b" providerId="ADAL" clId="{11171A05-B6FC-4395-9957-15FB24B3E448}" dt="2024-08-29T14:43:50.328" v="6447" actId="20577"/>
        <pc:sldMkLst>
          <pc:docMk/>
          <pc:sldMk cId="3476898497" sldId="377"/>
        </pc:sldMkLst>
      </pc:sldChg>
      <pc:sldChg chg="addSp modSp new mod">
        <pc:chgData name="Sanmukh Kuppannagari" userId="ad215094-da36-4b66-9c79-369a17aea26b" providerId="ADAL" clId="{11171A05-B6FC-4395-9957-15FB24B3E448}" dt="2024-08-29T05:52:17.083" v="4886" actId="20577"/>
        <pc:sldMkLst>
          <pc:docMk/>
          <pc:sldMk cId="3635117112" sldId="378"/>
        </pc:sldMkLst>
      </pc:sldChg>
      <pc:sldChg chg="addSp modSp new mod ord">
        <pc:chgData name="Sanmukh Kuppannagari" userId="ad215094-da36-4b66-9c79-369a17aea26b" providerId="ADAL" clId="{11171A05-B6FC-4395-9957-15FB24B3E448}" dt="2024-08-29T05:48:09.784" v="4605" actId="20577"/>
        <pc:sldMkLst>
          <pc:docMk/>
          <pc:sldMk cId="41816131" sldId="379"/>
        </pc:sldMkLst>
      </pc:sldChg>
      <pc:sldChg chg="modSp new mod">
        <pc:chgData name="Sanmukh Kuppannagari" userId="ad215094-da36-4b66-9c79-369a17aea26b" providerId="ADAL" clId="{11171A05-B6FC-4395-9957-15FB24B3E448}" dt="2024-08-29T05:53:16.792" v="4977" actId="20577"/>
        <pc:sldMkLst>
          <pc:docMk/>
          <pc:sldMk cId="2126930210" sldId="380"/>
        </pc:sldMkLst>
      </pc:sldChg>
      <pc:sldChg chg="addSp delSp modSp add mod">
        <pc:chgData name="Sanmukh Kuppannagari" userId="ad215094-da36-4b66-9c79-369a17aea26b" providerId="ADAL" clId="{11171A05-B6FC-4395-9957-15FB24B3E448}" dt="2024-08-29T14:45:36.314" v="6483" actId="113"/>
        <pc:sldMkLst>
          <pc:docMk/>
          <pc:sldMk cId="2509516140" sldId="381"/>
        </pc:sldMkLst>
      </pc:sldChg>
      <pc:sldChg chg="modSp add mod">
        <pc:chgData name="Sanmukh Kuppannagari" userId="ad215094-da36-4b66-9c79-369a17aea26b" providerId="ADAL" clId="{11171A05-B6FC-4395-9957-15FB24B3E448}" dt="2024-08-29T14:46:01.205" v="6484"/>
        <pc:sldMkLst>
          <pc:docMk/>
          <pc:sldMk cId="793354200" sldId="382"/>
        </pc:sldMkLst>
      </pc:sldChg>
      <pc:sldChg chg="addSp modSp add mod">
        <pc:chgData name="Sanmukh Kuppannagari" userId="ad215094-da36-4b66-9c79-369a17aea26b" providerId="ADAL" clId="{11171A05-B6FC-4395-9957-15FB24B3E448}" dt="2024-08-29T14:46:19.193" v="6485"/>
        <pc:sldMkLst>
          <pc:docMk/>
          <pc:sldMk cId="2098484828" sldId="383"/>
        </pc:sldMkLst>
      </pc:sldChg>
      <pc:sldChg chg="modSp add mod">
        <pc:chgData name="Sanmukh Kuppannagari" userId="ad215094-da36-4b66-9c79-369a17aea26b" providerId="ADAL" clId="{11171A05-B6FC-4395-9957-15FB24B3E448}" dt="2024-08-29T06:00:00.119" v="5113" actId="20577"/>
        <pc:sldMkLst>
          <pc:docMk/>
          <pc:sldMk cId="468428153" sldId="384"/>
        </pc:sldMkLst>
      </pc:sldChg>
      <pc:sldChg chg="modSp add mod">
        <pc:chgData name="Sanmukh Kuppannagari" userId="ad215094-da36-4b66-9c79-369a17aea26b" providerId="ADAL" clId="{11171A05-B6FC-4395-9957-15FB24B3E448}" dt="2024-08-29T14:51:11.632" v="6672" actId="20577"/>
        <pc:sldMkLst>
          <pc:docMk/>
          <pc:sldMk cId="3753143955" sldId="385"/>
        </pc:sldMkLst>
      </pc:sldChg>
      <pc:sldChg chg="modSp add del mod">
        <pc:chgData name="Sanmukh Kuppannagari" userId="ad215094-da36-4b66-9c79-369a17aea26b" providerId="ADAL" clId="{11171A05-B6FC-4395-9957-15FB24B3E448}" dt="2024-08-29T13:55:06.345" v="6049" actId="47"/>
        <pc:sldMkLst>
          <pc:docMk/>
          <pc:sldMk cId="3189588850" sldId="386"/>
        </pc:sldMkLst>
      </pc:sldChg>
      <pc:sldChg chg="modSp new mod">
        <pc:chgData name="Sanmukh Kuppannagari" userId="ad215094-da36-4b66-9c79-369a17aea26b" providerId="ADAL" clId="{11171A05-B6FC-4395-9957-15FB24B3E448}" dt="2024-08-29T13:50:23.094" v="5793" actId="20577"/>
        <pc:sldMkLst>
          <pc:docMk/>
          <pc:sldMk cId="3250158129" sldId="387"/>
        </pc:sldMkLst>
      </pc:sldChg>
      <pc:sldChg chg="modSp add mod">
        <pc:chgData name="Sanmukh Kuppannagari" userId="ad215094-da36-4b66-9c79-369a17aea26b" providerId="ADAL" clId="{11171A05-B6FC-4395-9957-15FB24B3E448}" dt="2024-08-29T14:48:00.793" v="6509" actId="20577"/>
        <pc:sldMkLst>
          <pc:docMk/>
          <pc:sldMk cId="1655728199" sldId="388"/>
        </pc:sldMkLst>
      </pc:sldChg>
      <pc:sldChg chg="modSp new mod">
        <pc:chgData name="Sanmukh Kuppannagari" userId="ad215094-da36-4b66-9c79-369a17aea26b" providerId="ADAL" clId="{11171A05-B6FC-4395-9957-15FB24B3E448}" dt="2024-08-29T13:58:03.672" v="6405" actId="20577"/>
        <pc:sldMkLst>
          <pc:docMk/>
          <pc:sldMk cId="531953894" sldId="38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5402012" sldId="14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5492823" sldId="14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99650778" sldId="14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24960510" sldId="14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42676586" sldId="14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171868693" sldId="142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70763525" sldId="142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5993282" sldId="142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88014077" sldId="142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64992614" sldId="142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00684070" sldId="142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1228576" sldId="142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23560490" sldId="142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0318750" sldId="142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5FCC71F3-C825-43C2-BB90-7A89A27DA80B}"/>
    <pc:docChg chg="undo custSel addSld delSld modSld sldOrd">
      <pc:chgData name="Sanmukh Kuppannagari" userId="ad215094-da36-4b66-9c79-369a17aea26b" providerId="ADAL" clId="{5FCC71F3-C825-43C2-BB90-7A89A27DA80B}" dt="2024-08-27T14:56:17.359" v="2869" actId="1076"/>
      <pc:docMkLst>
        <pc:docMk/>
      </pc:docMkLst>
      <pc:sldChg chg="modSp mod">
        <pc:chgData name="Sanmukh Kuppannagari" userId="ad215094-da36-4b66-9c79-369a17aea26b" providerId="ADAL" clId="{5FCC71F3-C825-43C2-BB90-7A89A27DA80B}" dt="2024-08-27T12:44:58.871" v="21" actId="20577"/>
        <pc:sldMkLst>
          <pc:docMk/>
          <pc:sldMk cId="728785357" sldId="256"/>
        </pc:sldMkLst>
      </pc:sldChg>
      <pc:sldChg chg="addSp delSp modSp mod">
        <pc:chgData name="Sanmukh Kuppannagari" userId="ad215094-da36-4b66-9c79-369a17aea26b" providerId="ADAL" clId="{5FCC71F3-C825-43C2-BB90-7A89A27DA80B}" dt="2024-08-27T14:56:17.359" v="2869" actId="1076"/>
        <pc:sldMkLst>
          <pc:docMk/>
          <pc:sldMk cId="1853368443" sldId="257"/>
        </pc:sldMkLst>
      </pc:sldChg>
      <pc:sldChg chg="modSp mod">
        <pc:chgData name="Sanmukh Kuppannagari" userId="ad215094-da36-4b66-9c79-369a17aea26b" providerId="ADAL" clId="{5FCC71F3-C825-43C2-BB90-7A89A27DA80B}" dt="2024-08-27T12:45:35.542" v="27" actId="6549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5FCC71F3-C825-43C2-BB90-7A89A27DA80B}" dt="2024-08-27T12:46:21.210" v="33" actId="4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5FCC71F3-C825-43C2-BB90-7A89A27DA80B}" dt="2024-08-27T12:47:52.206" v="81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5FCC71F3-C825-43C2-BB90-7A89A27DA80B}" dt="2024-08-27T13:46:38.444" v="734" actId="20577"/>
        <pc:sldMkLst>
          <pc:docMk/>
          <pc:sldMk cId="229327562" sldId="265"/>
        </pc:sldMkLst>
      </pc:sldChg>
      <pc:sldChg chg="modSp mod">
        <pc:chgData name="Sanmukh Kuppannagari" userId="ad215094-da36-4b66-9c79-369a17aea26b" providerId="ADAL" clId="{5FCC71F3-C825-43C2-BB90-7A89A27DA80B}" dt="2024-08-27T13:48:25.862" v="819" actId="20577"/>
        <pc:sldMkLst>
          <pc:docMk/>
          <pc:sldMk cId="773656466" sldId="266"/>
        </pc:sldMkLst>
      </pc:sldChg>
      <pc:sldChg chg="modSp mod">
        <pc:chgData name="Sanmukh Kuppannagari" userId="ad215094-da36-4b66-9c79-369a17aea26b" providerId="ADAL" clId="{5FCC71F3-C825-43C2-BB90-7A89A27DA80B}" dt="2024-08-27T13:44:27.239" v="709" actId="27636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517079826" sldId="274"/>
        </pc:sldMkLst>
      </pc:sldChg>
      <pc:sldChg chg="modSp mod">
        <pc:chgData name="Sanmukh Kuppannagari" userId="ad215094-da36-4b66-9c79-369a17aea26b" providerId="ADAL" clId="{5FCC71F3-C825-43C2-BB90-7A89A27DA80B}" dt="2024-08-27T14:22:04.340" v="2079" actId="20577"/>
        <pc:sldMkLst>
          <pc:docMk/>
          <pc:sldMk cId="1064585860" sldId="277"/>
        </pc:sldMkLst>
      </pc:sldChg>
      <pc:sldChg chg="modSp mod">
        <pc:chgData name="Sanmukh Kuppannagari" userId="ad215094-da36-4b66-9c79-369a17aea26b" providerId="ADAL" clId="{5FCC71F3-C825-43C2-BB90-7A89A27DA80B}" dt="2024-08-27T13:57:02.226" v="873" actId="20577"/>
        <pc:sldMkLst>
          <pc:docMk/>
          <pc:sldMk cId="2392899443" sldId="278"/>
        </pc:sldMkLst>
      </pc:sldChg>
      <pc:sldChg chg="modSp mod">
        <pc:chgData name="Sanmukh Kuppannagari" userId="ad215094-da36-4b66-9c79-369a17aea26b" providerId="ADAL" clId="{5FCC71F3-C825-43C2-BB90-7A89A27DA80B}" dt="2024-08-27T13:57:06.581" v="874" actId="20577"/>
        <pc:sldMkLst>
          <pc:docMk/>
          <pc:sldMk cId="3752910855" sldId="279"/>
        </pc:sldMkLst>
      </pc:sldChg>
      <pc:sldChg chg="modSp del mod">
        <pc:chgData name="Sanmukh Kuppannagari" userId="ad215094-da36-4b66-9c79-369a17aea26b" providerId="ADAL" clId="{5FCC71F3-C825-43C2-BB90-7A89A27DA80B}" dt="2024-08-27T14:01:55.303" v="877" actId="47"/>
        <pc:sldMkLst>
          <pc:docMk/>
          <pc:sldMk cId="621001467" sldId="280"/>
        </pc:sldMkLst>
      </pc:sldChg>
      <pc:sldChg chg="modSp mod">
        <pc:chgData name="Sanmukh Kuppannagari" userId="ad215094-da36-4b66-9c79-369a17aea26b" providerId="ADAL" clId="{5FCC71F3-C825-43C2-BB90-7A89A27DA80B}" dt="2024-08-27T14:18:22.939" v="1920" actId="2057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3056812290" sldId="283"/>
        </pc:sldMkLst>
      </pc:sldChg>
      <pc:sldChg chg="modSp mod">
        <pc:chgData name="Sanmukh Kuppannagari" userId="ad215094-da36-4b66-9c79-369a17aea26b" providerId="ADAL" clId="{5FCC71F3-C825-43C2-BB90-7A89A27DA80B}" dt="2024-08-27T14:30:48.700" v="2231" actId="2057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5FCC71F3-C825-43C2-BB90-7A89A27DA80B}" dt="2024-08-27T12:45:39.178" v="28" actId="47"/>
        <pc:sldMkLst>
          <pc:docMk/>
          <pc:sldMk cId="570291501" sldId="28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0871894" sldId="29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5FCC71F3-C825-43C2-BB90-7A89A27DA80B}" dt="2024-08-27T12:46:57.001" v="38" actId="47"/>
        <pc:sldMkLst>
          <pc:docMk/>
          <pc:sldMk cId="670794243" sldId="301"/>
        </pc:sldMkLst>
      </pc:sldChg>
      <pc:sldChg chg="del">
        <pc:chgData name="Sanmukh Kuppannagari" userId="ad215094-da36-4b66-9c79-369a17aea26b" providerId="ADAL" clId="{5FCC71F3-C825-43C2-BB90-7A89A27DA80B}" dt="2024-08-27T12:46:10.357" v="31" actId="47"/>
        <pc:sldMkLst>
          <pc:docMk/>
          <pc:sldMk cId="2162272" sldId="30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56202256" sldId="307"/>
        </pc:sldMkLst>
      </pc:sldChg>
      <pc:sldChg chg="modSp mod">
        <pc:chgData name="Sanmukh Kuppannagari" userId="ad215094-da36-4b66-9c79-369a17aea26b" providerId="ADAL" clId="{5FCC71F3-C825-43C2-BB90-7A89A27DA80B}" dt="2024-08-27T12:50:53.261" v="131" actId="20577"/>
        <pc:sldMkLst>
          <pc:docMk/>
          <pc:sldMk cId="4010883220" sldId="315"/>
        </pc:sldMkLst>
      </pc:sldChg>
      <pc:sldChg chg="modSp mod">
        <pc:chgData name="Sanmukh Kuppannagari" userId="ad215094-da36-4b66-9c79-369a17aea26b" providerId="ADAL" clId="{5FCC71F3-C825-43C2-BB90-7A89A27DA80B}" dt="2024-08-27T12:51:14.099" v="134" actId="20577"/>
        <pc:sldMkLst>
          <pc:docMk/>
          <pc:sldMk cId="961129123" sldId="316"/>
        </pc:sldMkLst>
      </pc:sldChg>
      <pc:sldChg chg="modSp mod">
        <pc:chgData name="Sanmukh Kuppannagari" userId="ad215094-da36-4b66-9c79-369a17aea26b" providerId="ADAL" clId="{5FCC71F3-C825-43C2-BB90-7A89A27DA80B}" dt="2024-08-27T13:47:13.431" v="812" actId="20577"/>
        <pc:sldMkLst>
          <pc:docMk/>
          <pc:sldMk cId="537906077" sldId="319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047053487" sldId="34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11840423" sldId="344"/>
        </pc:sldMkLst>
      </pc:sldChg>
      <pc:sldChg chg="add del">
        <pc:chgData name="Sanmukh Kuppannagari" userId="ad215094-da36-4b66-9c79-369a17aea26b" providerId="ADAL" clId="{5FCC71F3-C825-43C2-BB90-7A89A27DA80B}" dt="2024-08-27T13:06:08.936" v="354" actId="47"/>
        <pc:sldMkLst>
          <pc:docMk/>
          <pc:sldMk cId="3723127128" sldId="34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90123102" sldId="349"/>
        </pc:sldMkLst>
      </pc:sldChg>
      <pc:sldChg chg="add del">
        <pc:chgData name="Sanmukh Kuppannagari" userId="ad215094-da36-4b66-9c79-369a17aea26b" providerId="ADAL" clId="{5FCC71F3-C825-43C2-BB90-7A89A27DA80B}" dt="2024-08-27T13:06:03.574" v="352" actId="47"/>
        <pc:sldMkLst>
          <pc:docMk/>
          <pc:sldMk cId="3483887094" sldId="35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758420558" sldId="351"/>
        </pc:sldMkLst>
      </pc:sldChg>
      <pc:sldChg chg="add del">
        <pc:chgData name="Sanmukh Kuppannagari" userId="ad215094-da36-4b66-9c79-369a17aea26b" providerId="ADAL" clId="{5FCC71F3-C825-43C2-BB90-7A89A27DA80B}" dt="2024-08-27T13:06:06.715" v="353" actId="47"/>
        <pc:sldMkLst>
          <pc:docMk/>
          <pc:sldMk cId="1279029055" sldId="35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812071874" sldId="35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65917714" sldId="355"/>
        </pc:sldMkLst>
      </pc:sldChg>
      <pc:sldChg chg="add del">
        <pc:chgData name="Sanmukh Kuppannagari" userId="ad215094-da36-4b66-9c79-369a17aea26b" providerId="ADAL" clId="{5FCC71F3-C825-43C2-BB90-7A89A27DA80B}" dt="2024-08-27T14:28:26.121" v="2081" actId="47"/>
        <pc:sldMkLst>
          <pc:docMk/>
          <pc:sldMk cId="705628724" sldId="35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214734292" sldId="357"/>
        </pc:sldMkLst>
      </pc:sldChg>
      <pc:sldChg chg="add del">
        <pc:chgData name="Sanmukh Kuppannagari" userId="ad215094-da36-4b66-9c79-369a17aea26b" providerId="ADAL" clId="{5FCC71F3-C825-43C2-BB90-7A89A27DA80B}" dt="2024-08-27T14:28:33.065" v="2082" actId="47"/>
        <pc:sldMkLst>
          <pc:docMk/>
          <pc:sldMk cId="1027554099" sldId="358"/>
        </pc:sldMkLst>
      </pc:sldChg>
      <pc:sldChg chg="addSp modSp add mod">
        <pc:chgData name="Sanmukh Kuppannagari" userId="ad215094-da36-4b66-9c79-369a17aea26b" providerId="ADAL" clId="{5FCC71F3-C825-43C2-BB90-7A89A27DA80B}" dt="2024-08-27T14:30:12.508" v="2214" actId="20577"/>
        <pc:sldMkLst>
          <pc:docMk/>
          <pc:sldMk cId="508044999" sldId="359"/>
        </pc:sldMkLst>
      </pc:sldChg>
      <pc:sldChg chg="add del">
        <pc:chgData name="Sanmukh Kuppannagari" userId="ad215094-da36-4b66-9c79-369a17aea26b" providerId="ADAL" clId="{5FCC71F3-C825-43C2-BB90-7A89A27DA80B}" dt="2024-08-27T14:28:57.385" v="2085" actId="47"/>
        <pc:sldMkLst>
          <pc:docMk/>
          <pc:sldMk cId="1622640958" sldId="360"/>
        </pc:sldMkLst>
      </pc:sldChg>
      <pc:sldChg chg="add ord">
        <pc:chgData name="Sanmukh Kuppannagari" userId="ad215094-da36-4b66-9c79-369a17aea26b" providerId="ADAL" clId="{5FCC71F3-C825-43C2-BB90-7A89A27DA80B}" dt="2024-08-27T14:28:43.371" v="2084"/>
        <pc:sldMkLst>
          <pc:docMk/>
          <pc:sldMk cId="3582721875" sldId="36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711586685" sldId="36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76817876" sldId="36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059025400" sldId="365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5FCC71F3-C825-43C2-BB90-7A89A27DA80B}" dt="2024-08-27T14:27:51.019" v="2080" actId="20577"/>
        <pc:sldMkLst>
          <pc:docMk/>
          <pc:sldMk cId="3904881137" sldId="370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638638761" sldId="1242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3019430982" sldId="124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516867430" sldId="1244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4248992536" sldId="141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738820361" sldId="1414"/>
        </pc:sldMkLst>
      </pc:sldChg>
      <pc:sldChg chg="modSp add mod">
        <pc:chgData name="Sanmukh Kuppannagari" userId="ad215094-da36-4b66-9c79-369a17aea26b" providerId="ADAL" clId="{5FCC71F3-C825-43C2-BB90-7A89A27DA80B}" dt="2024-08-27T12:46:01.359" v="30" actId="207"/>
        <pc:sldMkLst>
          <pc:docMk/>
          <pc:sldMk cId="145402012" sldId="1415"/>
        </pc:sldMkLst>
      </pc:sldChg>
      <pc:sldChg chg="modSp add mod ord">
        <pc:chgData name="Sanmukh Kuppannagari" userId="ad215094-da36-4b66-9c79-369a17aea26b" providerId="ADAL" clId="{5FCC71F3-C825-43C2-BB90-7A89A27DA80B}" dt="2024-08-27T12:46:50.722" v="37"/>
        <pc:sldMkLst>
          <pc:docMk/>
          <pc:sldMk cId="295492823" sldId="141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99650778" sldId="1417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24960510" sldId="141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42676586" sldId="141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171868693" sldId="142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70763525" sldId="1421"/>
        </pc:sldMkLst>
      </pc:sldChg>
      <pc:sldChg chg="modSp add mod">
        <pc:chgData name="Sanmukh Kuppannagari" userId="ad215094-da36-4b66-9c79-369a17aea26b" providerId="ADAL" clId="{5FCC71F3-C825-43C2-BB90-7A89A27DA80B}" dt="2024-08-27T13:02:13.990" v="348" actId="207"/>
        <pc:sldMkLst>
          <pc:docMk/>
          <pc:sldMk cId="665993282" sldId="1422"/>
        </pc:sldMkLst>
      </pc:sldChg>
      <pc:sldChg chg="modSp add mod">
        <pc:chgData name="Sanmukh Kuppannagari" userId="ad215094-da36-4b66-9c79-369a17aea26b" providerId="ADAL" clId="{5FCC71F3-C825-43C2-BB90-7A89A27DA80B}" dt="2024-08-27T13:02:32.376" v="350" actId="207"/>
        <pc:sldMkLst>
          <pc:docMk/>
          <pc:sldMk cId="3988014077" sldId="1423"/>
        </pc:sldMkLst>
      </pc:sldChg>
      <pc:sldChg chg="addSp delSp modSp new mod modNotesTx">
        <pc:chgData name="Sanmukh Kuppannagari" userId="ad215094-da36-4b66-9c79-369a17aea26b" providerId="ADAL" clId="{5FCC71F3-C825-43C2-BB90-7A89A27DA80B}" dt="2024-08-27T13:56:52.839" v="871" actId="20577"/>
        <pc:sldMkLst>
          <pc:docMk/>
          <pc:sldMk cId="3464992614" sldId="1424"/>
        </pc:sldMkLst>
      </pc:sldChg>
      <pc:sldChg chg="modSp new mod">
        <pc:chgData name="Sanmukh Kuppannagari" userId="ad215094-da36-4b66-9c79-369a17aea26b" providerId="ADAL" clId="{5FCC71F3-C825-43C2-BB90-7A89A27DA80B}" dt="2024-08-27T14:07:06.102" v="1226" actId="20577"/>
        <pc:sldMkLst>
          <pc:docMk/>
          <pc:sldMk cId="2900684070" sldId="1425"/>
        </pc:sldMkLst>
      </pc:sldChg>
      <pc:sldChg chg="addSp modSp add mod">
        <pc:chgData name="Sanmukh Kuppannagari" userId="ad215094-da36-4b66-9c79-369a17aea26b" providerId="ADAL" clId="{5FCC71F3-C825-43C2-BB90-7A89A27DA80B}" dt="2024-08-27T14:19:41.285" v="1996" actId="403"/>
        <pc:sldMkLst>
          <pc:docMk/>
          <pc:sldMk cId="2221228576" sldId="1426"/>
        </pc:sldMkLst>
      </pc:sldChg>
      <pc:sldChg chg="modSp add mod">
        <pc:chgData name="Sanmukh Kuppannagari" userId="ad215094-da36-4b66-9c79-369a17aea26b" providerId="ADAL" clId="{5FCC71F3-C825-43C2-BB90-7A89A27DA80B}" dt="2024-08-27T14:20:05.515" v="2057" actId="20577"/>
        <pc:sldMkLst>
          <pc:docMk/>
          <pc:sldMk cId="2023560490" sldId="1427"/>
        </pc:sldMkLst>
      </pc:sldChg>
      <pc:sldChg chg="modSp new mod">
        <pc:chgData name="Sanmukh Kuppannagari" userId="ad215094-da36-4b66-9c79-369a17aea26b" providerId="ADAL" clId="{5FCC71F3-C825-43C2-BB90-7A89A27DA80B}" dt="2024-08-27T14:42:08.727" v="2618" actId="20577"/>
        <pc:sldMkLst>
          <pc:docMk/>
          <pc:sldMk cId="2220318750" sldId="1428"/>
        </pc:sldMkLst>
      </pc:sldChg>
      <pc:sldChg chg="modSp new mod">
        <pc:chgData name="Sanmukh Kuppannagari" userId="ad215094-da36-4b66-9c79-369a17aea26b" providerId="ADAL" clId="{5FCC71F3-C825-43C2-BB90-7A89A27DA80B}" dt="2024-08-27T14:43:10.500" v="2790" actId="2057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F807B796-0606-4BF0-9A84-6557326C69B2}"/>
    <pc:docChg chg="undo custSel addSld delSld modSld">
      <pc:chgData name="Sanmukh Kuppannagari" userId="ad215094-da36-4b66-9c79-369a17aea26b" providerId="ADAL" clId="{F807B796-0606-4BF0-9A84-6557326C69B2}" dt="2024-09-03T17:27:21.796" v="6281" actId="20577"/>
      <pc:docMkLst>
        <pc:docMk/>
      </pc:docMkLst>
      <pc:sldChg chg="modSp mod">
        <pc:chgData name="Sanmukh Kuppannagari" userId="ad215094-da36-4b66-9c79-369a17aea26b" providerId="ADAL" clId="{F807B796-0606-4BF0-9A84-6557326C69B2}" dt="2024-09-02T20:54:53.692" v="3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F807B796-0606-4BF0-9A84-6557326C69B2}" dt="2024-09-02T21:00:55.314" v="267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396895355" sldId="2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737272183" sldId="28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6129851" sldId="29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873989303" sldId="30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26324089" sldId="30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59033991" sldId="303"/>
        </pc:sldMkLst>
      </pc:sldChg>
      <pc:sldChg chg="modSp add del mod">
        <pc:chgData name="Sanmukh Kuppannagari" userId="ad215094-da36-4b66-9c79-369a17aea26b" providerId="ADAL" clId="{F807B796-0606-4BF0-9A84-6557326C69B2}" dt="2024-09-03T12:45:55.217" v="3724" actId="20577"/>
        <pc:sldMkLst>
          <pc:docMk/>
          <pc:sldMk cId="276729432" sldId="309"/>
        </pc:sldMkLst>
      </pc:sldChg>
      <pc:sldChg chg="addSp delSp modSp add mod">
        <pc:chgData name="Sanmukh Kuppannagari" userId="ad215094-da36-4b66-9c79-369a17aea26b" providerId="ADAL" clId="{F807B796-0606-4BF0-9A84-6557326C69B2}" dt="2024-09-03T02:17:35.441" v="1671" actId="20577"/>
        <pc:sldMkLst>
          <pc:docMk/>
          <pc:sldMk cId="2950079441" sldId="328"/>
        </pc:sldMkLst>
      </pc:sldChg>
      <pc:sldChg chg="modSp add mod">
        <pc:chgData name="Sanmukh Kuppannagari" userId="ad215094-da36-4b66-9c79-369a17aea26b" providerId="ADAL" clId="{F807B796-0606-4BF0-9A84-6557326C69B2}" dt="2024-09-03T02:40:17.050" v="2520" actId="20577"/>
        <pc:sldMkLst>
          <pc:docMk/>
          <pc:sldMk cId="607569566" sldId="335"/>
        </pc:sldMkLst>
      </pc:sldChg>
      <pc:sldChg chg="add">
        <pc:chgData name="Sanmukh Kuppannagari" userId="ad215094-da36-4b66-9c79-369a17aea26b" providerId="ADAL" clId="{F807B796-0606-4BF0-9A84-6557326C69B2}" dt="2024-09-03T13:08:49.519" v="3811"/>
        <pc:sldMkLst>
          <pc:docMk/>
          <pc:sldMk cId="2522483144" sldId="34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79581269" sldId="34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62781511" sldId="34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01581427" sldId="34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70539502" sldId="34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297479372" sldId="34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6780983" sldId="35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895847466" sldId="35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53306255" sldId="35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22701561" sldId="35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39461653" sldId="35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97561959" sldId="36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929262316" sldId="3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48262078" sldId="36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38699627" sldId="36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21776317" sldId="36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998747380" sldId="37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79148958" sldId="37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16672496" sldId="37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93747627" sldId="37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9392883" sldId="37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69227808" sldId="37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76898497" sldId="37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635117112" sldId="37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1816131" sldId="37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26930210" sldId="38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509516140" sldId="38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93354200" sldId="38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8484828" sldId="38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68428153" sldId="38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53143955" sldId="38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0158129" sldId="3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655728199" sldId="3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31953894" sldId="389"/>
        </pc:sldMkLst>
      </pc:sldChg>
      <pc:sldChg chg="modSp add mod">
        <pc:chgData name="Sanmukh Kuppannagari" userId="ad215094-da36-4b66-9c79-369a17aea26b" providerId="ADAL" clId="{F807B796-0606-4BF0-9A84-6557326C69B2}" dt="2024-09-02T20:55:49.175" v="65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F807B796-0606-4BF0-9A84-6557326C69B2}" dt="2024-09-02T20:55:16.300" v="4"/>
        <pc:sldMkLst>
          <pc:docMk/>
          <pc:sldMk cId="4141662449" sldId="391"/>
        </pc:sldMkLst>
      </pc:sldChg>
      <pc:sldChg chg="add">
        <pc:chgData name="Sanmukh Kuppannagari" userId="ad215094-da36-4b66-9c79-369a17aea26b" providerId="ADAL" clId="{F807B796-0606-4BF0-9A84-6557326C69B2}" dt="2024-09-02T20:59:42.685" v="220"/>
        <pc:sldMkLst>
          <pc:docMk/>
          <pc:sldMk cId="2314761624" sldId="392"/>
        </pc:sldMkLst>
      </pc:sldChg>
      <pc:sldChg chg="add del">
        <pc:chgData name="Sanmukh Kuppannagari" userId="ad215094-da36-4b66-9c79-369a17aea26b" providerId="ADAL" clId="{F807B796-0606-4BF0-9A84-6557326C69B2}" dt="2024-09-03T12:45:51.099" v="3716" actId="47"/>
        <pc:sldMkLst>
          <pc:docMk/>
          <pc:sldMk cId="3854406681" sldId="393"/>
        </pc:sldMkLst>
      </pc:sldChg>
      <pc:sldChg chg="modSp add mod">
        <pc:chgData name="Sanmukh Kuppannagari" userId="ad215094-da36-4b66-9c79-369a17aea26b" providerId="ADAL" clId="{F807B796-0606-4BF0-9A84-6557326C69B2}" dt="2024-09-03T12:46:30.391" v="3736" actId="20577"/>
        <pc:sldMkLst>
          <pc:docMk/>
          <pc:sldMk cId="4158598040" sldId="394"/>
        </pc:sldMkLst>
      </pc:sldChg>
      <pc:sldChg chg="add">
        <pc:chgData name="Sanmukh Kuppannagari" userId="ad215094-da36-4b66-9c79-369a17aea26b" providerId="ADAL" clId="{F807B796-0606-4BF0-9A84-6557326C69B2}" dt="2024-09-02T20:59:56.248" v="221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73456708" sldId="1344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62074433" sldId="1345"/>
        </pc:sldMkLst>
      </pc:sldChg>
      <pc:sldChg chg="addSp modSp add mod">
        <pc:chgData name="Sanmukh Kuppannagari" userId="ad215094-da36-4b66-9c79-369a17aea26b" providerId="ADAL" clId="{F807B796-0606-4BF0-9A84-6557326C69B2}" dt="2024-09-02T21:02:28.358" v="358" actId="20577"/>
        <pc:sldMkLst>
          <pc:docMk/>
          <pc:sldMk cId="3585318733" sldId="1346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3890367929" sldId="1347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1799099576" sldId="1348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4227676260" sldId="1349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262656913" sldId="1352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167355194" sldId="1353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804131373" sldId="1354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3834269155" sldId="1355"/>
        </pc:sldMkLst>
      </pc:sldChg>
      <pc:sldChg chg="modSp add mod">
        <pc:chgData name="Sanmukh Kuppannagari" userId="ad215094-da36-4b66-9c79-369a17aea26b" providerId="ADAL" clId="{F807B796-0606-4BF0-9A84-6557326C69B2}" dt="2024-09-02T21:08:32.777" v="697" actId="15"/>
        <pc:sldMkLst>
          <pc:docMk/>
          <pc:sldMk cId="1967107891" sldId="1356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794884751" sldId="1358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315821937" sldId="1359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463516898" sldId="1361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886344154" sldId="1362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856732028" sldId="1363"/>
        </pc:sldMkLst>
      </pc:sldChg>
      <pc:sldChg chg="modSp add mod">
        <pc:chgData name="Sanmukh Kuppannagari" userId="ad215094-da36-4b66-9c79-369a17aea26b" providerId="ADAL" clId="{F807B796-0606-4BF0-9A84-6557326C69B2}" dt="2024-09-03T13:12:03.900" v="3832" actId="20577"/>
        <pc:sldMkLst>
          <pc:docMk/>
          <pc:sldMk cId="603735269" sldId="1365"/>
        </pc:sldMkLst>
      </pc:sldChg>
      <pc:sldChg chg="modSp add mod">
        <pc:chgData name="Sanmukh Kuppannagari" userId="ad215094-da36-4b66-9c79-369a17aea26b" providerId="ADAL" clId="{F807B796-0606-4BF0-9A84-6557326C69B2}" dt="2024-09-03T13:13:47.455" v="3844" actId="20577"/>
        <pc:sldMkLst>
          <pc:docMk/>
          <pc:sldMk cId="3326920156" sldId="1366"/>
        </pc:sldMkLst>
      </pc:sldChg>
      <pc:sldChg chg="delSp modSp add mod">
        <pc:chgData name="Sanmukh Kuppannagari" userId="ad215094-da36-4b66-9c79-369a17aea26b" providerId="ADAL" clId="{F807B796-0606-4BF0-9A84-6557326C69B2}" dt="2024-09-03T13:49:28.301" v="5270" actId="1076"/>
        <pc:sldMkLst>
          <pc:docMk/>
          <pc:sldMk cId="3859140757" sldId="1367"/>
        </pc:sldMkLst>
      </pc:sldChg>
      <pc:sldChg chg="add">
        <pc:chgData name="Sanmukh Kuppannagari" userId="ad215094-da36-4b66-9c79-369a17aea26b" providerId="ADAL" clId="{F807B796-0606-4BF0-9A84-6557326C69B2}" dt="2024-09-03T02:55:12.122" v="3067"/>
        <pc:sldMkLst>
          <pc:docMk/>
          <pc:sldMk cId="4078040195" sldId="1369"/>
        </pc:sldMkLst>
      </pc:sldChg>
      <pc:sldChg chg="addSp modSp add mod">
        <pc:chgData name="Sanmukh Kuppannagari" userId="ad215094-da36-4b66-9c79-369a17aea26b" providerId="ADAL" clId="{F807B796-0606-4BF0-9A84-6557326C69B2}" dt="2024-09-03T13:52:40.634" v="5308" actId="1076"/>
        <pc:sldMkLst>
          <pc:docMk/>
          <pc:sldMk cId="284771599" sldId="1370"/>
        </pc:sldMkLst>
      </pc:sldChg>
      <pc:sldChg chg="modSp add mod">
        <pc:chgData name="Sanmukh Kuppannagari" userId="ad215094-da36-4b66-9c79-369a17aea26b" providerId="ADAL" clId="{F807B796-0606-4BF0-9A84-6557326C69B2}" dt="2024-09-03T13:54:59.046" v="5421" actId="20577"/>
        <pc:sldMkLst>
          <pc:docMk/>
          <pc:sldMk cId="906755194" sldId="1371"/>
        </pc:sldMkLst>
      </pc:sldChg>
      <pc:sldChg chg="modSp add mod">
        <pc:chgData name="Sanmukh Kuppannagari" userId="ad215094-da36-4b66-9c79-369a17aea26b" providerId="ADAL" clId="{F807B796-0606-4BF0-9A84-6557326C69B2}" dt="2024-09-03T02:37:21.221" v="2435" actId="20577"/>
        <pc:sldMkLst>
          <pc:docMk/>
          <pc:sldMk cId="518010934" sldId="1373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2532106449" sldId="1374"/>
        </pc:sldMkLst>
      </pc:sldChg>
      <pc:sldChg chg="modSp new mod">
        <pc:chgData name="Sanmukh Kuppannagari" userId="ad215094-da36-4b66-9c79-369a17aea26b" providerId="ADAL" clId="{F807B796-0606-4BF0-9A84-6557326C69B2}" dt="2024-09-02T21:42:29.989" v="1380" actId="20577"/>
        <pc:sldMkLst>
          <pc:docMk/>
          <pc:sldMk cId="63097358" sldId="1375"/>
        </pc:sldMkLst>
      </pc:sldChg>
      <pc:sldChg chg="delSp modSp add mod">
        <pc:chgData name="Sanmukh Kuppannagari" userId="ad215094-da36-4b66-9c79-369a17aea26b" providerId="ADAL" clId="{F807B796-0606-4BF0-9A84-6557326C69B2}" dt="2024-09-03T02:12:19.131" v="1602" actId="20577"/>
        <pc:sldMkLst>
          <pc:docMk/>
          <pc:sldMk cId="2155445605" sldId="1376"/>
        </pc:sldMkLst>
      </pc:sldChg>
      <pc:sldChg chg="addSp delSp modSp add mod">
        <pc:chgData name="Sanmukh Kuppannagari" userId="ad215094-da36-4b66-9c79-369a17aea26b" providerId="ADAL" clId="{F807B796-0606-4BF0-9A84-6557326C69B2}" dt="2024-09-03T02:15:33.103" v="1646" actId="20577"/>
        <pc:sldMkLst>
          <pc:docMk/>
          <pc:sldMk cId="2373852911" sldId="1377"/>
        </pc:sldMkLst>
      </pc:sldChg>
      <pc:sldChg chg="addSp delSp modSp add mod">
        <pc:chgData name="Sanmukh Kuppannagari" userId="ad215094-da36-4b66-9c79-369a17aea26b" providerId="ADAL" clId="{F807B796-0606-4BF0-9A84-6557326C69B2}" dt="2024-09-03T02:18:53.201" v="1704" actId="1076"/>
        <pc:sldMkLst>
          <pc:docMk/>
          <pc:sldMk cId="2785090204" sldId="1378"/>
        </pc:sldMkLst>
      </pc:sldChg>
      <pc:sldChg chg="modSp new mod">
        <pc:chgData name="Sanmukh Kuppannagari" userId="ad215094-da36-4b66-9c79-369a17aea26b" providerId="ADAL" clId="{F807B796-0606-4BF0-9A84-6557326C69B2}" dt="2024-09-03T02:19:58.369" v="1758" actId="207"/>
        <pc:sldMkLst>
          <pc:docMk/>
          <pc:sldMk cId="1578956546" sldId="1379"/>
        </pc:sldMkLst>
      </pc:sldChg>
      <pc:sldChg chg="modSp add mod">
        <pc:chgData name="Sanmukh Kuppannagari" userId="ad215094-da36-4b66-9c79-369a17aea26b" providerId="ADAL" clId="{F807B796-0606-4BF0-9A84-6557326C69B2}" dt="2024-09-03T02:26:15.664" v="2061" actId="20577"/>
        <pc:sldMkLst>
          <pc:docMk/>
          <pc:sldMk cId="1387291192" sldId="1380"/>
        </pc:sldMkLst>
      </pc:sldChg>
      <pc:sldChg chg="modSp new mod">
        <pc:chgData name="Sanmukh Kuppannagari" userId="ad215094-da36-4b66-9c79-369a17aea26b" providerId="ADAL" clId="{F807B796-0606-4BF0-9A84-6557326C69B2}" dt="2024-09-03T02:26:24.889" v="2064" actId="207"/>
        <pc:sldMkLst>
          <pc:docMk/>
          <pc:sldMk cId="3729273499" sldId="1381"/>
        </pc:sldMkLst>
      </pc:sldChg>
      <pc:sldChg chg="modSp add mod">
        <pc:chgData name="Sanmukh Kuppannagari" userId="ad215094-da36-4b66-9c79-369a17aea26b" providerId="ADAL" clId="{F807B796-0606-4BF0-9A84-6557326C69B2}" dt="2024-09-03T02:27:58.737" v="2084" actId="20577"/>
        <pc:sldMkLst>
          <pc:docMk/>
          <pc:sldMk cId="1604865990" sldId="1382"/>
        </pc:sldMkLst>
      </pc:sldChg>
      <pc:sldChg chg="add">
        <pc:chgData name="Sanmukh Kuppannagari" userId="ad215094-da36-4b66-9c79-369a17aea26b" providerId="ADAL" clId="{F807B796-0606-4BF0-9A84-6557326C69B2}" dt="2024-09-03T02:28:04.789" v="2085"/>
        <pc:sldMkLst>
          <pc:docMk/>
          <pc:sldMk cId="3140536196" sldId="1383"/>
        </pc:sldMkLst>
      </pc:sldChg>
      <pc:sldChg chg="modSp add mod">
        <pc:chgData name="Sanmukh Kuppannagari" userId="ad215094-da36-4b66-9c79-369a17aea26b" providerId="ADAL" clId="{F807B796-0606-4BF0-9A84-6557326C69B2}" dt="2024-09-03T02:28:44.396" v="2099" actId="20577"/>
        <pc:sldMkLst>
          <pc:docMk/>
          <pc:sldMk cId="4028848195" sldId="1384"/>
        </pc:sldMkLst>
      </pc:sldChg>
      <pc:sldChg chg="modSp new mod">
        <pc:chgData name="Sanmukh Kuppannagari" userId="ad215094-da36-4b66-9c79-369a17aea26b" providerId="ADAL" clId="{F807B796-0606-4BF0-9A84-6557326C69B2}" dt="2024-09-03T02:32:27.269" v="2432" actId="20577"/>
        <pc:sldMkLst>
          <pc:docMk/>
          <pc:sldMk cId="855061855" sldId="1385"/>
        </pc:sldMkLst>
      </pc:sldChg>
      <pc:sldChg chg="add">
        <pc:chgData name="Sanmukh Kuppannagari" userId="ad215094-da36-4b66-9c79-369a17aea26b" providerId="ADAL" clId="{F807B796-0606-4BF0-9A84-6557326C69B2}" dt="2024-09-03T02:38:51.879" v="2436"/>
        <pc:sldMkLst>
          <pc:docMk/>
          <pc:sldMk cId="3507384733" sldId="1386"/>
        </pc:sldMkLst>
      </pc:sldChg>
      <pc:sldChg chg="modSp new del mod">
        <pc:chgData name="Sanmukh Kuppannagari" userId="ad215094-da36-4b66-9c79-369a17aea26b" providerId="ADAL" clId="{F807B796-0606-4BF0-9A84-6557326C69B2}" dt="2024-09-03T13:20:40.100" v="4051" actId="47"/>
        <pc:sldMkLst>
          <pc:docMk/>
          <pc:sldMk cId="1227237758" sldId="1387"/>
        </pc:sldMkLst>
      </pc:sldChg>
      <pc:sldChg chg="modSp add mod">
        <pc:chgData name="Sanmukh Kuppannagari" userId="ad215094-da36-4b66-9c79-369a17aea26b" providerId="ADAL" clId="{F807B796-0606-4BF0-9A84-6557326C69B2}" dt="2024-09-03T02:45:20.826" v="2547" actId="207"/>
        <pc:sldMkLst>
          <pc:docMk/>
          <pc:sldMk cId="1406617072" sldId="1388"/>
        </pc:sldMkLst>
      </pc:sldChg>
      <pc:sldChg chg="modSp new mod">
        <pc:chgData name="Sanmukh Kuppannagari" userId="ad215094-da36-4b66-9c79-369a17aea26b" providerId="ADAL" clId="{F807B796-0606-4BF0-9A84-6557326C69B2}" dt="2024-09-03T12:43:53.169" v="3714" actId="20577"/>
        <pc:sldMkLst>
          <pc:docMk/>
          <pc:sldMk cId="15178750" sldId="1389"/>
        </pc:sldMkLst>
      </pc:sldChg>
      <pc:sldChg chg="addSp delSp modSp add mod">
        <pc:chgData name="Sanmukh Kuppannagari" userId="ad215094-da36-4b66-9c79-369a17aea26b" providerId="ADAL" clId="{F807B796-0606-4BF0-9A84-6557326C69B2}" dt="2024-09-03T13:47:41.899" v="5236" actId="14100"/>
        <pc:sldMkLst>
          <pc:docMk/>
          <pc:sldMk cId="3904397812" sldId="1390"/>
        </pc:sldMkLst>
      </pc:sldChg>
      <pc:sldChg chg="modSp new mod">
        <pc:chgData name="Sanmukh Kuppannagari" userId="ad215094-da36-4b66-9c79-369a17aea26b" providerId="ADAL" clId="{F807B796-0606-4BF0-9A84-6557326C69B2}" dt="2024-09-03T13:21:58.025" v="4299" actId="20577"/>
        <pc:sldMkLst>
          <pc:docMk/>
          <pc:sldMk cId="1115784977" sldId="1391"/>
        </pc:sldMkLst>
      </pc:sldChg>
      <pc:sldChg chg="addSp delSp modSp add mod">
        <pc:chgData name="Sanmukh Kuppannagari" userId="ad215094-da36-4b66-9c79-369a17aea26b" providerId="ADAL" clId="{F807B796-0606-4BF0-9A84-6557326C69B2}" dt="2024-09-03T12:51:33.052" v="3745" actId="20577"/>
        <pc:sldMkLst>
          <pc:docMk/>
          <pc:sldMk cId="3579675671" sldId="1392"/>
        </pc:sldMkLst>
      </pc:sldChg>
      <pc:sldChg chg="addSp modSp add mod">
        <pc:chgData name="Sanmukh Kuppannagari" userId="ad215094-da36-4b66-9c79-369a17aea26b" providerId="ADAL" clId="{F807B796-0606-4BF0-9A84-6557326C69B2}" dt="2024-09-03T12:51:38.226" v="3752" actId="20577"/>
        <pc:sldMkLst>
          <pc:docMk/>
          <pc:sldMk cId="3848896675" sldId="1393"/>
        </pc:sldMkLst>
      </pc:sldChg>
      <pc:sldChg chg="modSp add mod">
        <pc:chgData name="Sanmukh Kuppannagari" userId="ad215094-da36-4b66-9c79-369a17aea26b" providerId="ADAL" clId="{F807B796-0606-4BF0-9A84-6557326C69B2}" dt="2024-09-03T12:51:44.050" v="3753"/>
        <pc:sldMkLst>
          <pc:docMk/>
          <pc:sldMk cId="1213479204" sldId="1394"/>
        </pc:sldMkLst>
      </pc:sldChg>
      <pc:sldChg chg="modSp add mod">
        <pc:chgData name="Sanmukh Kuppannagari" userId="ad215094-da36-4b66-9c79-369a17aea26b" providerId="ADAL" clId="{F807B796-0606-4BF0-9A84-6557326C69B2}" dt="2024-09-03T12:51:47.861" v="3754"/>
        <pc:sldMkLst>
          <pc:docMk/>
          <pc:sldMk cId="3698062718" sldId="1395"/>
        </pc:sldMkLst>
      </pc:sldChg>
      <pc:sldChg chg="modSp add mod">
        <pc:chgData name="Sanmukh Kuppannagari" userId="ad215094-da36-4b66-9c79-369a17aea26b" providerId="ADAL" clId="{F807B796-0606-4BF0-9A84-6557326C69B2}" dt="2024-09-03T12:51:51.477" v="3755"/>
        <pc:sldMkLst>
          <pc:docMk/>
          <pc:sldMk cId="2428240830" sldId="1396"/>
        </pc:sldMkLst>
      </pc:sldChg>
      <pc:sldChg chg="addSp delSp modSp add mod">
        <pc:chgData name="Sanmukh Kuppannagari" userId="ad215094-da36-4b66-9c79-369a17aea26b" providerId="ADAL" clId="{F807B796-0606-4BF0-9A84-6557326C69B2}" dt="2024-09-03T12:38:02.576" v="3536" actId="207"/>
        <pc:sldMkLst>
          <pc:docMk/>
          <pc:sldMk cId="1577004698" sldId="1397"/>
        </pc:sldMkLst>
      </pc:sldChg>
      <pc:sldChg chg="modSp add mod">
        <pc:chgData name="Sanmukh Kuppannagari" userId="ad215094-da36-4b66-9c79-369a17aea26b" providerId="ADAL" clId="{F807B796-0606-4BF0-9A84-6557326C69B2}" dt="2024-09-03T12:52:00.900" v="3762" actId="20577"/>
        <pc:sldMkLst>
          <pc:docMk/>
          <pc:sldMk cId="3187165335" sldId="1398"/>
        </pc:sldMkLst>
      </pc:sldChg>
      <pc:sldChg chg="modSp add mod">
        <pc:chgData name="Sanmukh Kuppannagari" userId="ad215094-da36-4b66-9c79-369a17aea26b" providerId="ADAL" clId="{F807B796-0606-4BF0-9A84-6557326C69B2}" dt="2024-09-03T12:52:07.589" v="3763"/>
        <pc:sldMkLst>
          <pc:docMk/>
          <pc:sldMk cId="3448802495" sldId="1399"/>
        </pc:sldMkLst>
      </pc:sldChg>
      <pc:sldChg chg="modSp add mod">
        <pc:chgData name="Sanmukh Kuppannagari" userId="ad215094-da36-4b66-9c79-369a17aea26b" providerId="ADAL" clId="{F807B796-0606-4BF0-9A84-6557326C69B2}" dt="2024-09-03T12:52:11.223" v="3764"/>
        <pc:sldMkLst>
          <pc:docMk/>
          <pc:sldMk cId="1426423657" sldId="1400"/>
        </pc:sldMkLst>
      </pc:sldChg>
      <pc:sldChg chg="modSp add mod">
        <pc:chgData name="Sanmukh Kuppannagari" userId="ad215094-da36-4b66-9c79-369a17aea26b" providerId="ADAL" clId="{F807B796-0606-4BF0-9A84-6557326C69B2}" dt="2024-09-03T12:52:15.594" v="3765"/>
        <pc:sldMkLst>
          <pc:docMk/>
          <pc:sldMk cId="1876721923" sldId="1401"/>
        </pc:sldMkLst>
      </pc:sldChg>
      <pc:sldChg chg="modSp add mod">
        <pc:chgData name="Sanmukh Kuppannagari" userId="ad215094-da36-4b66-9c79-369a17aea26b" providerId="ADAL" clId="{F807B796-0606-4BF0-9A84-6557326C69B2}" dt="2024-09-03T12:52:19.348" v="3766"/>
        <pc:sldMkLst>
          <pc:docMk/>
          <pc:sldMk cId="4100405277" sldId="1402"/>
        </pc:sldMkLst>
      </pc:sldChg>
      <pc:sldChg chg="modSp add mod">
        <pc:chgData name="Sanmukh Kuppannagari" userId="ad215094-da36-4b66-9c79-369a17aea26b" providerId="ADAL" clId="{F807B796-0606-4BF0-9A84-6557326C69B2}" dt="2024-09-03T12:47:06.300" v="3738" actId="207"/>
        <pc:sldMkLst>
          <pc:docMk/>
          <pc:sldMk cId="2967499912" sldId="1403"/>
        </pc:sldMkLst>
      </pc:sldChg>
      <pc:sldChg chg="addSp modSp new mod">
        <pc:chgData name="Sanmukh Kuppannagari" userId="ad215094-da36-4b66-9c79-369a17aea26b" providerId="ADAL" clId="{F807B796-0606-4BF0-9A84-6557326C69B2}" dt="2024-09-03T13:09:42.209" v="3826" actId="1076"/>
        <pc:sldMkLst>
          <pc:docMk/>
          <pc:sldMk cId="3881972497" sldId="1404"/>
        </pc:sldMkLst>
      </pc:sldChg>
      <pc:sldChg chg="modSp add mod">
        <pc:chgData name="Sanmukh Kuppannagari" userId="ad215094-da36-4b66-9c79-369a17aea26b" providerId="ADAL" clId="{F807B796-0606-4BF0-9A84-6557326C69B2}" dt="2024-09-03T13:13:53.902" v="3850" actId="20577"/>
        <pc:sldMkLst>
          <pc:docMk/>
          <pc:sldMk cId="3154475222" sldId="1405"/>
        </pc:sldMkLst>
      </pc:sldChg>
      <pc:sldChg chg="addSp delSp modSp new mod">
        <pc:chgData name="Sanmukh Kuppannagari" userId="ad215094-da36-4b66-9c79-369a17aea26b" providerId="ADAL" clId="{F807B796-0606-4BF0-9A84-6557326C69B2}" dt="2024-09-03T13:23:06.940" v="4304" actId="20577"/>
        <pc:sldMkLst>
          <pc:docMk/>
          <pc:sldMk cId="1657037968" sldId="1406"/>
        </pc:sldMkLst>
      </pc:sldChg>
      <pc:sldChg chg="modSp add mod">
        <pc:chgData name="Sanmukh Kuppannagari" userId="ad215094-da36-4b66-9c79-369a17aea26b" providerId="ADAL" clId="{F807B796-0606-4BF0-9A84-6557326C69B2}" dt="2024-09-03T13:23:33.807" v="4333" actId="207"/>
        <pc:sldMkLst>
          <pc:docMk/>
          <pc:sldMk cId="808826284" sldId="1407"/>
        </pc:sldMkLst>
      </pc:sldChg>
      <pc:sldChg chg="modSp add mod">
        <pc:chgData name="Sanmukh Kuppannagari" userId="ad215094-da36-4b66-9c79-369a17aea26b" providerId="ADAL" clId="{F807B796-0606-4BF0-9A84-6557326C69B2}" dt="2024-09-03T13:26:30.186" v="4500" actId="20577"/>
        <pc:sldMkLst>
          <pc:docMk/>
          <pc:sldMk cId="2415060599" sldId="1408"/>
        </pc:sldMkLst>
      </pc:sldChg>
      <pc:sldChg chg="modSp add mod">
        <pc:chgData name="Sanmukh Kuppannagari" userId="ad215094-da36-4b66-9c79-369a17aea26b" providerId="ADAL" clId="{F807B796-0606-4BF0-9A84-6557326C69B2}" dt="2024-09-03T13:27:44.971" v="4531" actId="20577"/>
        <pc:sldMkLst>
          <pc:docMk/>
          <pc:sldMk cId="119380334" sldId="1409"/>
        </pc:sldMkLst>
      </pc:sldChg>
      <pc:sldChg chg="modSp new mod">
        <pc:chgData name="Sanmukh Kuppannagari" userId="ad215094-da36-4b66-9c79-369a17aea26b" providerId="ADAL" clId="{F807B796-0606-4BF0-9A84-6557326C69B2}" dt="2024-09-03T13:32:52.648" v="4947" actId="20577"/>
        <pc:sldMkLst>
          <pc:docMk/>
          <pc:sldMk cId="69742158" sldId="1410"/>
        </pc:sldMkLst>
      </pc:sldChg>
      <pc:sldChg chg="modSp new mod">
        <pc:chgData name="Sanmukh Kuppannagari" userId="ad215094-da36-4b66-9c79-369a17aea26b" providerId="ADAL" clId="{F807B796-0606-4BF0-9A84-6557326C69B2}" dt="2024-09-03T13:35:10.197" v="5167" actId="20577"/>
        <pc:sldMkLst>
          <pc:docMk/>
          <pc:sldMk cId="1450716392" sldId="1411"/>
        </pc:sldMkLst>
      </pc:sldChg>
      <pc:sldChg chg="add del">
        <pc:chgData name="Sanmukh Kuppannagari" userId="ad215094-da36-4b66-9c79-369a17aea26b" providerId="ADAL" clId="{F807B796-0606-4BF0-9A84-6557326C69B2}" dt="2024-09-03T13:48:45.238" v="5247" actId="47"/>
        <pc:sldMkLst>
          <pc:docMk/>
          <pc:sldMk cId="2820047232" sldId="1412"/>
        </pc:sldMkLst>
      </pc:sldChg>
      <pc:sldChg chg="modSp add mod">
        <pc:chgData name="Sanmukh Kuppannagari" userId="ad215094-da36-4b66-9c79-369a17aea26b" providerId="ADAL" clId="{F807B796-0606-4BF0-9A84-6557326C69B2}" dt="2024-09-03T13:48:02.122" v="5240" actId="14100"/>
        <pc:sldMkLst>
          <pc:docMk/>
          <pc:sldMk cId="393658469" sldId="1413"/>
        </pc:sldMkLst>
      </pc:sldChg>
      <pc:sldChg chg="modSp add">
        <pc:chgData name="Sanmukh Kuppannagari" userId="ad215094-da36-4b66-9c79-369a17aea26b" providerId="ADAL" clId="{F807B796-0606-4BF0-9A84-6557326C69B2}" dt="2024-09-03T13:48:24.868" v="5243" actId="1076"/>
        <pc:sldMkLst>
          <pc:docMk/>
          <pc:sldMk cId="2454853527" sldId="1414"/>
        </pc:sldMkLst>
      </pc:sldChg>
      <pc:sldChg chg="modSp add">
        <pc:chgData name="Sanmukh Kuppannagari" userId="ad215094-da36-4b66-9c79-369a17aea26b" providerId="ADAL" clId="{F807B796-0606-4BF0-9A84-6557326C69B2}" dt="2024-09-03T13:48:36.753" v="5246" actId="1076"/>
        <pc:sldMkLst>
          <pc:docMk/>
          <pc:sldMk cId="458868704" sldId="1415"/>
        </pc:sldMkLst>
      </pc:sldChg>
      <pc:sldChg chg="modSp add mod">
        <pc:chgData name="Sanmukh Kuppannagari" userId="ad215094-da36-4b66-9c79-369a17aea26b" providerId="ADAL" clId="{F807B796-0606-4BF0-9A84-6557326C69B2}" dt="2024-09-03T13:53:12.550" v="5332" actId="20577"/>
        <pc:sldMkLst>
          <pc:docMk/>
          <pc:sldMk cId="1712966043" sldId="1416"/>
        </pc:sldMkLst>
      </pc:sldChg>
      <pc:sldChg chg="modSp add mod">
        <pc:chgData name="Sanmukh Kuppannagari" userId="ad215094-da36-4b66-9c79-369a17aea26b" providerId="ADAL" clId="{F807B796-0606-4BF0-9A84-6557326C69B2}" dt="2024-09-03T13:54:02.045" v="5365" actId="1076"/>
        <pc:sldMkLst>
          <pc:docMk/>
          <pc:sldMk cId="2077281943" sldId="1417"/>
        </pc:sldMkLst>
      </pc:sldChg>
      <pc:sldChg chg="modSp new mod">
        <pc:chgData name="Sanmukh Kuppannagari" userId="ad215094-da36-4b66-9c79-369a17aea26b" providerId="ADAL" clId="{F807B796-0606-4BF0-9A84-6557326C69B2}" dt="2024-09-03T17:18:57.431" v="5611" actId="20577"/>
        <pc:sldMkLst>
          <pc:docMk/>
          <pc:sldMk cId="2646681002" sldId="1418"/>
        </pc:sldMkLst>
      </pc:sldChg>
      <pc:sldChg chg="modSp new mod">
        <pc:chgData name="Sanmukh Kuppannagari" userId="ad215094-da36-4b66-9c79-369a17aea26b" providerId="ADAL" clId="{F807B796-0606-4BF0-9A84-6557326C69B2}" dt="2024-09-03T17:20:30.540" v="5941" actId="20577"/>
        <pc:sldMkLst>
          <pc:docMk/>
          <pc:sldMk cId="2756067693" sldId="1419"/>
        </pc:sldMkLst>
      </pc:sldChg>
      <pc:sldChg chg="addSp modSp new mod">
        <pc:chgData name="Sanmukh Kuppannagari" userId="ad215094-da36-4b66-9c79-369a17aea26b" providerId="ADAL" clId="{F807B796-0606-4BF0-9A84-6557326C69B2}" dt="2024-09-03T17:26:17.273" v="6104" actId="27636"/>
        <pc:sldMkLst>
          <pc:docMk/>
          <pc:sldMk cId="519883686" sldId="1420"/>
        </pc:sldMkLst>
      </pc:sldChg>
      <pc:sldChg chg="modSp new mod">
        <pc:chgData name="Sanmukh Kuppannagari" userId="ad215094-da36-4b66-9c79-369a17aea26b" providerId="ADAL" clId="{F807B796-0606-4BF0-9A84-6557326C69B2}" dt="2024-09-03T17:27:21.796" v="6281" actId="20577"/>
        <pc:sldMkLst>
          <pc:docMk/>
          <pc:sldMk cId="3752423486" sldId="1421"/>
        </pc:sldMkLst>
      </pc:sldChg>
    </pc:docChg>
  </pc:docChgLst>
  <pc:docChgLst>
    <pc:chgData name="Sanmukh Kuppannagari" userId="ad215094-da36-4b66-9c79-369a17aea26b" providerId="ADAL" clId="{439C25D2-52C8-45C3-890E-95F129DC0D72}"/>
    <pc:docChg chg="custSel modSld">
      <pc:chgData name="Sanmukh Kuppannagari" userId="ad215094-da36-4b66-9c79-369a17aea26b" providerId="ADAL" clId="{439C25D2-52C8-45C3-890E-95F129DC0D72}" dt="2025-10-08T19:46:38.672" v="53" actId="478"/>
      <pc:docMkLst>
        <pc:docMk/>
      </pc:docMkLst>
      <pc:sldChg chg="addSp delSp modSp mod">
        <pc:chgData name="Sanmukh Kuppannagari" userId="ad215094-da36-4b66-9c79-369a17aea26b" providerId="ADAL" clId="{439C25D2-52C8-45C3-890E-95F129DC0D72}" dt="2025-10-08T19:46:38.672" v="53" actId="478"/>
        <pc:sldMkLst>
          <pc:docMk/>
          <pc:sldMk cId="670652363" sldId="1576"/>
        </pc:sldMkLst>
        <pc:grpChg chg="del mod">
          <ac:chgData name="Sanmukh Kuppannagari" userId="ad215094-da36-4b66-9c79-369a17aea26b" providerId="ADAL" clId="{439C25D2-52C8-45C3-890E-95F129DC0D72}" dt="2025-10-08T19:46:36.161" v="52" actId="478"/>
          <ac:grpSpMkLst>
            <pc:docMk/>
            <pc:sldMk cId="670652363" sldId="1576"/>
            <ac:grpSpMk id="28" creationId="{0D128F7C-2F1A-2268-E60E-57E1EB020A65}"/>
          </ac:grpSpMkLst>
        </pc:grpChg>
        <pc:grpChg chg="del mod">
          <ac:chgData name="Sanmukh Kuppannagari" userId="ad215094-da36-4b66-9c79-369a17aea26b" providerId="ADAL" clId="{439C25D2-52C8-45C3-890E-95F129DC0D72}" dt="2025-10-08T19:46:33.474" v="51" actId="478"/>
          <ac:grpSpMkLst>
            <pc:docMk/>
            <pc:sldMk cId="670652363" sldId="1576"/>
            <ac:grpSpMk id="37" creationId="{9A2D6227-E8FA-6A63-FBF1-F0A1A95D3637}"/>
          </ac:grpSpMkLst>
        </pc:grpChg>
        <pc:grpChg chg="del mod">
          <ac:chgData name="Sanmukh Kuppannagari" userId="ad215094-da36-4b66-9c79-369a17aea26b" providerId="ADAL" clId="{439C25D2-52C8-45C3-890E-95F129DC0D72}" dt="2025-10-08T19:46:28.250" v="50" actId="478"/>
          <ac:grpSpMkLst>
            <pc:docMk/>
            <pc:sldMk cId="670652363" sldId="1576"/>
            <ac:grpSpMk id="38" creationId="{60F474F2-1653-2381-4380-582047B5162D}"/>
          </ac:grpSpMkLst>
        </pc:grpChg>
        <pc:grpChg chg="del mod">
          <ac:chgData name="Sanmukh Kuppannagari" userId="ad215094-da36-4b66-9c79-369a17aea26b" providerId="ADAL" clId="{439C25D2-52C8-45C3-890E-95F129DC0D72}" dt="2025-10-08T19:30:43.782" v="33"/>
          <ac:grpSpMkLst>
            <pc:docMk/>
            <pc:sldMk cId="670652363" sldId="1576"/>
            <ac:grpSpMk id="39" creationId="{B2457E4B-3E8E-0BB1-4FA1-0627902C310E}"/>
          </ac:grpSpMkLst>
        </pc:grpChg>
        <pc:grpChg chg="del mod">
          <ac:chgData name="Sanmukh Kuppannagari" userId="ad215094-da36-4b66-9c79-369a17aea26b" providerId="ADAL" clId="{439C25D2-52C8-45C3-890E-95F129DC0D72}" dt="2025-10-08T19:30:43.782" v="33"/>
          <ac:grpSpMkLst>
            <pc:docMk/>
            <pc:sldMk cId="670652363" sldId="1576"/>
            <ac:grpSpMk id="40" creationId="{EF9F9BC6-EE6F-E59C-9291-B32083B458F0}"/>
          </ac:grpSpMkLst>
        </pc:grpChg>
        <pc:grpChg chg="del mod">
          <ac:chgData name="Sanmukh Kuppannagari" userId="ad215094-da36-4b66-9c79-369a17aea26b" providerId="ADAL" clId="{439C25D2-52C8-45C3-890E-95F129DC0D72}" dt="2025-10-08T19:30:43.782" v="33"/>
          <ac:grpSpMkLst>
            <pc:docMk/>
            <pc:sldMk cId="670652363" sldId="1576"/>
            <ac:grpSpMk id="43" creationId="{CF81FACB-AA39-2256-764E-AFB5EAD5400C}"/>
          </ac:grpSpMkLst>
        </pc:grpChg>
        <pc:grpChg chg="del mod">
          <ac:chgData name="Sanmukh Kuppannagari" userId="ad215094-da36-4b66-9c79-369a17aea26b" providerId="ADAL" clId="{439C25D2-52C8-45C3-890E-95F129DC0D72}" dt="2025-10-08T19:30:36.467" v="24"/>
          <ac:grpSpMkLst>
            <pc:docMk/>
            <pc:sldMk cId="670652363" sldId="1576"/>
            <ac:grpSpMk id="50" creationId="{BAA0EDC2-F61C-8D34-938C-48A6DA9FE946}"/>
          </ac:grpSpMkLst>
        </pc:grpChg>
        <pc:grpChg chg="del mod">
          <ac:chgData name="Sanmukh Kuppannagari" userId="ad215094-da36-4b66-9c79-369a17aea26b" providerId="ADAL" clId="{439C25D2-52C8-45C3-890E-95F129DC0D72}" dt="2025-10-08T19:30:43.782" v="33"/>
          <ac:grpSpMkLst>
            <pc:docMk/>
            <pc:sldMk cId="670652363" sldId="1576"/>
            <ac:grpSpMk id="51" creationId="{A9291092-4C03-B7FA-DAEC-066560E31255}"/>
          </ac:grpSpMkLst>
        </pc:grpChg>
        <pc:grpChg chg="del mod">
          <ac:chgData name="Sanmukh Kuppannagari" userId="ad215094-da36-4b66-9c79-369a17aea26b" providerId="ADAL" clId="{439C25D2-52C8-45C3-890E-95F129DC0D72}" dt="2025-10-08T19:30:43.782" v="33"/>
          <ac:grpSpMkLst>
            <pc:docMk/>
            <pc:sldMk cId="670652363" sldId="1576"/>
            <ac:grpSpMk id="54" creationId="{B1BCEF77-5FEF-D679-D371-08246DFFFEED}"/>
          </ac:grpSpMkLst>
        </pc:grpChg>
        <pc:grpChg chg="del mod">
          <ac:chgData name="Sanmukh Kuppannagari" userId="ad215094-da36-4b66-9c79-369a17aea26b" providerId="ADAL" clId="{439C25D2-52C8-45C3-890E-95F129DC0D72}" dt="2025-10-08T19:30:51.153" v="37"/>
          <ac:grpSpMkLst>
            <pc:docMk/>
            <pc:sldMk cId="670652363" sldId="1576"/>
            <ac:grpSpMk id="60" creationId="{0AED29CE-214E-EA4B-DBA5-87FA14A53845}"/>
          </ac:grpSpMkLst>
        </pc:grpChg>
        <pc:grpChg chg="del mod">
          <ac:chgData name="Sanmukh Kuppannagari" userId="ad215094-da36-4b66-9c79-369a17aea26b" providerId="ADAL" clId="{439C25D2-52C8-45C3-890E-95F129DC0D72}" dt="2025-10-08T19:30:51.153" v="37"/>
          <ac:grpSpMkLst>
            <pc:docMk/>
            <pc:sldMk cId="670652363" sldId="1576"/>
            <ac:grpSpMk id="61" creationId="{34D79B52-D3E2-BB37-3848-8C660E7EF5CC}"/>
          </ac:grpSpMkLst>
        </pc:grpChg>
        <pc:grpChg chg="del mod">
          <ac:chgData name="Sanmukh Kuppannagari" userId="ad215094-da36-4b66-9c79-369a17aea26b" providerId="ADAL" clId="{439C25D2-52C8-45C3-890E-95F129DC0D72}" dt="2025-10-08T19:30:57.911" v="39"/>
          <ac:grpSpMkLst>
            <pc:docMk/>
            <pc:sldMk cId="670652363" sldId="1576"/>
            <ac:grpSpMk id="65" creationId="{50241AF3-F615-4766-1D49-F251E92928F7}"/>
          </ac:grpSpMkLst>
        </pc:grpChg>
        <pc:grpChg chg="del mod">
          <ac:chgData name="Sanmukh Kuppannagari" userId="ad215094-da36-4b66-9c79-369a17aea26b" providerId="ADAL" clId="{439C25D2-52C8-45C3-890E-95F129DC0D72}" dt="2025-10-08T19:31:22.834" v="47"/>
          <ac:grpSpMkLst>
            <pc:docMk/>
            <pc:sldMk cId="670652363" sldId="1576"/>
            <ac:grpSpMk id="67" creationId="{ADB84B99-202D-2AC7-90B7-5E7538F3D03C}"/>
          </ac:grpSpMkLst>
        </pc:grpChg>
        <pc:grpChg chg="del mod">
          <ac:chgData name="Sanmukh Kuppannagari" userId="ad215094-da36-4b66-9c79-369a17aea26b" providerId="ADAL" clId="{439C25D2-52C8-45C3-890E-95F129DC0D72}" dt="2025-10-08T19:46:38.672" v="53" actId="478"/>
          <ac:grpSpMkLst>
            <pc:docMk/>
            <pc:sldMk cId="670652363" sldId="1576"/>
            <ac:grpSpMk id="73" creationId="{7B3382A8-E656-CECD-D97A-5EE88137B80C}"/>
          </ac:grpSpMkLst>
        </pc:grpChg>
        <pc:grpChg chg="del mod">
          <ac:chgData name="Sanmukh Kuppannagari" userId="ad215094-da36-4b66-9c79-369a17aea26b" providerId="ADAL" clId="{439C25D2-52C8-45C3-890E-95F129DC0D72}" dt="2025-10-08T19:46:22.174" v="48" actId="478"/>
          <ac:grpSpMkLst>
            <pc:docMk/>
            <pc:sldMk cId="670652363" sldId="1576"/>
            <ac:grpSpMk id="75" creationId="{4B4B19B7-238D-7FAD-CF68-06207CC0C882}"/>
          </ac:grpSpMkLst>
        </pc:grpChg>
        <pc:inkChg chg="add mod">
          <ac:chgData name="Sanmukh Kuppannagari" userId="ad215094-da36-4b66-9c79-369a17aea26b" providerId="ADAL" clId="{439C25D2-52C8-45C3-890E-95F129DC0D72}" dt="2025-10-08T19:30:14.629" v="5"/>
          <ac:inkMkLst>
            <pc:docMk/>
            <pc:sldMk cId="670652363" sldId="1576"/>
            <ac:inkMk id="19" creationId="{B0671B48-4FA2-3CBB-96B4-2FCC34712A61}"/>
          </ac:inkMkLst>
        </pc:inkChg>
        <pc:inkChg chg="add mod">
          <ac:chgData name="Sanmukh Kuppannagari" userId="ad215094-da36-4b66-9c79-369a17aea26b" providerId="ADAL" clId="{439C25D2-52C8-45C3-890E-95F129DC0D72}" dt="2025-10-08T19:30:14.629" v="5"/>
          <ac:inkMkLst>
            <pc:docMk/>
            <pc:sldMk cId="670652363" sldId="1576"/>
            <ac:inkMk id="23" creationId="{63C01086-CF34-3FFF-EFFC-3A7F4015021F}"/>
          </ac:inkMkLst>
        </pc:inkChg>
        <pc:inkChg chg="add mod">
          <ac:chgData name="Sanmukh Kuppannagari" userId="ad215094-da36-4b66-9c79-369a17aea26b" providerId="ADAL" clId="{439C25D2-52C8-45C3-890E-95F129DC0D72}" dt="2025-10-08T19:30:14.629" v="5"/>
          <ac:inkMkLst>
            <pc:docMk/>
            <pc:sldMk cId="670652363" sldId="1576"/>
            <ac:inkMk id="24" creationId="{6DBAAFEA-535D-5B0B-7F72-3D8B7769EC2F}"/>
          </ac:inkMkLst>
        </pc:inkChg>
        <pc:inkChg chg="add mod">
          <ac:chgData name="Sanmukh Kuppannagari" userId="ad215094-da36-4b66-9c79-369a17aea26b" providerId="ADAL" clId="{439C25D2-52C8-45C3-890E-95F129DC0D72}" dt="2025-10-08T19:30:14.629" v="5"/>
          <ac:inkMkLst>
            <pc:docMk/>
            <pc:sldMk cId="670652363" sldId="1576"/>
            <ac:inkMk id="25" creationId="{DC13854A-EFE8-0120-D196-0D05FDC7FE7C}"/>
          </ac:inkMkLst>
        </pc:inkChg>
        <pc:inkChg chg="add mod">
          <ac:chgData name="Sanmukh Kuppannagari" userId="ad215094-da36-4b66-9c79-369a17aea26b" providerId="ADAL" clId="{439C25D2-52C8-45C3-890E-95F129DC0D72}" dt="2025-10-08T19:30:14.629" v="5"/>
          <ac:inkMkLst>
            <pc:docMk/>
            <pc:sldMk cId="670652363" sldId="1576"/>
            <ac:inkMk id="26" creationId="{D5E1FB82-9221-6132-069F-BD6F5C133FCD}"/>
          </ac:inkMkLst>
        </pc:inkChg>
        <pc:inkChg chg="add">
          <ac:chgData name="Sanmukh Kuppannagari" userId="ad215094-da36-4b66-9c79-369a17aea26b" providerId="ADAL" clId="{439C25D2-52C8-45C3-890E-95F129DC0D72}" dt="2025-10-08T19:30:19.392" v="6" actId="9405"/>
          <ac:inkMkLst>
            <pc:docMk/>
            <pc:sldMk cId="670652363" sldId="1576"/>
            <ac:inkMk id="29" creationId="{C4976C7B-9197-B29F-6B27-9986878AD478}"/>
          </ac:inkMkLst>
        </pc:inkChg>
        <pc:inkChg chg="add mod">
          <ac:chgData name="Sanmukh Kuppannagari" userId="ad215094-da36-4b66-9c79-369a17aea26b" providerId="ADAL" clId="{439C25D2-52C8-45C3-890E-95F129DC0D72}" dt="2025-10-08T19:31:22.834" v="47"/>
          <ac:inkMkLst>
            <pc:docMk/>
            <pc:sldMk cId="670652363" sldId="1576"/>
            <ac:inkMk id="30" creationId="{49A43BC4-F404-4305-7761-CB4E09BF99DA}"/>
          </ac:inkMkLst>
        </pc:inkChg>
        <pc:inkChg chg="add mod">
          <ac:chgData name="Sanmukh Kuppannagari" userId="ad215094-da36-4b66-9c79-369a17aea26b" providerId="ADAL" clId="{439C25D2-52C8-45C3-890E-95F129DC0D72}" dt="2025-10-08T19:30:26.339" v="14"/>
          <ac:inkMkLst>
            <pc:docMk/>
            <pc:sldMk cId="670652363" sldId="1576"/>
            <ac:inkMk id="31" creationId="{AD135440-0D9B-3F2E-72FC-57410E24F9F8}"/>
          </ac:inkMkLst>
        </pc:inkChg>
        <pc:inkChg chg="add">
          <ac:chgData name="Sanmukh Kuppannagari" userId="ad215094-da36-4b66-9c79-369a17aea26b" providerId="ADAL" clId="{439C25D2-52C8-45C3-890E-95F129DC0D72}" dt="2025-10-08T19:30:23.356" v="9" actId="9405"/>
          <ac:inkMkLst>
            <pc:docMk/>
            <pc:sldMk cId="670652363" sldId="1576"/>
            <ac:inkMk id="32" creationId="{5ED2B027-38BA-658E-0A6E-A42681FA8B26}"/>
          </ac:inkMkLst>
        </pc:inkChg>
        <pc:inkChg chg="add mod">
          <ac:chgData name="Sanmukh Kuppannagari" userId="ad215094-da36-4b66-9c79-369a17aea26b" providerId="ADAL" clId="{439C25D2-52C8-45C3-890E-95F129DC0D72}" dt="2025-10-08T19:30:26.339" v="14"/>
          <ac:inkMkLst>
            <pc:docMk/>
            <pc:sldMk cId="670652363" sldId="1576"/>
            <ac:inkMk id="33" creationId="{F75E6BB5-FAC4-2748-0112-30BFC9C2CC6B}"/>
          </ac:inkMkLst>
        </pc:inkChg>
        <pc:inkChg chg="add mod">
          <ac:chgData name="Sanmukh Kuppannagari" userId="ad215094-da36-4b66-9c79-369a17aea26b" providerId="ADAL" clId="{439C25D2-52C8-45C3-890E-95F129DC0D72}" dt="2025-10-08T19:30:26.339" v="14"/>
          <ac:inkMkLst>
            <pc:docMk/>
            <pc:sldMk cId="670652363" sldId="1576"/>
            <ac:inkMk id="34" creationId="{84126B39-E297-E330-8D8E-287ED03563C7}"/>
          </ac:inkMkLst>
        </pc:inkChg>
        <pc:inkChg chg="add mod">
          <ac:chgData name="Sanmukh Kuppannagari" userId="ad215094-da36-4b66-9c79-369a17aea26b" providerId="ADAL" clId="{439C25D2-52C8-45C3-890E-95F129DC0D72}" dt="2025-10-08T19:30:26.339" v="14"/>
          <ac:inkMkLst>
            <pc:docMk/>
            <pc:sldMk cId="670652363" sldId="1576"/>
            <ac:inkMk id="35" creationId="{7F76A5F7-BF9F-536B-A274-03910C5EE927}"/>
          </ac:inkMkLst>
        </pc:inkChg>
        <pc:inkChg chg="add mod">
          <ac:chgData name="Sanmukh Kuppannagari" userId="ad215094-da36-4b66-9c79-369a17aea26b" providerId="ADAL" clId="{439C25D2-52C8-45C3-890E-95F129DC0D72}" dt="2025-10-08T19:30:26.339" v="14"/>
          <ac:inkMkLst>
            <pc:docMk/>
            <pc:sldMk cId="670652363" sldId="1576"/>
            <ac:inkMk id="36" creationId="{E447B316-BDEF-3369-26C8-C8F4F4406AE4}"/>
          </ac:inkMkLst>
        </pc:inkChg>
        <pc:inkChg chg="add mod">
          <ac:chgData name="Sanmukh Kuppannagari" userId="ad215094-da36-4b66-9c79-369a17aea26b" providerId="ADAL" clId="{439C25D2-52C8-45C3-890E-95F129DC0D72}" dt="2025-10-08T19:31:22.834" v="47"/>
          <ac:inkMkLst>
            <pc:docMk/>
            <pc:sldMk cId="670652363" sldId="1576"/>
            <ac:inkMk id="41" creationId="{C6E69DCA-7CD9-BFEE-E14D-9625E26915E3}"/>
          </ac:inkMkLst>
        </pc:inkChg>
        <pc:inkChg chg="add mod">
          <ac:chgData name="Sanmukh Kuppannagari" userId="ad215094-da36-4b66-9c79-369a17aea26b" providerId="ADAL" clId="{439C25D2-52C8-45C3-890E-95F129DC0D72}" dt="2025-10-08T19:30:32.131" v="17"/>
          <ac:inkMkLst>
            <pc:docMk/>
            <pc:sldMk cId="670652363" sldId="1576"/>
            <ac:inkMk id="42" creationId="{0DA150B8-2677-5AF3-99EA-F3C4203993A8}"/>
          </ac:inkMkLst>
        </pc:inkChg>
        <pc:inkChg chg="add mod">
          <ac:chgData name="Sanmukh Kuppannagari" userId="ad215094-da36-4b66-9c79-369a17aea26b" providerId="ADAL" clId="{439C25D2-52C8-45C3-890E-95F129DC0D72}" dt="2025-10-08T19:31:22.834" v="47"/>
          <ac:inkMkLst>
            <pc:docMk/>
            <pc:sldMk cId="670652363" sldId="1576"/>
            <ac:inkMk id="44" creationId="{E09898AA-A63E-EC91-3344-37816F190289}"/>
          </ac:inkMkLst>
        </pc:inkChg>
        <pc:inkChg chg="add mod">
          <ac:chgData name="Sanmukh Kuppannagari" userId="ad215094-da36-4b66-9c79-369a17aea26b" providerId="ADAL" clId="{439C25D2-52C8-45C3-890E-95F129DC0D72}" dt="2025-10-08T19:30:36.467" v="24"/>
          <ac:inkMkLst>
            <pc:docMk/>
            <pc:sldMk cId="670652363" sldId="1576"/>
            <ac:inkMk id="45" creationId="{929C8279-42B6-8367-D743-2B2E1849D775}"/>
          </ac:inkMkLst>
        </pc:inkChg>
        <pc:inkChg chg="add mod">
          <ac:chgData name="Sanmukh Kuppannagari" userId="ad215094-da36-4b66-9c79-369a17aea26b" providerId="ADAL" clId="{439C25D2-52C8-45C3-890E-95F129DC0D72}" dt="2025-10-08T19:31:22.834" v="47"/>
          <ac:inkMkLst>
            <pc:docMk/>
            <pc:sldMk cId="670652363" sldId="1576"/>
            <ac:inkMk id="46" creationId="{6A209E51-683F-9104-BC5E-85197405BE0D}"/>
          </ac:inkMkLst>
        </pc:inkChg>
        <pc:inkChg chg="add mod">
          <ac:chgData name="Sanmukh Kuppannagari" userId="ad215094-da36-4b66-9c79-369a17aea26b" providerId="ADAL" clId="{439C25D2-52C8-45C3-890E-95F129DC0D72}" dt="2025-10-08T19:30:36.467" v="24"/>
          <ac:inkMkLst>
            <pc:docMk/>
            <pc:sldMk cId="670652363" sldId="1576"/>
            <ac:inkMk id="47" creationId="{33D03EC3-2A75-399E-1CDB-8A9CB5F867F6}"/>
          </ac:inkMkLst>
        </pc:inkChg>
        <pc:inkChg chg="add del mod">
          <ac:chgData name="Sanmukh Kuppannagari" userId="ad215094-da36-4b66-9c79-369a17aea26b" providerId="ADAL" clId="{439C25D2-52C8-45C3-890E-95F129DC0D72}" dt="2025-10-08T19:46:25.088" v="49" actId="478"/>
          <ac:inkMkLst>
            <pc:docMk/>
            <pc:sldMk cId="670652363" sldId="1576"/>
            <ac:inkMk id="48" creationId="{2BE95ABA-DB3A-9C71-05F7-E498A5B7268D}"/>
          </ac:inkMkLst>
        </pc:inkChg>
        <pc:inkChg chg="add mod">
          <ac:chgData name="Sanmukh Kuppannagari" userId="ad215094-da36-4b66-9c79-369a17aea26b" providerId="ADAL" clId="{439C25D2-52C8-45C3-890E-95F129DC0D72}" dt="2025-10-08T19:30:36.467" v="24"/>
          <ac:inkMkLst>
            <pc:docMk/>
            <pc:sldMk cId="670652363" sldId="1576"/>
            <ac:inkMk id="49" creationId="{8779A30F-5B6C-31CE-F73F-06228A9B7E5E}"/>
          </ac:inkMkLst>
        </pc:inkChg>
        <pc:inkChg chg="add mod">
          <ac:chgData name="Sanmukh Kuppannagari" userId="ad215094-da36-4b66-9c79-369a17aea26b" providerId="ADAL" clId="{439C25D2-52C8-45C3-890E-95F129DC0D72}" dt="2025-10-08T19:30:40.053" v="27"/>
          <ac:inkMkLst>
            <pc:docMk/>
            <pc:sldMk cId="670652363" sldId="1576"/>
            <ac:inkMk id="52" creationId="{083F2677-DA96-1B68-6ABA-6A9777C1D32A}"/>
          </ac:inkMkLst>
        </pc:inkChg>
        <pc:inkChg chg="add mod">
          <ac:chgData name="Sanmukh Kuppannagari" userId="ad215094-da36-4b66-9c79-369a17aea26b" providerId="ADAL" clId="{439C25D2-52C8-45C3-890E-95F129DC0D72}" dt="2025-10-08T19:30:40.053" v="27"/>
          <ac:inkMkLst>
            <pc:docMk/>
            <pc:sldMk cId="670652363" sldId="1576"/>
            <ac:inkMk id="53" creationId="{6B8C8F14-0C5C-618E-C817-06A3C2A133E4}"/>
          </ac:inkMkLst>
        </pc:inkChg>
        <pc:inkChg chg="add mod">
          <ac:chgData name="Sanmukh Kuppannagari" userId="ad215094-da36-4b66-9c79-369a17aea26b" providerId="ADAL" clId="{439C25D2-52C8-45C3-890E-95F129DC0D72}" dt="2025-10-08T19:31:22.834" v="47"/>
          <ac:inkMkLst>
            <pc:docMk/>
            <pc:sldMk cId="670652363" sldId="1576"/>
            <ac:inkMk id="55" creationId="{B6B9C21B-112C-D573-8EBB-751C75733200}"/>
          </ac:inkMkLst>
        </pc:inkChg>
        <pc:inkChg chg="add mod">
          <ac:chgData name="Sanmukh Kuppannagari" userId="ad215094-da36-4b66-9c79-369a17aea26b" providerId="ADAL" clId="{439C25D2-52C8-45C3-890E-95F129DC0D72}" dt="2025-10-08T19:31:22.834" v="47"/>
          <ac:inkMkLst>
            <pc:docMk/>
            <pc:sldMk cId="670652363" sldId="1576"/>
            <ac:inkMk id="56" creationId="{433B386F-C79A-DF45-F6FC-8602583C6D09}"/>
          </ac:inkMkLst>
        </pc:inkChg>
        <pc:inkChg chg="add">
          <ac:chgData name="Sanmukh Kuppannagari" userId="ad215094-da36-4b66-9c79-369a17aea26b" providerId="ADAL" clId="{439C25D2-52C8-45C3-890E-95F129DC0D72}" dt="2025-10-08T19:30:41.950" v="30" actId="9405"/>
          <ac:inkMkLst>
            <pc:docMk/>
            <pc:sldMk cId="670652363" sldId="1576"/>
            <ac:inkMk id="57" creationId="{538BF4E5-6CD4-84BA-15DB-997F34449507}"/>
          </ac:inkMkLst>
        </pc:inkChg>
        <pc:inkChg chg="add">
          <ac:chgData name="Sanmukh Kuppannagari" userId="ad215094-da36-4b66-9c79-369a17aea26b" providerId="ADAL" clId="{439C25D2-52C8-45C3-890E-95F129DC0D72}" dt="2025-10-08T19:30:42.493" v="31" actId="9405"/>
          <ac:inkMkLst>
            <pc:docMk/>
            <pc:sldMk cId="670652363" sldId="1576"/>
            <ac:inkMk id="58" creationId="{D5FD0AAF-4D7B-E2CA-640C-F007904605D0}"/>
          </ac:inkMkLst>
        </pc:inkChg>
        <pc:inkChg chg="add mod">
          <ac:chgData name="Sanmukh Kuppannagari" userId="ad215094-da36-4b66-9c79-369a17aea26b" providerId="ADAL" clId="{439C25D2-52C8-45C3-890E-95F129DC0D72}" dt="2025-10-08T19:31:22.834" v="47"/>
          <ac:inkMkLst>
            <pc:docMk/>
            <pc:sldMk cId="670652363" sldId="1576"/>
            <ac:inkMk id="59" creationId="{218BBC04-D95C-33BA-61C8-FAD2608A883E}"/>
          </ac:inkMkLst>
        </pc:inkChg>
        <pc:inkChg chg="add">
          <ac:chgData name="Sanmukh Kuppannagari" userId="ad215094-da36-4b66-9c79-369a17aea26b" providerId="ADAL" clId="{439C25D2-52C8-45C3-890E-95F129DC0D72}" dt="2025-10-08T19:30:49.203" v="34" actId="9405"/>
          <ac:inkMkLst>
            <pc:docMk/>
            <pc:sldMk cId="670652363" sldId="1576"/>
            <ac:inkMk id="62" creationId="{3717F186-75FB-226F-B864-4CA79C88D19D}"/>
          </ac:inkMkLst>
        </pc:inkChg>
        <pc:inkChg chg="add mod">
          <ac:chgData name="Sanmukh Kuppannagari" userId="ad215094-da36-4b66-9c79-369a17aea26b" providerId="ADAL" clId="{439C25D2-52C8-45C3-890E-95F129DC0D72}" dt="2025-10-08T19:31:22.834" v="47"/>
          <ac:inkMkLst>
            <pc:docMk/>
            <pc:sldMk cId="670652363" sldId="1576"/>
            <ac:inkMk id="63" creationId="{93403AB7-02B7-939A-100D-635A0A242DC1}"/>
          </ac:inkMkLst>
        </pc:inkChg>
        <pc:inkChg chg="add">
          <ac:chgData name="Sanmukh Kuppannagari" userId="ad215094-da36-4b66-9c79-369a17aea26b" providerId="ADAL" clId="{439C25D2-52C8-45C3-890E-95F129DC0D72}" dt="2025-10-08T19:30:50.618" v="36" actId="9405"/>
          <ac:inkMkLst>
            <pc:docMk/>
            <pc:sldMk cId="670652363" sldId="1576"/>
            <ac:inkMk id="64" creationId="{812D5F06-32F7-516C-3D4C-37EF7E8165CF}"/>
          </ac:inkMkLst>
        </pc:inkChg>
        <pc:inkChg chg="add">
          <ac:chgData name="Sanmukh Kuppannagari" userId="ad215094-da36-4b66-9c79-369a17aea26b" providerId="ADAL" clId="{439C25D2-52C8-45C3-890E-95F129DC0D72}" dt="2025-10-08T19:30:56.887" v="38" actId="9405"/>
          <ac:inkMkLst>
            <pc:docMk/>
            <pc:sldMk cId="670652363" sldId="1576"/>
            <ac:inkMk id="66" creationId="{259A4ECE-ABCE-E618-B4B5-51800BC6AEFC}"/>
          </ac:inkMkLst>
        </pc:inkChg>
        <pc:inkChg chg="add mod">
          <ac:chgData name="Sanmukh Kuppannagari" userId="ad215094-da36-4b66-9c79-369a17aea26b" providerId="ADAL" clId="{439C25D2-52C8-45C3-890E-95F129DC0D72}" dt="2025-10-08T19:31:05.804" v="45"/>
          <ac:inkMkLst>
            <pc:docMk/>
            <pc:sldMk cId="670652363" sldId="1576"/>
            <ac:inkMk id="68" creationId="{011F7149-BE45-060F-9D54-80FD5A16EDDC}"/>
          </ac:inkMkLst>
        </pc:inkChg>
        <pc:inkChg chg="add mod">
          <ac:chgData name="Sanmukh Kuppannagari" userId="ad215094-da36-4b66-9c79-369a17aea26b" providerId="ADAL" clId="{439C25D2-52C8-45C3-890E-95F129DC0D72}" dt="2025-10-08T19:31:05.804" v="45"/>
          <ac:inkMkLst>
            <pc:docMk/>
            <pc:sldMk cId="670652363" sldId="1576"/>
            <ac:inkMk id="69" creationId="{12CEFB55-3E31-34FC-1949-5F82C65DBAD0}"/>
          </ac:inkMkLst>
        </pc:inkChg>
        <pc:inkChg chg="add mod">
          <ac:chgData name="Sanmukh Kuppannagari" userId="ad215094-da36-4b66-9c79-369a17aea26b" providerId="ADAL" clId="{439C25D2-52C8-45C3-890E-95F129DC0D72}" dt="2025-10-08T19:31:05.804" v="45"/>
          <ac:inkMkLst>
            <pc:docMk/>
            <pc:sldMk cId="670652363" sldId="1576"/>
            <ac:inkMk id="70" creationId="{DCDB83EC-F48B-704A-1FFD-906777AC8F0B}"/>
          </ac:inkMkLst>
        </pc:inkChg>
        <pc:inkChg chg="add mod">
          <ac:chgData name="Sanmukh Kuppannagari" userId="ad215094-da36-4b66-9c79-369a17aea26b" providerId="ADAL" clId="{439C25D2-52C8-45C3-890E-95F129DC0D72}" dt="2025-10-08T19:31:05.804" v="45"/>
          <ac:inkMkLst>
            <pc:docMk/>
            <pc:sldMk cId="670652363" sldId="1576"/>
            <ac:inkMk id="71" creationId="{280A8AAA-9763-E733-1E27-EFD08E911B94}"/>
          </ac:inkMkLst>
        </pc:inkChg>
        <pc:inkChg chg="add mod">
          <ac:chgData name="Sanmukh Kuppannagari" userId="ad215094-da36-4b66-9c79-369a17aea26b" providerId="ADAL" clId="{439C25D2-52C8-45C3-890E-95F129DC0D72}" dt="2025-10-08T19:31:05.804" v="45"/>
          <ac:inkMkLst>
            <pc:docMk/>
            <pc:sldMk cId="670652363" sldId="1576"/>
            <ac:inkMk id="72" creationId="{CA80A0B8-78B2-FFF6-1473-2DE94646C622}"/>
          </ac:inkMkLst>
        </pc:inkChg>
        <pc:inkChg chg="add">
          <ac:chgData name="Sanmukh Kuppannagari" userId="ad215094-da36-4b66-9c79-369a17aea26b" providerId="ADAL" clId="{439C25D2-52C8-45C3-890E-95F129DC0D72}" dt="2025-10-08T19:31:21.785" v="46" actId="9405"/>
          <ac:inkMkLst>
            <pc:docMk/>
            <pc:sldMk cId="670652363" sldId="1576"/>
            <ac:inkMk id="74" creationId="{F6A268EB-D0BE-FE31-CBF8-AC91A85EE743}"/>
          </ac:inkMkLst>
        </pc:inkChg>
      </pc:sldChg>
    </pc:docChg>
  </pc:docChgLst>
  <pc:docChgLst>
    <pc:chgData name="Sanmukh Kuppannagari" userId="ad215094-da36-4b66-9c79-369a17aea26b" providerId="ADAL" clId="{81DCEDA7-60EA-499B-B80C-1BDE2D6C1E99}"/>
    <pc:docChg chg="undo custSel addSld delSld modSld sldOrd">
      <pc:chgData name="Sanmukh Kuppannagari" userId="ad215094-da36-4b66-9c79-369a17aea26b" providerId="ADAL" clId="{81DCEDA7-60EA-499B-B80C-1BDE2D6C1E99}" dt="2024-09-12T15:51:00.215" v="2933" actId="478"/>
      <pc:docMkLst>
        <pc:docMk/>
      </pc:docMkLst>
      <pc:sldChg chg="modSp mod">
        <pc:chgData name="Sanmukh Kuppannagari" userId="ad215094-da36-4b66-9c79-369a17aea26b" providerId="ADAL" clId="{81DCEDA7-60EA-499B-B80C-1BDE2D6C1E99}" dt="2024-09-12T12:59:35.358" v="296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81DCEDA7-60EA-499B-B80C-1BDE2D6C1E99}" dt="2024-09-12T12:58:23.147" v="262" actId="20577"/>
        <pc:sldMkLst>
          <pc:docMk/>
          <pc:sldMk cId="2017305151" sldId="261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18063122" sldId="34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287006485" sldId="34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41016882" sldId="34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998572678" sldId="35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590445591" sldId="35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349920142" sldId="35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740634628" sldId="35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2194659" sldId="35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1469683" sldId="373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72326915" sldId="37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81DCEDA7-60EA-499B-B80C-1BDE2D6C1E99}" dt="2024-09-12T15:36:10.680" v="2760" actId="2057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83873654" sldId="42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88738288" sldId="42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93507665" sldId="43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7871764" sldId="43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8865837" sldId="43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2553672" sldId="43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61697695" sldId="43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967081645" sldId="46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829024903" sldId="6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233672176" sldId="1228"/>
        </pc:sldMkLst>
      </pc:sldChg>
      <pc:sldChg chg="modSp add mod">
        <pc:chgData name="Sanmukh Kuppannagari" userId="ad215094-da36-4b66-9c79-369a17aea26b" providerId="ADAL" clId="{81DCEDA7-60EA-499B-B80C-1BDE2D6C1E99}" dt="2024-09-12T12:57:24.938" v="256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692180613" sldId="123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4095821644" sldId="12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559763505" sldId="1241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178271313" sldId="1242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45386772" sldId="125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83670839" sldId="12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18864358" sldId="12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87861397" sldId="12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706379635" sldId="12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88572601" sldId="12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11274223" sldId="12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69816698" sldId="12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375916416" sldId="12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96076742" sldId="12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347974" sldId="12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63333809" sldId="12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61059533" sldId="12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69872445" sldId="126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1496660" sldId="12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49417311" sldId="12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81443244" sldId="12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87788205" sldId="12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224902270" sldId="12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0267348" sldId="12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64167782" sldId="12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26195366" sldId="12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15725712" sldId="12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12480366" sldId="127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39462493" sldId="128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81DCEDA7-60EA-499B-B80C-1BDE2D6C1E99}" dt="2024-09-12T12:44:56.821" v="144" actId="47"/>
        <pc:sldMkLst>
          <pc:docMk/>
          <pc:sldMk cId="2646681002" sldId="141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024660992" sldId="142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732262" sldId="142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162645904" sldId="1424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23648906" sldId="142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061472416" sldId="1426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09825613" sldId="1427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521121717" sldId="142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988378371" sldId="142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300145823" sldId="143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799776817" sldId="143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670905119" sldId="143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681725977" sldId="143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10148444" sldId="1434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2895113626" sldId="1435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1065455456" sldId="1436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4249774978" sldId="1437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744848553" sldId="1438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911730472" sldId="143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806484747" sldId="144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510140089" sldId="144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98400876" sldId="144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310307108" sldId="144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39455098" sldId="144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5438658" sldId="144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28700108" sldId="144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48580318" sldId="144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96653468" sldId="144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80408666" sldId="144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60134973" sldId="145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02584918" sldId="1452"/>
        </pc:sldMkLst>
      </pc:sldChg>
      <pc:sldChg chg="modSp add del mod">
        <pc:chgData name="Sanmukh Kuppannagari" userId="ad215094-da36-4b66-9c79-369a17aea26b" providerId="ADAL" clId="{81DCEDA7-60EA-499B-B80C-1BDE2D6C1E99}" dt="2024-09-12T13:58:59.660" v="579" actId="20577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37042343" sldId="14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77584720" sldId="14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01611775" sldId="14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32978893" sldId="14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77200157" sldId="14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26247998" sldId="14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6065322" sldId="14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28985795" sldId="14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19324463" sldId="14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373048709" sldId="14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075436054" sldId="14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72022406" sldId="146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74961130" sldId="14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693279848" sldId="14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77406003" sldId="14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13176791" sldId="14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90536048" sldId="14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20050802" sldId="14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4454124" sldId="14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95382800" sldId="14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02332589" sldId="14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57084145" sldId="1475"/>
        </pc:sldMkLst>
      </pc:sldChg>
      <pc:sldChg chg="modSp add mod">
        <pc:chgData name="Sanmukh Kuppannagari" userId="ad215094-da36-4b66-9c79-369a17aea26b" providerId="ADAL" clId="{81DCEDA7-60EA-499B-B80C-1BDE2D6C1E99}" dt="2024-09-12T12:58:38.148" v="273" actId="20577"/>
        <pc:sldMkLst>
          <pc:docMk/>
          <pc:sldMk cId="1535296341" sldId="1476"/>
        </pc:sldMkLst>
      </pc:sldChg>
      <pc:sldChg chg="modSp add mod">
        <pc:chgData name="Sanmukh Kuppannagari" userId="ad215094-da36-4b66-9c79-369a17aea26b" providerId="ADAL" clId="{81DCEDA7-60EA-499B-B80C-1BDE2D6C1E99}" dt="2024-09-12T12:59:20.577" v="294"/>
        <pc:sldMkLst>
          <pc:docMk/>
          <pc:sldMk cId="359220519" sldId="1477"/>
        </pc:sldMkLst>
      </pc:sldChg>
      <pc:sldChg chg="modSp add del mod">
        <pc:chgData name="Sanmukh Kuppannagari" userId="ad215094-da36-4b66-9c79-369a17aea26b" providerId="ADAL" clId="{81DCEDA7-60EA-499B-B80C-1BDE2D6C1E99}" dt="2024-09-12T12:59:01.682" v="283" actId="2696"/>
        <pc:sldMkLst>
          <pc:docMk/>
          <pc:sldMk cId="4025197292" sldId="1477"/>
        </pc:sldMkLst>
      </pc:sldChg>
      <pc:sldChg chg="modSp add mod">
        <pc:chgData name="Sanmukh Kuppannagari" userId="ad215094-da36-4b66-9c79-369a17aea26b" providerId="ADAL" clId="{81DCEDA7-60EA-499B-B80C-1BDE2D6C1E99}" dt="2024-09-12T12:58:58.410" v="282" actId="20577"/>
        <pc:sldMkLst>
          <pc:docMk/>
          <pc:sldMk cId="3637780389" sldId="1478"/>
        </pc:sldMkLst>
      </pc:sldChg>
      <pc:sldChg chg="add">
        <pc:chgData name="Sanmukh Kuppannagari" userId="ad215094-da36-4b66-9c79-369a17aea26b" providerId="ADAL" clId="{81DCEDA7-60EA-499B-B80C-1BDE2D6C1E99}" dt="2024-09-12T12:47:09.761" v="153"/>
        <pc:sldMkLst>
          <pc:docMk/>
          <pc:sldMk cId="2565918572" sldId="1479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1533588936" sldId="1480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2551489107" sldId="1481"/>
        </pc:sldMkLst>
      </pc:sldChg>
      <pc:sldChg chg="add">
        <pc:chgData name="Sanmukh Kuppannagari" userId="ad215094-da36-4b66-9c79-369a17aea26b" providerId="ADAL" clId="{81DCEDA7-60EA-499B-B80C-1BDE2D6C1E99}" dt="2024-09-12T12:48:03.531" v="155"/>
        <pc:sldMkLst>
          <pc:docMk/>
          <pc:sldMk cId="1137888738" sldId="1482"/>
        </pc:sldMkLst>
      </pc:sldChg>
      <pc:sldChg chg="add">
        <pc:chgData name="Sanmukh Kuppannagari" userId="ad215094-da36-4b66-9c79-369a17aea26b" providerId="ADAL" clId="{81DCEDA7-60EA-499B-B80C-1BDE2D6C1E99}" dt="2024-09-12T12:48:30.050" v="156"/>
        <pc:sldMkLst>
          <pc:docMk/>
          <pc:sldMk cId="1749571042" sldId="1483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073926282" sldId="1484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951002451" sldId="1485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093951396" sldId="1486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27016912" sldId="1487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581566112" sldId="1488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895175968" sldId="1489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883266803" sldId="1490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432030833" sldId="1491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851547733" sldId="1492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110247357" sldId="1493"/>
        </pc:sldMkLst>
      </pc:sldChg>
      <pc:sldChg chg="modSp new mod">
        <pc:chgData name="Sanmukh Kuppannagari" userId="ad215094-da36-4b66-9c79-369a17aea26b" providerId="ADAL" clId="{81DCEDA7-60EA-499B-B80C-1BDE2D6C1E99}" dt="2024-09-12T14:00:50.976" v="584" actId="207"/>
        <pc:sldMkLst>
          <pc:docMk/>
          <pc:sldMk cId="1048702013" sldId="1494"/>
        </pc:sldMkLst>
      </pc:sldChg>
      <pc:sldChg chg="modSp add mod">
        <pc:chgData name="Sanmukh Kuppannagari" userId="ad215094-da36-4b66-9c79-369a17aea26b" providerId="ADAL" clId="{81DCEDA7-60EA-499B-B80C-1BDE2D6C1E99}" dt="2024-09-12T14:05:25.961" v="700" actId="20577"/>
        <pc:sldMkLst>
          <pc:docMk/>
          <pc:sldMk cId="383901888" sldId="1495"/>
        </pc:sldMkLst>
      </pc:sldChg>
      <pc:sldChg chg="modSp new mod">
        <pc:chgData name="Sanmukh Kuppannagari" userId="ad215094-da36-4b66-9c79-369a17aea26b" providerId="ADAL" clId="{81DCEDA7-60EA-499B-B80C-1BDE2D6C1E99}" dt="2024-09-12T14:08:34.517" v="815" actId="20577"/>
        <pc:sldMkLst>
          <pc:docMk/>
          <pc:sldMk cId="1607590641" sldId="1496"/>
        </pc:sldMkLst>
      </pc:sldChg>
      <pc:sldChg chg="modSp add mod">
        <pc:chgData name="Sanmukh Kuppannagari" userId="ad215094-da36-4b66-9c79-369a17aea26b" providerId="ADAL" clId="{81DCEDA7-60EA-499B-B80C-1BDE2D6C1E99}" dt="2024-09-12T14:09:35.042" v="950" actId="207"/>
        <pc:sldMkLst>
          <pc:docMk/>
          <pc:sldMk cId="3416366971" sldId="1497"/>
        </pc:sldMkLst>
      </pc:sldChg>
      <pc:sldChg chg="addSp modSp new mod">
        <pc:chgData name="Sanmukh Kuppannagari" userId="ad215094-da36-4b66-9c79-369a17aea26b" providerId="ADAL" clId="{81DCEDA7-60EA-499B-B80C-1BDE2D6C1E99}" dt="2024-09-12T14:17:44.139" v="1359" actId="20577"/>
        <pc:sldMkLst>
          <pc:docMk/>
          <pc:sldMk cId="3466822053" sldId="1498"/>
        </pc:sldMkLst>
      </pc:sldChg>
      <pc:sldChg chg="addSp delSp modSp new mod">
        <pc:chgData name="Sanmukh Kuppannagari" userId="ad215094-da36-4b66-9c79-369a17aea26b" providerId="ADAL" clId="{81DCEDA7-60EA-499B-B80C-1BDE2D6C1E99}" dt="2024-09-12T14:57:18.679" v="1742" actId="20577"/>
        <pc:sldMkLst>
          <pc:docMk/>
          <pc:sldMk cId="1318329734" sldId="1499"/>
        </pc:sldMkLst>
      </pc:sldChg>
      <pc:sldChg chg="delSp modSp add del ord">
        <pc:chgData name="Sanmukh Kuppannagari" userId="ad215094-da36-4b66-9c79-369a17aea26b" providerId="ADAL" clId="{81DCEDA7-60EA-499B-B80C-1BDE2D6C1E99}" dt="2024-09-12T14:53:42.299" v="1716" actId="47"/>
        <pc:sldMkLst>
          <pc:docMk/>
          <pc:sldMk cId="838647199" sldId="1500"/>
        </pc:sldMkLst>
      </pc:sldChg>
      <pc:sldChg chg="addSp delSp modSp new mod">
        <pc:chgData name="Sanmukh Kuppannagari" userId="ad215094-da36-4b66-9c79-369a17aea26b" providerId="ADAL" clId="{81DCEDA7-60EA-499B-B80C-1BDE2D6C1E99}" dt="2024-09-12T14:58:26.565" v="1822" actId="207"/>
        <pc:sldMkLst>
          <pc:docMk/>
          <pc:sldMk cId="2356971427" sldId="1500"/>
        </pc:sldMkLst>
      </pc:sldChg>
      <pc:sldChg chg="modSp add mod">
        <pc:chgData name="Sanmukh Kuppannagari" userId="ad215094-da36-4b66-9c79-369a17aea26b" providerId="ADAL" clId="{81DCEDA7-60EA-499B-B80C-1BDE2D6C1E99}" dt="2024-09-12T14:59:46.295" v="1848" actId="207"/>
        <pc:sldMkLst>
          <pc:docMk/>
          <pc:sldMk cId="4018545262" sldId="1501"/>
        </pc:sldMkLst>
      </pc:sldChg>
      <pc:sldChg chg="addSp delSp modSp add mod">
        <pc:chgData name="Sanmukh Kuppannagari" userId="ad215094-da36-4b66-9c79-369a17aea26b" providerId="ADAL" clId="{81DCEDA7-60EA-499B-B80C-1BDE2D6C1E99}" dt="2024-09-12T15:01:27.407" v="1942" actId="207"/>
        <pc:sldMkLst>
          <pc:docMk/>
          <pc:sldMk cId="2635305440" sldId="1502"/>
        </pc:sldMkLst>
      </pc:sldChg>
      <pc:sldChg chg="modSp add mod">
        <pc:chgData name="Sanmukh Kuppannagari" userId="ad215094-da36-4b66-9c79-369a17aea26b" providerId="ADAL" clId="{81DCEDA7-60EA-499B-B80C-1BDE2D6C1E99}" dt="2024-09-12T15:02:55.224" v="1993" actId="20577"/>
        <pc:sldMkLst>
          <pc:docMk/>
          <pc:sldMk cId="1450447005" sldId="1503"/>
        </pc:sldMkLst>
      </pc:sldChg>
      <pc:sldChg chg="modSp add mod">
        <pc:chgData name="Sanmukh Kuppannagari" userId="ad215094-da36-4b66-9c79-369a17aea26b" providerId="ADAL" clId="{81DCEDA7-60EA-499B-B80C-1BDE2D6C1E99}" dt="2024-09-12T15:03:51.608" v="2086" actId="20577"/>
        <pc:sldMkLst>
          <pc:docMk/>
          <pc:sldMk cId="591644866" sldId="1504"/>
        </pc:sldMkLst>
      </pc:sldChg>
      <pc:sldChg chg="modSp add mod">
        <pc:chgData name="Sanmukh Kuppannagari" userId="ad215094-da36-4b66-9c79-369a17aea26b" providerId="ADAL" clId="{81DCEDA7-60EA-499B-B80C-1BDE2D6C1E99}" dt="2024-09-12T15:04:56.785" v="2252" actId="207"/>
        <pc:sldMkLst>
          <pc:docMk/>
          <pc:sldMk cId="4226465458" sldId="1505"/>
        </pc:sldMkLst>
      </pc:sldChg>
      <pc:sldChg chg="addSp modSp add mod">
        <pc:chgData name="Sanmukh Kuppannagari" userId="ad215094-da36-4b66-9c79-369a17aea26b" providerId="ADAL" clId="{81DCEDA7-60EA-499B-B80C-1BDE2D6C1E99}" dt="2024-09-12T15:30:38.888" v="2434" actId="20577"/>
        <pc:sldMkLst>
          <pc:docMk/>
          <pc:sldMk cId="2571495037" sldId="1506"/>
        </pc:sldMkLst>
      </pc:sldChg>
      <pc:sldChg chg="modSp add mod">
        <pc:chgData name="Sanmukh Kuppannagari" userId="ad215094-da36-4b66-9c79-369a17aea26b" providerId="ADAL" clId="{81DCEDA7-60EA-499B-B80C-1BDE2D6C1E99}" dt="2024-09-12T15:32:17.818" v="2477" actId="207"/>
        <pc:sldMkLst>
          <pc:docMk/>
          <pc:sldMk cId="2267279555" sldId="1507"/>
        </pc:sldMkLst>
      </pc:sldChg>
      <pc:sldChg chg="modSp new mod">
        <pc:chgData name="Sanmukh Kuppannagari" userId="ad215094-da36-4b66-9c79-369a17aea26b" providerId="ADAL" clId="{81DCEDA7-60EA-499B-B80C-1BDE2D6C1E99}" dt="2024-09-12T15:35:01.939" v="2561" actId="20577"/>
        <pc:sldMkLst>
          <pc:docMk/>
          <pc:sldMk cId="1753430728" sldId="1508"/>
        </pc:sldMkLst>
      </pc:sldChg>
      <pc:sldChg chg="modSp new mod">
        <pc:chgData name="Sanmukh Kuppannagari" userId="ad215094-da36-4b66-9c79-369a17aea26b" providerId="ADAL" clId="{81DCEDA7-60EA-499B-B80C-1BDE2D6C1E99}" dt="2024-09-12T15:35:55.337" v="2712" actId="20577"/>
        <pc:sldMkLst>
          <pc:docMk/>
          <pc:sldMk cId="1438830724" sldId="1509"/>
        </pc:sldMkLst>
      </pc:sldChg>
      <pc:sldChg chg="addSp delSp modSp new mod">
        <pc:chgData name="Sanmukh Kuppannagari" userId="ad215094-da36-4b66-9c79-369a17aea26b" providerId="ADAL" clId="{81DCEDA7-60EA-499B-B80C-1BDE2D6C1E99}" dt="2024-09-12T15:46:38.329" v="2852" actId="122"/>
        <pc:sldMkLst>
          <pc:docMk/>
          <pc:sldMk cId="1897212904" sldId="1510"/>
        </pc:sldMkLst>
      </pc:sldChg>
      <pc:sldChg chg="addSp modSp add mod">
        <pc:chgData name="Sanmukh Kuppannagari" userId="ad215094-da36-4b66-9c79-369a17aea26b" providerId="ADAL" clId="{81DCEDA7-60EA-499B-B80C-1BDE2D6C1E99}" dt="2024-09-12T15:49:36.633" v="2906" actId="207"/>
        <pc:sldMkLst>
          <pc:docMk/>
          <pc:sldMk cId="2991715139" sldId="1511"/>
        </pc:sldMkLst>
      </pc:sldChg>
      <pc:sldChg chg="addSp delSp modSp add mod">
        <pc:chgData name="Sanmukh Kuppannagari" userId="ad215094-da36-4b66-9c79-369a17aea26b" providerId="ADAL" clId="{81DCEDA7-60EA-499B-B80C-1BDE2D6C1E99}" dt="2024-09-12T15:51:00.215" v="2933" actId="478"/>
        <pc:sldMkLst>
          <pc:docMk/>
          <pc:sldMk cId="1042445932" sldId="1512"/>
        </pc:sldMkLst>
      </pc:sldChg>
    </pc:docChg>
  </pc:docChgLst>
  <pc:docChgLst>
    <pc:chgData name="Sanmukh Kuppannagari" userId="ad215094-da36-4b66-9c79-369a17aea26b" providerId="ADAL" clId="{AA11B565-206C-4EF0-881B-47DE8798C588}"/>
    <pc:docChg chg="undo custSel addSld delSld modSld sldOrd">
      <pc:chgData name="Sanmukh Kuppannagari" userId="ad215094-da36-4b66-9c79-369a17aea26b" providerId="ADAL" clId="{AA11B565-206C-4EF0-881B-47DE8798C588}" dt="2024-10-01T14:08:02.554" v="5632" actId="47"/>
      <pc:docMkLst>
        <pc:docMk/>
      </pc:docMkLst>
      <pc:sldChg chg="modSp mod">
        <pc:chgData name="Sanmukh Kuppannagari" userId="ad215094-da36-4b66-9c79-369a17aea26b" providerId="ADAL" clId="{AA11B565-206C-4EF0-881B-47DE8798C588}" dt="2024-10-01T09:58:55.217" v="4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AA11B565-206C-4EF0-881B-47DE8798C588}" dt="2024-10-01T09:59:06.456" v="19" actId="20577"/>
        <pc:sldMkLst>
          <pc:docMk/>
          <pc:sldMk cId="2017305151" sldId="261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34877374" sldId="31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37731969" sldId="31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422666" sldId="31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230029266" sldId="3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79505598" sldId="3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496462880" sldId="36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89731522" sldId="36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86263254" sldId="37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54907447" sldId="38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38842979" sldId="38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771660" sldId="385"/>
        </pc:sldMkLst>
      </pc:sldChg>
      <pc:sldChg chg="add">
        <pc:chgData name="Sanmukh Kuppannagari" userId="ad215094-da36-4b66-9c79-369a17aea26b" providerId="ADAL" clId="{AA11B565-206C-4EF0-881B-47DE8798C588}" dt="2024-10-01T10:05:48.128" v="596"/>
        <pc:sldMkLst>
          <pc:docMk/>
          <pc:sldMk cId="1402981858" sldId="38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181382666" sldId="40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19194896" sldId="4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47479394" sldId="4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51680372" sldId="4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736426824" sldId="4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0019786" sldId="4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2145031" sldId="4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699708138" sldId="12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53964490" sldId="12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037780407" sldId="12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79534324" sldId="1233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3857326952" sldId="1234"/>
        </pc:sldMkLst>
      </pc:sldChg>
      <pc:sldChg chg="addSp delSp modSp add mod">
        <pc:chgData name="Sanmukh Kuppannagari" userId="ad215094-da36-4b66-9c79-369a17aea26b" providerId="ADAL" clId="{AA11B565-206C-4EF0-881B-47DE8798C588}" dt="2024-10-01T11:07:20.802" v="3082" actId="1076"/>
        <pc:sldMkLst>
          <pc:docMk/>
          <pc:sldMk cId="2152651734" sldId="12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24545071" sldId="1238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3423587688" sldId="1304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1249666363" sldId="1305"/>
        </pc:sldMkLst>
      </pc:sldChg>
      <pc:sldChg chg="addSp delSp modSp add mod">
        <pc:chgData name="Sanmukh Kuppannagari" userId="ad215094-da36-4b66-9c79-369a17aea26b" providerId="ADAL" clId="{AA11B565-206C-4EF0-881B-47DE8798C588}" dt="2024-10-01T11:14:09.005" v="3149" actId="20577"/>
        <pc:sldMkLst>
          <pc:docMk/>
          <pc:sldMk cId="2044792240" sldId="1306"/>
        </pc:sldMkLst>
      </pc:sldChg>
      <pc:sldChg chg="addSp modSp add mod">
        <pc:chgData name="Sanmukh Kuppannagari" userId="ad215094-da36-4b66-9c79-369a17aea26b" providerId="ADAL" clId="{AA11B565-206C-4EF0-881B-47DE8798C588}" dt="2024-10-01T11:14:16.062" v="3150"/>
        <pc:sldMkLst>
          <pc:docMk/>
          <pc:sldMk cId="1826032475" sldId="1307"/>
        </pc:sldMkLst>
      </pc:sldChg>
      <pc:sldChg chg="addSp modSp add mod">
        <pc:chgData name="Sanmukh Kuppannagari" userId="ad215094-da36-4b66-9c79-369a17aea26b" providerId="ADAL" clId="{AA11B565-206C-4EF0-881B-47DE8798C588}" dt="2024-10-01T11:14:19.432" v="3151"/>
        <pc:sldMkLst>
          <pc:docMk/>
          <pc:sldMk cId="2121754159" sldId="1308"/>
        </pc:sldMkLst>
      </pc:sldChg>
      <pc:sldChg chg="addSp modSp add mod">
        <pc:chgData name="Sanmukh Kuppannagari" userId="ad215094-da36-4b66-9c79-369a17aea26b" providerId="ADAL" clId="{AA11B565-206C-4EF0-881B-47DE8798C588}" dt="2024-10-01T11:05:27.831" v="2857" actId="2057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120287752" sldId="1310"/>
        </pc:sldMkLst>
      </pc:sldChg>
      <pc:sldChg chg="addSp modSp add mod">
        <pc:chgData name="Sanmukh Kuppannagari" userId="ad215094-da36-4b66-9c79-369a17aea26b" providerId="ADAL" clId="{AA11B565-206C-4EF0-881B-47DE8798C588}" dt="2024-10-01T11:16:51.587" v="3211" actId="14100"/>
        <pc:sldMkLst>
          <pc:docMk/>
          <pc:sldMk cId="2652461517" sldId="1311"/>
        </pc:sldMkLst>
      </pc:sldChg>
      <pc:sldChg chg="addSp modSp add">
        <pc:chgData name="Sanmukh Kuppannagari" userId="ad215094-da36-4b66-9c79-369a17aea26b" providerId="ADAL" clId="{AA11B565-206C-4EF0-881B-47DE8798C588}" dt="2024-10-01T11:17:00.366" v="3212"/>
        <pc:sldMkLst>
          <pc:docMk/>
          <pc:sldMk cId="284065558" sldId="1312"/>
        </pc:sldMkLst>
      </pc:sldChg>
      <pc:sldChg chg="addSp modSp add">
        <pc:chgData name="Sanmukh Kuppannagari" userId="ad215094-da36-4b66-9c79-369a17aea26b" providerId="ADAL" clId="{AA11B565-206C-4EF0-881B-47DE8798C588}" dt="2024-10-01T11:17:12.644" v="3213"/>
        <pc:sldMkLst>
          <pc:docMk/>
          <pc:sldMk cId="303362016" sldId="1313"/>
        </pc:sldMkLst>
      </pc:sldChg>
      <pc:sldChg chg="addSp delSp modSp add mod">
        <pc:chgData name="Sanmukh Kuppannagari" userId="ad215094-da36-4b66-9c79-369a17aea26b" providerId="ADAL" clId="{AA11B565-206C-4EF0-881B-47DE8798C588}" dt="2024-10-01T11:24:38.186" v="3272" actId="478"/>
        <pc:sldMkLst>
          <pc:docMk/>
          <pc:sldMk cId="1137941797" sldId="1314"/>
        </pc:sldMkLst>
      </pc:sldChg>
      <pc:sldChg chg="addSp modSp add mod">
        <pc:chgData name="Sanmukh Kuppannagari" userId="ad215094-da36-4b66-9c79-369a17aea26b" providerId="ADAL" clId="{AA11B565-206C-4EF0-881B-47DE8798C588}" dt="2024-10-01T11:36:59.712" v="3420" actId="1076"/>
        <pc:sldMkLst>
          <pc:docMk/>
          <pc:sldMk cId="1070225856" sldId="1315"/>
        </pc:sldMkLst>
      </pc:sldChg>
      <pc:sldChg chg="modSp add mod">
        <pc:chgData name="Sanmukh Kuppannagari" userId="ad215094-da36-4b66-9c79-369a17aea26b" providerId="ADAL" clId="{AA11B565-206C-4EF0-881B-47DE8798C588}" dt="2024-10-01T11:52:49.664" v="3890" actId="27636"/>
        <pc:sldMkLst>
          <pc:docMk/>
          <pc:sldMk cId="3769246865" sldId="1316"/>
        </pc:sldMkLst>
      </pc:sldChg>
      <pc:sldChg chg="modSp add mod">
        <pc:chgData name="Sanmukh Kuppannagari" userId="ad215094-da36-4b66-9c79-369a17aea26b" providerId="ADAL" clId="{AA11B565-206C-4EF0-881B-47DE8798C588}" dt="2024-10-01T13:51:42.692" v="5037"/>
        <pc:sldMkLst>
          <pc:docMk/>
          <pc:sldMk cId="3610053994" sldId="1317"/>
        </pc:sldMkLst>
      </pc:sldChg>
      <pc:sldChg chg="addSp delSp modSp add mod">
        <pc:chgData name="Sanmukh Kuppannagari" userId="ad215094-da36-4b66-9c79-369a17aea26b" providerId="ADAL" clId="{AA11B565-206C-4EF0-881B-47DE8798C588}" dt="2024-10-01T13:39:20.194" v="4580" actId="20577"/>
        <pc:sldMkLst>
          <pc:docMk/>
          <pc:sldMk cId="2864732836" sldId="1318"/>
        </pc:sldMkLst>
      </pc:sldChg>
      <pc:sldChg chg="modSp add">
        <pc:chgData name="Sanmukh Kuppannagari" userId="ad215094-da36-4b66-9c79-369a17aea26b" providerId="ADAL" clId="{AA11B565-206C-4EF0-881B-47DE8798C588}" dt="2024-10-01T13:51:57.821" v="5047" actId="20577"/>
        <pc:sldMkLst>
          <pc:docMk/>
          <pc:sldMk cId="1541579916" sldId="1319"/>
        </pc:sldMkLst>
      </pc:sldChg>
      <pc:sldChg chg="addSp modSp add mod">
        <pc:chgData name="Sanmukh Kuppannagari" userId="ad215094-da36-4b66-9c79-369a17aea26b" providerId="ADAL" clId="{AA11B565-206C-4EF0-881B-47DE8798C588}" dt="2024-10-01T11:50:28.923" v="3663" actId="2057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727594955" sldId="132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025259238" sldId="1323"/>
        </pc:sldMkLst>
      </pc:sldChg>
      <pc:sldChg chg="modSp add mod">
        <pc:chgData name="Sanmukh Kuppannagari" userId="ad215094-da36-4b66-9c79-369a17aea26b" providerId="ADAL" clId="{AA11B565-206C-4EF0-881B-47DE8798C588}" dt="2024-10-01T14:05:54.496" v="5475" actId="20577"/>
        <pc:sldMkLst>
          <pc:docMk/>
          <pc:sldMk cId="433802440" sldId="1324"/>
        </pc:sldMkLst>
      </pc:sldChg>
      <pc:sldChg chg="modSp add mod">
        <pc:chgData name="Sanmukh Kuppannagari" userId="ad215094-da36-4b66-9c79-369a17aea26b" providerId="ADAL" clId="{AA11B565-206C-4EF0-881B-47DE8798C588}" dt="2024-10-01T14:07:04.043" v="5578" actId="20577"/>
        <pc:sldMkLst>
          <pc:docMk/>
          <pc:sldMk cId="1510092015" sldId="1325"/>
        </pc:sldMkLst>
      </pc:sldChg>
      <pc:sldChg chg="modSp add">
        <pc:chgData name="Sanmukh Kuppannagari" userId="ad215094-da36-4b66-9c79-369a17aea26b" providerId="ADAL" clId="{AA11B565-206C-4EF0-881B-47DE8798C588}" dt="2024-10-01T14:02:27.400" v="5259" actId="2057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882075548" sldId="132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13054822" sldId="1328"/>
        </pc:sldMkLst>
      </pc:sldChg>
      <pc:sldChg chg="modSp add mod">
        <pc:chgData name="Sanmukh Kuppannagari" userId="ad215094-da36-4b66-9c79-369a17aea26b" providerId="ADAL" clId="{AA11B565-206C-4EF0-881B-47DE8798C588}" dt="2024-10-01T14:07:59.552" v="5631" actId="6549"/>
        <pc:sldMkLst>
          <pc:docMk/>
          <pc:sldMk cId="2090666711" sldId="1329"/>
        </pc:sldMkLst>
      </pc:sldChg>
      <pc:sldChg chg="add del">
        <pc:chgData name="Sanmukh Kuppannagari" userId="ad215094-da36-4b66-9c79-369a17aea26b" providerId="ADAL" clId="{AA11B565-206C-4EF0-881B-47DE8798C588}" dt="2024-10-01T14:08:02.554" v="5632" actId="47"/>
        <pc:sldMkLst>
          <pc:docMk/>
          <pc:sldMk cId="517395871" sldId="133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92168333" sldId="1331"/>
        </pc:sldMkLst>
      </pc:sldChg>
      <pc:sldChg chg="addSp delSp modSp add mod modShow">
        <pc:chgData name="Sanmukh Kuppannagari" userId="ad215094-da36-4b66-9c79-369a17aea26b" providerId="ADAL" clId="{AA11B565-206C-4EF0-881B-47DE8798C588}" dt="2024-10-01T14:00:57.584" v="5255" actId="20577"/>
        <pc:sldMkLst>
          <pc:docMk/>
          <pc:sldMk cId="4063916795" sldId="133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9812825" sldId="1333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521760129" sldId="1334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97549759" sldId="1335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913952742" sldId="133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246694647" sldId="133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611822888" sldId="1338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3710810416" sldId="1339"/>
        </pc:sldMkLst>
      </pc:sldChg>
      <pc:sldChg chg="modSp add mod">
        <pc:chgData name="Sanmukh Kuppannagari" userId="ad215094-da36-4b66-9c79-369a17aea26b" providerId="ADAL" clId="{AA11B565-206C-4EF0-881B-47DE8798C588}" dt="2024-10-01T12:37:05.789" v="4494" actId="20577"/>
        <pc:sldMkLst>
          <pc:docMk/>
          <pc:sldMk cId="330368493" sldId="1340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2647962746" sldId="134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62702247" sldId="1342"/>
        </pc:sldMkLst>
      </pc:sldChg>
      <pc:sldChg chg="addSp modSp add mod">
        <pc:chgData name="Sanmukh Kuppannagari" userId="ad215094-da36-4b66-9c79-369a17aea26b" providerId="ADAL" clId="{AA11B565-206C-4EF0-881B-47DE8798C588}" dt="2024-10-01T10:22:14.887" v="874" actId="208"/>
        <pc:sldMkLst>
          <pc:docMk/>
          <pc:sldMk cId="1718626453" sldId="1343"/>
        </pc:sldMkLst>
      </pc:sldChg>
      <pc:sldChg chg="add">
        <pc:chgData name="Sanmukh Kuppannagari" userId="ad215094-da36-4b66-9c79-369a17aea26b" providerId="ADAL" clId="{AA11B565-206C-4EF0-881B-47DE8798C588}" dt="2024-10-01T10:05:36.200" v="595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66141272" sldId="1453"/>
        </pc:sldMkLst>
      </pc:sldChg>
      <pc:sldChg chg="modSp mod">
        <pc:chgData name="Sanmukh Kuppannagari" userId="ad215094-da36-4b66-9c79-369a17aea26b" providerId="ADAL" clId="{AA11B565-206C-4EF0-881B-47DE8798C588}" dt="2024-10-01T09:59:35.031" v="135" actId="20577"/>
        <pc:sldMkLst>
          <pc:docMk/>
          <pc:sldMk cId="2091044005" sldId="1513"/>
        </pc:sldMkLst>
      </pc:sldChg>
      <pc:sldChg chg="modSp mod">
        <pc:chgData name="Sanmukh Kuppannagari" userId="ad215094-da36-4b66-9c79-369a17aea26b" providerId="ADAL" clId="{AA11B565-206C-4EF0-881B-47DE8798C588}" dt="2024-10-01T10:00:36.240" v="384" actId="20577"/>
        <pc:sldMkLst>
          <pc:docMk/>
          <pc:sldMk cId="48973366" sldId="151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2113540" sldId="15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51048179" sldId="151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70564833" sldId="15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223128325" sldId="15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63376498" sldId="15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29791837" sldId="152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3234935" sldId="152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481763059" sldId="152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17663034" sldId="152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939595551" sldId="152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78398838" sldId="152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7224132" sldId="152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7830899" sldId="152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863297826" sldId="15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83326334" sldId="15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7297747" sldId="153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72806902" sldId="15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49077636" sldId="153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35340187" sldId="15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563148363" sldId="153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60344090" sldId="15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17529413" sldId="15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64603884" sldId="15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96873436" sldId="154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73707918" sldId="15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34998908" sldId="154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27029584" sldId="154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3799951" sldId="154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679798" sldId="154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78971665" sldId="154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55355578" sldId="154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72000199" sldId="1548"/>
        </pc:sldMkLst>
      </pc:sldChg>
      <pc:sldChg chg="modSp new mod">
        <pc:chgData name="Sanmukh Kuppannagari" userId="ad215094-da36-4b66-9c79-369a17aea26b" providerId="ADAL" clId="{AA11B565-206C-4EF0-881B-47DE8798C588}" dt="2024-10-01T10:01:30.466" v="557" actId="20577"/>
        <pc:sldMkLst>
          <pc:docMk/>
          <pc:sldMk cId="312789784" sldId="1549"/>
        </pc:sldMkLst>
      </pc:sldChg>
      <pc:sldChg chg="add">
        <pc:chgData name="Sanmukh Kuppannagari" userId="ad215094-da36-4b66-9c79-369a17aea26b" providerId="ADAL" clId="{AA11B565-206C-4EF0-881B-47DE8798C588}" dt="2024-10-01T10:01:43.558" v="558"/>
        <pc:sldMkLst>
          <pc:docMk/>
          <pc:sldMk cId="3693446765" sldId="1550"/>
        </pc:sldMkLst>
      </pc:sldChg>
      <pc:sldChg chg="modSp add mod">
        <pc:chgData name="Sanmukh Kuppannagari" userId="ad215094-da36-4b66-9c79-369a17aea26b" providerId="ADAL" clId="{AA11B565-206C-4EF0-881B-47DE8798C588}" dt="2024-10-01T10:03:59.521" v="594" actId="20577"/>
        <pc:sldMkLst>
          <pc:docMk/>
          <pc:sldMk cId="1297240811" sldId="1551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1944980054" sldId="1552"/>
        </pc:sldMkLst>
      </pc:sldChg>
      <pc:sldChg chg="addSp delSp modSp add mod">
        <pc:chgData name="Sanmukh Kuppannagari" userId="ad215094-da36-4b66-9c79-369a17aea26b" providerId="ADAL" clId="{AA11B565-206C-4EF0-881B-47DE8798C588}" dt="2024-10-01T10:14:52.887" v="676" actId="478"/>
        <pc:sldMkLst>
          <pc:docMk/>
          <pc:sldMk cId="3777170493" sldId="1553"/>
        </pc:sldMkLst>
      </pc:sldChg>
      <pc:sldChg chg="addSp delSp modSp add mod">
        <pc:chgData name="Sanmukh Kuppannagari" userId="ad215094-da36-4b66-9c79-369a17aea26b" providerId="ADAL" clId="{AA11B565-206C-4EF0-881B-47DE8798C588}" dt="2024-10-01T10:16:46.428" v="759" actId="208"/>
        <pc:sldMkLst>
          <pc:docMk/>
          <pc:sldMk cId="3166067996" sldId="1554"/>
        </pc:sldMkLst>
      </pc:sldChg>
      <pc:sldChg chg="modSp add">
        <pc:chgData name="Sanmukh Kuppannagari" userId="ad215094-da36-4b66-9c79-369a17aea26b" providerId="ADAL" clId="{AA11B565-206C-4EF0-881B-47DE8798C588}" dt="2024-10-01T10:17:44.613" v="781" actId="207"/>
        <pc:sldMkLst>
          <pc:docMk/>
          <pc:sldMk cId="3437991697" sldId="1555"/>
        </pc:sldMkLst>
      </pc:sldChg>
      <pc:sldChg chg="modSp add">
        <pc:chgData name="Sanmukh Kuppannagari" userId="ad215094-da36-4b66-9c79-369a17aea26b" providerId="ADAL" clId="{AA11B565-206C-4EF0-881B-47DE8798C588}" dt="2024-10-01T10:18:05.746" v="791" actId="207"/>
        <pc:sldMkLst>
          <pc:docMk/>
          <pc:sldMk cId="2404150593" sldId="1556"/>
        </pc:sldMkLst>
      </pc:sldChg>
      <pc:sldChg chg="addSp delSp modSp add mod">
        <pc:chgData name="Sanmukh Kuppannagari" userId="ad215094-da36-4b66-9c79-369a17aea26b" providerId="ADAL" clId="{AA11B565-206C-4EF0-881B-47DE8798C588}" dt="2024-10-01T10:23:01.334" v="930" actId="207"/>
        <pc:sldMkLst>
          <pc:docMk/>
          <pc:sldMk cId="3779503060" sldId="1557"/>
        </pc:sldMkLst>
      </pc:sldChg>
      <pc:sldChg chg="modSp add mod">
        <pc:chgData name="Sanmukh Kuppannagari" userId="ad215094-da36-4b66-9c79-369a17aea26b" providerId="ADAL" clId="{AA11B565-206C-4EF0-881B-47DE8798C588}" dt="2024-10-01T10:23:17.888" v="937" actId="207"/>
        <pc:sldMkLst>
          <pc:docMk/>
          <pc:sldMk cId="106497288" sldId="1558"/>
        </pc:sldMkLst>
      </pc:sldChg>
      <pc:sldChg chg="modSp add mod">
        <pc:chgData name="Sanmukh Kuppannagari" userId="ad215094-da36-4b66-9c79-369a17aea26b" providerId="ADAL" clId="{AA11B565-206C-4EF0-881B-47DE8798C588}" dt="2024-10-01T10:23:55.131" v="977" actId="207"/>
        <pc:sldMkLst>
          <pc:docMk/>
          <pc:sldMk cId="3799998865" sldId="1559"/>
        </pc:sldMkLst>
      </pc:sldChg>
      <pc:sldChg chg="modSp add mod">
        <pc:chgData name="Sanmukh Kuppannagari" userId="ad215094-da36-4b66-9c79-369a17aea26b" providerId="ADAL" clId="{AA11B565-206C-4EF0-881B-47DE8798C588}" dt="2024-10-01T10:24:31.261" v="992" actId="20577"/>
        <pc:sldMkLst>
          <pc:docMk/>
          <pc:sldMk cId="2468521858" sldId="1560"/>
        </pc:sldMkLst>
      </pc:sldChg>
      <pc:sldChg chg="modSp add mod">
        <pc:chgData name="Sanmukh Kuppannagari" userId="ad215094-da36-4b66-9c79-369a17aea26b" providerId="ADAL" clId="{AA11B565-206C-4EF0-881B-47DE8798C588}" dt="2024-10-01T10:25:19.458" v="1092" actId="207"/>
        <pc:sldMkLst>
          <pc:docMk/>
          <pc:sldMk cId="4139369451" sldId="1561"/>
        </pc:sldMkLst>
      </pc:sldChg>
      <pc:sldChg chg="modSp add">
        <pc:chgData name="Sanmukh Kuppannagari" userId="ad215094-da36-4b66-9c79-369a17aea26b" providerId="ADAL" clId="{AA11B565-206C-4EF0-881B-47DE8798C588}" dt="2024-10-01T10:25:51.260" v="1108" actId="207"/>
        <pc:sldMkLst>
          <pc:docMk/>
          <pc:sldMk cId="3842374225" sldId="1562"/>
        </pc:sldMkLst>
      </pc:sldChg>
      <pc:sldChg chg="modSp add">
        <pc:chgData name="Sanmukh Kuppannagari" userId="ad215094-da36-4b66-9c79-369a17aea26b" providerId="ADAL" clId="{AA11B565-206C-4EF0-881B-47DE8798C588}" dt="2024-10-01T10:26:43.345" v="1171" actId="207"/>
        <pc:sldMkLst>
          <pc:docMk/>
          <pc:sldMk cId="467876598" sldId="1563"/>
        </pc:sldMkLst>
      </pc:sldChg>
      <pc:sldChg chg="modSp add">
        <pc:chgData name="Sanmukh Kuppannagari" userId="ad215094-da36-4b66-9c79-369a17aea26b" providerId="ADAL" clId="{AA11B565-206C-4EF0-881B-47DE8798C588}" dt="2024-10-01T10:27:11.392" v="1179" actId="207"/>
        <pc:sldMkLst>
          <pc:docMk/>
          <pc:sldMk cId="2623927009" sldId="1564"/>
        </pc:sldMkLst>
      </pc:sldChg>
      <pc:sldChg chg="modSp new mod">
        <pc:chgData name="Sanmukh Kuppannagari" userId="ad215094-da36-4b66-9c79-369a17aea26b" providerId="ADAL" clId="{AA11B565-206C-4EF0-881B-47DE8798C588}" dt="2024-10-01T10:40:02.652" v="2383" actId="27636"/>
        <pc:sldMkLst>
          <pc:docMk/>
          <pc:sldMk cId="2204093479" sldId="1565"/>
        </pc:sldMkLst>
      </pc:sldChg>
      <pc:sldChg chg="modSp new mod">
        <pc:chgData name="Sanmukh Kuppannagari" userId="ad215094-da36-4b66-9c79-369a17aea26b" providerId="ADAL" clId="{AA11B565-206C-4EF0-881B-47DE8798C588}" dt="2024-10-01T11:06:03.324" v="2987" actId="20577"/>
        <pc:sldMkLst>
          <pc:docMk/>
          <pc:sldMk cId="4158087431" sldId="1566"/>
        </pc:sldMkLst>
      </pc:sldChg>
      <pc:sldChg chg="modSp new mod">
        <pc:chgData name="Sanmukh Kuppannagari" userId="ad215094-da36-4b66-9c79-369a17aea26b" providerId="ADAL" clId="{AA11B565-206C-4EF0-881B-47DE8798C588}" dt="2024-10-01T10:57:28.516" v="2762" actId="20577"/>
        <pc:sldMkLst>
          <pc:docMk/>
          <pc:sldMk cId="821460343" sldId="1567"/>
        </pc:sldMkLst>
      </pc:sldChg>
      <pc:sldChg chg="delSp modSp add mod">
        <pc:chgData name="Sanmukh Kuppannagari" userId="ad215094-da36-4b66-9c79-369a17aea26b" providerId="ADAL" clId="{AA11B565-206C-4EF0-881B-47DE8798C588}" dt="2024-10-01T11:11:59.348" v="3093" actId="122"/>
        <pc:sldMkLst>
          <pc:docMk/>
          <pc:sldMk cId="2973146182" sldId="1568"/>
        </pc:sldMkLst>
      </pc:sldChg>
      <pc:sldChg chg="add del">
        <pc:chgData name="Sanmukh Kuppannagari" userId="ad215094-da36-4b66-9c79-369a17aea26b" providerId="ADAL" clId="{AA11B565-206C-4EF0-881B-47DE8798C588}" dt="2024-10-01T11:04:30.100" v="2820"/>
        <pc:sldMkLst>
          <pc:docMk/>
          <pc:sldMk cId="3818436102" sldId="1568"/>
        </pc:sldMkLst>
      </pc:sldChg>
      <pc:sldChg chg="addSp modSp add mod">
        <pc:chgData name="Sanmukh Kuppannagari" userId="ad215094-da36-4b66-9c79-369a17aea26b" providerId="ADAL" clId="{AA11B565-206C-4EF0-881B-47DE8798C588}" dt="2024-10-01T11:12:45.543" v="3129" actId="20577"/>
        <pc:sldMkLst>
          <pc:docMk/>
          <pc:sldMk cId="2321545462" sldId="1569"/>
        </pc:sldMkLst>
      </pc:sldChg>
      <pc:sldChg chg="modSp add mod">
        <pc:chgData name="Sanmukh Kuppannagari" userId="ad215094-da36-4b66-9c79-369a17aea26b" providerId="ADAL" clId="{AA11B565-206C-4EF0-881B-47DE8798C588}" dt="2024-10-01T11:13:01.546" v="3131" actId="1076"/>
        <pc:sldMkLst>
          <pc:docMk/>
          <pc:sldMk cId="1024748460" sldId="1570"/>
        </pc:sldMkLst>
      </pc:sldChg>
      <pc:sldChg chg="addSp delSp modSp add mod">
        <pc:chgData name="Sanmukh Kuppannagari" userId="ad215094-da36-4b66-9c79-369a17aea26b" providerId="ADAL" clId="{AA11B565-206C-4EF0-881B-47DE8798C588}" dt="2024-10-01T11:13:33.815" v="3142" actId="1076"/>
        <pc:sldMkLst>
          <pc:docMk/>
          <pc:sldMk cId="3042058996" sldId="1571"/>
        </pc:sldMkLst>
      </pc:sldChg>
      <pc:sldChg chg="add">
        <pc:chgData name="Sanmukh Kuppannagari" userId="ad215094-da36-4b66-9c79-369a17aea26b" providerId="ADAL" clId="{AA11B565-206C-4EF0-881B-47DE8798C588}" dt="2024-10-01T11:13:20.810" v="3132"/>
        <pc:sldMkLst>
          <pc:docMk/>
          <pc:sldMk cId="2940334320" sldId="1572"/>
        </pc:sldMkLst>
      </pc:sldChg>
      <pc:sldChg chg="delSp modSp add mod">
        <pc:chgData name="Sanmukh Kuppannagari" userId="ad215094-da36-4b66-9c79-369a17aea26b" providerId="ADAL" clId="{AA11B565-206C-4EF0-881B-47DE8798C588}" dt="2024-10-01T11:24:45.046" v="3273" actId="478"/>
        <pc:sldMkLst>
          <pc:docMk/>
          <pc:sldMk cId="570117069" sldId="1573"/>
        </pc:sldMkLst>
      </pc:sldChg>
      <pc:sldChg chg="addSp delSp modSp add mod">
        <pc:chgData name="Sanmukh Kuppannagari" userId="ad215094-da36-4b66-9c79-369a17aea26b" providerId="ADAL" clId="{AA11B565-206C-4EF0-881B-47DE8798C588}" dt="2024-10-01T11:24:56.219" v="3274" actId="478"/>
        <pc:sldMkLst>
          <pc:docMk/>
          <pc:sldMk cId="995901004" sldId="1574"/>
        </pc:sldMkLst>
      </pc:sldChg>
      <pc:sldChg chg="delSp modSp add mod">
        <pc:chgData name="Sanmukh Kuppannagari" userId="ad215094-da36-4b66-9c79-369a17aea26b" providerId="ADAL" clId="{AA11B565-206C-4EF0-881B-47DE8798C588}" dt="2024-10-01T11:25:01.341" v="3275" actId="478"/>
        <pc:sldMkLst>
          <pc:docMk/>
          <pc:sldMk cId="440498288" sldId="1575"/>
        </pc:sldMkLst>
      </pc:sldChg>
      <pc:sldChg chg="delSp modSp add mod">
        <pc:chgData name="Sanmukh Kuppannagari" userId="ad215094-da36-4b66-9c79-369a17aea26b" providerId="ADAL" clId="{AA11B565-206C-4EF0-881B-47DE8798C588}" dt="2024-10-01T11:25:17.466" v="3277" actId="478"/>
        <pc:sldMkLst>
          <pc:docMk/>
          <pc:sldMk cId="670652363" sldId="1576"/>
        </pc:sldMkLst>
      </pc:sldChg>
      <pc:sldChg chg="modSp add mod">
        <pc:chgData name="Sanmukh Kuppannagari" userId="ad215094-da36-4b66-9c79-369a17aea26b" providerId="ADAL" clId="{AA11B565-206C-4EF0-881B-47DE8798C588}" dt="2024-10-01T11:37:50.448" v="3456" actId="20577"/>
        <pc:sldMkLst>
          <pc:docMk/>
          <pc:sldMk cId="3839101789" sldId="1577"/>
        </pc:sldMkLst>
      </pc:sldChg>
      <pc:sldChg chg="delSp modSp add del mod">
        <pc:chgData name="Sanmukh Kuppannagari" userId="ad215094-da36-4b66-9c79-369a17aea26b" providerId="ADAL" clId="{AA11B565-206C-4EF0-881B-47DE8798C588}" dt="2024-10-01T11:25:21.712" v="3278" actId="47"/>
        <pc:sldMkLst>
          <pc:docMk/>
          <pc:sldMk cId="3875852213" sldId="1577"/>
        </pc:sldMkLst>
      </pc:sldChg>
      <pc:sldChg chg="modSp add mod">
        <pc:chgData name="Sanmukh Kuppannagari" userId="ad215094-da36-4b66-9c79-369a17aea26b" providerId="ADAL" clId="{AA11B565-206C-4EF0-881B-47DE8798C588}" dt="2024-10-01T11:38:37.488" v="3475" actId="1076"/>
        <pc:sldMkLst>
          <pc:docMk/>
          <pc:sldMk cId="106292723" sldId="1578"/>
        </pc:sldMkLst>
      </pc:sldChg>
      <pc:sldChg chg="modSp add mod">
        <pc:chgData name="Sanmukh Kuppannagari" userId="ad215094-da36-4b66-9c79-369a17aea26b" providerId="ADAL" clId="{AA11B565-206C-4EF0-881B-47DE8798C588}" dt="2024-10-01T11:39:03.607" v="3515" actId="1076"/>
        <pc:sldMkLst>
          <pc:docMk/>
          <pc:sldMk cId="201330410" sldId="1579"/>
        </pc:sldMkLst>
      </pc:sldChg>
      <pc:sldChg chg="modSp add mod">
        <pc:chgData name="Sanmukh Kuppannagari" userId="ad215094-da36-4b66-9c79-369a17aea26b" providerId="ADAL" clId="{AA11B565-206C-4EF0-881B-47DE8798C588}" dt="2024-10-01T11:52:42.923" v="3885" actId="27636"/>
        <pc:sldMkLst>
          <pc:docMk/>
          <pc:sldMk cId="2481400793" sldId="1580"/>
        </pc:sldMkLst>
      </pc:sldChg>
      <pc:sldChg chg="modSp add">
        <pc:chgData name="Sanmukh Kuppannagari" userId="ad215094-da36-4b66-9c79-369a17aea26b" providerId="ADAL" clId="{AA11B565-206C-4EF0-881B-47DE8798C588}" dt="2024-10-01T13:43:50.810" v="4755" actId="207"/>
        <pc:sldMkLst>
          <pc:docMk/>
          <pc:sldMk cId="3218476509" sldId="1581"/>
        </pc:sldMkLst>
      </pc:sldChg>
      <pc:sldChg chg="modSp add mod">
        <pc:chgData name="Sanmukh Kuppannagari" userId="ad215094-da36-4b66-9c79-369a17aea26b" providerId="ADAL" clId="{AA11B565-206C-4EF0-881B-47DE8798C588}" dt="2024-10-01T13:55:19.647" v="5146" actId="20577"/>
        <pc:sldMkLst>
          <pc:docMk/>
          <pc:sldMk cId="535281774" sldId="1582"/>
        </pc:sldMkLst>
      </pc:sldChg>
      <pc:sldChg chg="add del">
        <pc:chgData name="Sanmukh Kuppannagari" userId="ad215094-da36-4b66-9c79-369a17aea26b" providerId="ADAL" clId="{AA11B565-206C-4EF0-881B-47DE8798C588}" dt="2024-10-01T13:49:44.294" v="5009"/>
        <pc:sldMkLst>
          <pc:docMk/>
          <pc:sldMk cId="2076416953" sldId="1582"/>
        </pc:sldMkLst>
      </pc:sldChg>
      <pc:sldChg chg="modSp add">
        <pc:chgData name="Sanmukh Kuppannagari" userId="ad215094-da36-4b66-9c79-369a17aea26b" providerId="ADAL" clId="{AA11B565-206C-4EF0-881B-47DE8798C588}" dt="2024-10-01T13:51:46.507" v="5038"/>
        <pc:sldMkLst>
          <pc:docMk/>
          <pc:sldMk cId="3330804335" sldId="1583"/>
        </pc:sldMkLst>
      </pc:sldChg>
      <pc:sldChg chg="addSp delSp modSp add mod">
        <pc:chgData name="Sanmukh Kuppannagari" userId="ad215094-da36-4b66-9c79-369a17aea26b" providerId="ADAL" clId="{AA11B565-206C-4EF0-881B-47DE8798C588}" dt="2024-10-01T13:54:07.958" v="5074" actId="478"/>
        <pc:sldMkLst>
          <pc:docMk/>
          <pc:sldMk cId="936452190" sldId="1584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652014047" sldId="1585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3673118713" sldId="1586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1582105460" sldId="1587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2630656864" sldId="1588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501396604" sldId="1589"/>
        </pc:sldMkLst>
      </pc:sldChg>
      <pc:sldChg chg="modSp add mod">
        <pc:chgData name="Sanmukh Kuppannagari" userId="ad215094-da36-4b66-9c79-369a17aea26b" providerId="ADAL" clId="{AA11B565-206C-4EF0-881B-47DE8798C588}" dt="2024-10-01T13:57:24.279" v="5244" actId="20577"/>
        <pc:sldMkLst>
          <pc:docMk/>
          <pc:sldMk cId="1936211990" sldId="1590"/>
        </pc:sldMkLst>
      </pc:sldChg>
      <pc:sldChg chg="add ord">
        <pc:chgData name="Sanmukh Kuppannagari" userId="ad215094-da36-4b66-9c79-369a17aea26b" providerId="ADAL" clId="{AA11B565-206C-4EF0-881B-47DE8798C588}" dt="2024-10-01T13:57:46.397" v="5247"/>
        <pc:sldMkLst>
          <pc:docMk/>
          <pc:sldMk cId="2024305596" sldId="1591"/>
        </pc:sldMkLst>
      </pc:sldChg>
      <pc:sldMasterChg chg="delSldLayout">
        <pc:chgData name="Sanmukh Kuppannagari" userId="ad215094-da36-4b66-9c79-369a17aea26b" providerId="ADAL" clId="{AA11B565-206C-4EF0-881B-47DE8798C588}" dt="2024-10-01T11:53:05.818" v="3891" actId="47"/>
        <pc:sldMasterMkLst>
          <pc:docMk/>
          <pc:sldMasterMk cId="1728476084" sldId="2147483648"/>
        </pc:sldMasterMkLst>
        <pc:sldLayoutChg chg="del">
          <pc:chgData name="Sanmukh Kuppannagari" userId="ad215094-da36-4b66-9c79-369a17aea26b" providerId="ADAL" clId="{AA11B565-206C-4EF0-881B-47DE8798C588}" dt="2024-10-01T11:53:05.818" v="3891" actId="47"/>
          <pc:sldLayoutMkLst>
            <pc:docMk/>
            <pc:sldMasterMk cId="1728476084" sldId="2147483648"/>
            <pc:sldLayoutMk cId="2002986407" sldId="2147483660"/>
          </pc:sldLayoutMkLst>
        </pc:sldLayoutChg>
      </pc:sldMasterChg>
    </pc:docChg>
  </pc:docChgLst>
  <pc:docChgLst>
    <pc:chgData name="Sanmukh Kuppannagari" userId="ad215094-da36-4b66-9c79-369a17aea26b" providerId="ADAL" clId="{613A0AB2-BD56-483A-AC30-AF62202992E8}"/>
    <pc:docChg chg="undo custSel addSld delSld modSld sldOrd">
      <pc:chgData name="Sanmukh Kuppannagari" userId="ad215094-da36-4b66-9c79-369a17aea26b" providerId="ADAL" clId="{613A0AB2-BD56-483A-AC30-AF62202992E8}" dt="2024-09-10T14:08:58.540" v="4073" actId="20577"/>
      <pc:docMkLst>
        <pc:docMk/>
      </pc:docMkLst>
      <pc:sldChg chg="modSp mod">
        <pc:chgData name="Sanmukh Kuppannagari" userId="ad215094-da36-4b66-9c79-369a17aea26b" providerId="ADAL" clId="{613A0AB2-BD56-483A-AC30-AF62202992E8}" dt="2024-09-10T01:24:47.484" v="2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613A0AB2-BD56-483A-AC30-AF62202992E8}" dt="2024-09-10T02:48:27.130" v="2989" actId="6549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50079441" sldId="32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7569566" sldId="33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613A0AB2-BD56-483A-AC30-AF62202992E8}" dt="2024-09-10T01:44:36.823" v="208"/>
        <pc:sldMkLst>
          <pc:docMk/>
          <pc:sldMk cId="2492042211" sldId="354"/>
        </pc:sldMkLst>
      </pc:sldChg>
      <pc:sldChg chg="modSp mod">
        <pc:chgData name="Sanmukh Kuppannagari" userId="ad215094-da36-4b66-9c79-369a17aea26b" providerId="ADAL" clId="{613A0AB2-BD56-483A-AC30-AF62202992E8}" dt="2024-09-10T02:49:54.542" v="3055" actId="15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14761624" sldId="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58598040" sldId="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83873654" sldId="42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88738288" sldId="42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93507665" sldId="43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7871764" sldId="43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8865837" sldId="43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02553672" sldId="43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61697695" sldId="43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845386772" sldId="125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683670839" sldId="125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018864358" sldId="125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787861397" sldId="125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706379635" sldId="125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188572601" sldId="125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11274223" sldId="125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69816698" sldId="125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375916416" sldId="126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96076742" sldId="126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347974" sldId="126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63333809" sldId="126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061059533" sldId="126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69872445" sldId="126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1496660" sldId="126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49417311" sldId="126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981443244" sldId="126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87788205" sldId="126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224902270" sldId="127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430267348" sldId="127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564167782" sldId="127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26195366" sldId="127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15725712" sldId="127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12480366" sldId="127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39462493" sldId="128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73456708" sldId="134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62074433" sldId="134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85318733" sldId="134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90367929" sldId="134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99099576" sldId="134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227676260" sldId="134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262656913" sldId="135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7355194" sldId="135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04131373" sldId="135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34269155" sldId="135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967107891" sldId="135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794884751" sldId="135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15821937" sldId="135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63516898" sldId="136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86344154" sldId="136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56732028" sldId="136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3735269" sldId="136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326920156" sldId="136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59140757" sldId="136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78040195" sldId="136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4771599" sldId="137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906755194" sldId="137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518010934" sldId="137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32106449" sldId="137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3097358" sldId="1375"/>
        </pc:sldMkLst>
      </pc:sldChg>
      <pc:sldChg chg="addSp modSp add del mod">
        <pc:chgData name="Sanmukh Kuppannagari" userId="ad215094-da36-4b66-9c79-369a17aea26b" providerId="ADAL" clId="{613A0AB2-BD56-483A-AC30-AF62202992E8}" dt="2024-09-10T14:04:28.145" v="3383" actId="2057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73852911" sldId="137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85090204" sldId="137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8956546" sldId="137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87291192" sldId="138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729273499" sldId="138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04865990" sldId="138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40536196" sldId="138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28848195" sldId="138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5061855" sldId="138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07384733" sldId="13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06617072" sldId="138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178750" sldId="138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04397812" sldId="1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15784977" sldId="139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79675671" sldId="1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48896675" sldId="139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213479204" sldId="1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698062718" sldId="139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28240830" sldId="139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7004698" sldId="139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87165335" sldId="139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48802495" sldId="139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26423657" sldId="140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76721923" sldId="140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00405277" sldId="1402"/>
        </pc:sldMkLst>
      </pc:sldChg>
      <pc:sldChg chg="del ord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67499912" sldId="140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81972497" sldId="140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54475222" sldId="140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57037968" sldId="140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08826284" sldId="140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15060599" sldId="140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9380334" sldId="14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9742158" sldId="141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50716392" sldId="141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3658469" sldId="141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54853527" sldId="141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58868704" sldId="141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12966043" sldId="141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077281943" sldId="1417"/>
        </pc:sldMkLst>
      </pc:sldChg>
      <pc:sldChg chg="modSp mod">
        <pc:chgData name="Sanmukh Kuppannagari" userId="ad215094-da36-4b66-9c79-369a17aea26b" providerId="ADAL" clId="{613A0AB2-BD56-483A-AC30-AF62202992E8}" dt="2024-09-10T01:28:59.340" v="82" actId="20577"/>
        <pc:sldMkLst>
          <pc:docMk/>
          <pc:sldMk cId="2646681002" sldId="1418"/>
        </pc:sldMkLst>
      </pc:sldChg>
      <pc:sldChg chg="modSp add del mod">
        <pc:chgData name="Sanmukh Kuppannagari" userId="ad215094-da36-4b66-9c79-369a17aea26b" providerId="ADAL" clId="{613A0AB2-BD56-483A-AC30-AF62202992E8}" dt="2024-09-10T02:47:07.772" v="2980" actId="47"/>
        <pc:sldMkLst>
          <pc:docMk/>
          <pc:sldMk cId="1891067080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2756067693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519883686" sldId="1420"/>
        </pc:sldMkLst>
      </pc:sldChg>
      <pc:sldChg chg="modSp add del mod">
        <pc:chgData name="Sanmukh Kuppannagari" userId="ad215094-da36-4b66-9c79-369a17aea26b" providerId="ADAL" clId="{613A0AB2-BD56-483A-AC30-AF62202992E8}" dt="2024-09-10T02:47:34.895" v="2986" actId="47"/>
        <pc:sldMkLst>
          <pc:docMk/>
          <pc:sldMk cId="3547720413" sldId="1420"/>
        </pc:sldMkLst>
      </pc:sldChg>
      <pc:sldChg chg="modSp add del mod">
        <pc:chgData name="Sanmukh Kuppannagari" userId="ad215094-da36-4b66-9c79-369a17aea26b" providerId="ADAL" clId="{613A0AB2-BD56-483A-AC30-AF62202992E8}" dt="2024-09-10T02:49:59.467" v="3056" actId="47"/>
        <pc:sldMkLst>
          <pc:docMk/>
          <pc:sldMk cId="1861580155" sldId="1421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3752423486" sldId="1421"/>
        </pc:sldMkLst>
      </pc:sldChg>
      <pc:sldChg chg="modSp add mod">
        <pc:chgData name="Sanmukh Kuppannagari" userId="ad215094-da36-4b66-9c79-369a17aea26b" providerId="ADAL" clId="{613A0AB2-BD56-483A-AC30-AF62202992E8}" dt="2024-09-10T01:45:21.111" v="210" actId="1076"/>
        <pc:sldMkLst>
          <pc:docMk/>
          <pc:sldMk cId="2024660992" sldId="1422"/>
        </pc:sldMkLst>
      </pc:sldChg>
      <pc:sldChg chg="add">
        <pc:chgData name="Sanmukh Kuppannagari" userId="ad215094-da36-4b66-9c79-369a17aea26b" providerId="ADAL" clId="{613A0AB2-BD56-483A-AC30-AF62202992E8}" dt="2024-09-10T01:32:16.478" v="100"/>
        <pc:sldMkLst>
          <pc:docMk/>
          <pc:sldMk cId="2732262" sldId="1423"/>
        </pc:sldMkLst>
      </pc:sldChg>
      <pc:sldChg chg="add">
        <pc:chgData name="Sanmukh Kuppannagari" userId="ad215094-da36-4b66-9c79-369a17aea26b" providerId="ADAL" clId="{613A0AB2-BD56-483A-AC30-AF62202992E8}" dt="2024-09-10T01:32:48.711" v="101"/>
        <pc:sldMkLst>
          <pc:docMk/>
          <pc:sldMk cId="2162645904" sldId="1424"/>
        </pc:sldMkLst>
      </pc:sldChg>
      <pc:sldChg chg="add">
        <pc:chgData name="Sanmukh Kuppannagari" userId="ad215094-da36-4b66-9c79-369a17aea26b" providerId="ADAL" clId="{613A0AB2-BD56-483A-AC30-AF62202992E8}" dt="2024-09-10T01:33:49.182" v="102"/>
        <pc:sldMkLst>
          <pc:docMk/>
          <pc:sldMk cId="3423648906" sldId="1425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061472416" sldId="1426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09825613" sldId="1427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521121717" sldId="1428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988378371" sldId="142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300145823" sldId="143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799776817" sldId="143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670905119" sldId="143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681725977" sldId="143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410148444" sldId="1434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895113626" sldId="1435"/>
        </pc:sldMkLst>
      </pc:sldChg>
      <pc:sldChg chg="addSp modSp add mod">
        <pc:chgData name="Sanmukh Kuppannagari" userId="ad215094-da36-4b66-9c79-369a17aea26b" providerId="ADAL" clId="{613A0AB2-BD56-483A-AC30-AF62202992E8}" dt="2024-09-10T13:56:57.442" v="3070" actId="14100"/>
        <pc:sldMkLst>
          <pc:docMk/>
          <pc:sldMk cId="1065455456" sldId="1436"/>
        </pc:sldMkLst>
      </pc:sldChg>
      <pc:sldChg chg="addSp modSp add mod">
        <pc:chgData name="Sanmukh Kuppannagari" userId="ad215094-da36-4b66-9c79-369a17aea26b" providerId="ADAL" clId="{613A0AB2-BD56-483A-AC30-AF62202992E8}" dt="2024-09-10T13:57:58.634" v="3083" actId="1076"/>
        <pc:sldMkLst>
          <pc:docMk/>
          <pc:sldMk cId="4249774978" sldId="1437"/>
        </pc:sldMkLst>
      </pc:sldChg>
      <pc:sldChg chg="addSp modSp add mod">
        <pc:chgData name="Sanmukh Kuppannagari" userId="ad215094-da36-4b66-9c79-369a17aea26b" providerId="ADAL" clId="{613A0AB2-BD56-483A-AC30-AF62202992E8}" dt="2024-09-10T13:58:06.256" v="3085" actId="1076"/>
        <pc:sldMkLst>
          <pc:docMk/>
          <pc:sldMk cId="3744848553" sldId="1438"/>
        </pc:sldMkLst>
      </pc:sldChg>
      <pc:sldChg chg="addSp modSp add mod">
        <pc:chgData name="Sanmukh Kuppannagari" userId="ad215094-da36-4b66-9c79-369a17aea26b" providerId="ADAL" clId="{613A0AB2-BD56-483A-AC30-AF62202992E8}" dt="2024-09-10T13:58:13.021" v="3087" actId="1076"/>
        <pc:sldMkLst>
          <pc:docMk/>
          <pc:sldMk cId="3911730472" sldId="143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806484747" sldId="144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510140089" sldId="144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98400876" sldId="144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310307108" sldId="144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39455098" sldId="1444"/>
        </pc:sldMkLst>
      </pc:sldChg>
      <pc:sldChg chg="addSp delSp modSp new mod">
        <pc:chgData name="Sanmukh Kuppannagari" userId="ad215094-da36-4b66-9c79-369a17aea26b" providerId="ADAL" clId="{613A0AB2-BD56-483A-AC30-AF62202992E8}" dt="2024-09-10T01:50:59.559" v="518" actId="20577"/>
        <pc:sldMkLst>
          <pc:docMk/>
          <pc:sldMk cId="2435438658" sldId="1445"/>
        </pc:sldMkLst>
      </pc:sldChg>
      <pc:sldChg chg="addSp modSp add mod">
        <pc:chgData name="Sanmukh Kuppannagari" userId="ad215094-da36-4b66-9c79-369a17aea26b" providerId="ADAL" clId="{613A0AB2-BD56-483A-AC30-AF62202992E8}" dt="2024-09-10T01:56:07.079" v="824" actId="20577"/>
        <pc:sldMkLst>
          <pc:docMk/>
          <pc:sldMk cId="2528700108" sldId="1446"/>
        </pc:sldMkLst>
      </pc:sldChg>
      <pc:sldChg chg="addSp modSp add mod">
        <pc:chgData name="Sanmukh Kuppannagari" userId="ad215094-da36-4b66-9c79-369a17aea26b" providerId="ADAL" clId="{613A0AB2-BD56-483A-AC30-AF62202992E8}" dt="2024-09-10T02:02:04.139" v="1119" actId="20577"/>
        <pc:sldMkLst>
          <pc:docMk/>
          <pc:sldMk cId="3448580318" sldId="1447"/>
        </pc:sldMkLst>
      </pc:sldChg>
      <pc:sldChg chg="modSp add del mod">
        <pc:chgData name="Sanmukh Kuppannagari" userId="ad215094-da36-4b66-9c79-369a17aea26b" providerId="ADAL" clId="{613A0AB2-BD56-483A-AC30-AF62202992E8}" dt="2024-09-10T01:57:11.036" v="974" actId="47"/>
        <pc:sldMkLst>
          <pc:docMk/>
          <pc:sldMk cId="2249879898" sldId="1448"/>
        </pc:sldMkLst>
      </pc:sldChg>
      <pc:sldChg chg="modSp new mod ord">
        <pc:chgData name="Sanmukh Kuppannagari" userId="ad215094-da36-4b66-9c79-369a17aea26b" providerId="ADAL" clId="{613A0AB2-BD56-483A-AC30-AF62202992E8}" dt="2024-09-10T14:00:41.014" v="3120" actId="20577"/>
        <pc:sldMkLst>
          <pc:docMk/>
          <pc:sldMk cId="3596653468" sldId="1448"/>
        </pc:sldMkLst>
      </pc:sldChg>
      <pc:sldChg chg="addSp delSp modSp add mod">
        <pc:chgData name="Sanmukh Kuppannagari" userId="ad215094-da36-4b66-9c79-369a17aea26b" providerId="ADAL" clId="{613A0AB2-BD56-483A-AC30-AF62202992E8}" dt="2024-09-10T02:08:38.970" v="1516" actId="6549"/>
        <pc:sldMkLst>
          <pc:docMk/>
          <pc:sldMk cId="1880408666" sldId="1449"/>
        </pc:sldMkLst>
      </pc:sldChg>
      <pc:sldChg chg="addSp delSp modSp add mod">
        <pc:chgData name="Sanmukh Kuppannagari" userId="ad215094-da36-4b66-9c79-369a17aea26b" providerId="ADAL" clId="{613A0AB2-BD56-483A-AC30-AF62202992E8}" dt="2024-09-10T02:09:46.167" v="1529" actId="1076"/>
        <pc:sldMkLst>
          <pc:docMk/>
          <pc:sldMk cId="4060134973" sldId="1450"/>
        </pc:sldMkLst>
      </pc:sldChg>
      <pc:sldChg chg="add del">
        <pc:chgData name="Sanmukh Kuppannagari" userId="ad215094-da36-4b66-9c79-369a17aea26b" providerId="ADAL" clId="{613A0AB2-BD56-483A-AC30-AF62202992E8}" dt="2024-09-10T02:12:44.420" v="1601" actId="47"/>
        <pc:sldMkLst>
          <pc:docMk/>
          <pc:sldMk cId="3891841292" sldId="1451"/>
        </pc:sldMkLst>
      </pc:sldChg>
      <pc:sldChg chg="addSp delSp modSp add mod">
        <pc:chgData name="Sanmukh Kuppannagari" userId="ad215094-da36-4b66-9c79-369a17aea26b" providerId="ADAL" clId="{613A0AB2-BD56-483A-AC30-AF62202992E8}" dt="2024-09-10T02:12:32.181" v="1600" actId="1076"/>
        <pc:sldMkLst>
          <pc:docMk/>
          <pc:sldMk cId="2002584918" sldId="1452"/>
        </pc:sldMkLst>
      </pc:sldChg>
      <pc:sldChg chg="addSp delSp modSp add mod">
        <pc:chgData name="Sanmukh Kuppannagari" userId="ad215094-da36-4b66-9c79-369a17aea26b" providerId="ADAL" clId="{613A0AB2-BD56-483A-AC30-AF62202992E8}" dt="2024-09-10T02:17:07.136" v="2022" actId="20577"/>
        <pc:sldMkLst>
          <pc:docMk/>
          <pc:sldMk cId="166141272" sldId="1453"/>
        </pc:sldMkLst>
      </pc:sldChg>
      <pc:sldChg chg="addSp delSp modSp new mod">
        <pc:chgData name="Sanmukh Kuppannagari" userId="ad215094-da36-4b66-9c79-369a17aea26b" providerId="ADAL" clId="{613A0AB2-BD56-483A-AC30-AF62202992E8}" dt="2024-09-10T02:29:06.513" v="2400" actId="1076"/>
        <pc:sldMkLst>
          <pc:docMk/>
          <pc:sldMk cId="1637042343" sldId="1454"/>
        </pc:sldMkLst>
      </pc:sldChg>
      <pc:sldChg chg="modSp add mod">
        <pc:chgData name="Sanmukh Kuppannagari" userId="ad215094-da36-4b66-9c79-369a17aea26b" providerId="ADAL" clId="{613A0AB2-BD56-483A-AC30-AF62202992E8}" dt="2024-09-10T02:29:26.921" v="2405" actId="20577"/>
        <pc:sldMkLst>
          <pc:docMk/>
          <pc:sldMk cId="2077584720" sldId="1455"/>
        </pc:sldMkLst>
      </pc:sldChg>
      <pc:sldChg chg="modSp add mod">
        <pc:chgData name="Sanmukh Kuppannagari" userId="ad215094-da36-4b66-9c79-369a17aea26b" providerId="ADAL" clId="{613A0AB2-BD56-483A-AC30-AF62202992E8}" dt="2024-09-10T02:29:53.701" v="2417" actId="1076"/>
        <pc:sldMkLst>
          <pc:docMk/>
          <pc:sldMk cId="1601611775" sldId="1456"/>
        </pc:sldMkLst>
      </pc:sldChg>
      <pc:sldChg chg="addSp delSp modSp add mod">
        <pc:chgData name="Sanmukh Kuppannagari" userId="ad215094-da36-4b66-9c79-369a17aea26b" providerId="ADAL" clId="{613A0AB2-BD56-483A-AC30-AF62202992E8}" dt="2024-09-10T02:32:55.484" v="2474" actId="207"/>
        <pc:sldMkLst>
          <pc:docMk/>
          <pc:sldMk cId="432978893" sldId="1457"/>
        </pc:sldMkLst>
      </pc:sldChg>
      <pc:sldChg chg="addSp modSp add mod">
        <pc:chgData name="Sanmukh Kuppannagari" userId="ad215094-da36-4b66-9c79-369a17aea26b" providerId="ADAL" clId="{613A0AB2-BD56-483A-AC30-AF62202992E8}" dt="2024-09-10T14:01:30.592" v="3123" actId="1076"/>
        <pc:sldMkLst>
          <pc:docMk/>
          <pc:sldMk cId="3977200157" sldId="1458"/>
        </pc:sldMkLst>
      </pc:sldChg>
      <pc:sldChg chg="addSp modSp add mod">
        <pc:chgData name="Sanmukh Kuppannagari" userId="ad215094-da36-4b66-9c79-369a17aea26b" providerId="ADAL" clId="{613A0AB2-BD56-483A-AC30-AF62202992E8}" dt="2024-09-10T02:33:37.620" v="2486" actId="1076"/>
        <pc:sldMkLst>
          <pc:docMk/>
          <pc:sldMk cId="1026247998" sldId="1459"/>
        </pc:sldMkLst>
      </pc:sldChg>
      <pc:sldChg chg="addSp delSp modSp add mod">
        <pc:chgData name="Sanmukh Kuppannagari" userId="ad215094-da36-4b66-9c79-369a17aea26b" providerId="ADAL" clId="{613A0AB2-BD56-483A-AC30-AF62202992E8}" dt="2024-09-10T02:34:39.581" v="2497" actId="478"/>
        <pc:sldMkLst>
          <pc:docMk/>
          <pc:sldMk cId="2306065322" sldId="1460"/>
        </pc:sldMkLst>
      </pc:sldChg>
      <pc:sldChg chg="delSp modSp add mod">
        <pc:chgData name="Sanmukh Kuppannagari" userId="ad215094-da36-4b66-9c79-369a17aea26b" providerId="ADAL" clId="{613A0AB2-BD56-483A-AC30-AF62202992E8}" dt="2024-09-10T02:35:27.251" v="2511" actId="208"/>
        <pc:sldMkLst>
          <pc:docMk/>
          <pc:sldMk cId="3428985795" sldId="1461"/>
        </pc:sldMkLst>
      </pc:sldChg>
      <pc:sldChg chg="delSp modSp add mod">
        <pc:chgData name="Sanmukh Kuppannagari" userId="ad215094-da36-4b66-9c79-369a17aea26b" providerId="ADAL" clId="{613A0AB2-BD56-483A-AC30-AF62202992E8}" dt="2024-09-10T02:35:30.985" v="2514" actId="208"/>
        <pc:sldMkLst>
          <pc:docMk/>
          <pc:sldMk cId="3519324463" sldId="1462"/>
        </pc:sldMkLst>
      </pc:sldChg>
      <pc:sldChg chg="addSp delSp modSp add mod">
        <pc:chgData name="Sanmukh Kuppannagari" userId="ad215094-da36-4b66-9c79-369a17aea26b" providerId="ADAL" clId="{613A0AB2-BD56-483A-AC30-AF62202992E8}" dt="2024-09-10T02:35:34.634" v="2517" actId="208"/>
        <pc:sldMkLst>
          <pc:docMk/>
          <pc:sldMk cId="1373048709" sldId="1463"/>
        </pc:sldMkLst>
      </pc:sldChg>
      <pc:sldChg chg="modSp add mod">
        <pc:chgData name="Sanmukh Kuppannagari" userId="ad215094-da36-4b66-9c79-369a17aea26b" providerId="ADAL" clId="{613A0AB2-BD56-483A-AC30-AF62202992E8}" dt="2024-09-10T02:35:55.507" v="2546" actId="207"/>
        <pc:sldMkLst>
          <pc:docMk/>
          <pc:sldMk cId="3075436054" sldId="1464"/>
        </pc:sldMkLst>
      </pc:sldChg>
      <pc:sldChg chg="modSp add mod">
        <pc:chgData name="Sanmukh Kuppannagari" userId="ad215094-da36-4b66-9c79-369a17aea26b" providerId="ADAL" clId="{613A0AB2-BD56-483A-AC30-AF62202992E8}" dt="2024-09-10T02:36:50.235" v="2590" actId="207"/>
        <pc:sldMkLst>
          <pc:docMk/>
          <pc:sldMk cId="872022406" sldId="1465"/>
        </pc:sldMkLst>
      </pc:sldChg>
      <pc:sldChg chg="modSp add mod">
        <pc:chgData name="Sanmukh Kuppannagari" userId="ad215094-da36-4b66-9c79-369a17aea26b" providerId="ADAL" clId="{613A0AB2-BD56-483A-AC30-AF62202992E8}" dt="2024-09-10T02:48:35.346" v="2990" actId="6549"/>
        <pc:sldMkLst>
          <pc:docMk/>
          <pc:sldMk cId="3474961130" sldId="1466"/>
        </pc:sldMkLst>
      </pc:sldChg>
      <pc:sldChg chg="modSp add mod">
        <pc:chgData name="Sanmukh Kuppannagari" userId="ad215094-da36-4b66-9c79-369a17aea26b" providerId="ADAL" clId="{613A0AB2-BD56-483A-AC30-AF62202992E8}" dt="2024-09-10T02:48:43.494" v="2991" actId="6549"/>
        <pc:sldMkLst>
          <pc:docMk/>
          <pc:sldMk cId="3693279848" sldId="1467"/>
        </pc:sldMkLst>
      </pc:sldChg>
      <pc:sldChg chg="modSp add mod">
        <pc:chgData name="Sanmukh Kuppannagari" userId="ad215094-da36-4b66-9c79-369a17aea26b" providerId="ADAL" clId="{613A0AB2-BD56-483A-AC30-AF62202992E8}" dt="2024-09-10T02:48:52.479" v="2992" actId="6549"/>
        <pc:sldMkLst>
          <pc:docMk/>
          <pc:sldMk cId="1977406003" sldId="1468"/>
        </pc:sldMkLst>
      </pc:sldChg>
      <pc:sldChg chg="addSp modSp add mod">
        <pc:chgData name="Sanmukh Kuppannagari" userId="ad215094-da36-4b66-9c79-369a17aea26b" providerId="ADAL" clId="{613A0AB2-BD56-483A-AC30-AF62202992E8}" dt="2024-09-10T14:04:35.399" v="3385"/>
        <pc:sldMkLst>
          <pc:docMk/>
          <pc:sldMk cId="913176791" sldId="1469"/>
        </pc:sldMkLst>
      </pc:sldChg>
      <pc:sldChg chg="add del">
        <pc:chgData name="Sanmukh Kuppannagari" userId="ad215094-da36-4b66-9c79-369a17aea26b" providerId="ADAL" clId="{613A0AB2-BD56-483A-AC30-AF62202992E8}" dt="2024-09-10T13:57:19.646" v="3075"/>
        <pc:sldMkLst>
          <pc:docMk/>
          <pc:sldMk cId="2349840647" sldId="1469"/>
        </pc:sldMkLst>
      </pc:sldChg>
      <pc:sldChg chg="modSp add mod">
        <pc:chgData name="Sanmukh Kuppannagari" userId="ad215094-da36-4b66-9c79-369a17aea26b" providerId="ADAL" clId="{613A0AB2-BD56-483A-AC30-AF62202992E8}" dt="2024-09-10T14:04:39.925" v="3387"/>
        <pc:sldMkLst>
          <pc:docMk/>
          <pc:sldMk cId="4190536048" sldId="1470"/>
        </pc:sldMkLst>
      </pc:sldChg>
      <pc:sldChg chg="modSp add mod">
        <pc:chgData name="Sanmukh Kuppannagari" userId="ad215094-da36-4b66-9c79-369a17aea26b" providerId="ADAL" clId="{613A0AB2-BD56-483A-AC30-AF62202992E8}" dt="2024-09-10T14:04:44.899" v="3389"/>
        <pc:sldMkLst>
          <pc:docMk/>
          <pc:sldMk cId="2020050802" sldId="1471"/>
        </pc:sldMkLst>
      </pc:sldChg>
      <pc:sldChg chg="modSp add mod">
        <pc:chgData name="Sanmukh Kuppannagari" userId="ad215094-da36-4b66-9c79-369a17aea26b" providerId="ADAL" clId="{613A0AB2-BD56-483A-AC30-AF62202992E8}" dt="2024-09-10T14:05:25.609" v="3495" actId="20577"/>
        <pc:sldMkLst>
          <pc:docMk/>
          <pc:sldMk cId="184454124" sldId="1472"/>
        </pc:sldMkLst>
      </pc:sldChg>
      <pc:sldChg chg="modSp add mod">
        <pc:chgData name="Sanmukh Kuppannagari" userId="ad215094-da36-4b66-9c79-369a17aea26b" providerId="ADAL" clId="{613A0AB2-BD56-483A-AC30-AF62202992E8}" dt="2024-09-10T14:06:05.107" v="3569" actId="20577"/>
        <pc:sldMkLst>
          <pc:docMk/>
          <pc:sldMk cId="1095382800" sldId="1473"/>
        </pc:sldMkLst>
      </pc:sldChg>
      <pc:sldChg chg="modSp add mod">
        <pc:chgData name="Sanmukh Kuppannagari" userId="ad215094-da36-4b66-9c79-369a17aea26b" providerId="ADAL" clId="{613A0AB2-BD56-483A-AC30-AF62202992E8}" dt="2024-09-10T14:07:07.913" v="3714" actId="14100"/>
        <pc:sldMkLst>
          <pc:docMk/>
          <pc:sldMk cId="702332589" sldId="1474"/>
        </pc:sldMkLst>
      </pc:sldChg>
      <pc:sldChg chg="addSp modSp add mod">
        <pc:chgData name="Sanmukh Kuppannagari" userId="ad215094-da36-4b66-9c79-369a17aea26b" providerId="ADAL" clId="{613A0AB2-BD56-483A-AC30-AF62202992E8}" dt="2024-09-10T14:08:58.540" v="4073" actId="20577"/>
        <pc:sldMkLst>
          <pc:docMk/>
          <pc:sldMk cId="3957084145" sldId="1475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8T19:30:5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545 292 3223 0 0,'-2'-3'93'0'0,"0"-1"-1"0"0,1 0 1 0 0,0 0-1 0 0,0 0 1 0 0,0 0-1 0 0,0 0 1 0 0,1 0-1 0 0,-1-6 0 0 0,0-19 228 0 0,-7-35-1 0 0,4 29-259 0 0,3 32-45 0 0,0-9-32 0 0,0 0 1 0 0,-2 1-1 0 0,1-1 0 0 0,-7-17 0 0 0,8 26 45 0 0,-1 1 0 0 0,1-1 0 0 0,0 0 0 0 0,-1 1 0 0 0,1-1 0 0 0,-1 1 0 0 0,0 0 0 0 0,0 0 0 0 0,0 0 0 0 0,0 0 0 0 0,0 0 0 0 0,-1 0 0 0 0,1 0 0 0 0,0 1 0 0 0,-1-1 0 0 0,1 1 0 0 0,-1-1 0 0 0,0 1 0 0 0,1 0 0 0 0,-1 0 0 0 0,0 0 0 0 0,0 1 0 0 0,0-1 0 0 0,-3 0 0 0 0,-1 1 117 0 0,-1 0 0 0 0,0 1 0 0 0,1 0 0 0 0,-1 0 0 0 0,1 0 0 0 0,-1 1 0 0 0,1 0 0 0 0,0 0 0 0 0,0 1 0 0 0,0 0 0 0 0,0 0 0 0 0,0 1 0 0 0,1 0 0 0 0,-1 0 0 0 0,-6 6 0 0 0,-8 8 324 0 0,0 1 0 0 0,-32 39 1 0 0,27-28-390 0 0,2 1-1 0 0,1 1 1 0 0,1 2 0 0 0,2 0 0 0 0,1 1 0 0 0,2 1 0 0 0,2 0 0 0 0,1 2 0 0 0,2-1-1 0 0,-14 72 1 0 0,19-58-44 0 0,3 1 0 0 0,2 0 0 0 0,9 100 0 0 0,2-88-36 0 0,5 13 11 0 0,-6-46 32 0 0,11 27 63 0 0,-9-30 390 0 0,13 23 162 0 0,-11-27 22 0 0,14 20-43 0 0,-20-33-205 0 0,5 1-89 0 0,33 38-21 0 0,-42-48-277 0 0,0 1 0 0 0,0-1 0 0 0,0 0 0 0 0,1 0 0 0 0,-1 0 0 0 0,6 4 0 0 0,30 20 246 0 0,-18-15-17 0 0,-8-4-185 0 0,-2-2 7 0 0,-1 0-1 0 0,1-1 0 0 0,12 4 1 0 0,22 9-205 0 0,-22-11-137 0 0,23 5-30 0 0,-23-7 60 0 0,21-1 270 0 0,-21-3 118 0 0,22-2 20 0 0,-23-1 1 0 0,4-4-28 0 0,0-2 0 0 0,-1 0 0 0 0,44-24 0 0 0,-29 7 148 0 0,0-2 1 0 0,-2-2-1 0 0,-1-1 0 0 0,46-52 1 0 0,-71 70-254 0 0,-1-1 0 0 0,0-1 0 0 0,-1 0 0 0 0,-1 0 0 0 0,0 0 0 0 0,-1-1 0 0 0,0 0 0 0 0,-2-1 0 0 0,0 1 0 0 0,-1-1 0 0 0,4-33 0 0 0,-4 1 38 0 0,-2 0 0 0 0,-8-94 0 0 0,3 108-54 0 0,-1 0 0 0 0,-2-1-1 0 0,-15-51 1 0 0,17 75-80 0 0,0 1 0 0 0,-1 0 0 0 0,0 0-1 0 0,-1 0 1 0 0,0 0 0 0 0,0 1 0 0 0,-1 0 0 0 0,-1 1-1 0 0,0-1 1 0 0,0 2 0 0 0,-1-1 0 0 0,0 1 0 0 0,0 0-1 0 0,-11-7 1 0 0,4 6-11 0 0,0 0-1 0 0,-1 0 0 0 0,0 2 1 0 0,0 0-1 0 0,0 1 1 0 0,-1 1-1 0 0,-23-4 1 0 0,26 7-93 0 0,0 0 1 0 0,-1 2 0 0 0,1 0 0 0 0,-1 0-1 0 0,1 2 1 0 0,0 0 0 0 0,0 0-1 0 0,0 1 1 0 0,-17 7 0 0 0,9-2-223 0 0,-1 2 1 0 0,1 0-1 0 0,1 2 1 0 0,-30 19-1 0 0,45-25-511 0 0,1-1 0 0 0,0 1 0 0 0,0 0 0 0 0,-6 9 0 0 0,9-12 31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D5B98-A868-4A62-8240-BC6283F8264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0BF98-FCB6-413C-BFCD-EA7011EDE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5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67C0-BE4F-8AE7-59F6-9807CC487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C0112-4A5B-EC08-3419-E43BAD396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E0AE5-C6AA-2469-E616-E3BA37F2B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B13D0-588E-8694-AE05-FA7C88CF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2596B-98C2-F7F3-D266-5CCF744F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6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5225-995A-126B-6B4C-634CA83C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44CB-6CF2-5856-8672-E007A5CAA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AAC6E-6CB1-A687-8E15-1F9F56D21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47D7D-B252-9CD8-F5CB-5AF405C7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48238-5C64-AA2E-1E80-95CADCB2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1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8E93-BCB1-86EE-BC1A-ECF6DE7DF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52C9D-CB98-05E2-417B-A2B715882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99F77-8466-44D2-F17F-D0226B08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1D12D-7B1D-3586-21F6-773DC1C7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B3810-8AC5-E561-1F1E-9439664F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2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E534-7DCC-5D20-C63C-3CC09EF7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4C404-D542-2902-0176-4DC041B9D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88E07-0D8B-1D23-65C4-39397F17E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32F92-264E-190A-EF5F-E11054A9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F1B26-0568-5079-8703-C744E3BF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4BE1B-F6CC-CD83-FB12-18117CE6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3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7EBB-D050-FDF3-BD8D-D48C1165E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CC139-24A6-503F-262B-734055E2A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29145-290F-9388-473E-CE3F5E9BE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19950-17C2-B3E8-0B6B-93E95A43D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781A2-B576-9E25-0FE6-81A106BCE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C029B0-911C-DF02-4917-02873804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32C4B-FBDA-5956-F1B1-B2D278B0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54948-E0E2-7941-91C8-1589256F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CE6B-994A-3F68-BB1D-B87E17B4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65E36-017C-51A4-F80D-DEAC7625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5F8D3-502A-92BF-83B3-888AD29D4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3CB3D-3281-0985-64B8-18FB8FE4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9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487F7-64B2-4846-0EED-A0A30B3E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9DEF9-12C3-A37A-C6FA-D237DA3D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92C04-7DAC-0D99-FB02-59856E6A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9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4F4A-41FC-C49D-F859-DF8C794D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1B68-4B80-736A-15EB-357122DB2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0CE58-ED42-8E81-2883-C3EBD2B6B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1EB4C-49BD-31F6-E5B2-CE7ABF43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ED4FD-7E37-4C4B-4194-98455999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B4C4B-1BEC-E3ED-D50D-A03278DF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9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39F8-0D27-3825-36B9-76F8E955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0651A-BBB3-7A98-1E35-53AF5E899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25D3B-06C4-94E7-2232-04F0B8A03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9B5B1-6CBB-E17C-70B1-01B0F089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A3B39-01B7-8F18-C3A5-5D04ACAE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EB280-1211-D4FD-E01F-2179EB6B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4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5F8F-4B41-7CEC-C83C-C89270A9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0A9D6-6B27-0666-8944-BC3B2775F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544-7F79-0F3E-3134-24EFDC3B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4D4A5-4AA4-2F6F-6311-518B622B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D4176-7E21-78F5-5774-C3E1B3B1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6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2D407-3181-DDA3-4811-D53ABA8B1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006DA-8227-F4CF-AF74-F3291B9CB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DA4A0-144A-D5DE-6CE7-03E89D1C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04D66-9C59-92BE-FF17-86811607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C6B7D-9BE0-FADD-2917-A26A97E6F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81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037FEE-FC4D-E1A6-0990-5F671F66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CDF9D-BCE3-3DBA-8B46-9FF06CD89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44048-0FF6-EF6B-A6BB-E8B3E1288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3C466-C5EC-4335-AF21-70E314BE6FF3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5C041-BBCA-8ACF-388D-689059196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95F26-35FE-972B-D153-140D9A7B5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17B2D61-3532-146F-7A4A-B249B49786C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735" y="61594"/>
            <a:ext cx="25654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847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anmukh.github.io/" TargetMode="External"/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machine-learning/inferentia/" TargetMode="External"/><Relationship Id="rId2" Type="http://schemas.openxmlformats.org/officeDocument/2006/relationships/hyperlink" Target="https://cloud.google.com/tpu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png"/><Relationship Id="rId3" Type="http://schemas.openxmlformats.org/officeDocument/2006/relationships/image" Target="../media/image311.png"/><Relationship Id="rId7" Type="http://schemas.openxmlformats.org/officeDocument/2006/relationships/image" Target="../media/image2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.png"/><Relationship Id="rId5" Type="http://schemas.openxmlformats.org/officeDocument/2006/relationships/image" Target="../media/image511.png"/><Relationship Id="rId4" Type="http://schemas.openxmlformats.org/officeDocument/2006/relationships/image" Target="../media/image41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png"/><Relationship Id="rId3" Type="http://schemas.openxmlformats.org/officeDocument/2006/relationships/image" Target="../media/image311.png"/><Relationship Id="rId7" Type="http://schemas.openxmlformats.org/officeDocument/2006/relationships/image" Target="../media/image2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.png"/><Relationship Id="rId5" Type="http://schemas.openxmlformats.org/officeDocument/2006/relationships/image" Target="../media/image511.png"/><Relationship Id="rId4" Type="http://schemas.openxmlformats.org/officeDocument/2006/relationships/image" Target="../media/image411.png"/><Relationship Id="rId9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png"/><Relationship Id="rId3" Type="http://schemas.openxmlformats.org/officeDocument/2006/relationships/image" Target="../media/image311.png"/><Relationship Id="rId7" Type="http://schemas.openxmlformats.org/officeDocument/2006/relationships/image" Target="../media/image2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.png"/><Relationship Id="rId5" Type="http://schemas.openxmlformats.org/officeDocument/2006/relationships/image" Target="../media/image511.png"/><Relationship Id="rId4" Type="http://schemas.openxmlformats.org/officeDocument/2006/relationships/image" Target="../media/image411.png"/><Relationship Id="rId9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png"/><Relationship Id="rId3" Type="http://schemas.openxmlformats.org/officeDocument/2006/relationships/image" Target="../media/image311.png"/><Relationship Id="rId7" Type="http://schemas.openxmlformats.org/officeDocument/2006/relationships/image" Target="../media/image2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.png"/><Relationship Id="rId5" Type="http://schemas.openxmlformats.org/officeDocument/2006/relationships/image" Target="../media/image511.png"/><Relationship Id="rId4" Type="http://schemas.openxmlformats.org/officeDocument/2006/relationships/image" Target="../media/image411.png"/><Relationship Id="rId9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0.png"/><Relationship Id="rId4" Type="http://schemas.openxmlformats.org/officeDocument/2006/relationships/image" Target="../media/image8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4" Type="http://schemas.openxmlformats.org/officeDocument/2006/relationships/image" Target="../media/image1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7" Type="http://schemas.openxmlformats.org/officeDocument/2006/relationships/image" Target="../media/image2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170.png"/><Relationship Id="rId4" Type="http://schemas.openxmlformats.org/officeDocument/2006/relationships/image" Target="../media/image16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50.png"/><Relationship Id="rId7" Type="http://schemas.openxmlformats.org/officeDocument/2006/relationships/image" Target="../media/image20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image" Target="../media/image170.png"/><Relationship Id="rId4" Type="http://schemas.openxmlformats.org/officeDocument/2006/relationships/image" Target="../media/image160.png"/><Relationship Id="rId9" Type="http://schemas.openxmlformats.org/officeDocument/2006/relationships/image" Target="../media/image2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3" Type="http://schemas.openxmlformats.org/officeDocument/2006/relationships/image" Target="../media/image150.png"/><Relationship Id="rId7" Type="http://schemas.openxmlformats.org/officeDocument/2006/relationships/image" Target="../media/image23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70.png"/><Relationship Id="rId10" Type="http://schemas.openxmlformats.org/officeDocument/2006/relationships/image" Target="../media/image20.png"/><Relationship Id="rId4" Type="http://schemas.openxmlformats.org/officeDocument/2006/relationships/image" Target="../media/image160.png"/><Relationship Id="rId9" Type="http://schemas.openxmlformats.org/officeDocument/2006/relationships/image" Target="../media/image25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3" Type="http://schemas.openxmlformats.org/officeDocument/2006/relationships/image" Target="../media/image150.png"/><Relationship Id="rId7" Type="http://schemas.openxmlformats.org/officeDocument/2006/relationships/image" Target="../media/image27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11" Type="http://schemas.openxmlformats.org/officeDocument/2006/relationships/image" Target="../media/image20.png"/><Relationship Id="rId5" Type="http://schemas.openxmlformats.org/officeDocument/2006/relationships/image" Target="../media/image170.png"/><Relationship Id="rId10" Type="http://schemas.openxmlformats.org/officeDocument/2006/relationships/image" Target="../media/image30.png"/><Relationship Id="rId4" Type="http://schemas.openxmlformats.org/officeDocument/2006/relationships/image" Target="../media/image160.png"/><Relationship Id="rId9" Type="http://schemas.openxmlformats.org/officeDocument/2006/relationships/image" Target="../media/image29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3" Type="http://schemas.openxmlformats.org/officeDocument/2006/relationships/image" Target="../media/image150.png"/><Relationship Id="rId7" Type="http://schemas.openxmlformats.org/officeDocument/2006/relationships/image" Target="../media/image32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10.png"/><Relationship Id="rId5" Type="http://schemas.openxmlformats.org/officeDocument/2006/relationships/image" Target="../media/image170.png"/><Relationship Id="rId4" Type="http://schemas.openxmlformats.org/officeDocument/2006/relationships/image" Target="../media/image160.png"/><Relationship Id="rId9" Type="http://schemas.openxmlformats.org/officeDocument/2006/relationships/image" Target="../media/image34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3" Type="http://schemas.openxmlformats.org/officeDocument/2006/relationships/image" Target="../media/image150.png"/><Relationship Id="rId7" Type="http://schemas.openxmlformats.org/officeDocument/2006/relationships/image" Target="../media/image32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1.png"/><Relationship Id="rId5" Type="http://schemas.openxmlformats.org/officeDocument/2006/relationships/image" Target="../media/image170.png"/><Relationship Id="rId4" Type="http://schemas.openxmlformats.org/officeDocument/2006/relationships/image" Target="../media/image160.png"/><Relationship Id="rId9" Type="http://schemas.openxmlformats.org/officeDocument/2006/relationships/image" Target="../media/image34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50.png"/><Relationship Id="rId7" Type="http://schemas.openxmlformats.org/officeDocument/2006/relationships/image" Target="../media/image24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70.png"/><Relationship Id="rId4" Type="http://schemas.openxmlformats.org/officeDocument/2006/relationships/image" Target="../media/image16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7" Type="http://schemas.openxmlformats.org/officeDocument/2006/relationships/image" Target="../media/image27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170.png"/><Relationship Id="rId4" Type="http://schemas.openxmlformats.org/officeDocument/2006/relationships/image" Target="../media/image160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50.png"/><Relationship Id="rId7" Type="http://schemas.openxmlformats.org/officeDocument/2006/relationships/customXml" Target="../ink/ink1.xml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170.png"/><Relationship Id="rId4" Type="http://schemas.openxmlformats.org/officeDocument/2006/relationships/image" Target="../media/image16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10" Type="http://schemas.openxmlformats.org/officeDocument/2006/relationships/image" Target="../media/image42.png"/><Relationship Id="rId4" Type="http://schemas.openxmlformats.org/officeDocument/2006/relationships/image" Target="../media/image93.png"/><Relationship Id="rId9" Type="http://schemas.openxmlformats.org/officeDocument/2006/relationships/image" Target="../media/image4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400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10" Type="http://schemas.openxmlformats.org/officeDocument/2006/relationships/image" Target="../media/image42.png"/><Relationship Id="rId4" Type="http://schemas.openxmlformats.org/officeDocument/2006/relationships/image" Target="../media/image93.png"/><Relationship Id="rId9" Type="http://schemas.openxmlformats.org/officeDocument/2006/relationships/image" Target="../media/image41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0.png"/><Relationship Id="rId3" Type="http://schemas.openxmlformats.org/officeDocument/2006/relationships/image" Target="../media/image490.png"/><Relationship Id="rId7" Type="http://schemas.openxmlformats.org/officeDocument/2006/relationships/image" Target="../media/image530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0.png"/><Relationship Id="rId11" Type="http://schemas.openxmlformats.org/officeDocument/2006/relationships/image" Target="../media/image570.png"/><Relationship Id="rId5" Type="http://schemas.openxmlformats.org/officeDocument/2006/relationships/image" Target="../media/image512.png"/><Relationship Id="rId10" Type="http://schemas.openxmlformats.org/officeDocument/2006/relationships/image" Target="../media/image560.png"/><Relationship Id="rId4" Type="http://schemas.openxmlformats.org/officeDocument/2006/relationships/image" Target="../media/image500.png"/><Relationship Id="rId9" Type="http://schemas.openxmlformats.org/officeDocument/2006/relationships/image" Target="../media/image550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0.png"/><Relationship Id="rId3" Type="http://schemas.openxmlformats.org/officeDocument/2006/relationships/image" Target="../media/image490.png"/><Relationship Id="rId7" Type="http://schemas.openxmlformats.org/officeDocument/2006/relationships/image" Target="../media/image530.png"/><Relationship Id="rId12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0.png"/><Relationship Id="rId11" Type="http://schemas.openxmlformats.org/officeDocument/2006/relationships/image" Target="../media/image570.png"/><Relationship Id="rId5" Type="http://schemas.openxmlformats.org/officeDocument/2006/relationships/image" Target="../media/image512.png"/><Relationship Id="rId10" Type="http://schemas.openxmlformats.org/officeDocument/2006/relationships/image" Target="../media/image560.png"/><Relationship Id="rId4" Type="http://schemas.openxmlformats.org/officeDocument/2006/relationships/image" Target="../media/image500.png"/><Relationship Id="rId9" Type="http://schemas.openxmlformats.org/officeDocument/2006/relationships/image" Target="../media/image550.png"/></Relationships>
</file>

<file path=ppt/slides/_rels/slide7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2.png"/><Relationship Id="rId18" Type="http://schemas.openxmlformats.org/officeDocument/2006/relationships/image" Target="../media/image77.png"/><Relationship Id="rId26" Type="http://schemas.openxmlformats.org/officeDocument/2006/relationships/image" Target="../media/image67.png"/><Relationship Id="rId3" Type="http://schemas.openxmlformats.org/officeDocument/2006/relationships/image" Target="../media/image62.png"/><Relationship Id="rId21" Type="http://schemas.openxmlformats.org/officeDocument/2006/relationships/image" Target="../media/image80.png"/><Relationship Id="rId34" Type="http://schemas.openxmlformats.org/officeDocument/2006/relationships/image" Target="../media/image86.png"/><Relationship Id="rId12" Type="http://schemas.openxmlformats.org/officeDocument/2006/relationships/image" Target="../media/image71.png"/><Relationship Id="rId17" Type="http://schemas.openxmlformats.org/officeDocument/2006/relationships/image" Target="../media/image76.png"/><Relationship Id="rId25" Type="http://schemas.openxmlformats.org/officeDocument/2006/relationships/image" Target="../media/image66.png"/><Relationship Id="rId33" Type="http://schemas.openxmlformats.org/officeDocument/2006/relationships/image" Target="../media/image85.png"/><Relationship Id="rId2" Type="http://schemas.openxmlformats.org/officeDocument/2006/relationships/image" Target="../media/image61.png"/><Relationship Id="rId16" Type="http://schemas.openxmlformats.org/officeDocument/2006/relationships/image" Target="../media/image75.png"/><Relationship Id="rId20" Type="http://schemas.openxmlformats.org/officeDocument/2006/relationships/image" Target="../media/image79.png"/><Relationship Id="rId29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65.png"/><Relationship Id="rId32" Type="http://schemas.openxmlformats.org/officeDocument/2006/relationships/image" Target="../media/image84.png"/><Relationship Id="rId15" Type="http://schemas.openxmlformats.org/officeDocument/2006/relationships/image" Target="../media/image74.png"/><Relationship Id="rId23" Type="http://schemas.openxmlformats.org/officeDocument/2006/relationships/image" Target="../media/image64.png"/><Relationship Id="rId28" Type="http://schemas.openxmlformats.org/officeDocument/2006/relationships/image" Target="../media/image69.png"/><Relationship Id="rId19" Type="http://schemas.openxmlformats.org/officeDocument/2006/relationships/image" Target="../media/image78.png"/><Relationship Id="rId31" Type="http://schemas.openxmlformats.org/officeDocument/2006/relationships/image" Target="../media/image82.png"/><Relationship Id="rId14" Type="http://schemas.openxmlformats.org/officeDocument/2006/relationships/image" Target="../media/image73.png"/><Relationship Id="rId22" Type="http://schemas.openxmlformats.org/officeDocument/2006/relationships/image" Target="../media/image63.png"/><Relationship Id="rId27" Type="http://schemas.openxmlformats.org/officeDocument/2006/relationships/image" Target="../media/image68.png"/><Relationship Id="rId30" Type="http://schemas.openxmlformats.org/officeDocument/2006/relationships/image" Target="../media/image81.png"/><Relationship Id="rId35" Type="http://schemas.openxmlformats.org/officeDocument/2006/relationships/image" Target="../media/image87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0.png"/><Relationship Id="rId2" Type="http://schemas.openxmlformats.org/officeDocument/2006/relationships/image" Target="../media/image87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0.png"/><Relationship Id="rId2" Type="http://schemas.openxmlformats.org/officeDocument/2006/relationships/image" Target="../media/image9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6217-8912-7E06-5B48-9C1AFAEFC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CSDS 451: Designing High Performant Systems for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BB279-3651-105A-8503-217F67B1F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Lecture 8</a:t>
            </a:r>
          </a:p>
          <a:p>
            <a:r>
              <a:rPr lang="en-US" dirty="0"/>
              <a:t>9/18/2025</a:t>
            </a:r>
          </a:p>
          <a:p>
            <a:r>
              <a:rPr lang="en-US" dirty="0"/>
              <a:t>Sanmukh Kuppannagari</a:t>
            </a:r>
          </a:p>
          <a:p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r>
              <a:rPr lang="en-US" dirty="0">
                <a:hlinkClick r:id="rId3"/>
              </a:rPr>
              <a:t>https://sanmukh.research.st/</a:t>
            </a:r>
            <a:r>
              <a:rPr lang="en-US" dirty="0"/>
              <a:t> </a:t>
            </a:r>
          </a:p>
          <a:p>
            <a:r>
              <a:rPr lang="en-US" dirty="0"/>
              <a:t>Case Western Reserve University</a:t>
            </a:r>
          </a:p>
        </p:txBody>
      </p:sp>
    </p:spTree>
    <p:extLst>
      <p:ext uri="{BB962C8B-B14F-4D97-AF65-F5344CB8AC3E}">
        <p14:creationId xmlns:p14="http://schemas.microsoft.com/office/powerpoint/2010/main" val="728785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1AE3-5129-DFC9-C104-281E9186E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E7643-79A8-EFA8-035B-07E3457DA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Systolic Arrays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305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BA377-F7A9-7060-5946-D4DA87C65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FCFF7-0D33-546C-E9DC-ECFD7C716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WA1 due tonight</a:t>
            </a:r>
          </a:p>
          <a:p>
            <a:endParaRPr lang="en-US" dirty="0"/>
          </a:p>
          <a:p>
            <a:r>
              <a:rPr lang="en-US" dirty="0"/>
              <a:t>WA2 will be out by tomorrow morning</a:t>
            </a:r>
          </a:p>
        </p:txBody>
      </p:sp>
    </p:spTree>
    <p:extLst>
      <p:ext uri="{BB962C8B-B14F-4D97-AF65-F5344CB8AC3E}">
        <p14:creationId xmlns:p14="http://schemas.microsoft.com/office/powerpoint/2010/main" val="2091044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1AE3-5129-DFC9-C104-281E9186E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E7643-79A8-EFA8-035B-07E3457DA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Systolic Arrays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446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56179-89A6-9FD2-2213-9E4FE5D61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2E55C-B4CF-8050-D443-73F810590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the basics of Systolic Arrays</a:t>
            </a:r>
          </a:p>
          <a:p>
            <a:r>
              <a:rPr lang="en-US" dirty="0"/>
              <a:t>Learn how to perform matrix multiplication on Systolic Arrays</a:t>
            </a:r>
          </a:p>
        </p:txBody>
      </p:sp>
    </p:spTree>
    <p:extLst>
      <p:ext uri="{BB962C8B-B14F-4D97-AF65-F5344CB8AC3E}">
        <p14:creationId xmlns:p14="http://schemas.microsoft.com/office/powerpoint/2010/main" val="3119197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54836-DB22-0D8B-B996-B0DD39336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09E8A-5261-0C43-D16E-B9CA45C41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Systolic Arrays: </a:t>
            </a:r>
          </a:p>
          <a:p>
            <a:pPr lvl="1"/>
            <a:r>
              <a:rPr lang="en-US" dirty="0"/>
              <a:t>Lipton, Richard J., and Daniel </a:t>
            </a:r>
            <a:r>
              <a:rPr lang="en-US" dirty="0" err="1"/>
              <a:t>Lopresti</a:t>
            </a:r>
            <a:r>
              <a:rPr lang="en-US" dirty="0"/>
              <a:t>. "A systolic array for rapid string comparison." </a:t>
            </a:r>
            <a:r>
              <a:rPr lang="en-US" i="1" dirty="0"/>
              <a:t>Proceedings of the Chapel Hill Conference on VLSI</a:t>
            </a:r>
            <a:r>
              <a:rPr lang="en-US" dirty="0"/>
              <a:t>. NC: Chapel Hill, 1985.</a:t>
            </a:r>
          </a:p>
          <a:p>
            <a:pPr lvl="1"/>
            <a:r>
              <a:rPr lang="en-US" dirty="0"/>
              <a:t>Kung, H. T., and Charles E. </a:t>
            </a:r>
            <a:r>
              <a:rPr lang="en-US" dirty="0" err="1"/>
              <a:t>Leiserson</a:t>
            </a:r>
            <a:r>
              <a:rPr lang="en-US" dirty="0"/>
              <a:t>. "Systolic arrays (for VLSI)." </a:t>
            </a:r>
            <a:r>
              <a:rPr lang="en-US" i="1" dirty="0"/>
              <a:t>Sparse Matrix Proceedings 1978</a:t>
            </a:r>
            <a:r>
              <a:rPr lang="en-US" dirty="0"/>
              <a:t>. Vol. 1. Philadelphia, PA, USA: Society for industrial and applied mathematics, 1979.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981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51BF0-59BD-C27A-8A71-0A5FB4C80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Systolic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13E04-B30F-918A-77D1-30B1A41F6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Homogeneous Network of Tightly Coupled Data Processing Units</a:t>
            </a:r>
          </a:p>
          <a:p>
            <a:endParaRPr lang="en-US" dirty="0"/>
          </a:p>
          <a:p>
            <a:r>
              <a:rPr lang="en-US" dirty="0"/>
              <a:t>Data Processing Units</a:t>
            </a:r>
          </a:p>
          <a:p>
            <a:pPr lvl="1"/>
            <a:r>
              <a:rPr lang="en-US" dirty="0"/>
              <a:t>Triggered by the arrival of inputs</a:t>
            </a:r>
          </a:p>
          <a:p>
            <a:pPr lvl="1"/>
            <a:r>
              <a:rPr lang="en-US" dirty="0"/>
              <a:t>Produce output and send them to next nodes</a:t>
            </a:r>
          </a:p>
        </p:txBody>
      </p:sp>
    </p:spTree>
    <p:extLst>
      <p:ext uri="{BB962C8B-B14F-4D97-AF65-F5344CB8AC3E}">
        <p14:creationId xmlns:p14="http://schemas.microsoft.com/office/powerpoint/2010/main" val="1944980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DF20A-2041-E31F-9EF4-308D9502C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Systolic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1A8A2-282E-85BA-0C8E-B68EF75D9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Scalability – low interconnection complexity</a:t>
            </a:r>
          </a:p>
          <a:p>
            <a:pPr lvl="1"/>
            <a:r>
              <a:rPr lang="en-US" dirty="0"/>
              <a:t>Data dependencies handled implicitly by algorithmic-architecture mapping</a:t>
            </a:r>
          </a:p>
          <a:p>
            <a:pPr lvl="1"/>
            <a:endParaRPr lang="en-US" dirty="0"/>
          </a:p>
          <a:p>
            <a:r>
              <a:rPr lang="en-US" dirty="0"/>
              <a:t>Highly suitable for AI/ML workloads</a:t>
            </a:r>
          </a:p>
          <a:p>
            <a:endParaRPr lang="en-US" dirty="0"/>
          </a:p>
          <a:p>
            <a:r>
              <a:rPr lang="en-US" dirty="0"/>
              <a:t>Example Systolic Array based Devices</a:t>
            </a:r>
          </a:p>
          <a:p>
            <a:pPr lvl="1"/>
            <a:r>
              <a:rPr lang="en-US" dirty="0">
                <a:hlinkClick r:id="rId2"/>
              </a:rPr>
              <a:t>Google TPU </a:t>
            </a:r>
            <a:r>
              <a:rPr lang="en-US" dirty="0"/>
              <a:t>-  Google’s Machine Learning Processor</a:t>
            </a:r>
          </a:p>
          <a:p>
            <a:pPr lvl="1"/>
            <a:r>
              <a:rPr lang="en-US" dirty="0">
                <a:hlinkClick r:id="rId3"/>
              </a:rPr>
              <a:t>Amazon </a:t>
            </a:r>
            <a:r>
              <a:rPr lang="en-US" dirty="0" err="1">
                <a:hlinkClick r:id="rId3"/>
              </a:rPr>
              <a:t>Inferentia</a:t>
            </a:r>
            <a:r>
              <a:rPr lang="en-US" dirty="0"/>
              <a:t>- Amazon’s Machine Learning Processor</a:t>
            </a:r>
          </a:p>
          <a:p>
            <a:pPr lvl="1"/>
            <a:r>
              <a:rPr lang="en-US" dirty="0"/>
              <a:t>Nvidia Tensor Core – Specialized AI cores within modern Nvidia GPUs</a:t>
            </a:r>
          </a:p>
        </p:txBody>
      </p:sp>
    </p:spTree>
    <p:extLst>
      <p:ext uri="{BB962C8B-B14F-4D97-AF65-F5344CB8AC3E}">
        <p14:creationId xmlns:p14="http://schemas.microsoft.com/office/powerpoint/2010/main" val="3857326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29D2-393B-2460-063A-4A29753B3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Systolic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625C6-B077-2D1F-455A-45CF57306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Systolic Arrays?</a:t>
            </a:r>
          </a:p>
          <a:p>
            <a:endParaRPr lang="en-US" dirty="0"/>
          </a:p>
          <a:p>
            <a:r>
              <a:rPr lang="en-US" dirty="0"/>
              <a:t>Increasingly being used in ML accelerators</a:t>
            </a:r>
          </a:p>
          <a:p>
            <a:endParaRPr lang="en-US" dirty="0"/>
          </a:p>
          <a:p>
            <a:r>
              <a:rPr lang="en-US" dirty="0"/>
              <a:t>Easier to reason about performance than CPUs or GPUs</a:t>
            </a:r>
          </a:p>
        </p:txBody>
      </p:sp>
    </p:spTree>
    <p:extLst>
      <p:ext uri="{BB962C8B-B14F-4D97-AF65-F5344CB8AC3E}">
        <p14:creationId xmlns:p14="http://schemas.microsoft.com/office/powerpoint/2010/main" val="2647962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E57D3-94D0-6E9B-7B0D-84DDBF7E8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Systolic 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218E42-C1EA-B50F-B305-4BA81F1A644C}"/>
              </a:ext>
            </a:extLst>
          </p:cNvPr>
          <p:cNvSpPr/>
          <p:nvPr/>
        </p:nvSpPr>
        <p:spPr>
          <a:xfrm>
            <a:off x="5417820" y="357759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3F7AEF0-D7AC-D233-B085-EC8A35569B6C}"/>
              </a:ext>
            </a:extLst>
          </p:cNvPr>
          <p:cNvCxnSpPr>
            <a:endCxn id="4" idx="0"/>
          </p:cNvCxnSpPr>
          <p:nvPr/>
        </p:nvCxnSpPr>
        <p:spPr>
          <a:xfrm>
            <a:off x="5916930" y="291846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AD275EA-AB46-DDCA-6819-5C28C7AD55CD}"/>
              </a:ext>
            </a:extLst>
          </p:cNvPr>
          <p:cNvCxnSpPr>
            <a:cxnSpLocks/>
          </p:cNvCxnSpPr>
          <p:nvPr/>
        </p:nvCxnSpPr>
        <p:spPr>
          <a:xfrm>
            <a:off x="4606290" y="40309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DB9A5AC-D67D-42C2-CA08-FE74B674B7D6}"/>
              </a:ext>
            </a:extLst>
          </p:cNvPr>
          <p:cNvCxnSpPr>
            <a:cxnSpLocks/>
          </p:cNvCxnSpPr>
          <p:nvPr/>
        </p:nvCxnSpPr>
        <p:spPr>
          <a:xfrm>
            <a:off x="6416040" y="4030980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0DA17FE-BF3D-8B59-B265-F76EC679A3D5}"/>
              </a:ext>
            </a:extLst>
          </p:cNvPr>
          <p:cNvCxnSpPr>
            <a:cxnSpLocks/>
          </p:cNvCxnSpPr>
          <p:nvPr/>
        </p:nvCxnSpPr>
        <p:spPr>
          <a:xfrm>
            <a:off x="5935980" y="4484370"/>
            <a:ext cx="0" cy="60579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7C89A11-8C03-FDEE-7CF4-9438D675F0D7}"/>
              </a:ext>
            </a:extLst>
          </p:cNvPr>
          <p:cNvSpPr txBox="1"/>
          <p:nvPr/>
        </p:nvSpPr>
        <p:spPr>
          <a:xfrm>
            <a:off x="1432560" y="5692140"/>
            <a:ext cx="9966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Processing Unit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Unit – simple computations,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Small local memory  - a few words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D26060-9517-C9F3-C25E-3B71C7277A99}"/>
              </a:ext>
            </a:extLst>
          </p:cNvPr>
          <p:cNvSpPr txBox="1"/>
          <p:nvPr/>
        </p:nvSpPr>
        <p:spPr>
          <a:xfrm>
            <a:off x="2857550" y="1402612"/>
            <a:ext cx="5958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Operation in DPU: </a:t>
            </a:r>
          </a:p>
        </p:txBody>
      </p:sp>
    </p:spTree>
    <p:extLst>
      <p:ext uri="{BB962C8B-B14F-4D97-AF65-F5344CB8AC3E}">
        <p14:creationId xmlns:p14="http://schemas.microsoft.com/office/powerpoint/2010/main" val="2973146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E57D3-94D0-6E9B-7B0D-84DDBF7E8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Systolic 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218E42-C1EA-B50F-B305-4BA81F1A644C}"/>
              </a:ext>
            </a:extLst>
          </p:cNvPr>
          <p:cNvSpPr/>
          <p:nvPr/>
        </p:nvSpPr>
        <p:spPr>
          <a:xfrm>
            <a:off x="5417820" y="357759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3F7AEF0-D7AC-D233-B085-EC8A35569B6C}"/>
              </a:ext>
            </a:extLst>
          </p:cNvPr>
          <p:cNvCxnSpPr>
            <a:endCxn id="4" idx="0"/>
          </p:cNvCxnSpPr>
          <p:nvPr/>
        </p:nvCxnSpPr>
        <p:spPr>
          <a:xfrm>
            <a:off x="5916930" y="291846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AD275EA-AB46-DDCA-6819-5C28C7AD55CD}"/>
              </a:ext>
            </a:extLst>
          </p:cNvPr>
          <p:cNvCxnSpPr>
            <a:cxnSpLocks/>
          </p:cNvCxnSpPr>
          <p:nvPr/>
        </p:nvCxnSpPr>
        <p:spPr>
          <a:xfrm>
            <a:off x="4606290" y="40309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DB9A5AC-D67D-42C2-CA08-FE74B674B7D6}"/>
              </a:ext>
            </a:extLst>
          </p:cNvPr>
          <p:cNvCxnSpPr>
            <a:cxnSpLocks/>
          </p:cNvCxnSpPr>
          <p:nvPr/>
        </p:nvCxnSpPr>
        <p:spPr>
          <a:xfrm>
            <a:off x="6416040" y="4030980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0DA17FE-BF3D-8B59-B265-F76EC679A3D5}"/>
              </a:ext>
            </a:extLst>
          </p:cNvPr>
          <p:cNvCxnSpPr>
            <a:cxnSpLocks/>
          </p:cNvCxnSpPr>
          <p:nvPr/>
        </p:nvCxnSpPr>
        <p:spPr>
          <a:xfrm>
            <a:off x="5935980" y="4484370"/>
            <a:ext cx="0" cy="60579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7C89A11-8C03-FDEE-7CF4-9438D675F0D7}"/>
              </a:ext>
            </a:extLst>
          </p:cNvPr>
          <p:cNvSpPr txBox="1"/>
          <p:nvPr/>
        </p:nvSpPr>
        <p:spPr>
          <a:xfrm>
            <a:off x="1432560" y="5692140"/>
            <a:ext cx="9966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Processing Unit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Unit – simple computations,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Small local memory  - a few words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D26060-9517-C9F3-C25E-3B71C7277A99}"/>
              </a:ext>
            </a:extLst>
          </p:cNvPr>
          <p:cNvSpPr txBox="1"/>
          <p:nvPr/>
        </p:nvSpPr>
        <p:spPr>
          <a:xfrm>
            <a:off x="2857550" y="1402612"/>
            <a:ext cx="5958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Operation in DPU:</a:t>
            </a:r>
          </a:p>
          <a:p>
            <a:pPr algn="ctr"/>
            <a:r>
              <a:rPr lang="en-US" dirty="0"/>
              <a:t>Local Register = Top Input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F0C31C-0EA2-B11F-78FD-F1B04FB580FD}"/>
              </a:ext>
            </a:extLst>
          </p:cNvPr>
          <p:cNvSpPr txBox="1"/>
          <p:nvPr/>
        </p:nvSpPr>
        <p:spPr>
          <a:xfrm>
            <a:off x="5836920" y="234696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21545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E57D3-94D0-6E9B-7B0D-84DDBF7E8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Systolic 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218E42-C1EA-B50F-B305-4BA81F1A644C}"/>
              </a:ext>
            </a:extLst>
          </p:cNvPr>
          <p:cNvSpPr/>
          <p:nvPr/>
        </p:nvSpPr>
        <p:spPr>
          <a:xfrm>
            <a:off x="5417820" y="357759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3F7AEF0-D7AC-D233-B085-EC8A35569B6C}"/>
              </a:ext>
            </a:extLst>
          </p:cNvPr>
          <p:cNvCxnSpPr>
            <a:endCxn id="4" idx="0"/>
          </p:cNvCxnSpPr>
          <p:nvPr/>
        </p:nvCxnSpPr>
        <p:spPr>
          <a:xfrm>
            <a:off x="5916930" y="291846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AD275EA-AB46-DDCA-6819-5C28C7AD55CD}"/>
              </a:ext>
            </a:extLst>
          </p:cNvPr>
          <p:cNvCxnSpPr>
            <a:cxnSpLocks/>
          </p:cNvCxnSpPr>
          <p:nvPr/>
        </p:nvCxnSpPr>
        <p:spPr>
          <a:xfrm>
            <a:off x="4606290" y="40309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DB9A5AC-D67D-42C2-CA08-FE74B674B7D6}"/>
              </a:ext>
            </a:extLst>
          </p:cNvPr>
          <p:cNvCxnSpPr>
            <a:cxnSpLocks/>
          </p:cNvCxnSpPr>
          <p:nvPr/>
        </p:nvCxnSpPr>
        <p:spPr>
          <a:xfrm>
            <a:off x="6416040" y="4030980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0DA17FE-BF3D-8B59-B265-F76EC679A3D5}"/>
              </a:ext>
            </a:extLst>
          </p:cNvPr>
          <p:cNvCxnSpPr>
            <a:cxnSpLocks/>
          </p:cNvCxnSpPr>
          <p:nvPr/>
        </p:nvCxnSpPr>
        <p:spPr>
          <a:xfrm>
            <a:off x="5935980" y="4484370"/>
            <a:ext cx="0" cy="60579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7C89A11-8C03-FDEE-7CF4-9438D675F0D7}"/>
              </a:ext>
            </a:extLst>
          </p:cNvPr>
          <p:cNvSpPr txBox="1"/>
          <p:nvPr/>
        </p:nvSpPr>
        <p:spPr>
          <a:xfrm>
            <a:off x="1432560" y="5692140"/>
            <a:ext cx="9966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Processing Unit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Unit – simple computations,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Small local memory  - a few words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D26060-9517-C9F3-C25E-3B71C7277A99}"/>
              </a:ext>
            </a:extLst>
          </p:cNvPr>
          <p:cNvSpPr txBox="1"/>
          <p:nvPr/>
        </p:nvSpPr>
        <p:spPr>
          <a:xfrm>
            <a:off x="2857550" y="1402612"/>
            <a:ext cx="5958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Operation in DPU:</a:t>
            </a:r>
          </a:p>
          <a:p>
            <a:pPr algn="ctr"/>
            <a:r>
              <a:rPr lang="en-US" dirty="0"/>
              <a:t>Local Register = Top Input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F0C31C-0EA2-B11F-78FD-F1B04FB580FD}"/>
              </a:ext>
            </a:extLst>
          </p:cNvPr>
          <p:cNvSpPr txBox="1"/>
          <p:nvPr/>
        </p:nvSpPr>
        <p:spPr>
          <a:xfrm>
            <a:off x="6114796" y="411503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024748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E57D3-94D0-6E9B-7B0D-84DDBF7E8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Systolic 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218E42-C1EA-B50F-B305-4BA81F1A644C}"/>
              </a:ext>
            </a:extLst>
          </p:cNvPr>
          <p:cNvSpPr/>
          <p:nvPr/>
        </p:nvSpPr>
        <p:spPr>
          <a:xfrm>
            <a:off x="5417820" y="357759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3F7AEF0-D7AC-D233-B085-EC8A35569B6C}"/>
              </a:ext>
            </a:extLst>
          </p:cNvPr>
          <p:cNvCxnSpPr>
            <a:endCxn id="4" idx="0"/>
          </p:cNvCxnSpPr>
          <p:nvPr/>
        </p:nvCxnSpPr>
        <p:spPr>
          <a:xfrm>
            <a:off x="5916930" y="291846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AD275EA-AB46-DDCA-6819-5C28C7AD55CD}"/>
              </a:ext>
            </a:extLst>
          </p:cNvPr>
          <p:cNvCxnSpPr>
            <a:cxnSpLocks/>
          </p:cNvCxnSpPr>
          <p:nvPr/>
        </p:nvCxnSpPr>
        <p:spPr>
          <a:xfrm>
            <a:off x="4606290" y="40309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DB9A5AC-D67D-42C2-CA08-FE74B674B7D6}"/>
              </a:ext>
            </a:extLst>
          </p:cNvPr>
          <p:cNvCxnSpPr>
            <a:cxnSpLocks/>
          </p:cNvCxnSpPr>
          <p:nvPr/>
        </p:nvCxnSpPr>
        <p:spPr>
          <a:xfrm>
            <a:off x="6416040" y="4030980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0DA17FE-BF3D-8B59-B265-F76EC679A3D5}"/>
              </a:ext>
            </a:extLst>
          </p:cNvPr>
          <p:cNvCxnSpPr>
            <a:cxnSpLocks/>
          </p:cNvCxnSpPr>
          <p:nvPr/>
        </p:nvCxnSpPr>
        <p:spPr>
          <a:xfrm>
            <a:off x="5935980" y="4484370"/>
            <a:ext cx="0" cy="60579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7C89A11-8C03-FDEE-7CF4-9438D675F0D7}"/>
              </a:ext>
            </a:extLst>
          </p:cNvPr>
          <p:cNvSpPr txBox="1"/>
          <p:nvPr/>
        </p:nvSpPr>
        <p:spPr>
          <a:xfrm>
            <a:off x="1432560" y="5692140"/>
            <a:ext cx="9966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Processing Unit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Unit – simple computations,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Small local memory  - a few words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D26060-9517-C9F3-C25E-3B71C7277A99}"/>
              </a:ext>
            </a:extLst>
          </p:cNvPr>
          <p:cNvSpPr txBox="1"/>
          <p:nvPr/>
        </p:nvSpPr>
        <p:spPr>
          <a:xfrm>
            <a:off x="2857550" y="1402612"/>
            <a:ext cx="5958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Operation in DPU:</a:t>
            </a:r>
          </a:p>
          <a:p>
            <a:pPr algn="ctr"/>
            <a:r>
              <a:rPr lang="en-US" dirty="0"/>
              <a:t>Local Register = Left Input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F0C31C-0EA2-B11F-78FD-F1B04FB580FD}"/>
              </a:ext>
            </a:extLst>
          </p:cNvPr>
          <p:cNvSpPr txBox="1"/>
          <p:nvPr/>
        </p:nvSpPr>
        <p:spPr>
          <a:xfrm>
            <a:off x="4319248" y="3846314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042058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E57D3-94D0-6E9B-7B0D-84DDBF7E8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Systolic 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218E42-C1EA-B50F-B305-4BA81F1A644C}"/>
              </a:ext>
            </a:extLst>
          </p:cNvPr>
          <p:cNvSpPr/>
          <p:nvPr/>
        </p:nvSpPr>
        <p:spPr>
          <a:xfrm>
            <a:off x="5417820" y="357759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3F7AEF0-D7AC-D233-B085-EC8A35569B6C}"/>
              </a:ext>
            </a:extLst>
          </p:cNvPr>
          <p:cNvCxnSpPr>
            <a:endCxn id="4" idx="0"/>
          </p:cNvCxnSpPr>
          <p:nvPr/>
        </p:nvCxnSpPr>
        <p:spPr>
          <a:xfrm>
            <a:off x="5916930" y="291846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AD275EA-AB46-DDCA-6819-5C28C7AD55CD}"/>
              </a:ext>
            </a:extLst>
          </p:cNvPr>
          <p:cNvCxnSpPr>
            <a:cxnSpLocks/>
          </p:cNvCxnSpPr>
          <p:nvPr/>
        </p:nvCxnSpPr>
        <p:spPr>
          <a:xfrm>
            <a:off x="4606290" y="40309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DB9A5AC-D67D-42C2-CA08-FE74B674B7D6}"/>
              </a:ext>
            </a:extLst>
          </p:cNvPr>
          <p:cNvCxnSpPr>
            <a:cxnSpLocks/>
          </p:cNvCxnSpPr>
          <p:nvPr/>
        </p:nvCxnSpPr>
        <p:spPr>
          <a:xfrm>
            <a:off x="6416040" y="4030980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0DA17FE-BF3D-8B59-B265-F76EC679A3D5}"/>
              </a:ext>
            </a:extLst>
          </p:cNvPr>
          <p:cNvCxnSpPr>
            <a:cxnSpLocks/>
          </p:cNvCxnSpPr>
          <p:nvPr/>
        </p:nvCxnSpPr>
        <p:spPr>
          <a:xfrm>
            <a:off x="5935980" y="4484370"/>
            <a:ext cx="0" cy="60579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7C89A11-8C03-FDEE-7CF4-9438D675F0D7}"/>
              </a:ext>
            </a:extLst>
          </p:cNvPr>
          <p:cNvSpPr txBox="1"/>
          <p:nvPr/>
        </p:nvSpPr>
        <p:spPr>
          <a:xfrm>
            <a:off x="1432560" y="5692140"/>
            <a:ext cx="9966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Processing Unit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Unit – simple computations,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Small local memory  - a few words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D26060-9517-C9F3-C25E-3B71C7277A99}"/>
              </a:ext>
            </a:extLst>
          </p:cNvPr>
          <p:cNvSpPr txBox="1"/>
          <p:nvPr/>
        </p:nvSpPr>
        <p:spPr>
          <a:xfrm>
            <a:off x="2857550" y="1402612"/>
            <a:ext cx="5958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Operation in DPU:</a:t>
            </a:r>
          </a:p>
          <a:p>
            <a:pPr algn="ctr"/>
            <a:r>
              <a:rPr lang="en-US" dirty="0"/>
              <a:t>Local Register = Top Input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F0C31C-0EA2-B11F-78FD-F1B04FB580FD}"/>
              </a:ext>
            </a:extLst>
          </p:cNvPr>
          <p:cNvSpPr txBox="1"/>
          <p:nvPr/>
        </p:nvSpPr>
        <p:spPr>
          <a:xfrm>
            <a:off x="6114796" y="411503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940334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E57D3-94D0-6E9B-7B0D-84DDBF7E8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Systolic 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218E42-C1EA-B50F-B305-4BA81F1A644C}"/>
              </a:ext>
            </a:extLst>
          </p:cNvPr>
          <p:cNvSpPr/>
          <p:nvPr/>
        </p:nvSpPr>
        <p:spPr>
          <a:xfrm>
            <a:off x="5417820" y="357759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3F7AEF0-D7AC-D233-B085-EC8A35569B6C}"/>
              </a:ext>
            </a:extLst>
          </p:cNvPr>
          <p:cNvCxnSpPr>
            <a:endCxn id="4" idx="0"/>
          </p:cNvCxnSpPr>
          <p:nvPr/>
        </p:nvCxnSpPr>
        <p:spPr>
          <a:xfrm>
            <a:off x="5916930" y="291846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AD275EA-AB46-DDCA-6819-5C28C7AD55CD}"/>
              </a:ext>
            </a:extLst>
          </p:cNvPr>
          <p:cNvCxnSpPr>
            <a:cxnSpLocks/>
          </p:cNvCxnSpPr>
          <p:nvPr/>
        </p:nvCxnSpPr>
        <p:spPr>
          <a:xfrm>
            <a:off x="4606290" y="40309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DB9A5AC-D67D-42C2-CA08-FE74B674B7D6}"/>
              </a:ext>
            </a:extLst>
          </p:cNvPr>
          <p:cNvCxnSpPr>
            <a:cxnSpLocks/>
          </p:cNvCxnSpPr>
          <p:nvPr/>
        </p:nvCxnSpPr>
        <p:spPr>
          <a:xfrm>
            <a:off x="6416040" y="4030980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0DA17FE-BF3D-8B59-B265-F76EC679A3D5}"/>
              </a:ext>
            </a:extLst>
          </p:cNvPr>
          <p:cNvCxnSpPr>
            <a:cxnSpLocks/>
          </p:cNvCxnSpPr>
          <p:nvPr/>
        </p:nvCxnSpPr>
        <p:spPr>
          <a:xfrm>
            <a:off x="5935980" y="4484370"/>
            <a:ext cx="0" cy="60579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36EB3F2-4E56-EE62-DFA2-00C33BB47070}"/>
              </a:ext>
            </a:extLst>
          </p:cNvPr>
          <p:cNvSpPr txBox="1"/>
          <p:nvPr/>
        </p:nvSpPr>
        <p:spPr>
          <a:xfrm>
            <a:off x="5836920" y="234696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725E0E-A0D6-F7F8-DE02-715A3A488F96}"/>
              </a:ext>
            </a:extLst>
          </p:cNvPr>
          <p:cNvSpPr txBox="1"/>
          <p:nvPr/>
        </p:nvSpPr>
        <p:spPr>
          <a:xfrm>
            <a:off x="4052888" y="384631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8B8303-A0A0-0BE7-C9F8-5C498BC322D5}"/>
              </a:ext>
            </a:extLst>
          </p:cNvPr>
          <p:cNvSpPr txBox="1"/>
          <p:nvPr/>
        </p:nvSpPr>
        <p:spPr>
          <a:xfrm>
            <a:off x="7581900" y="3846314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a*b + 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B6B624-BA86-6DB6-FB8C-16C02FE0F6A4}"/>
              </a:ext>
            </a:extLst>
          </p:cNvPr>
          <p:cNvSpPr txBox="1"/>
          <p:nvPr/>
        </p:nvSpPr>
        <p:spPr>
          <a:xfrm>
            <a:off x="5564525" y="5206484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a*b + 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98A6FC-1110-FC71-2DA3-3B1AC4F71BCE}"/>
              </a:ext>
            </a:extLst>
          </p:cNvPr>
          <p:cNvSpPr txBox="1"/>
          <p:nvPr/>
        </p:nvSpPr>
        <p:spPr>
          <a:xfrm>
            <a:off x="6036691" y="403098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C89A11-8C03-FDEE-7CF4-9438D675F0D7}"/>
              </a:ext>
            </a:extLst>
          </p:cNvPr>
          <p:cNvSpPr txBox="1"/>
          <p:nvPr/>
        </p:nvSpPr>
        <p:spPr>
          <a:xfrm>
            <a:off x="1432560" y="5692140"/>
            <a:ext cx="9966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Processing Unit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Unit – simple computations,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Small local memory  - a few words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D26060-9517-C9F3-C25E-3B71C7277A99}"/>
              </a:ext>
            </a:extLst>
          </p:cNvPr>
          <p:cNvSpPr txBox="1"/>
          <p:nvPr/>
        </p:nvSpPr>
        <p:spPr>
          <a:xfrm>
            <a:off x="2857550" y="1402612"/>
            <a:ext cx="59587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Operation in DPU: </a:t>
            </a:r>
          </a:p>
          <a:p>
            <a:pPr algn="ctr"/>
            <a:r>
              <a:rPr lang="en-US" dirty="0"/>
              <a:t>Left-Output = Left-Input*Top-Input + Local Register</a:t>
            </a:r>
          </a:p>
          <a:p>
            <a:pPr algn="ctr"/>
            <a:r>
              <a:rPr lang="en-US" dirty="0"/>
              <a:t>Bottom-Output = Left-Input*Top-Input + Local Register</a:t>
            </a:r>
          </a:p>
        </p:txBody>
      </p:sp>
    </p:spTree>
    <p:extLst>
      <p:ext uri="{BB962C8B-B14F-4D97-AF65-F5344CB8AC3E}">
        <p14:creationId xmlns:p14="http://schemas.microsoft.com/office/powerpoint/2010/main" val="2152651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06170-DB77-F02B-94A6-9811F734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Systolic 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1BF719-63A2-8C06-930D-69234237FC1E}"/>
              </a:ext>
            </a:extLst>
          </p:cNvPr>
          <p:cNvSpPr/>
          <p:nvPr/>
        </p:nvSpPr>
        <p:spPr>
          <a:xfrm>
            <a:off x="1036781" y="1613247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E07893-7150-46E5-2DEC-AD267DDE6711}"/>
              </a:ext>
            </a:extLst>
          </p:cNvPr>
          <p:cNvSpPr/>
          <p:nvPr/>
        </p:nvSpPr>
        <p:spPr>
          <a:xfrm>
            <a:off x="2846531" y="1613247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6BAA69-3071-08EE-063D-9D73CA6FE713}"/>
              </a:ext>
            </a:extLst>
          </p:cNvPr>
          <p:cNvSpPr/>
          <p:nvPr/>
        </p:nvSpPr>
        <p:spPr>
          <a:xfrm>
            <a:off x="4656281" y="1613247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7BA1F5-45D4-116D-2C1F-5ADDA4FCFA8E}"/>
              </a:ext>
            </a:extLst>
          </p:cNvPr>
          <p:cNvSpPr/>
          <p:nvPr/>
        </p:nvSpPr>
        <p:spPr>
          <a:xfrm>
            <a:off x="6466031" y="1613247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CC965E2-67B3-290B-2156-797C0EEEF0E2}"/>
              </a:ext>
            </a:extLst>
          </p:cNvPr>
          <p:cNvCxnSpPr>
            <a:cxnSpLocks/>
          </p:cNvCxnSpPr>
          <p:nvPr/>
        </p:nvCxnSpPr>
        <p:spPr>
          <a:xfrm>
            <a:off x="225251" y="2119977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91B49E-679C-7057-2041-4C08B9C84C83}"/>
              </a:ext>
            </a:extLst>
          </p:cNvPr>
          <p:cNvCxnSpPr>
            <a:cxnSpLocks/>
          </p:cNvCxnSpPr>
          <p:nvPr/>
        </p:nvCxnSpPr>
        <p:spPr>
          <a:xfrm>
            <a:off x="2035001" y="2089497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8FCF0B-C08A-0E72-267E-51DF082FC49E}"/>
              </a:ext>
            </a:extLst>
          </p:cNvPr>
          <p:cNvCxnSpPr>
            <a:cxnSpLocks/>
          </p:cNvCxnSpPr>
          <p:nvPr/>
        </p:nvCxnSpPr>
        <p:spPr>
          <a:xfrm>
            <a:off x="3844751" y="2089497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2FE315A-DFD4-FBB4-B791-C45BD56DFE7E}"/>
              </a:ext>
            </a:extLst>
          </p:cNvPr>
          <p:cNvCxnSpPr>
            <a:cxnSpLocks/>
          </p:cNvCxnSpPr>
          <p:nvPr/>
        </p:nvCxnSpPr>
        <p:spPr>
          <a:xfrm>
            <a:off x="5654501" y="2089497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3081E21-D941-F39A-3622-F71845593697}"/>
              </a:ext>
            </a:extLst>
          </p:cNvPr>
          <p:cNvCxnSpPr>
            <a:cxnSpLocks/>
          </p:cNvCxnSpPr>
          <p:nvPr/>
        </p:nvCxnSpPr>
        <p:spPr>
          <a:xfrm>
            <a:off x="1505411" y="1227485"/>
            <a:ext cx="0" cy="38576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81B449D-0D7D-3D48-EE0B-750D51D6B9A9}"/>
              </a:ext>
            </a:extLst>
          </p:cNvPr>
          <p:cNvCxnSpPr>
            <a:cxnSpLocks/>
          </p:cNvCxnSpPr>
          <p:nvPr/>
        </p:nvCxnSpPr>
        <p:spPr>
          <a:xfrm>
            <a:off x="3318971" y="1227485"/>
            <a:ext cx="0" cy="38576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5DEE4D6-E56F-6F77-4948-CCBBC6324BAE}"/>
              </a:ext>
            </a:extLst>
          </p:cNvPr>
          <p:cNvCxnSpPr>
            <a:cxnSpLocks/>
          </p:cNvCxnSpPr>
          <p:nvPr/>
        </p:nvCxnSpPr>
        <p:spPr>
          <a:xfrm>
            <a:off x="5117291" y="1304637"/>
            <a:ext cx="0" cy="30861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CD45F60-18B8-8F1D-5BD9-CD174510C02C}"/>
              </a:ext>
            </a:extLst>
          </p:cNvPr>
          <p:cNvCxnSpPr>
            <a:cxnSpLocks/>
          </p:cNvCxnSpPr>
          <p:nvPr/>
        </p:nvCxnSpPr>
        <p:spPr>
          <a:xfrm>
            <a:off x="6946091" y="1304637"/>
            <a:ext cx="0" cy="30861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E600838-7848-4852-8460-358CEAA57504}"/>
              </a:ext>
            </a:extLst>
          </p:cNvPr>
          <p:cNvCxnSpPr>
            <a:cxnSpLocks/>
          </p:cNvCxnSpPr>
          <p:nvPr/>
        </p:nvCxnSpPr>
        <p:spPr>
          <a:xfrm>
            <a:off x="7464251" y="2089497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CD84CBA-77A1-3247-882A-827D0EE7E481}"/>
              </a:ext>
            </a:extLst>
          </p:cNvPr>
          <p:cNvSpPr/>
          <p:nvPr/>
        </p:nvSpPr>
        <p:spPr>
          <a:xfrm>
            <a:off x="1036781" y="295151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E7DC33-17D9-DAF5-CC42-3ABD278CE804}"/>
              </a:ext>
            </a:extLst>
          </p:cNvPr>
          <p:cNvSpPr/>
          <p:nvPr/>
        </p:nvSpPr>
        <p:spPr>
          <a:xfrm>
            <a:off x="2846531" y="295151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B34B4D-29A4-CA29-DEA2-79517859F5E1}"/>
              </a:ext>
            </a:extLst>
          </p:cNvPr>
          <p:cNvSpPr/>
          <p:nvPr/>
        </p:nvSpPr>
        <p:spPr>
          <a:xfrm>
            <a:off x="4656281" y="295151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68F323-8419-CC6D-9FB4-B24A11CD8299}"/>
              </a:ext>
            </a:extLst>
          </p:cNvPr>
          <p:cNvSpPr/>
          <p:nvPr/>
        </p:nvSpPr>
        <p:spPr>
          <a:xfrm>
            <a:off x="6466031" y="295151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C68A360-1076-6DF5-1527-C673FCDA1F65}"/>
              </a:ext>
            </a:extLst>
          </p:cNvPr>
          <p:cNvCxnSpPr>
            <a:cxnSpLocks/>
          </p:cNvCxnSpPr>
          <p:nvPr/>
        </p:nvCxnSpPr>
        <p:spPr>
          <a:xfrm>
            <a:off x="225251" y="345824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9BBA58B-CE19-3FAA-576F-81991740F70B}"/>
              </a:ext>
            </a:extLst>
          </p:cNvPr>
          <p:cNvCxnSpPr>
            <a:cxnSpLocks/>
          </p:cNvCxnSpPr>
          <p:nvPr/>
        </p:nvCxnSpPr>
        <p:spPr>
          <a:xfrm>
            <a:off x="2035001" y="342776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0A0ED83-720C-5421-17B0-C99745085B95}"/>
              </a:ext>
            </a:extLst>
          </p:cNvPr>
          <p:cNvCxnSpPr>
            <a:cxnSpLocks/>
          </p:cNvCxnSpPr>
          <p:nvPr/>
        </p:nvCxnSpPr>
        <p:spPr>
          <a:xfrm>
            <a:off x="3844751" y="342776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E59BE6B-DC09-1582-D8EF-82E92F47882F}"/>
              </a:ext>
            </a:extLst>
          </p:cNvPr>
          <p:cNvCxnSpPr>
            <a:cxnSpLocks/>
          </p:cNvCxnSpPr>
          <p:nvPr/>
        </p:nvCxnSpPr>
        <p:spPr>
          <a:xfrm>
            <a:off x="5654501" y="342776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F042294-7E2D-5493-1F01-39AB2666CB28}"/>
              </a:ext>
            </a:extLst>
          </p:cNvPr>
          <p:cNvCxnSpPr>
            <a:cxnSpLocks/>
          </p:cNvCxnSpPr>
          <p:nvPr/>
        </p:nvCxnSpPr>
        <p:spPr>
          <a:xfrm>
            <a:off x="1505411" y="2509550"/>
            <a:ext cx="0" cy="44196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33AC59-F8E3-7E79-360B-C36ACF9163A8}"/>
              </a:ext>
            </a:extLst>
          </p:cNvPr>
          <p:cNvCxnSpPr>
            <a:cxnSpLocks/>
          </p:cNvCxnSpPr>
          <p:nvPr/>
        </p:nvCxnSpPr>
        <p:spPr>
          <a:xfrm>
            <a:off x="3318971" y="2509550"/>
            <a:ext cx="0" cy="44196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B53F222-C6F3-9B4C-9F36-7D2E355F84D5}"/>
              </a:ext>
            </a:extLst>
          </p:cNvPr>
          <p:cNvCxnSpPr>
            <a:cxnSpLocks/>
          </p:cNvCxnSpPr>
          <p:nvPr/>
        </p:nvCxnSpPr>
        <p:spPr>
          <a:xfrm>
            <a:off x="5117291" y="2562890"/>
            <a:ext cx="0" cy="38862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607DEBC-D505-9AD4-CB79-EB1364B6760E}"/>
              </a:ext>
            </a:extLst>
          </p:cNvPr>
          <p:cNvCxnSpPr>
            <a:cxnSpLocks/>
          </p:cNvCxnSpPr>
          <p:nvPr/>
        </p:nvCxnSpPr>
        <p:spPr>
          <a:xfrm>
            <a:off x="6946091" y="2562890"/>
            <a:ext cx="0" cy="38862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FBD1516-C4FD-0183-CEC5-E2BB4E00EEC7}"/>
              </a:ext>
            </a:extLst>
          </p:cNvPr>
          <p:cNvCxnSpPr>
            <a:cxnSpLocks/>
          </p:cNvCxnSpPr>
          <p:nvPr/>
        </p:nvCxnSpPr>
        <p:spPr>
          <a:xfrm>
            <a:off x="7464251" y="3427760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B0424DB-4E22-95C7-3EF5-47547F81CB4C}"/>
              </a:ext>
            </a:extLst>
          </p:cNvPr>
          <p:cNvSpPr/>
          <p:nvPr/>
        </p:nvSpPr>
        <p:spPr>
          <a:xfrm>
            <a:off x="1036781" y="423929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A961465-6B05-5DCE-7DE6-CF89D4423E7A}"/>
              </a:ext>
            </a:extLst>
          </p:cNvPr>
          <p:cNvSpPr/>
          <p:nvPr/>
        </p:nvSpPr>
        <p:spPr>
          <a:xfrm>
            <a:off x="2846531" y="423929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71F9EF-1665-52C3-F609-BBB8A81DF8DC}"/>
              </a:ext>
            </a:extLst>
          </p:cNvPr>
          <p:cNvSpPr/>
          <p:nvPr/>
        </p:nvSpPr>
        <p:spPr>
          <a:xfrm>
            <a:off x="4656281" y="423929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4E3A1A-3F17-02E1-917F-2F7BE2659CE2}"/>
              </a:ext>
            </a:extLst>
          </p:cNvPr>
          <p:cNvSpPr/>
          <p:nvPr/>
        </p:nvSpPr>
        <p:spPr>
          <a:xfrm>
            <a:off x="6466031" y="423929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7E98457-EA8B-5054-027D-05EDBAA4D86E}"/>
              </a:ext>
            </a:extLst>
          </p:cNvPr>
          <p:cNvCxnSpPr>
            <a:cxnSpLocks/>
          </p:cNvCxnSpPr>
          <p:nvPr/>
        </p:nvCxnSpPr>
        <p:spPr>
          <a:xfrm>
            <a:off x="225251" y="474602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070C5AE-6004-EC90-04EF-83BE13CB99B2}"/>
              </a:ext>
            </a:extLst>
          </p:cNvPr>
          <p:cNvCxnSpPr>
            <a:cxnSpLocks/>
          </p:cNvCxnSpPr>
          <p:nvPr/>
        </p:nvCxnSpPr>
        <p:spPr>
          <a:xfrm>
            <a:off x="2035001" y="471554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13B9D65-EEB1-B976-EDA1-137413BD41C4}"/>
              </a:ext>
            </a:extLst>
          </p:cNvPr>
          <p:cNvCxnSpPr>
            <a:cxnSpLocks/>
          </p:cNvCxnSpPr>
          <p:nvPr/>
        </p:nvCxnSpPr>
        <p:spPr>
          <a:xfrm>
            <a:off x="3844751" y="471554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A8FDDD3-D58E-B205-0AE2-9DFAC3CDBF57}"/>
              </a:ext>
            </a:extLst>
          </p:cNvPr>
          <p:cNvCxnSpPr>
            <a:cxnSpLocks/>
          </p:cNvCxnSpPr>
          <p:nvPr/>
        </p:nvCxnSpPr>
        <p:spPr>
          <a:xfrm>
            <a:off x="5654501" y="471554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8804EA7-89F8-FCF5-437A-51EEBF1DA48D}"/>
              </a:ext>
            </a:extLst>
          </p:cNvPr>
          <p:cNvCxnSpPr>
            <a:cxnSpLocks/>
          </p:cNvCxnSpPr>
          <p:nvPr/>
        </p:nvCxnSpPr>
        <p:spPr>
          <a:xfrm>
            <a:off x="1505411" y="3884008"/>
            <a:ext cx="0" cy="35528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3711C1E-D30C-66C1-6745-40179AB6DF1C}"/>
              </a:ext>
            </a:extLst>
          </p:cNvPr>
          <p:cNvCxnSpPr>
            <a:cxnSpLocks/>
          </p:cNvCxnSpPr>
          <p:nvPr/>
        </p:nvCxnSpPr>
        <p:spPr>
          <a:xfrm>
            <a:off x="3318971" y="3944968"/>
            <a:ext cx="0" cy="29432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1CFE7AA-A960-00A2-4FB8-84FC8262B4D3}"/>
              </a:ext>
            </a:extLst>
          </p:cNvPr>
          <p:cNvCxnSpPr>
            <a:cxnSpLocks/>
          </p:cNvCxnSpPr>
          <p:nvPr/>
        </p:nvCxnSpPr>
        <p:spPr>
          <a:xfrm>
            <a:off x="5117291" y="3914488"/>
            <a:ext cx="0" cy="32480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536E9F6-D56E-3137-28EE-AC942724D8C9}"/>
              </a:ext>
            </a:extLst>
          </p:cNvPr>
          <p:cNvCxnSpPr>
            <a:cxnSpLocks/>
          </p:cNvCxnSpPr>
          <p:nvPr/>
        </p:nvCxnSpPr>
        <p:spPr>
          <a:xfrm>
            <a:off x="6946091" y="3929728"/>
            <a:ext cx="0" cy="30956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BD177AC-0912-8490-EDA0-8FB4AC37653B}"/>
              </a:ext>
            </a:extLst>
          </p:cNvPr>
          <p:cNvCxnSpPr>
            <a:cxnSpLocks/>
          </p:cNvCxnSpPr>
          <p:nvPr/>
        </p:nvCxnSpPr>
        <p:spPr>
          <a:xfrm>
            <a:off x="7464251" y="4715540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8B4401C1-5087-BDEE-00E7-14274725AC02}"/>
              </a:ext>
            </a:extLst>
          </p:cNvPr>
          <p:cNvSpPr/>
          <p:nvPr/>
        </p:nvSpPr>
        <p:spPr>
          <a:xfrm>
            <a:off x="1036781" y="5488017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EDE0CC7-9E33-0300-CE1E-F5BA9EA401A0}"/>
              </a:ext>
            </a:extLst>
          </p:cNvPr>
          <p:cNvSpPr/>
          <p:nvPr/>
        </p:nvSpPr>
        <p:spPr>
          <a:xfrm>
            <a:off x="2846531" y="5488017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9538F4D-DC6D-5A3A-CA34-DCFF9FA8DAF5}"/>
              </a:ext>
            </a:extLst>
          </p:cNvPr>
          <p:cNvSpPr/>
          <p:nvPr/>
        </p:nvSpPr>
        <p:spPr>
          <a:xfrm>
            <a:off x="4656281" y="5488017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DE99CEE-DB0C-D282-19FF-C23142A3CC1F}"/>
              </a:ext>
            </a:extLst>
          </p:cNvPr>
          <p:cNvSpPr/>
          <p:nvPr/>
        </p:nvSpPr>
        <p:spPr>
          <a:xfrm>
            <a:off x="6466031" y="5488017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0A1E565-98F8-675B-E1D2-697507BAE107}"/>
              </a:ext>
            </a:extLst>
          </p:cNvPr>
          <p:cNvCxnSpPr>
            <a:cxnSpLocks/>
          </p:cNvCxnSpPr>
          <p:nvPr/>
        </p:nvCxnSpPr>
        <p:spPr>
          <a:xfrm>
            <a:off x="225251" y="5994747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625E288-0E86-1344-8840-A870DD03EE38}"/>
              </a:ext>
            </a:extLst>
          </p:cNvPr>
          <p:cNvCxnSpPr>
            <a:cxnSpLocks/>
          </p:cNvCxnSpPr>
          <p:nvPr/>
        </p:nvCxnSpPr>
        <p:spPr>
          <a:xfrm>
            <a:off x="2035001" y="5964267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BE4FFD8-8586-F60A-BA0B-0AC8D4519F22}"/>
              </a:ext>
            </a:extLst>
          </p:cNvPr>
          <p:cNvCxnSpPr>
            <a:cxnSpLocks/>
          </p:cNvCxnSpPr>
          <p:nvPr/>
        </p:nvCxnSpPr>
        <p:spPr>
          <a:xfrm>
            <a:off x="3844751" y="5964267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6519E48-E35B-1160-D768-3E4B26453DE4}"/>
              </a:ext>
            </a:extLst>
          </p:cNvPr>
          <p:cNvCxnSpPr>
            <a:cxnSpLocks/>
          </p:cNvCxnSpPr>
          <p:nvPr/>
        </p:nvCxnSpPr>
        <p:spPr>
          <a:xfrm>
            <a:off x="5654501" y="5964267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79B9AC4-F70E-E0D4-12EC-632C89BA7DEE}"/>
              </a:ext>
            </a:extLst>
          </p:cNvPr>
          <p:cNvCxnSpPr>
            <a:cxnSpLocks/>
          </p:cNvCxnSpPr>
          <p:nvPr/>
        </p:nvCxnSpPr>
        <p:spPr>
          <a:xfrm>
            <a:off x="1505411" y="5132735"/>
            <a:ext cx="0" cy="35528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9820298-AC7E-8031-5D13-774FA9F14B16}"/>
              </a:ext>
            </a:extLst>
          </p:cNvPr>
          <p:cNvCxnSpPr>
            <a:cxnSpLocks/>
          </p:cNvCxnSpPr>
          <p:nvPr/>
        </p:nvCxnSpPr>
        <p:spPr>
          <a:xfrm>
            <a:off x="3318971" y="5193695"/>
            <a:ext cx="0" cy="29432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BC190C9-DAAD-B584-7BB5-9A866E1D41E3}"/>
              </a:ext>
            </a:extLst>
          </p:cNvPr>
          <p:cNvCxnSpPr>
            <a:cxnSpLocks/>
          </p:cNvCxnSpPr>
          <p:nvPr/>
        </p:nvCxnSpPr>
        <p:spPr>
          <a:xfrm>
            <a:off x="5117291" y="5163215"/>
            <a:ext cx="0" cy="32480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386D56E-0A7B-CAE5-43B7-126195DFD07D}"/>
              </a:ext>
            </a:extLst>
          </p:cNvPr>
          <p:cNvCxnSpPr>
            <a:cxnSpLocks/>
          </p:cNvCxnSpPr>
          <p:nvPr/>
        </p:nvCxnSpPr>
        <p:spPr>
          <a:xfrm>
            <a:off x="6946091" y="5178455"/>
            <a:ext cx="0" cy="30956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53534BE-B85D-6336-BB46-AFEF93DE307B}"/>
              </a:ext>
            </a:extLst>
          </p:cNvPr>
          <p:cNvCxnSpPr>
            <a:cxnSpLocks/>
          </p:cNvCxnSpPr>
          <p:nvPr/>
        </p:nvCxnSpPr>
        <p:spPr>
          <a:xfrm>
            <a:off x="7464251" y="5964267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3FCA0746-205A-9560-FB7B-1984ACCF18CB}"/>
              </a:ext>
            </a:extLst>
          </p:cNvPr>
          <p:cNvCxnSpPr>
            <a:cxnSpLocks/>
          </p:cNvCxnSpPr>
          <p:nvPr/>
        </p:nvCxnSpPr>
        <p:spPr>
          <a:xfrm>
            <a:off x="1505411" y="6394797"/>
            <a:ext cx="0" cy="38576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4A87034B-8D37-4952-EB3C-4E7CF3F7A13A}"/>
              </a:ext>
            </a:extLst>
          </p:cNvPr>
          <p:cNvCxnSpPr>
            <a:cxnSpLocks/>
          </p:cNvCxnSpPr>
          <p:nvPr/>
        </p:nvCxnSpPr>
        <p:spPr>
          <a:xfrm>
            <a:off x="3318971" y="6394797"/>
            <a:ext cx="0" cy="38576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D76115CE-DCE9-6DFC-598B-AD503C49DF04}"/>
              </a:ext>
            </a:extLst>
          </p:cNvPr>
          <p:cNvCxnSpPr>
            <a:cxnSpLocks/>
          </p:cNvCxnSpPr>
          <p:nvPr/>
        </p:nvCxnSpPr>
        <p:spPr>
          <a:xfrm>
            <a:off x="5117291" y="6471949"/>
            <a:ext cx="0" cy="30861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94A45DDD-AB65-20E8-A21C-D7A1486B6F4D}"/>
              </a:ext>
            </a:extLst>
          </p:cNvPr>
          <p:cNvCxnSpPr>
            <a:cxnSpLocks/>
          </p:cNvCxnSpPr>
          <p:nvPr/>
        </p:nvCxnSpPr>
        <p:spPr>
          <a:xfrm>
            <a:off x="6946091" y="6471949"/>
            <a:ext cx="0" cy="30861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117D94-B204-3CDA-979D-2A00E1006ADF}"/>
                  </a:ext>
                </a:extLst>
              </p:cNvPr>
              <p:cNvSpPr txBox="1"/>
              <p:nvPr/>
            </p:nvSpPr>
            <p:spPr>
              <a:xfrm>
                <a:off x="8506691" y="1533236"/>
                <a:ext cx="3205018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1, 2, or 3 dimensional array of locally connected data processing units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Input</a:t>
                </a:r>
                <a:r>
                  <a:rPr lang="en-US" dirty="0"/>
                  <a:t> received from </a:t>
                </a:r>
                <a:r>
                  <a:rPr lang="en-US" b="1" dirty="0"/>
                  <a:t>top</a:t>
                </a:r>
                <a:r>
                  <a:rPr lang="en-US" dirty="0"/>
                  <a:t> and </a:t>
                </a:r>
                <a:r>
                  <a:rPr lang="en-US" b="1" dirty="0"/>
                  <a:t>left</a:t>
                </a:r>
                <a:r>
                  <a:rPr lang="en-US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Output</a:t>
                </a:r>
                <a:r>
                  <a:rPr lang="en-US" dirty="0"/>
                  <a:t> from </a:t>
                </a:r>
                <a:r>
                  <a:rPr lang="en-US" b="1" dirty="0"/>
                  <a:t>bottom</a:t>
                </a:r>
                <a:r>
                  <a:rPr lang="en-US" dirty="0"/>
                  <a:t> and </a:t>
                </a:r>
                <a:r>
                  <a:rPr lang="en-US" b="1" dirty="0"/>
                  <a:t>right</a:t>
                </a:r>
                <a:r>
                  <a:rPr lang="en-US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Programming Systolic Arrays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 determining the flow of data to achieve the desired computations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117D94-B204-3CDA-979D-2A00E1006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6691" y="1533236"/>
                <a:ext cx="3205018" cy="3970318"/>
              </a:xfrm>
              <a:prstGeom prst="rect">
                <a:avLst/>
              </a:prstGeom>
              <a:blipFill>
                <a:blip r:embed="rId2"/>
                <a:stretch>
                  <a:fillRect l="-1141" t="-922" b="-1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358F31A4-3E64-8E29-5498-D3107DA79988}"/>
              </a:ext>
            </a:extLst>
          </p:cNvPr>
          <p:cNvSpPr txBox="1"/>
          <p:nvPr/>
        </p:nvSpPr>
        <p:spPr>
          <a:xfrm>
            <a:off x="2440766" y="849938"/>
            <a:ext cx="1840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Memory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798A61-5207-BB29-6832-751F1B1CBD98}"/>
              </a:ext>
            </a:extLst>
          </p:cNvPr>
          <p:cNvSpPr txBox="1"/>
          <p:nvPr/>
        </p:nvSpPr>
        <p:spPr>
          <a:xfrm>
            <a:off x="-475650" y="3721919"/>
            <a:ext cx="1840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From </a:t>
            </a:r>
          </a:p>
          <a:p>
            <a:pPr algn="ctr"/>
            <a:r>
              <a:rPr lang="en-US" dirty="0"/>
              <a:t>Memory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60381B-142E-3C3C-7D00-DA630D17DF14}"/>
              </a:ext>
            </a:extLst>
          </p:cNvPr>
          <p:cNvSpPr txBox="1"/>
          <p:nvPr/>
        </p:nvSpPr>
        <p:spPr>
          <a:xfrm>
            <a:off x="7191562" y="3649558"/>
            <a:ext cx="1840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 </a:t>
            </a:r>
          </a:p>
          <a:p>
            <a:pPr algn="ctr"/>
            <a:r>
              <a:rPr lang="en-US" dirty="0"/>
              <a:t>Memory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580DDC1-A64E-F764-DAA1-A7E7C21AF583}"/>
              </a:ext>
            </a:extLst>
          </p:cNvPr>
          <p:cNvSpPr txBox="1"/>
          <p:nvPr/>
        </p:nvSpPr>
        <p:spPr>
          <a:xfrm>
            <a:off x="3427487" y="6239668"/>
            <a:ext cx="1641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 </a:t>
            </a:r>
          </a:p>
          <a:p>
            <a:pPr algn="ctr"/>
            <a:r>
              <a:rPr lang="en-US" dirty="0"/>
              <a:t>Memory </a:t>
            </a:r>
          </a:p>
        </p:txBody>
      </p:sp>
    </p:spTree>
    <p:extLst>
      <p:ext uri="{BB962C8B-B14F-4D97-AF65-F5344CB8AC3E}">
        <p14:creationId xmlns:p14="http://schemas.microsoft.com/office/powerpoint/2010/main" val="1718626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ED690-DB0F-6799-0CB6-26F51F714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Modeling GPU Architectures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6E6375-994E-A5F1-47DE-75C41629A231}"/>
              </a:ext>
            </a:extLst>
          </p:cNvPr>
          <p:cNvSpPr/>
          <p:nvPr/>
        </p:nvSpPr>
        <p:spPr>
          <a:xfrm>
            <a:off x="5345000" y="1383772"/>
            <a:ext cx="1743623" cy="3810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DRAM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3EF8471-92A0-1A02-22F9-2F0B6C66273D}"/>
              </a:ext>
            </a:extLst>
          </p:cNvPr>
          <p:cNvGrpSpPr/>
          <p:nvPr/>
        </p:nvGrpSpPr>
        <p:grpSpPr>
          <a:xfrm>
            <a:off x="1885020" y="2878404"/>
            <a:ext cx="2133599" cy="1499816"/>
            <a:chOff x="3392871" y="2569567"/>
            <a:chExt cx="2133599" cy="149981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97B929-FDA1-E196-6DAD-BF927DB54DF1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CCAA978-20D9-E37C-E20F-96FC94888E01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3615633-F424-F9A1-01E6-0783F7EBDD10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673A518-B87F-4BC2-3980-230754811616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B21B8C2-72C5-6B59-168B-0759EC651090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15918E6-5C3C-D053-8F16-96CD93AC3D50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0B2E37D-4CB6-1734-629D-6F8A3C70CE9A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4ECBB29-F35F-8DDC-EAEC-878583E15A16}"/>
                </a:ext>
              </a:extLst>
            </p:cNvPr>
            <p:cNvCxnSpPr>
              <a:cxnSpLocks/>
              <a:endCxn id="2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9D42CB6-DB01-722A-DF69-9B01E76364DC}"/>
              </a:ext>
            </a:extLst>
          </p:cNvPr>
          <p:cNvGrpSpPr/>
          <p:nvPr/>
        </p:nvGrpSpPr>
        <p:grpSpPr>
          <a:xfrm>
            <a:off x="5150013" y="2878404"/>
            <a:ext cx="2133599" cy="1499816"/>
            <a:chOff x="3392871" y="2569567"/>
            <a:chExt cx="2133599" cy="149981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71A9434-1C0A-F2A8-F20B-773028E38C49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CF8708D-895F-A94D-A2A5-E7A2A23A4966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98FEC92-83AF-2D4B-E683-82301F53B27D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FBC5F90-409D-F340-9329-19B91BE5EBBF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7C0F9A2-3579-566E-B6AF-772825F18C58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A04A625-F954-5F87-00CF-4B5E71FA5D1B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3F44C5E-4257-E736-99CB-C5E333EE925A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20C50A8-6C47-1E49-4B8D-AD50FDD3DFFB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A7CB1C2-6AB2-C860-38E0-E6EBD6F2747A}"/>
              </a:ext>
            </a:extLst>
          </p:cNvPr>
          <p:cNvGrpSpPr/>
          <p:nvPr/>
        </p:nvGrpSpPr>
        <p:grpSpPr>
          <a:xfrm>
            <a:off x="8206379" y="2878404"/>
            <a:ext cx="2133599" cy="1499816"/>
            <a:chOff x="3392871" y="2569567"/>
            <a:chExt cx="2133599" cy="149981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F60983D-DA7A-C2CA-B723-5DDFBF18EDAB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4A2CCE9-CE64-2124-7078-14ADE340D0B0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833FBDE-0BBB-80AB-1B21-063E7E562C7E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18BD2C0-662E-22E4-8200-52223888C2F1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FCB4161-2145-1225-BF71-E0FDA053498B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084958F-C94C-E6C2-F425-D6B30F6F004C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F10CDC6-4158-34C9-983A-94DF68108746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758A461-F76F-5C66-B6DC-BDE45F916F30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BABF4D5-88F6-C8D1-69B7-70EEAD48E0DB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951819" y="2464641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4157695-9B6B-E2E5-2FE5-7089B89F937D}"/>
              </a:ext>
            </a:extLst>
          </p:cNvPr>
          <p:cNvCxnSpPr>
            <a:cxnSpLocks/>
          </p:cNvCxnSpPr>
          <p:nvPr/>
        </p:nvCxnSpPr>
        <p:spPr>
          <a:xfrm>
            <a:off x="6216812" y="2453465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5B13D04-5CD7-9339-F82C-043B7799AE22}"/>
              </a:ext>
            </a:extLst>
          </p:cNvPr>
          <p:cNvCxnSpPr>
            <a:cxnSpLocks/>
          </p:cNvCxnSpPr>
          <p:nvPr/>
        </p:nvCxnSpPr>
        <p:spPr>
          <a:xfrm flipH="1">
            <a:off x="9266712" y="2474270"/>
            <a:ext cx="6466" cy="3761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6E564CA-4BEA-C2A6-BE66-728287DC7F79}"/>
              </a:ext>
            </a:extLst>
          </p:cNvPr>
          <p:cNvCxnSpPr>
            <a:cxnSpLocks/>
          </p:cNvCxnSpPr>
          <p:nvPr/>
        </p:nvCxnSpPr>
        <p:spPr>
          <a:xfrm flipV="1">
            <a:off x="2945353" y="2446270"/>
            <a:ext cx="6327825" cy="71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63B2071-4F6C-9DCB-4C95-C451B28BC50B}"/>
              </a:ext>
            </a:extLst>
          </p:cNvPr>
          <p:cNvCxnSpPr>
            <a:stCxn id="7" idx="2"/>
          </p:cNvCxnSpPr>
          <p:nvPr/>
        </p:nvCxnSpPr>
        <p:spPr>
          <a:xfrm flipH="1">
            <a:off x="6216811" y="1764772"/>
            <a:ext cx="1" cy="6886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894E58F-F9C3-E71F-1314-9A3FA6AC22B9}"/>
                  </a:ext>
                </a:extLst>
              </p:cNvPr>
              <p:cNvSpPr txBox="1"/>
              <p:nvPr/>
            </p:nvSpPr>
            <p:spPr>
              <a:xfrm>
                <a:off x="1065791" y="4550273"/>
                <a:ext cx="98888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Blocks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Threads per block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894E58F-F9C3-E71F-1314-9A3FA6AC2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791" y="4550273"/>
                <a:ext cx="9888842" cy="646331"/>
              </a:xfrm>
              <a:prstGeom prst="rect">
                <a:avLst/>
              </a:prstGeom>
              <a:blipFill>
                <a:blip r:embed="rId2"/>
                <a:stretch>
                  <a:fillRect l="-432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794761D9-CAE8-5775-8836-BC4143F66BA6}"/>
              </a:ext>
            </a:extLst>
          </p:cNvPr>
          <p:cNvSpPr txBox="1"/>
          <p:nvPr/>
        </p:nvSpPr>
        <p:spPr>
          <a:xfrm>
            <a:off x="2071441" y="3824307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70C5DA-E164-C541-3A09-90C4099B431F}"/>
              </a:ext>
            </a:extLst>
          </p:cNvPr>
          <p:cNvSpPr txBox="1"/>
          <p:nvPr/>
        </p:nvSpPr>
        <p:spPr>
          <a:xfrm>
            <a:off x="2612281" y="3833092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A782DBD-0F1A-62B4-AFCD-56A1740061E6}"/>
                  </a:ext>
                </a:extLst>
              </p:cNvPr>
              <p:cNvSpPr txBox="1"/>
              <p:nvPr/>
            </p:nvSpPr>
            <p:spPr>
              <a:xfrm>
                <a:off x="3229390" y="3879140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A782DBD-0F1A-62B4-AFCD-56A174006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390" y="3879140"/>
                <a:ext cx="494665" cy="2539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1CB6495C-D038-FB44-220F-A7C9C85D99A5}"/>
              </a:ext>
            </a:extLst>
          </p:cNvPr>
          <p:cNvSpPr txBox="1"/>
          <p:nvPr/>
        </p:nvSpPr>
        <p:spPr>
          <a:xfrm>
            <a:off x="5336434" y="3804851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993E18-75D6-4213-8F37-9603C36B1BB7}"/>
              </a:ext>
            </a:extLst>
          </p:cNvPr>
          <p:cNvSpPr txBox="1"/>
          <p:nvPr/>
        </p:nvSpPr>
        <p:spPr>
          <a:xfrm>
            <a:off x="5877274" y="3813636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0A00B93-7A24-64ED-DD6A-77D948D305E7}"/>
                  </a:ext>
                </a:extLst>
              </p:cNvPr>
              <p:cNvSpPr txBox="1"/>
              <p:nvPr/>
            </p:nvSpPr>
            <p:spPr>
              <a:xfrm>
                <a:off x="6494383" y="3859684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0A00B93-7A24-64ED-DD6A-77D948D30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383" y="3859684"/>
                <a:ext cx="494665" cy="2539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D732C5A9-CDDA-DBB1-A299-E94DAC5F6FA0}"/>
              </a:ext>
            </a:extLst>
          </p:cNvPr>
          <p:cNvSpPr txBox="1"/>
          <p:nvPr/>
        </p:nvSpPr>
        <p:spPr>
          <a:xfrm>
            <a:off x="8405968" y="3820720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B0EBAD1-3896-DAFC-2771-996CAC1F370B}"/>
              </a:ext>
            </a:extLst>
          </p:cNvPr>
          <p:cNvSpPr txBox="1"/>
          <p:nvPr/>
        </p:nvSpPr>
        <p:spPr>
          <a:xfrm>
            <a:off x="8946808" y="3829505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116C98E-2CCE-47F3-7FD5-0E554306B455}"/>
                  </a:ext>
                </a:extLst>
              </p:cNvPr>
              <p:cNvSpPr txBox="1"/>
              <p:nvPr/>
            </p:nvSpPr>
            <p:spPr>
              <a:xfrm>
                <a:off x="9563917" y="3875553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116C98E-2CCE-47F3-7FD5-0E554306B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3917" y="3875553"/>
                <a:ext cx="494665" cy="2539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BDE359-7F7A-4AAC-2856-CD701D0A413C}"/>
                  </a:ext>
                </a:extLst>
              </p:cNvPr>
              <p:cNvSpPr txBox="1"/>
              <p:nvPr/>
            </p:nvSpPr>
            <p:spPr>
              <a:xfrm>
                <a:off x="9966186" y="2561531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BDE359-7F7A-4AAC-2856-CD701D0A4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6186" y="2561531"/>
                <a:ext cx="98844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2B49D-5537-35B6-0DBA-EBFD9E8FD630}"/>
                  </a:ext>
                </a:extLst>
              </p:cNvPr>
              <p:cNvSpPr txBox="1"/>
              <p:nvPr/>
            </p:nvSpPr>
            <p:spPr>
              <a:xfrm>
                <a:off x="6494824" y="2576106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2B49D-5537-35B6-0DBA-EBFD9E8FD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824" y="2576106"/>
                <a:ext cx="98844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5A84A3-2156-9269-F4F8-AC6600CE5929}"/>
                  </a:ext>
                </a:extLst>
              </p:cNvPr>
              <p:cNvSpPr txBox="1"/>
              <p:nvPr/>
            </p:nvSpPr>
            <p:spPr>
              <a:xfrm>
                <a:off x="3030172" y="2559140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5A84A3-2156-9269-F4F8-AC6600CE5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172" y="2559140"/>
                <a:ext cx="98844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7170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ED690-DB0F-6799-0CB6-26F51F714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Modeling GPU Architectures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6E6375-994E-A5F1-47DE-75C41629A231}"/>
              </a:ext>
            </a:extLst>
          </p:cNvPr>
          <p:cNvSpPr/>
          <p:nvPr/>
        </p:nvSpPr>
        <p:spPr>
          <a:xfrm>
            <a:off x="5345000" y="1383772"/>
            <a:ext cx="1743623" cy="3810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DRAM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3EF8471-92A0-1A02-22F9-2F0B6C66273D}"/>
              </a:ext>
            </a:extLst>
          </p:cNvPr>
          <p:cNvGrpSpPr/>
          <p:nvPr/>
        </p:nvGrpSpPr>
        <p:grpSpPr>
          <a:xfrm>
            <a:off x="1885020" y="2878404"/>
            <a:ext cx="2133599" cy="1499816"/>
            <a:chOff x="3392871" y="2569567"/>
            <a:chExt cx="2133599" cy="149981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97B929-FDA1-E196-6DAD-BF927DB54DF1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CCAA978-20D9-E37C-E20F-96FC94888E01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3615633-F424-F9A1-01E6-0783F7EBDD10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673A518-B87F-4BC2-3980-230754811616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B21B8C2-72C5-6B59-168B-0759EC651090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15918E6-5C3C-D053-8F16-96CD93AC3D50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0B2E37D-4CB6-1734-629D-6F8A3C70CE9A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4ECBB29-F35F-8DDC-EAEC-878583E15A16}"/>
                </a:ext>
              </a:extLst>
            </p:cNvPr>
            <p:cNvCxnSpPr>
              <a:cxnSpLocks/>
              <a:endCxn id="2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9D42CB6-DB01-722A-DF69-9B01E76364DC}"/>
              </a:ext>
            </a:extLst>
          </p:cNvPr>
          <p:cNvGrpSpPr/>
          <p:nvPr/>
        </p:nvGrpSpPr>
        <p:grpSpPr>
          <a:xfrm>
            <a:off x="5150013" y="2878404"/>
            <a:ext cx="2133599" cy="1499816"/>
            <a:chOff x="3392871" y="2569567"/>
            <a:chExt cx="2133599" cy="149981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71A9434-1C0A-F2A8-F20B-773028E38C49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CF8708D-895F-A94D-A2A5-E7A2A23A4966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98FEC92-83AF-2D4B-E683-82301F53B27D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FBC5F90-409D-F340-9329-19B91BE5EBBF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7C0F9A2-3579-566E-B6AF-772825F18C58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A04A625-F954-5F87-00CF-4B5E71FA5D1B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3F44C5E-4257-E736-99CB-C5E333EE925A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20C50A8-6C47-1E49-4B8D-AD50FDD3DFFB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A7CB1C2-6AB2-C860-38E0-E6EBD6F2747A}"/>
              </a:ext>
            </a:extLst>
          </p:cNvPr>
          <p:cNvGrpSpPr/>
          <p:nvPr/>
        </p:nvGrpSpPr>
        <p:grpSpPr>
          <a:xfrm>
            <a:off x="8206379" y="2878404"/>
            <a:ext cx="2133599" cy="1499816"/>
            <a:chOff x="3392871" y="2569567"/>
            <a:chExt cx="2133599" cy="149981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F60983D-DA7A-C2CA-B723-5DDFBF18EDAB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4A2CCE9-CE64-2124-7078-14ADE340D0B0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833FBDE-0BBB-80AB-1B21-063E7E562C7E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18BD2C0-662E-22E4-8200-52223888C2F1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FCB4161-2145-1225-BF71-E0FDA053498B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084958F-C94C-E6C2-F425-D6B30F6F004C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F10CDC6-4158-34C9-983A-94DF68108746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758A461-F76F-5C66-B6DC-BDE45F916F30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BABF4D5-88F6-C8D1-69B7-70EEAD48E0DB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951819" y="2464641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4157695-9B6B-E2E5-2FE5-7089B89F937D}"/>
              </a:ext>
            </a:extLst>
          </p:cNvPr>
          <p:cNvCxnSpPr>
            <a:cxnSpLocks/>
          </p:cNvCxnSpPr>
          <p:nvPr/>
        </p:nvCxnSpPr>
        <p:spPr>
          <a:xfrm>
            <a:off x="6216812" y="2453465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5B13D04-5CD7-9339-F82C-043B7799AE22}"/>
              </a:ext>
            </a:extLst>
          </p:cNvPr>
          <p:cNvCxnSpPr>
            <a:cxnSpLocks/>
          </p:cNvCxnSpPr>
          <p:nvPr/>
        </p:nvCxnSpPr>
        <p:spPr>
          <a:xfrm flipH="1">
            <a:off x="9266712" y="2474270"/>
            <a:ext cx="6466" cy="3761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6E564CA-4BEA-C2A6-BE66-728287DC7F79}"/>
              </a:ext>
            </a:extLst>
          </p:cNvPr>
          <p:cNvCxnSpPr>
            <a:cxnSpLocks/>
          </p:cNvCxnSpPr>
          <p:nvPr/>
        </p:nvCxnSpPr>
        <p:spPr>
          <a:xfrm flipV="1">
            <a:off x="2945353" y="2446270"/>
            <a:ext cx="6327825" cy="71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63B2071-4F6C-9DCB-4C95-C451B28BC50B}"/>
              </a:ext>
            </a:extLst>
          </p:cNvPr>
          <p:cNvCxnSpPr>
            <a:stCxn id="7" idx="2"/>
          </p:cNvCxnSpPr>
          <p:nvPr/>
        </p:nvCxnSpPr>
        <p:spPr>
          <a:xfrm flipH="1">
            <a:off x="6216811" y="1764772"/>
            <a:ext cx="1" cy="6886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894E58F-F9C3-E71F-1314-9A3FA6AC22B9}"/>
                  </a:ext>
                </a:extLst>
              </p:cNvPr>
              <p:cNvSpPr txBox="1"/>
              <p:nvPr/>
            </p:nvSpPr>
            <p:spPr>
              <a:xfrm>
                <a:off x="1065791" y="4550273"/>
                <a:ext cx="98888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Blocks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Threads per block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894E58F-F9C3-E71F-1314-9A3FA6AC2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791" y="4550273"/>
                <a:ext cx="9888842" cy="646331"/>
              </a:xfrm>
              <a:prstGeom prst="rect">
                <a:avLst/>
              </a:prstGeom>
              <a:blipFill>
                <a:blip r:embed="rId2"/>
                <a:stretch>
                  <a:fillRect l="-432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794761D9-CAE8-5775-8836-BC4143F66BA6}"/>
              </a:ext>
            </a:extLst>
          </p:cNvPr>
          <p:cNvSpPr txBox="1"/>
          <p:nvPr/>
        </p:nvSpPr>
        <p:spPr>
          <a:xfrm>
            <a:off x="2071441" y="3824307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70C5DA-E164-C541-3A09-90C4099B431F}"/>
              </a:ext>
            </a:extLst>
          </p:cNvPr>
          <p:cNvSpPr txBox="1"/>
          <p:nvPr/>
        </p:nvSpPr>
        <p:spPr>
          <a:xfrm>
            <a:off x="2612281" y="3833092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A782DBD-0F1A-62B4-AFCD-56A1740061E6}"/>
                  </a:ext>
                </a:extLst>
              </p:cNvPr>
              <p:cNvSpPr txBox="1"/>
              <p:nvPr/>
            </p:nvSpPr>
            <p:spPr>
              <a:xfrm>
                <a:off x="3229390" y="3879140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A782DBD-0F1A-62B4-AFCD-56A174006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390" y="3879140"/>
                <a:ext cx="494665" cy="2539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1CB6495C-D038-FB44-220F-A7C9C85D99A5}"/>
              </a:ext>
            </a:extLst>
          </p:cNvPr>
          <p:cNvSpPr txBox="1"/>
          <p:nvPr/>
        </p:nvSpPr>
        <p:spPr>
          <a:xfrm>
            <a:off x="5336434" y="3804851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993E18-75D6-4213-8F37-9603C36B1BB7}"/>
              </a:ext>
            </a:extLst>
          </p:cNvPr>
          <p:cNvSpPr txBox="1"/>
          <p:nvPr/>
        </p:nvSpPr>
        <p:spPr>
          <a:xfrm>
            <a:off x="5877274" y="3813636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0A00B93-7A24-64ED-DD6A-77D948D305E7}"/>
                  </a:ext>
                </a:extLst>
              </p:cNvPr>
              <p:cNvSpPr txBox="1"/>
              <p:nvPr/>
            </p:nvSpPr>
            <p:spPr>
              <a:xfrm>
                <a:off x="6494383" y="3859684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0A00B93-7A24-64ED-DD6A-77D948D30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383" y="3859684"/>
                <a:ext cx="494665" cy="2539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D732C5A9-CDDA-DBB1-A299-E94DAC5F6FA0}"/>
              </a:ext>
            </a:extLst>
          </p:cNvPr>
          <p:cNvSpPr txBox="1"/>
          <p:nvPr/>
        </p:nvSpPr>
        <p:spPr>
          <a:xfrm>
            <a:off x="8405968" y="3820720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B0EBAD1-3896-DAFC-2771-996CAC1F370B}"/>
              </a:ext>
            </a:extLst>
          </p:cNvPr>
          <p:cNvSpPr txBox="1"/>
          <p:nvPr/>
        </p:nvSpPr>
        <p:spPr>
          <a:xfrm>
            <a:off x="8946808" y="3829505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116C98E-2CCE-47F3-7FD5-0E554306B455}"/>
                  </a:ext>
                </a:extLst>
              </p:cNvPr>
              <p:cNvSpPr txBox="1"/>
              <p:nvPr/>
            </p:nvSpPr>
            <p:spPr>
              <a:xfrm>
                <a:off x="9563917" y="3875553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116C98E-2CCE-47F3-7FD5-0E554306B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3917" y="3875553"/>
                <a:ext cx="494665" cy="2539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BDE359-7F7A-4AAC-2856-CD701D0A413C}"/>
                  </a:ext>
                </a:extLst>
              </p:cNvPr>
              <p:cNvSpPr txBox="1"/>
              <p:nvPr/>
            </p:nvSpPr>
            <p:spPr>
              <a:xfrm>
                <a:off x="9966186" y="2561531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BDE359-7F7A-4AAC-2856-CD701D0A4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6186" y="2561531"/>
                <a:ext cx="98844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2B49D-5537-35B6-0DBA-EBFD9E8FD630}"/>
                  </a:ext>
                </a:extLst>
              </p:cNvPr>
              <p:cNvSpPr txBox="1"/>
              <p:nvPr/>
            </p:nvSpPr>
            <p:spPr>
              <a:xfrm>
                <a:off x="6494824" y="2576106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2B49D-5537-35B6-0DBA-EBFD9E8FD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824" y="2576106"/>
                <a:ext cx="98844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5A84A3-2156-9269-F4F8-AC6600CE5929}"/>
                  </a:ext>
                </a:extLst>
              </p:cNvPr>
              <p:cNvSpPr txBox="1"/>
              <p:nvPr/>
            </p:nvSpPr>
            <p:spPr>
              <a:xfrm>
                <a:off x="3030172" y="2559140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5A84A3-2156-9269-F4F8-AC6600CE5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172" y="2559140"/>
                <a:ext cx="98844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25D665-B757-9BE0-2970-62C7BBB88704}"/>
                  </a:ext>
                </a:extLst>
              </p:cNvPr>
              <p:cNvSpPr txBox="1"/>
              <p:nvPr/>
            </p:nvSpPr>
            <p:spPr>
              <a:xfrm>
                <a:off x="2863548" y="5459536"/>
                <a:ext cx="558154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threads, number of connections to the shared cache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25D665-B757-9BE0-2970-62C7BBB88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3548" y="5459536"/>
                <a:ext cx="5581549" cy="646331"/>
              </a:xfrm>
              <a:prstGeom prst="rect">
                <a:avLst/>
              </a:prstGeom>
              <a:blipFill>
                <a:blip r:embed="rId9"/>
                <a:stretch>
                  <a:fillRect l="-984" t="-5660" r="-1639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11E0164-0302-E63D-1E16-C7F74CF11A86}"/>
              </a:ext>
            </a:extLst>
          </p:cNvPr>
          <p:cNvCxnSpPr>
            <a:stCxn id="3" idx="0"/>
          </p:cNvCxnSpPr>
          <p:nvPr/>
        </p:nvCxnSpPr>
        <p:spPr>
          <a:xfrm flipH="1" flipV="1">
            <a:off x="3524395" y="3641181"/>
            <a:ext cx="2129928" cy="181835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6067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ED690-DB0F-6799-0CB6-26F51F714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Modeling GPU Architectures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6E6375-994E-A5F1-47DE-75C41629A231}"/>
              </a:ext>
            </a:extLst>
          </p:cNvPr>
          <p:cNvSpPr/>
          <p:nvPr/>
        </p:nvSpPr>
        <p:spPr>
          <a:xfrm>
            <a:off x="5345000" y="1383772"/>
            <a:ext cx="1743623" cy="3810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DRAM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3EF8471-92A0-1A02-22F9-2F0B6C66273D}"/>
              </a:ext>
            </a:extLst>
          </p:cNvPr>
          <p:cNvGrpSpPr/>
          <p:nvPr/>
        </p:nvGrpSpPr>
        <p:grpSpPr>
          <a:xfrm>
            <a:off x="1885020" y="2878404"/>
            <a:ext cx="2133599" cy="1499816"/>
            <a:chOff x="3392871" y="2569567"/>
            <a:chExt cx="2133599" cy="149981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97B929-FDA1-E196-6DAD-BF927DB54DF1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CCAA978-20D9-E37C-E20F-96FC94888E01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3615633-F424-F9A1-01E6-0783F7EBDD10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673A518-B87F-4BC2-3980-230754811616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B21B8C2-72C5-6B59-168B-0759EC651090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15918E6-5C3C-D053-8F16-96CD93AC3D50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0B2E37D-4CB6-1734-629D-6F8A3C70CE9A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4ECBB29-F35F-8DDC-EAEC-878583E15A16}"/>
                </a:ext>
              </a:extLst>
            </p:cNvPr>
            <p:cNvCxnSpPr>
              <a:cxnSpLocks/>
              <a:endCxn id="2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9D42CB6-DB01-722A-DF69-9B01E76364DC}"/>
              </a:ext>
            </a:extLst>
          </p:cNvPr>
          <p:cNvGrpSpPr/>
          <p:nvPr/>
        </p:nvGrpSpPr>
        <p:grpSpPr>
          <a:xfrm>
            <a:off x="5150013" y="2878404"/>
            <a:ext cx="2133599" cy="1499816"/>
            <a:chOff x="3392871" y="2569567"/>
            <a:chExt cx="2133599" cy="149981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71A9434-1C0A-F2A8-F20B-773028E38C49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CF8708D-895F-A94D-A2A5-E7A2A23A4966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98FEC92-83AF-2D4B-E683-82301F53B27D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FBC5F90-409D-F340-9329-19B91BE5EBBF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7C0F9A2-3579-566E-B6AF-772825F18C58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A04A625-F954-5F87-00CF-4B5E71FA5D1B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3F44C5E-4257-E736-99CB-C5E333EE925A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20C50A8-6C47-1E49-4B8D-AD50FDD3DFFB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A7CB1C2-6AB2-C860-38E0-E6EBD6F2747A}"/>
              </a:ext>
            </a:extLst>
          </p:cNvPr>
          <p:cNvGrpSpPr/>
          <p:nvPr/>
        </p:nvGrpSpPr>
        <p:grpSpPr>
          <a:xfrm>
            <a:off x="8206379" y="2878404"/>
            <a:ext cx="2133599" cy="1499816"/>
            <a:chOff x="3392871" y="2569567"/>
            <a:chExt cx="2133599" cy="149981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F60983D-DA7A-C2CA-B723-5DDFBF18EDAB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4A2CCE9-CE64-2124-7078-14ADE340D0B0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833FBDE-0BBB-80AB-1B21-063E7E562C7E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18BD2C0-662E-22E4-8200-52223888C2F1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FCB4161-2145-1225-BF71-E0FDA053498B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084958F-C94C-E6C2-F425-D6B30F6F004C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F10CDC6-4158-34C9-983A-94DF68108746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758A461-F76F-5C66-B6DC-BDE45F916F30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BABF4D5-88F6-C8D1-69B7-70EEAD48E0DB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951819" y="2464641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4157695-9B6B-E2E5-2FE5-7089B89F937D}"/>
              </a:ext>
            </a:extLst>
          </p:cNvPr>
          <p:cNvCxnSpPr>
            <a:cxnSpLocks/>
          </p:cNvCxnSpPr>
          <p:nvPr/>
        </p:nvCxnSpPr>
        <p:spPr>
          <a:xfrm>
            <a:off x="6216812" y="2453465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5B13D04-5CD7-9339-F82C-043B7799AE22}"/>
              </a:ext>
            </a:extLst>
          </p:cNvPr>
          <p:cNvCxnSpPr>
            <a:cxnSpLocks/>
          </p:cNvCxnSpPr>
          <p:nvPr/>
        </p:nvCxnSpPr>
        <p:spPr>
          <a:xfrm flipH="1">
            <a:off x="9266712" y="2474270"/>
            <a:ext cx="6466" cy="3761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6E564CA-4BEA-C2A6-BE66-728287DC7F79}"/>
              </a:ext>
            </a:extLst>
          </p:cNvPr>
          <p:cNvCxnSpPr>
            <a:cxnSpLocks/>
          </p:cNvCxnSpPr>
          <p:nvPr/>
        </p:nvCxnSpPr>
        <p:spPr>
          <a:xfrm flipV="1">
            <a:off x="2945353" y="2446270"/>
            <a:ext cx="6327825" cy="71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63B2071-4F6C-9DCB-4C95-C451B28BC50B}"/>
              </a:ext>
            </a:extLst>
          </p:cNvPr>
          <p:cNvCxnSpPr>
            <a:stCxn id="7" idx="2"/>
          </p:cNvCxnSpPr>
          <p:nvPr/>
        </p:nvCxnSpPr>
        <p:spPr>
          <a:xfrm flipH="1">
            <a:off x="6216811" y="1764772"/>
            <a:ext cx="1" cy="6886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894E58F-F9C3-E71F-1314-9A3FA6AC22B9}"/>
                  </a:ext>
                </a:extLst>
              </p:cNvPr>
              <p:cNvSpPr txBox="1"/>
              <p:nvPr/>
            </p:nvSpPr>
            <p:spPr>
              <a:xfrm>
                <a:off x="1065791" y="4550273"/>
                <a:ext cx="98888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Blocks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Threads per block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894E58F-F9C3-E71F-1314-9A3FA6AC2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791" y="4550273"/>
                <a:ext cx="9888842" cy="646331"/>
              </a:xfrm>
              <a:prstGeom prst="rect">
                <a:avLst/>
              </a:prstGeom>
              <a:blipFill>
                <a:blip r:embed="rId2"/>
                <a:stretch>
                  <a:fillRect l="-432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794761D9-CAE8-5775-8836-BC4143F66BA6}"/>
              </a:ext>
            </a:extLst>
          </p:cNvPr>
          <p:cNvSpPr txBox="1"/>
          <p:nvPr/>
        </p:nvSpPr>
        <p:spPr>
          <a:xfrm>
            <a:off x="2071441" y="3824307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70C5DA-E164-C541-3A09-90C4099B431F}"/>
              </a:ext>
            </a:extLst>
          </p:cNvPr>
          <p:cNvSpPr txBox="1"/>
          <p:nvPr/>
        </p:nvSpPr>
        <p:spPr>
          <a:xfrm>
            <a:off x="2612281" y="3833092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A782DBD-0F1A-62B4-AFCD-56A1740061E6}"/>
                  </a:ext>
                </a:extLst>
              </p:cNvPr>
              <p:cNvSpPr txBox="1"/>
              <p:nvPr/>
            </p:nvSpPr>
            <p:spPr>
              <a:xfrm>
                <a:off x="3229390" y="3879140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A782DBD-0F1A-62B4-AFCD-56A174006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390" y="3879140"/>
                <a:ext cx="494665" cy="2539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1CB6495C-D038-FB44-220F-A7C9C85D99A5}"/>
              </a:ext>
            </a:extLst>
          </p:cNvPr>
          <p:cNvSpPr txBox="1"/>
          <p:nvPr/>
        </p:nvSpPr>
        <p:spPr>
          <a:xfrm>
            <a:off x="5336434" y="3804851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993E18-75D6-4213-8F37-9603C36B1BB7}"/>
              </a:ext>
            </a:extLst>
          </p:cNvPr>
          <p:cNvSpPr txBox="1"/>
          <p:nvPr/>
        </p:nvSpPr>
        <p:spPr>
          <a:xfrm>
            <a:off x="5877274" y="3813636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0A00B93-7A24-64ED-DD6A-77D948D305E7}"/>
                  </a:ext>
                </a:extLst>
              </p:cNvPr>
              <p:cNvSpPr txBox="1"/>
              <p:nvPr/>
            </p:nvSpPr>
            <p:spPr>
              <a:xfrm>
                <a:off x="6494383" y="3859684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0A00B93-7A24-64ED-DD6A-77D948D30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383" y="3859684"/>
                <a:ext cx="494665" cy="2539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D732C5A9-CDDA-DBB1-A299-E94DAC5F6FA0}"/>
              </a:ext>
            </a:extLst>
          </p:cNvPr>
          <p:cNvSpPr txBox="1"/>
          <p:nvPr/>
        </p:nvSpPr>
        <p:spPr>
          <a:xfrm>
            <a:off x="8405968" y="3820720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B0EBAD1-3896-DAFC-2771-996CAC1F370B}"/>
              </a:ext>
            </a:extLst>
          </p:cNvPr>
          <p:cNvSpPr txBox="1"/>
          <p:nvPr/>
        </p:nvSpPr>
        <p:spPr>
          <a:xfrm>
            <a:off x="8946808" y="3829505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116C98E-2CCE-47F3-7FD5-0E554306B455}"/>
                  </a:ext>
                </a:extLst>
              </p:cNvPr>
              <p:cNvSpPr txBox="1"/>
              <p:nvPr/>
            </p:nvSpPr>
            <p:spPr>
              <a:xfrm>
                <a:off x="9563917" y="3875553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116C98E-2CCE-47F3-7FD5-0E554306B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3917" y="3875553"/>
                <a:ext cx="494665" cy="2539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BDE359-7F7A-4AAC-2856-CD701D0A413C}"/>
                  </a:ext>
                </a:extLst>
              </p:cNvPr>
              <p:cNvSpPr txBox="1"/>
              <p:nvPr/>
            </p:nvSpPr>
            <p:spPr>
              <a:xfrm>
                <a:off x="9966186" y="2561531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BDE359-7F7A-4AAC-2856-CD701D0A4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6186" y="2561531"/>
                <a:ext cx="98844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2B49D-5537-35B6-0DBA-EBFD9E8FD630}"/>
                  </a:ext>
                </a:extLst>
              </p:cNvPr>
              <p:cNvSpPr txBox="1"/>
              <p:nvPr/>
            </p:nvSpPr>
            <p:spPr>
              <a:xfrm>
                <a:off x="6494824" y="2576106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2B49D-5537-35B6-0DBA-EBFD9E8FD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824" y="2576106"/>
                <a:ext cx="98844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5A84A3-2156-9269-F4F8-AC6600CE5929}"/>
                  </a:ext>
                </a:extLst>
              </p:cNvPr>
              <p:cNvSpPr txBox="1"/>
              <p:nvPr/>
            </p:nvSpPr>
            <p:spPr>
              <a:xfrm>
                <a:off x="3030172" y="2559140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5A84A3-2156-9269-F4F8-AC6600CE5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172" y="2559140"/>
                <a:ext cx="98844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25D665-B757-9BE0-2970-62C7BBB88704}"/>
                  </a:ext>
                </a:extLst>
              </p:cNvPr>
              <p:cNvSpPr txBox="1"/>
              <p:nvPr/>
            </p:nvSpPr>
            <p:spPr>
              <a:xfrm>
                <a:off x="2863548" y="5459536"/>
                <a:ext cx="558154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threads, the number of connections need to the shared cache is ??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25D665-B757-9BE0-2970-62C7BBB88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3548" y="5459536"/>
                <a:ext cx="5581549" cy="646331"/>
              </a:xfrm>
              <a:prstGeom prst="rect">
                <a:avLst/>
              </a:prstGeom>
              <a:blipFill>
                <a:blip r:embed="rId9"/>
                <a:stretch>
                  <a:fillRect l="-984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11E0164-0302-E63D-1E16-C7F74CF11A86}"/>
              </a:ext>
            </a:extLst>
          </p:cNvPr>
          <p:cNvCxnSpPr>
            <a:stCxn id="3" idx="0"/>
          </p:cNvCxnSpPr>
          <p:nvPr/>
        </p:nvCxnSpPr>
        <p:spPr>
          <a:xfrm flipH="1" flipV="1">
            <a:off x="3524395" y="3641181"/>
            <a:ext cx="2129928" cy="181835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991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ED690-DB0F-6799-0CB6-26F51F714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Modeling GPU Architectures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6E6375-994E-A5F1-47DE-75C41629A231}"/>
              </a:ext>
            </a:extLst>
          </p:cNvPr>
          <p:cNvSpPr/>
          <p:nvPr/>
        </p:nvSpPr>
        <p:spPr>
          <a:xfrm>
            <a:off x="5345000" y="1383772"/>
            <a:ext cx="1743623" cy="3810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DRAM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3EF8471-92A0-1A02-22F9-2F0B6C66273D}"/>
              </a:ext>
            </a:extLst>
          </p:cNvPr>
          <p:cNvGrpSpPr/>
          <p:nvPr/>
        </p:nvGrpSpPr>
        <p:grpSpPr>
          <a:xfrm>
            <a:off x="1885020" y="2878404"/>
            <a:ext cx="2133599" cy="1499816"/>
            <a:chOff x="3392871" y="2569567"/>
            <a:chExt cx="2133599" cy="149981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97B929-FDA1-E196-6DAD-BF927DB54DF1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CCAA978-20D9-E37C-E20F-96FC94888E01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3615633-F424-F9A1-01E6-0783F7EBDD10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673A518-B87F-4BC2-3980-230754811616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B21B8C2-72C5-6B59-168B-0759EC651090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15918E6-5C3C-D053-8F16-96CD93AC3D50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0B2E37D-4CB6-1734-629D-6F8A3C70CE9A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4ECBB29-F35F-8DDC-EAEC-878583E15A16}"/>
                </a:ext>
              </a:extLst>
            </p:cNvPr>
            <p:cNvCxnSpPr>
              <a:cxnSpLocks/>
              <a:endCxn id="2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9D42CB6-DB01-722A-DF69-9B01E76364DC}"/>
              </a:ext>
            </a:extLst>
          </p:cNvPr>
          <p:cNvGrpSpPr/>
          <p:nvPr/>
        </p:nvGrpSpPr>
        <p:grpSpPr>
          <a:xfrm>
            <a:off x="5150013" y="2878404"/>
            <a:ext cx="2133599" cy="1499816"/>
            <a:chOff x="3392871" y="2569567"/>
            <a:chExt cx="2133599" cy="149981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71A9434-1C0A-F2A8-F20B-773028E38C49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CF8708D-895F-A94D-A2A5-E7A2A23A4966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98FEC92-83AF-2D4B-E683-82301F53B27D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FBC5F90-409D-F340-9329-19B91BE5EBBF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7C0F9A2-3579-566E-B6AF-772825F18C58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A04A625-F954-5F87-00CF-4B5E71FA5D1B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3F44C5E-4257-E736-99CB-C5E333EE925A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20C50A8-6C47-1E49-4B8D-AD50FDD3DFFB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A7CB1C2-6AB2-C860-38E0-E6EBD6F2747A}"/>
              </a:ext>
            </a:extLst>
          </p:cNvPr>
          <p:cNvGrpSpPr/>
          <p:nvPr/>
        </p:nvGrpSpPr>
        <p:grpSpPr>
          <a:xfrm>
            <a:off x="8206379" y="2878404"/>
            <a:ext cx="2133599" cy="1499816"/>
            <a:chOff x="3392871" y="2569567"/>
            <a:chExt cx="2133599" cy="149981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F60983D-DA7A-C2CA-B723-5DDFBF18EDAB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4A2CCE9-CE64-2124-7078-14ADE340D0B0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833FBDE-0BBB-80AB-1B21-063E7E562C7E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18BD2C0-662E-22E4-8200-52223888C2F1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FCB4161-2145-1225-BF71-E0FDA053498B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084958F-C94C-E6C2-F425-D6B30F6F004C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F10CDC6-4158-34C9-983A-94DF68108746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758A461-F76F-5C66-B6DC-BDE45F916F30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BABF4D5-88F6-C8D1-69B7-70EEAD48E0DB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951819" y="2464641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4157695-9B6B-E2E5-2FE5-7089B89F937D}"/>
              </a:ext>
            </a:extLst>
          </p:cNvPr>
          <p:cNvCxnSpPr>
            <a:cxnSpLocks/>
          </p:cNvCxnSpPr>
          <p:nvPr/>
        </p:nvCxnSpPr>
        <p:spPr>
          <a:xfrm>
            <a:off x="6216812" y="2453465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5B13D04-5CD7-9339-F82C-043B7799AE22}"/>
              </a:ext>
            </a:extLst>
          </p:cNvPr>
          <p:cNvCxnSpPr>
            <a:cxnSpLocks/>
          </p:cNvCxnSpPr>
          <p:nvPr/>
        </p:nvCxnSpPr>
        <p:spPr>
          <a:xfrm flipH="1">
            <a:off x="9266712" y="2474270"/>
            <a:ext cx="6466" cy="3761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6E564CA-4BEA-C2A6-BE66-728287DC7F79}"/>
              </a:ext>
            </a:extLst>
          </p:cNvPr>
          <p:cNvCxnSpPr>
            <a:cxnSpLocks/>
          </p:cNvCxnSpPr>
          <p:nvPr/>
        </p:nvCxnSpPr>
        <p:spPr>
          <a:xfrm flipV="1">
            <a:off x="2945353" y="2446270"/>
            <a:ext cx="6327825" cy="71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63B2071-4F6C-9DCB-4C95-C451B28BC50B}"/>
              </a:ext>
            </a:extLst>
          </p:cNvPr>
          <p:cNvCxnSpPr>
            <a:stCxn id="7" idx="2"/>
          </p:cNvCxnSpPr>
          <p:nvPr/>
        </p:nvCxnSpPr>
        <p:spPr>
          <a:xfrm flipH="1">
            <a:off x="6216811" y="1764772"/>
            <a:ext cx="1" cy="6886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894E58F-F9C3-E71F-1314-9A3FA6AC22B9}"/>
                  </a:ext>
                </a:extLst>
              </p:cNvPr>
              <p:cNvSpPr txBox="1"/>
              <p:nvPr/>
            </p:nvSpPr>
            <p:spPr>
              <a:xfrm>
                <a:off x="1065791" y="4550273"/>
                <a:ext cx="98888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Blocks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Threads per block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894E58F-F9C3-E71F-1314-9A3FA6AC2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791" y="4550273"/>
                <a:ext cx="9888842" cy="646331"/>
              </a:xfrm>
              <a:prstGeom prst="rect">
                <a:avLst/>
              </a:prstGeom>
              <a:blipFill>
                <a:blip r:embed="rId2"/>
                <a:stretch>
                  <a:fillRect l="-432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794761D9-CAE8-5775-8836-BC4143F66BA6}"/>
              </a:ext>
            </a:extLst>
          </p:cNvPr>
          <p:cNvSpPr txBox="1"/>
          <p:nvPr/>
        </p:nvSpPr>
        <p:spPr>
          <a:xfrm>
            <a:off x="2071441" y="3824307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70C5DA-E164-C541-3A09-90C4099B431F}"/>
              </a:ext>
            </a:extLst>
          </p:cNvPr>
          <p:cNvSpPr txBox="1"/>
          <p:nvPr/>
        </p:nvSpPr>
        <p:spPr>
          <a:xfrm>
            <a:off x="2612281" y="3833092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A782DBD-0F1A-62B4-AFCD-56A1740061E6}"/>
                  </a:ext>
                </a:extLst>
              </p:cNvPr>
              <p:cNvSpPr txBox="1"/>
              <p:nvPr/>
            </p:nvSpPr>
            <p:spPr>
              <a:xfrm>
                <a:off x="3229390" y="3879140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A782DBD-0F1A-62B4-AFCD-56A174006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390" y="3879140"/>
                <a:ext cx="494665" cy="2539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1CB6495C-D038-FB44-220F-A7C9C85D99A5}"/>
              </a:ext>
            </a:extLst>
          </p:cNvPr>
          <p:cNvSpPr txBox="1"/>
          <p:nvPr/>
        </p:nvSpPr>
        <p:spPr>
          <a:xfrm>
            <a:off x="5336434" y="3804851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993E18-75D6-4213-8F37-9603C36B1BB7}"/>
              </a:ext>
            </a:extLst>
          </p:cNvPr>
          <p:cNvSpPr txBox="1"/>
          <p:nvPr/>
        </p:nvSpPr>
        <p:spPr>
          <a:xfrm>
            <a:off x="5877274" y="3813636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0A00B93-7A24-64ED-DD6A-77D948D305E7}"/>
                  </a:ext>
                </a:extLst>
              </p:cNvPr>
              <p:cNvSpPr txBox="1"/>
              <p:nvPr/>
            </p:nvSpPr>
            <p:spPr>
              <a:xfrm>
                <a:off x="6494383" y="3859684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0A00B93-7A24-64ED-DD6A-77D948D30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383" y="3859684"/>
                <a:ext cx="494665" cy="2539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D732C5A9-CDDA-DBB1-A299-E94DAC5F6FA0}"/>
              </a:ext>
            </a:extLst>
          </p:cNvPr>
          <p:cNvSpPr txBox="1"/>
          <p:nvPr/>
        </p:nvSpPr>
        <p:spPr>
          <a:xfrm>
            <a:off x="8405968" y="3820720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B0EBAD1-3896-DAFC-2771-996CAC1F370B}"/>
              </a:ext>
            </a:extLst>
          </p:cNvPr>
          <p:cNvSpPr txBox="1"/>
          <p:nvPr/>
        </p:nvSpPr>
        <p:spPr>
          <a:xfrm>
            <a:off x="8946808" y="3829505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116C98E-2CCE-47F3-7FD5-0E554306B455}"/>
                  </a:ext>
                </a:extLst>
              </p:cNvPr>
              <p:cNvSpPr txBox="1"/>
              <p:nvPr/>
            </p:nvSpPr>
            <p:spPr>
              <a:xfrm>
                <a:off x="9563917" y="3875553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116C98E-2CCE-47F3-7FD5-0E554306B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3917" y="3875553"/>
                <a:ext cx="494665" cy="2539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BDE359-7F7A-4AAC-2856-CD701D0A413C}"/>
                  </a:ext>
                </a:extLst>
              </p:cNvPr>
              <p:cNvSpPr txBox="1"/>
              <p:nvPr/>
            </p:nvSpPr>
            <p:spPr>
              <a:xfrm>
                <a:off x="9966186" y="2561531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BDE359-7F7A-4AAC-2856-CD701D0A4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6186" y="2561531"/>
                <a:ext cx="98844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2B49D-5537-35B6-0DBA-EBFD9E8FD630}"/>
                  </a:ext>
                </a:extLst>
              </p:cNvPr>
              <p:cNvSpPr txBox="1"/>
              <p:nvPr/>
            </p:nvSpPr>
            <p:spPr>
              <a:xfrm>
                <a:off x="6494824" y="2576106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2B49D-5537-35B6-0DBA-EBFD9E8FD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824" y="2576106"/>
                <a:ext cx="98844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5A84A3-2156-9269-F4F8-AC6600CE5929}"/>
                  </a:ext>
                </a:extLst>
              </p:cNvPr>
              <p:cNvSpPr txBox="1"/>
              <p:nvPr/>
            </p:nvSpPr>
            <p:spPr>
              <a:xfrm>
                <a:off x="3030172" y="2559140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5A84A3-2156-9269-F4F8-AC6600CE5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172" y="2559140"/>
                <a:ext cx="98844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25D665-B757-9BE0-2970-62C7BBB88704}"/>
                  </a:ext>
                </a:extLst>
              </p:cNvPr>
              <p:cNvSpPr txBox="1"/>
              <p:nvPr/>
            </p:nvSpPr>
            <p:spPr>
              <a:xfrm>
                <a:off x="2863548" y="5459536"/>
                <a:ext cx="558154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threads, the number of connections need to the shared cache is ??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25D665-B757-9BE0-2970-62C7BBB88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3548" y="5459536"/>
                <a:ext cx="5581549" cy="646331"/>
              </a:xfrm>
              <a:prstGeom prst="rect">
                <a:avLst/>
              </a:prstGeom>
              <a:blipFill>
                <a:blip r:embed="rId9"/>
                <a:stretch>
                  <a:fillRect l="-984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11E0164-0302-E63D-1E16-C7F74CF11A86}"/>
              </a:ext>
            </a:extLst>
          </p:cNvPr>
          <p:cNvCxnSpPr>
            <a:stCxn id="3" idx="0"/>
          </p:cNvCxnSpPr>
          <p:nvPr/>
        </p:nvCxnSpPr>
        <p:spPr>
          <a:xfrm flipH="1" flipV="1">
            <a:off x="3524395" y="3641181"/>
            <a:ext cx="2129928" cy="181835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150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06170-DB77-F02B-94A6-9811F734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Systolic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C5967FF-083C-D9AB-F274-4D671E1F25FE}"/>
                  </a:ext>
                </a:extLst>
              </p:cNvPr>
              <p:cNvSpPr txBox="1"/>
              <p:nvPr/>
            </p:nvSpPr>
            <p:spPr>
              <a:xfrm>
                <a:off x="756954" y="3687877"/>
                <a:ext cx="520912" cy="389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C5967FF-083C-D9AB-F274-4D671E1F2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54" y="3687877"/>
                <a:ext cx="520912" cy="389979"/>
              </a:xfrm>
              <a:prstGeom prst="rect">
                <a:avLst/>
              </a:prstGeom>
              <a:blipFill>
                <a:blip r:embed="rId2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4F1C230-7310-9E30-3F9D-03DDF1536244}"/>
              </a:ext>
            </a:extLst>
          </p:cNvPr>
          <p:cNvCxnSpPr>
            <a:cxnSpLocks/>
          </p:cNvCxnSpPr>
          <p:nvPr/>
        </p:nvCxnSpPr>
        <p:spPr>
          <a:xfrm>
            <a:off x="1401266" y="1913453"/>
            <a:ext cx="0" cy="423224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319FC81-BDBC-C766-A566-EA68268CB7D7}"/>
              </a:ext>
            </a:extLst>
          </p:cNvPr>
          <p:cNvCxnSpPr>
            <a:cxnSpLocks/>
          </p:cNvCxnSpPr>
          <p:nvPr/>
        </p:nvCxnSpPr>
        <p:spPr>
          <a:xfrm flipH="1">
            <a:off x="2244008" y="6419211"/>
            <a:ext cx="490163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6457B42-1522-6D3C-7AA1-93281B205D1C}"/>
                  </a:ext>
                </a:extLst>
              </p:cNvPr>
              <p:cNvSpPr txBox="1"/>
              <p:nvPr/>
            </p:nvSpPr>
            <p:spPr>
              <a:xfrm>
                <a:off x="4471034" y="6468021"/>
                <a:ext cx="520912" cy="389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6457B42-1522-6D3C-7AA1-93281B205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1034" y="6468021"/>
                <a:ext cx="520912" cy="389979"/>
              </a:xfrm>
              <a:prstGeom prst="rect">
                <a:avLst/>
              </a:prstGeom>
              <a:blipFill>
                <a:blip r:embed="rId3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0" name="Picture 129">
            <a:extLst>
              <a:ext uri="{FF2B5EF4-FFF2-40B4-BE49-F238E27FC236}">
                <a16:creationId xmlns:a16="http://schemas.microsoft.com/office/drawing/2014/main" id="{C2B35264-7231-67E4-6ED2-30C05CFEE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014" y="1561644"/>
            <a:ext cx="7163413" cy="4642443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A68E146B-7521-1AC5-8601-2F8DE63043CD}"/>
              </a:ext>
            </a:extLst>
          </p:cNvPr>
          <p:cNvSpPr txBox="1"/>
          <p:nvPr/>
        </p:nvSpPr>
        <p:spPr>
          <a:xfrm>
            <a:off x="8647438" y="2470697"/>
            <a:ext cx="25554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How many processor does this systolic array have?</a:t>
            </a:r>
          </a:p>
        </p:txBody>
      </p:sp>
    </p:spTree>
    <p:extLst>
      <p:ext uri="{BB962C8B-B14F-4D97-AF65-F5344CB8AC3E}">
        <p14:creationId xmlns:p14="http://schemas.microsoft.com/office/powerpoint/2010/main" val="37795030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06170-DB77-F02B-94A6-9811F734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Systolic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C5967FF-083C-D9AB-F274-4D671E1F25FE}"/>
                  </a:ext>
                </a:extLst>
              </p:cNvPr>
              <p:cNvSpPr txBox="1"/>
              <p:nvPr/>
            </p:nvSpPr>
            <p:spPr>
              <a:xfrm>
                <a:off x="756954" y="3687877"/>
                <a:ext cx="520912" cy="389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C5967FF-083C-D9AB-F274-4D671E1F2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54" y="3687877"/>
                <a:ext cx="520912" cy="389979"/>
              </a:xfrm>
              <a:prstGeom prst="rect">
                <a:avLst/>
              </a:prstGeom>
              <a:blipFill>
                <a:blip r:embed="rId2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4F1C230-7310-9E30-3F9D-03DDF1536244}"/>
              </a:ext>
            </a:extLst>
          </p:cNvPr>
          <p:cNvCxnSpPr>
            <a:cxnSpLocks/>
          </p:cNvCxnSpPr>
          <p:nvPr/>
        </p:nvCxnSpPr>
        <p:spPr>
          <a:xfrm>
            <a:off x="1401266" y="1913453"/>
            <a:ext cx="0" cy="423224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319FC81-BDBC-C766-A566-EA68268CB7D7}"/>
              </a:ext>
            </a:extLst>
          </p:cNvPr>
          <p:cNvCxnSpPr>
            <a:cxnSpLocks/>
          </p:cNvCxnSpPr>
          <p:nvPr/>
        </p:nvCxnSpPr>
        <p:spPr>
          <a:xfrm flipH="1">
            <a:off x="2244008" y="6419211"/>
            <a:ext cx="490163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6457B42-1522-6D3C-7AA1-93281B205D1C}"/>
                  </a:ext>
                </a:extLst>
              </p:cNvPr>
              <p:cNvSpPr txBox="1"/>
              <p:nvPr/>
            </p:nvSpPr>
            <p:spPr>
              <a:xfrm>
                <a:off x="4471034" y="6468021"/>
                <a:ext cx="520912" cy="389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6457B42-1522-6D3C-7AA1-93281B205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1034" y="6468021"/>
                <a:ext cx="520912" cy="389979"/>
              </a:xfrm>
              <a:prstGeom prst="rect">
                <a:avLst/>
              </a:prstGeom>
              <a:blipFill>
                <a:blip r:embed="rId3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0" name="Picture 129">
            <a:extLst>
              <a:ext uri="{FF2B5EF4-FFF2-40B4-BE49-F238E27FC236}">
                <a16:creationId xmlns:a16="http://schemas.microsoft.com/office/drawing/2014/main" id="{C2B35264-7231-67E4-6ED2-30C05CFEE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014" y="1561644"/>
            <a:ext cx="7163413" cy="46424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A68E146B-7521-1AC5-8601-2F8DE63043CD}"/>
                  </a:ext>
                </a:extLst>
              </p:cNvPr>
              <p:cNvSpPr txBox="1"/>
              <p:nvPr/>
            </p:nvSpPr>
            <p:spPr>
              <a:xfrm>
                <a:off x="8647438" y="2470697"/>
                <a:ext cx="255547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How many processor does this systolic array have?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A68E146B-7521-1AC5-8601-2F8DE6304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7438" y="2470697"/>
                <a:ext cx="2555476" cy="923330"/>
              </a:xfrm>
              <a:prstGeom prst="rect">
                <a:avLst/>
              </a:prstGeom>
              <a:blipFill>
                <a:blip r:embed="rId5"/>
                <a:stretch>
                  <a:fillRect l="-2148"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4972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06170-DB77-F02B-94A6-9811F734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Systolic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C5967FF-083C-D9AB-F274-4D671E1F25FE}"/>
                  </a:ext>
                </a:extLst>
              </p:cNvPr>
              <p:cNvSpPr txBox="1"/>
              <p:nvPr/>
            </p:nvSpPr>
            <p:spPr>
              <a:xfrm>
                <a:off x="756954" y="3687877"/>
                <a:ext cx="520912" cy="389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C5967FF-083C-D9AB-F274-4D671E1F2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54" y="3687877"/>
                <a:ext cx="520912" cy="389979"/>
              </a:xfrm>
              <a:prstGeom prst="rect">
                <a:avLst/>
              </a:prstGeom>
              <a:blipFill>
                <a:blip r:embed="rId2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4F1C230-7310-9E30-3F9D-03DDF1536244}"/>
              </a:ext>
            </a:extLst>
          </p:cNvPr>
          <p:cNvCxnSpPr>
            <a:cxnSpLocks/>
          </p:cNvCxnSpPr>
          <p:nvPr/>
        </p:nvCxnSpPr>
        <p:spPr>
          <a:xfrm>
            <a:off x="1401266" y="1913453"/>
            <a:ext cx="0" cy="423224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319FC81-BDBC-C766-A566-EA68268CB7D7}"/>
              </a:ext>
            </a:extLst>
          </p:cNvPr>
          <p:cNvCxnSpPr>
            <a:cxnSpLocks/>
          </p:cNvCxnSpPr>
          <p:nvPr/>
        </p:nvCxnSpPr>
        <p:spPr>
          <a:xfrm flipH="1">
            <a:off x="2244008" y="6419211"/>
            <a:ext cx="490163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6457B42-1522-6D3C-7AA1-93281B205D1C}"/>
                  </a:ext>
                </a:extLst>
              </p:cNvPr>
              <p:cNvSpPr txBox="1"/>
              <p:nvPr/>
            </p:nvSpPr>
            <p:spPr>
              <a:xfrm>
                <a:off x="4471034" y="6468021"/>
                <a:ext cx="520912" cy="389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6457B42-1522-6D3C-7AA1-93281B205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1034" y="6468021"/>
                <a:ext cx="520912" cy="389979"/>
              </a:xfrm>
              <a:prstGeom prst="rect">
                <a:avLst/>
              </a:prstGeom>
              <a:blipFill>
                <a:blip r:embed="rId3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0" name="Picture 129">
            <a:extLst>
              <a:ext uri="{FF2B5EF4-FFF2-40B4-BE49-F238E27FC236}">
                <a16:creationId xmlns:a16="http://schemas.microsoft.com/office/drawing/2014/main" id="{C2B35264-7231-67E4-6ED2-30C05CFEE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014" y="1561644"/>
            <a:ext cx="7163413" cy="4642443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A68E146B-7521-1AC5-8601-2F8DE63043CD}"/>
              </a:ext>
            </a:extLst>
          </p:cNvPr>
          <p:cNvSpPr txBox="1"/>
          <p:nvPr/>
        </p:nvSpPr>
        <p:spPr>
          <a:xfrm>
            <a:off x="8647438" y="2470697"/>
            <a:ext cx="25554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How many connections to/from memory are needed? </a:t>
            </a:r>
          </a:p>
        </p:txBody>
      </p:sp>
    </p:spTree>
    <p:extLst>
      <p:ext uri="{BB962C8B-B14F-4D97-AF65-F5344CB8AC3E}">
        <p14:creationId xmlns:p14="http://schemas.microsoft.com/office/powerpoint/2010/main" val="37999988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06170-DB77-F02B-94A6-9811F734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Systolic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C5967FF-083C-D9AB-F274-4D671E1F25FE}"/>
                  </a:ext>
                </a:extLst>
              </p:cNvPr>
              <p:cNvSpPr txBox="1"/>
              <p:nvPr/>
            </p:nvSpPr>
            <p:spPr>
              <a:xfrm>
                <a:off x="756954" y="3687877"/>
                <a:ext cx="520912" cy="389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C5967FF-083C-D9AB-F274-4D671E1F2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54" y="3687877"/>
                <a:ext cx="520912" cy="389979"/>
              </a:xfrm>
              <a:prstGeom prst="rect">
                <a:avLst/>
              </a:prstGeom>
              <a:blipFill>
                <a:blip r:embed="rId2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4F1C230-7310-9E30-3F9D-03DDF1536244}"/>
              </a:ext>
            </a:extLst>
          </p:cNvPr>
          <p:cNvCxnSpPr>
            <a:cxnSpLocks/>
          </p:cNvCxnSpPr>
          <p:nvPr/>
        </p:nvCxnSpPr>
        <p:spPr>
          <a:xfrm>
            <a:off x="1401266" y="1913453"/>
            <a:ext cx="0" cy="423224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319FC81-BDBC-C766-A566-EA68268CB7D7}"/>
              </a:ext>
            </a:extLst>
          </p:cNvPr>
          <p:cNvCxnSpPr>
            <a:cxnSpLocks/>
          </p:cNvCxnSpPr>
          <p:nvPr/>
        </p:nvCxnSpPr>
        <p:spPr>
          <a:xfrm flipH="1">
            <a:off x="2244008" y="6419211"/>
            <a:ext cx="490163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6457B42-1522-6D3C-7AA1-93281B205D1C}"/>
                  </a:ext>
                </a:extLst>
              </p:cNvPr>
              <p:cNvSpPr txBox="1"/>
              <p:nvPr/>
            </p:nvSpPr>
            <p:spPr>
              <a:xfrm>
                <a:off x="4471034" y="6468021"/>
                <a:ext cx="520912" cy="389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6457B42-1522-6D3C-7AA1-93281B205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1034" y="6468021"/>
                <a:ext cx="520912" cy="389979"/>
              </a:xfrm>
              <a:prstGeom prst="rect">
                <a:avLst/>
              </a:prstGeom>
              <a:blipFill>
                <a:blip r:embed="rId3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0" name="Picture 129">
            <a:extLst>
              <a:ext uri="{FF2B5EF4-FFF2-40B4-BE49-F238E27FC236}">
                <a16:creationId xmlns:a16="http://schemas.microsoft.com/office/drawing/2014/main" id="{C2B35264-7231-67E4-6ED2-30C05CFEE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014" y="1561644"/>
            <a:ext cx="7163413" cy="46424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A68E146B-7521-1AC5-8601-2F8DE63043CD}"/>
                  </a:ext>
                </a:extLst>
              </p:cNvPr>
              <p:cNvSpPr txBox="1"/>
              <p:nvPr/>
            </p:nvSpPr>
            <p:spPr>
              <a:xfrm>
                <a:off x="8647438" y="2470697"/>
                <a:ext cx="2555476" cy="9439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How many connections to/from memory are needed?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4√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A68E146B-7521-1AC5-8601-2F8DE6304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7438" y="2470697"/>
                <a:ext cx="2555476" cy="943976"/>
              </a:xfrm>
              <a:prstGeom prst="rect">
                <a:avLst/>
              </a:prstGeom>
              <a:blipFill>
                <a:blip r:embed="rId5"/>
                <a:stretch>
                  <a:fillRect l="-2148" t="-3226"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85218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06170-DB77-F02B-94A6-9811F734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Systolic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C5967FF-083C-D9AB-F274-4D671E1F25FE}"/>
                  </a:ext>
                </a:extLst>
              </p:cNvPr>
              <p:cNvSpPr txBox="1"/>
              <p:nvPr/>
            </p:nvSpPr>
            <p:spPr>
              <a:xfrm>
                <a:off x="756954" y="3687877"/>
                <a:ext cx="4716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??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C5967FF-083C-D9AB-F274-4D671E1F2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54" y="3687877"/>
                <a:ext cx="47160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4F1C230-7310-9E30-3F9D-03DDF1536244}"/>
              </a:ext>
            </a:extLst>
          </p:cNvPr>
          <p:cNvCxnSpPr>
            <a:cxnSpLocks/>
          </p:cNvCxnSpPr>
          <p:nvPr/>
        </p:nvCxnSpPr>
        <p:spPr>
          <a:xfrm>
            <a:off x="1401266" y="1913453"/>
            <a:ext cx="0" cy="423224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319FC81-BDBC-C766-A566-EA68268CB7D7}"/>
              </a:ext>
            </a:extLst>
          </p:cNvPr>
          <p:cNvCxnSpPr>
            <a:cxnSpLocks/>
          </p:cNvCxnSpPr>
          <p:nvPr/>
        </p:nvCxnSpPr>
        <p:spPr>
          <a:xfrm flipH="1">
            <a:off x="2244008" y="6419211"/>
            <a:ext cx="490163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6457B42-1522-6D3C-7AA1-93281B205D1C}"/>
                  </a:ext>
                </a:extLst>
              </p:cNvPr>
              <p:cNvSpPr txBox="1"/>
              <p:nvPr/>
            </p:nvSpPr>
            <p:spPr>
              <a:xfrm>
                <a:off x="4471034" y="6468021"/>
                <a:ext cx="4716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??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6457B42-1522-6D3C-7AA1-93281B205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1034" y="6468021"/>
                <a:ext cx="47160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0" name="Picture 129">
            <a:extLst>
              <a:ext uri="{FF2B5EF4-FFF2-40B4-BE49-F238E27FC236}">
                <a16:creationId xmlns:a16="http://schemas.microsoft.com/office/drawing/2014/main" id="{C2B35264-7231-67E4-6ED2-30C05CFEE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014" y="1561644"/>
            <a:ext cx="7163413" cy="46424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A68E146B-7521-1AC5-8601-2F8DE63043CD}"/>
                  </a:ext>
                </a:extLst>
              </p:cNvPr>
              <p:cNvSpPr txBox="1"/>
              <p:nvPr/>
            </p:nvSpPr>
            <p:spPr>
              <a:xfrm>
                <a:off x="8647438" y="2470697"/>
                <a:ext cx="255547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If we need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processors in the systolic array, what would be the dimensions?</a:t>
                </a:r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A68E146B-7521-1AC5-8601-2F8DE6304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7438" y="2470697"/>
                <a:ext cx="2555476" cy="1200329"/>
              </a:xfrm>
              <a:prstGeom prst="rect">
                <a:avLst/>
              </a:prstGeom>
              <a:blipFill>
                <a:blip r:embed="rId5"/>
                <a:stretch>
                  <a:fillRect l="-2148" t="-2538" r="-2864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93694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06170-DB77-F02B-94A6-9811F734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Systolic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C5967FF-083C-D9AB-F274-4D671E1F25FE}"/>
                  </a:ext>
                </a:extLst>
              </p:cNvPr>
              <p:cNvSpPr txBox="1"/>
              <p:nvPr/>
            </p:nvSpPr>
            <p:spPr>
              <a:xfrm>
                <a:off x="756954" y="3687877"/>
                <a:ext cx="368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C5967FF-083C-D9AB-F274-4D671E1F2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54" y="3687877"/>
                <a:ext cx="368627" cy="369332"/>
              </a:xfrm>
              <a:prstGeom prst="rect">
                <a:avLst/>
              </a:prstGeom>
              <a:blipFill>
                <a:blip r:embed="rId2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4F1C230-7310-9E30-3F9D-03DDF1536244}"/>
              </a:ext>
            </a:extLst>
          </p:cNvPr>
          <p:cNvCxnSpPr>
            <a:cxnSpLocks/>
          </p:cNvCxnSpPr>
          <p:nvPr/>
        </p:nvCxnSpPr>
        <p:spPr>
          <a:xfrm>
            <a:off x="1401266" y="1913453"/>
            <a:ext cx="0" cy="423224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319FC81-BDBC-C766-A566-EA68268CB7D7}"/>
              </a:ext>
            </a:extLst>
          </p:cNvPr>
          <p:cNvCxnSpPr>
            <a:cxnSpLocks/>
          </p:cNvCxnSpPr>
          <p:nvPr/>
        </p:nvCxnSpPr>
        <p:spPr>
          <a:xfrm flipH="1">
            <a:off x="2244008" y="6419211"/>
            <a:ext cx="490163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6457B42-1522-6D3C-7AA1-93281B205D1C}"/>
                  </a:ext>
                </a:extLst>
              </p:cNvPr>
              <p:cNvSpPr txBox="1"/>
              <p:nvPr/>
            </p:nvSpPr>
            <p:spPr>
              <a:xfrm>
                <a:off x="4471034" y="6468021"/>
                <a:ext cx="368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6457B42-1522-6D3C-7AA1-93281B205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1034" y="6468021"/>
                <a:ext cx="368627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0" name="Picture 129">
            <a:extLst>
              <a:ext uri="{FF2B5EF4-FFF2-40B4-BE49-F238E27FC236}">
                <a16:creationId xmlns:a16="http://schemas.microsoft.com/office/drawing/2014/main" id="{C2B35264-7231-67E4-6ED2-30C05CFEE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014" y="1561644"/>
            <a:ext cx="7163413" cy="46424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A68E146B-7521-1AC5-8601-2F8DE63043CD}"/>
                  </a:ext>
                </a:extLst>
              </p:cNvPr>
              <p:cNvSpPr txBox="1"/>
              <p:nvPr/>
            </p:nvSpPr>
            <p:spPr>
              <a:xfrm>
                <a:off x="8647438" y="2470697"/>
                <a:ext cx="255547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If we need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processors in the systolic array, what would be the dimensions?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A68E146B-7521-1AC5-8601-2F8DE6304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7438" y="2470697"/>
                <a:ext cx="2555476" cy="1200329"/>
              </a:xfrm>
              <a:prstGeom prst="rect">
                <a:avLst/>
              </a:prstGeom>
              <a:blipFill>
                <a:blip r:embed="rId5"/>
                <a:stretch>
                  <a:fillRect l="-2148" t="-2538" r="-2864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23742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06170-DB77-F02B-94A6-9811F734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Systolic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C5967FF-083C-D9AB-F274-4D671E1F25FE}"/>
                  </a:ext>
                </a:extLst>
              </p:cNvPr>
              <p:cNvSpPr txBox="1"/>
              <p:nvPr/>
            </p:nvSpPr>
            <p:spPr>
              <a:xfrm>
                <a:off x="756954" y="3687877"/>
                <a:ext cx="368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C5967FF-083C-D9AB-F274-4D671E1F2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54" y="3687877"/>
                <a:ext cx="368627" cy="369332"/>
              </a:xfrm>
              <a:prstGeom prst="rect">
                <a:avLst/>
              </a:prstGeom>
              <a:blipFill>
                <a:blip r:embed="rId2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4F1C230-7310-9E30-3F9D-03DDF1536244}"/>
              </a:ext>
            </a:extLst>
          </p:cNvPr>
          <p:cNvCxnSpPr>
            <a:cxnSpLocks/>
          </p:cNvCxnSpPr>
          <p:nvPr/>
        </p:nvCxnSpPr>
        <p:spPr>
          <a:xfrm>
            <a:off x="1401266" y="1913453"/>
            <a:ext cx="0" cy="423224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319FC81-BDBC-C766-A566-EA68268CB7D7}"/>
              </a:ext>
            </a:extLst>
          </p:cNvPr>
          <p:cNvCxnSpPr>
            <a:cxnSpLocks/>
          </p:cNvCxnSpPr>
          <p:nvPr/>
        </p:nvCxnSpPr>
        <p:spPr>
          <a:xfrm flipH="1">
            <a:off x="2244008" y="6419211"/>
            <a:ext cx="490163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6457B42-1522-6D3C-7AA1-93281B205D1C}"/>
                  </a:ext>
                </a:extLst>
              </p:cNvPr>
              <p:cNvSpPr txBox="1"/>
              <p:nvPr/>
            </p:nvSpPr>
            <p:spPr>
              <a:xfrm>
                <a:off x="4471034" y="6468021"/>
                <a:ext cx="368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6457B42-1522-6D3C-7AA1-93281B205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1034" y="6468021"/>
                <a:ext cx="368627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0" name="Picture 129">
            <a:extLst>
              <a:ext uri="{FF2B5EF4-FFF2-40B4-BE49-F238E27FC236}">
                <a16:creationId xmlns:a16="http://schemas.microsoft.com/office/drawing/2014/main" id="{C2B35264-7231-67E4-6ED2-30C05CFEE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014" y="1561644"/>
            <a:ext cx="7163413" cy="46424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A68E146B-7521-1AC5-8601-2F8DE63043CD}"/>
                  </a:ext>
                </a:extLst>
              </p:cNvPr>
              <p:cNvSpPr txBox="1"/>
              <p:nvPr/>
            </p:nvSpPr>
            <p:spPr>
              <a:xfrm>
                <a:off x="8647438" y="2470697"/>
                <a:ext cx="255547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If we need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processors in the systolic array, how many connections to/from memory are needed?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A68E146B-7521-1AC5-8601-2F8DE6304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7438" y="2470697"/>
                <a:ext cx="2555476" cy="1477328"/>
              </a:xfrm>
              <a:prstGeom prst="rect">
                <a:avLst/>
              </a:prstGeom>
              <a:blipFill>
                <a:blip r:embed="rId5"/>
                <a:stretch>
                  <a:fillRect l="-2148" t="-2058" r="-1671" b="-5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78765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06170-DB77-F02B-94A6-9811F734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Systolic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C5967FF-083C-D9AB-F274-4D671E1F25FE}"/>
                  </a:ext>
                </a:extLst>
              </p:cNvPr>
              <p:cNvSpPr txBox="1"/>
              <p:nvPr/>
            </p:nvSpPr>
            <p:spPr>
              <a:xfrm>
                <a:off x="756954" y="3687877"/>
                <a:ext cx="368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C5967FF-083C-D9AB-F274-4D671E1F2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54" y="3687877"/>
                <a:ext cx="368627" cy="369332"/>
              </a:xfrm>
              <a:prstGeom prst="rect">
                <a:avLst/>
              </a:prstGeom>
              <a:blipFill>
                <a:blip r:embed="rId2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4F1C230-7310-9E30-3F9D-03DDF1536244}"/>
              </a:ext>
            </a:extLst>
          </p:cNvPr>
          <p:cNvCxnSpPr>
            <a:cxnSpLocks/>
          </p:cNvCxnSpPr>
          <p:nvPr/>
        </p:nvCxnSpPr>
        <p:spPr>
          <a:xfrm>
            <a:off x="1401266" y="1913453"/>
            <a:ext cx="0" cy="423224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319FC81-BDBC-C766-A566-EA68268CB7D7}"/>
              </a:ext>
            </a:extLst>
          </p:cNvPr>
          <p:cNvCxnSpPr>
            <a:cxnSpLocks/>
          </p:cNvCxnSpPr>
          <p:nvPr/>
        </p:nvCxnSpPr>
        <p:spPr>
          <a:xfrm flipH="1">
            <a:off x="2244008" y="6419211"/>
            <a:ext cx="490163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6457B42-1522-6D3C-7AA1-93281B205D1C}"/>
                  </a:ext>
                </a:extLst>
              </p:cNvPr>
              <p:cNvSpPr txBox="1"/>
              <p:nvPr/>
            </p:nvSpPr>
            <p:spPr>
              <a:xfrm>
                <a:off x="4471034" y="6468021"/>
                <a:ext cx="368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6457B42-1522-6D3C-7AA1-93281B205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1034" y="6468021"/>
                <a:ext cx="368627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0" name="Picture 129">
            <a:extLst>
              <a:ext uri="{FF2B5EF4-FFF2-40B4-BE49-F238E27FC236}">
                <a16:creationId xmlns:a16="http://schemas.microsoft.com/office/drawing/2014/main" id="{C2B35264-7231-67E4-6ED2-30C05CFEE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014" y="1561644"/>
            <a:ext cx="7163413" cy="46424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A68E146B-7521-1AC5-8601-2F8DE63043CD}"/>
                  </a:ext>
                </a:extLst>
              </p:cNvPr>
              <p:cNvSpPr txBox="1"/>
              <p:nvPr/>
            </p:nvSpPr>
            <p:spPr>
              <a:xfrm>
                <a:off x="8647438" y="2470697"/>
                <a:ext cx="255547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If we need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processors in the systolic array, how many connections to/from memory are needed?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A68E146B-7521-1AC5-8601-2F8DE6304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7438" y="2470697"/>
                <a:ext cx="2555476" cy="1477328"/>
              </a:xfrm>
              <a:prstGeom prst="rect">
                <a:avLst/>
              </a:prstGeom>
              <a:blipFill>
                <a:blip r:embed="rId5"/>
                <a:stretch>
                  <a:fillRect l="-2148" t="-2058" r="-1671" b="-5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39270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4009A-4966-028A-BE9E-0F220ACE6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Systolic Arrays vs GPUs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395168-630A-7B98-E6B0-0F8DB0825B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GPUs</a:t>
                </a:r>
              </a:p>
              <a:p>
                <a:pPr lvl="1"/>
                <a:r>
                  <a:rPr lang="en-US" dirty="0"/>
                  <a:t>Each processor connected to memory: memory complexity grows linearly with the number of processors</a:t>
                </a:r>
              </a:p>
              <a:p>
                <a:pPr lvl="1"/>
                <a:r>
                  <a:rPr lang="en-US" dirty="0"/>
                  <a:t>Each processor executes the same instructions on different data – totally independent</a:t>
                </a:r>
              </a:p>
              <a:p>
                <a:endParaRPr lang="en-US" dirty="0"/>
              </a:p>
              <a:p>
                <a:r>
                  <a:rPr lang="en-US" dirty="0"/>
                  <a:t>Systolic Arrays</a:t>
                </a:r>
              </a:p>
              <a:p>
                <a:pPr lvl="1"/>
                <a:r>
                  <a:rPr lang="en-US" dirty="0"/>
                  <a:t>Only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processors connected to memory (where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the number of processors): memory complexity grows linearly</a:t>
                </a:r>
              </a:p>
              <a:p>
                <a:pPr lvl="1"/>
                <a:r>
                  <a:rPr lang="en-US" dirty="0"/>
                  <a:t>Processors still execute the same instructions, but input of a processors is usually output of a previous processor – highly dependent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395168-630A-7B98-E6B0-0F8DB0825B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40934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4E595-2B92-6315-FEBA-96DE1B4D5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Systolic Arrays vs GPUs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B0FA3-F6D8-9B87-8AA4-70DA074AE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Designing algorithms for GPUs – Data parallel thinking</a:t>
            </a:r>
          </a:p>
          <a:p>
            <a:pPr lvl="1"/>
            <a:r>
              <a:rPr lang="en-US" dirty="0"/>
              <a:t>Determine output vs input vs hybrid partitioning</a:t>
            </a:r>
          </a:p>
          <a:p>
            <a:pPr lvl="1"/>
            <a:r>
              <a:rPr lang="en-US" dirty="0"/>
              <a:t>Determine the set of instructions each processor needs to execute on different data to achieve results</a:t>
            </a:r>
          </a:p>
          <a:p>
            <a:endParaRPr lang="en-US" dirty="0"/>
          </a:p>
          <a:p>
            <a:r>
              <a:rPr lang="en-US" dirty="0"/>
              <a:t>Designing algorithms for systolic arrays – A bit more involved</a:t>
            </a:r>
          </a:p>
          <a:p>
            <a:pPr lvl="1"/>
            <a:r>
              <a:rPr lang="en-US" dirty="0"/>
              <a:t>Need to think what data should reach which processor at what time to achieve desired results</a:t>
            </a:r>
          </a:p>
          <a:p>
            <a:pPr lvl="1"/>
            <a:r>
              <a:rPr lang="en-US" dirty="0"/>
              <a:t>Still every processor works in lockstep, so determine the set of instructions each processor needs to execute</a:t>
            </a:r>
          </a:p>
        </p:txBody>
      </p:sp>
    </p:spTree>
    <p:extLst>
      <p:ext uri="{BB962C8B-B14F-4D97-AF65-F5344CB8AC3E}">
        <p14:creationId xmlns:p14="http://schemas.microsoft.com/office/powerpoint/2010/main" val="41580874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F3ABB-6CC3-DDE2-2F38-CA68A38BF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Why Systolic Arrays?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CDFE3-FB03-3087-5459-614F58F0A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Reduced number of connections make systolic arrays some of the best architectures for dense matrix operations – the most important kernel in AI/ML workloads</a:t>
            </a:r>
          </a:p>
          <a:p>
            <a:endParaRPr lang="en-US" dirty="0"/>
          </a:p>
          <a:p>
            <a:r>
              <a:rPr lang="en-US" dirty="0"/>
              <a:t>Work Optimal algorithms already known for problems such as matrix-multiplication</a:t>
            </a:r>
          </a:p>
          <a:p>
            <a:pPr lvl="1"/>
            <a:r>
              <a:rPr lang="en-US" dirty="0"/>
              <a:t>So, we don’t need to program from scratch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4603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B1D14-EA6B-ECA9-B1CE-747297589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Vector using 1D Systolic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AF34D-1B5D-1B5D-D57D-A765D1D30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Load Vector into systolic array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Stream in rows of matrices vertically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Collect output horizontally</a:t>
            </a:r>
          </a:p>
        </p:txBody>
      </p:sp>
    </p:spTree>
    <p:extLst>
      <p:ext uri="{BB962C8B-B14F-4D97-AF65-F5344CB8AC3E}">
        <p14:creationId xmlns:p14="http://schemas.microsoft.com/office/powerpoint/2010/main" val="34235876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82A39-D8DB-2C97-427D-CE512C686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Recall: Matrix Vector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B9E103-B828-9CD7-818A-D24A3A8F12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09010" y="1690688"/>
                <a:ext cx="5173980" cy="74231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 algn="ctr">
                  <a:buNone/>
                </a:pPr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US" dirty="0"/>
                  <a:t>A[</a:t>
                </a:r>
                <a:r>
                  <a:rPr lang="en-US" dirty="0" err="1"/>
                  <a:t>i</a:t>
                </a:r>
                <a:r>
                  <a:rPr lang="en-US" dirty="0"/>
                  <a:t>][k] * B[k],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r>
                  <a:rPr lang="en-US" dirty="0"/>
                  <a:t> in the following example</a:t>
                </a:r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B9E103-B828-9CD7-818A-D24A3A8F12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09010" y="1690688"/>
                <a:ext cx="5173980" cy="742315"/>
              </a:xfrm>
              <a:blipFill>
                <a:blip r:embed="rId2"/>
                <a:stretch>
                  <a:fillRect t="-16393" r="-590" b="-204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4089B86-37E0-BA5D-2549-9B68C6A65120}"/>
              </a:ext>
            </a:extLst>
          </p:cNvPr>
          <p:cNvSpPr/>
          <p:nvPr/>
        </p:nvSpPr>
        <p:spPr>
          <a:xfrm>
            <a:off x="4030980" y="2941320"/>
            <a:ext cx="3901440" cy="34518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E7AF64-D2D1-AD17-98C5-BAFD1DCD7946}"/>
              </a:ext>
            </a:extLst>
          </p:cNvPr>
          <p:cNvCxnSpPr>
            <a:cxnSpLocks/>
          </p:cNvCxnSpPr>
          <p:nvPr/>
        </p:nvCxnSpPr>
        <p:spPr>
          <a:xfrm>
            <a:off x="5270799" y="2941320"/>
            <a:ext cx="0" cy="3451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926CA1D-41C5-AFE4-C4A0-14DA7113A0D3}"/>
              </a:ext>
            </a:extLst>
          </p:cNvPr>
          <p:cNvCxnSpPr>
            <a:stCxn id="4" idx="1"/>
            <a:endCxn id="4" idx="3"/>
          </p:cNvCxnSpPr>
          <p:nvPr/>
        </p:nvCxnSpPr>
        <p:spPr>
          <a:xfrm>
            <a:off x="4030980" y="4667250"/>
            <a:ext cx="39014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D7C455-2A3F-2C15-5660-10EDEC0AB5B7}"/>
              </a:ext>
            </a:extLst>
          </p:cNvPr>
          <p:cNvCxnSpPr>
            <a:cxnSpLocks/>
          </p:cNvCxnSpPr>
          <p:nvPr/>
        </p:nvCxnSpPr>
        <p:spPr>
          <a:xfrm>
            <a:off x="6614160" y="2941320"/>
            <a:ext cx="0" cy="3451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7A87E81-317B-063D-797B-62FC45281A4E}"/>
              </a:ext>
            </a:extLst>
          </p:cNvPr>
          <p:cNvSpPr txBox="1"/>
          <p:nvPr/>
        </p:nvSpPr>
        <p:spPr>
          <a:xfrm>
            <a:off x="4307125" y="35739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C4485D-C49C-9968-A213-36E63F55FF35}"/>
              </a:ext>
            </a:extLst>
          </p:cNvPr>
          <p:cNvSpPr txBox="1"/>
          <p:nvPr/>
        </p:nvSpPr>
        <p:spPr>
          <a:xfrm>
            <a:off x="5577841" y="35739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597F2A-1285-BDB5-5575-7E1CA65207F2}"/>
              </a:ext>
            </a:extLst>
          </p:cNvPr>
          <p:cNvSpPr txBox="1"/>
          <p:nvPr/>
        </p:nvSpPr>
        <p:spPr>
          <a:xfrm>
            <a:off x="7035997" y="361015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C418FD-CEDD-B6F8-1AF1-ADD40503408C}"/>
              </a:ext>
            </a:extLst>
          </p:cNvPr>
          <p:cNvSpPr txBox="1"/>
          <p:nvPr/>
        </p:nvSpPr>
        <p:spPr>
          <a:xfrm>
            <a:off x="4319629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CCA3B3-FA9B-B9BC-36D4-1BAECC4D9C2B}"/>
              </a:ext>
            </a:extLst>
          </p:cNvPr>
          <p:cNvSpPr txBox="1"/>
          <p:nvPr/>
        </p:nvSpPr>
        <p:spPr>
          <a:xfrm>
            <a:off x="5615029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87B8AE-7831-87CF-EA0F-EFBC4FEFCCB5}"/>
              </a:ext>
            </a:extLst>
          </p:cNvPr>
          <p:cNvSpPr txBox="1"/>
          <p:nvPr/>
        </p:nvSpPr>
        <p:spPr>
          <a:xfrm>
            <a:off x="6999132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BFACFF-C987-3CF2-58B0-7D508E082A24}"/>
              </a:ext>
            </a:extLst>
          </p:cNvPr>
          <p:cNvSpPr/>
          <p:nvPr/>
        </p:nvSpPr>
        <p:spPr>
          <a:xfrm>
            <a:off x="9250680" y="2880360"/>
            <a:ext cx="1150619" cy="36125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B8ED341-5E5B-3A8B-E3B6-0F5FBAE77FC5}"/>
              </a:ext>
            </a:extLst>
          </p:cNvPr>
          <p:cNvCxnSpPr>
            <a:cxnSpLocks/>
          </p:cNvCxnSpPr>
          <p:nvPr/>
        </p:nvCxnSpPr>
        <p:spPr>
          <a:xfrm>
            <a:off x="9250680" y="4088012"/>
            <a:ext cx="11506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5F8958C-A511-7118-2F4B-1BB6636E1EF7}"/>
              </a:ext>
            </a:extLst>
          </p:cNvPr>
          <p:cNvCxnSpPr>
            <a:cxnSpLocks/>
          </p:cNvCxnSpPr>
          <p:nvPr/>
        </p:nvCxnSpPr>
        <p:spPr>
          <a:xfrm>
            <a:off x="9250680" y="5345549"/>
            <a:ext cx="11506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E204732-6A89-E022-9497-3707867BE5E5}"/>
              </a:ext>
            </a:extLst>
          </p:cNvPr>
          <p:cNvSpPr txBox="1"/>
          <p:nvPr/>
        </p:nvSpPr>
        <p:spPr>
          <a:xfrm>
            <a:off x="9675146" y="33004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7BE7D7-7FBE-6B21-4C77-9E04A0D7D095}"/>
              </a:ext>
            </a:extLst>
          </p:cNvPr>
          <p:cNvSpPr txBox="1"/>
          <p:nvPr/>
        </p:nvSpPr>
        <p:spPr>
          <a:xfrm>
            <a:off x="9675146" y="45416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35F209-C770-1282-DCA8-6F068FE0AB13}"/>
              </a:ext>
            </a:extLst>
          </p:cNvPr>
          <p:cNvSpPr txBox="1"/>
          <p:nvPr/>
        </p:nvSpPr>
        <p:spPr>
          <a:xfrm>
            <a:off x="9675146" y="56976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C85A3D-F23F-1375-C289-415B7FC7AD61}"/>
              </a:ext>
            </a:extLst>
          </p:cNvPr>
          <p:cNvSpPr txBox="1"/>
          <p:nvPr/>
        </p:nvSpPr>
        <p:spPr>
          <a:xfrm>
            <a:off x="8442960" y="43815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696B7BD-0EE8-3AE9-75EA-9B16C411E229}"/>
              </a:ext>
            </a:extLst>
          </p:cNvPr>
          <p:cNvSpPr/>
          <p:nvPr/>
        </p:nvSpPr>
        <p:spPr>
          <a:xfrm>
            <a:off x="632460" y="2811780"/>
            <a:ext cx="1150611" cy="3581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1FD0BC4-384F-12F2-8391-4B471C85C69A}"/>
              </a:ext>
            </a:extLst>
          </p:cNvPr>
          <p:cNvCxnSpPr>
            <a:cxnSpLocks/>
          </p:cNvCxnSpPr>
          <p:nvPr/>
        </p:nvCxnSpPr>
        <p:spPr>
          <a:xfrm>
            <a:off x="632460" y="4549023"/>
            <a:ext cx="11506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293D261-6122-F9EB-48CA-312662A32564}"/>
              </a:ext>
            </a:extLst>
          </p:cNvPr>
          <p:cNvSpPr txBox="1"/>
          <p:nvPr/>
        </p:nvSpPr>
        <p:spPr>
          <a:xfrm>
            <a:off x="988346" y="34881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2BA9AD-7D2C-9633-9CAB-F0A1A4F3D184}"/>
              </a:ext>
            </a:extLst>
          </p:cNvPr>
          <p:cNvSpPr txBox="1"/>
          <p:nvPr/>
        </p:nvSpPr>
        <p:spPr>
          <a:xfrm>
            <a:off x="988346" y="52254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D38E93-BB19-AAFC-94CB-46CAB85B0B25}"/>
              </a:ext>
            </a:extLst>
          </p:cNvPr>
          <p:cNvSpPr txBox="1"/>
          <p:nvPr/>
        </p:nvSpPr>
        <p:spPr>
          <a:xfrm>
            <a:off x="981934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749C953-AA30-2CF7-86D6-0DC6785D3AB1}"/>
              </a:ext>
            </a:extLst>
          </p:cNvPr>
          <p:cNvSpPr txBox="1"/>
          <p:nvPr/>
        </p:nvSpPr>
        <p:spPr>
          <a:xfrm>
            <a:off x="5746155" y="648866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974179-050B-9E7D-2DC4-11D34CA88AC9}"/>
              </a:ext>
            </a:extLst>
          </p:cNvPr>
          <p:cNvSpPr txBox="1"/>
          <p:nvPr/>
        </p:nvSpPr>
        <p:spPr>
          <a:xfrm>
            <a:off x="9675146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A1EEDB6-3C05-1F48-A7A2-1F9518FF6A46}"/>
              </a:ext>
            </a:extLst>
          </p:cNvPr>
          <p:cNvSpPr txBox="1"/>
          <p:nvPr/>
        </p:nvSpPr>
        <p:spPr>
          <a:xfrm>
            <a:off x="2559346" y="447700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FAB7F64-ADE6-A9EF-4AFE-A2A558E03F7E}"/>
              </a:ext>
            </a:extLst>
          </p:cNvPr>
          <p:cNvCxnSpPr/>
          <p:nvPr/>
        </p:nvCxnSpPr>
        <p:spPr>
          <a:xfrm>
            <a:off x="4030980" y="2698376"/>
            <a:ext cx="39014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7BB6D27-7A04-E697-F1A5-57080CECA18B}"/>
              </a:ext>
            </a:extLst>
          </p:cNvPr>
          <p:cNvCxnSpPr>
            <a:cxnSpLocks/>
          </p:cNvCxnSpPr>
          <p:nvPr/>
        </p:nvCxnSpPr>
        <p:spPr>
          <a:xfrm flipV="1">
            <a:off x="3826584" y="2941320"/>
            <a:ext cx="0" cy="34518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09BF377-D2A4-6481-7539-CD7D5D0E2F9A}"/>
              </a:ext>
            </a:extLst>
          </p:cNvPr>
          <p:cNvSpPr txBox="1"/>
          <p:nvPr/>
        </p:nvSpPr>
        <p:spPr>
          <a:xfrm>
            <a:off x="3318092" y="446774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0F4AE85-8D24-BDAE-EC79-0F8EA42A1191}"/>
              </a:ext>
            </a:extLst>
          </p:cNvPr>
          <p:cNvSpPr txBox="1"/>
          <p:nvPr/>
        </p:nvSpPr>
        <p:spPr>
          <a:xfrm>
            <a:off x="5853235" y="2346132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1A7C43A-41F4-B004-AF74-84B82BE6E3F1}"/>
              </a:ext>
            </a:extLst>
          </p:cNvPr>
          <p:cNvCxnSpPr>
            <a:cxnSpLocks/>
          </p:cNvCxnSpPr>
          <p:nvPr/>
        </p:nvCxnSpPr>
        <p:spPr>
          <a:xfrm flipV="1">
            <a:off x="10565245" y="2880360"/>
            <a:ext cx="0" cy="360830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967D3A3F-64D0-AC5D-60A3-F3AD4152355A}"/>
              </a:ext>
            </a:extLst>
          </p:cNvPr>
          <p:cNvSpPr txBox="1"/>
          <p:nvPr/>
        </p:nvSpPr>
        <p:spPr>
          <a:xfrm>
            <a:off x="10565245" y="4467746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51F8614-D965-604B-B98C-3382BB0190D9}"/>
              </a:ext>
            </a:extLst>
          </p:cNvPr>
          <p:cNvCxnSpPr>
            <a:cxnSpLocks/>
          </p:cNvCxnSpPr>
          <p:nvPr/>
        </p:nvCxnSpPr>
        <p:spPr>
          <a:xfrm flipV="1">
            <a:off x="428065" y="2887524"/>
            <a:ext cx="0" cy="34518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8EC62C4C-B855-8695-F091-EE8259E185D2}"/>
              </a:ext>
            </a:extLst>
          </p:cNvPr>
          <p:cNvSpPr txBox="1"/>
          <p:nvPr/>
        </p:nvSpPr>
        <p:spPr>
          <a:xfrm>
            <a:off x="-24212" y="437560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0570975-FE59-5B61-297C-F443A3230BDD}"/>
              </a:ext>
            </a:extLst>
          </p:cNvPr>
          <p:cNvCxnSpPr/>
          <p:nvPr/>
        </p:nvCxnSpPr>
        <p:spPr>
          <a:xfrm>
            <a:off x="981934" y="3943232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CE1E5CC-3A35-CBBD-EF86-721240FE5313}"/>
              </a:ext>
            </a:extLst>
          </p:cNvPr>
          <p:cNvCxnSpPr/>
          <p:nvPr/>
        </p:nvCxnSpPr>
        <p:spPr>
          <a:xfrm>
            <a:off x="4319629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F65B19F-ADBE-6A9B-E6D4-696D9038643A}"/>
              </a:ext>
            </a:extLst>
          </p:cNvPr>
          <p:cNvCxnSpPr/>
          <p:nvPr/>
        </p:nvCxnSpPr>
        <p:spPr>
          <a:xfrm>
            <a:off x="5577841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287C8F7-4EBD-1273-CD42-E223ED2F1F83}"/>
              </a:ext>
            </a:extLst>
          </p:cNvPr>
          <p:cNvCxnSpPr/>
          <p:nvPr/>
        </p:nvCxnSpPr>
        <p:spPr>
          <a:xfrm>
            <a:off x="6928209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D331CB5-23DA-1221-2959-163BEC2625E2}"/>
              </a:ext>
            </a:extLst>
          </p:cNvPr>
          <p:cNvCxnSpPr/>
          <p:nvPr/>
        </p:nvCxnSpPr>
        <p:spPr>
          <a:xfrm>
            <a:off x="9664653" y="3735287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8A9A8F2-8EB7-6D40-9456-4B33144DD64B}"/>
              </a:ext>
            </a:extLst>
          </p:cNvPr>
          <p:cNvCxnSpPr/>
          <p:nvPr/>
        </p:nvCxnSpPr>
        <p:spPr>
          <a:xfrm>
            <a:off x="9664653" y="5013754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FDC83A8-E934-72D0-17E2-480B87EBA10F}"/>
              </a:ext>
            </a:extLst>
          </p:cNvPr>
          <p:cNvCxnSpPr/>
          <p:nvPr/>
        </p:nvCxnSpPr>
        <p:spPr>
          <a:xfrm>
            <a:off x="9664653" y="6139821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1336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8BC66-3CEB-2BE4-0FC5-F0DAA0793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Vector using 1D Systolic 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2906CC-1964-41CD-CEDF-65F17220058F}"/>
              </a:ext>
            </a:extLst>
          </p:cNvPr>
          <p:cNvSpPr/>
          <p:nvPr/>
        </p:nvSpPr>
        <p:spPr>
          <a:xfrm>
            <a:off x="301752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262AD1-3007-B944-8ECC-83ECAD15FA4D}"/>
              </a:ext>
            </a:extLst>
          </p:cNvPr>
          <p:cNvSpPr/>
          <p:nvPr/>
        </p:nvSpPr>
        <p:spPr>
          <a:xfrm>
            <a:off x="482727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721FC9-3B2E-0114-F400-B8F7379ED2A0}"/>
              </a:ext>
            </a:extLst>
          </p:cNvPr>
          <p:cNvSpPr/>
          <p:nvPr/>
        </p:nvSpPr>
        <p:spPr>
          <a:xfrm>
            <a:off x="663702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554E61-BFAD-EF8E-AA66-6011BA46F03B}"/>
              </a:ext>
            </a:extLst>
          </p:cNvPr>
          <p:cNvSpPr/>
          <p:nvPr/>
        </p:nvSpPr>
        <p:spPr>
          <a:xfrm>
            <a:off x="844677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49EFB9E-8BF9-E24C-6594-FB5480D52842}"/>
              </a:ext>
            </a:extLst>
          </p:cNvPr>
          <p:cNvCxnSpPr>
            <a:cxnSpLocks/>
          </p:cNvCxnSpPr>
          <p:nvPr/>
        </p:nvCxnSpPr>
        <p:spPr>
          <a:xfrm>
            <a:off x="2205990" y="371856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DBBEC29-50CE-A341-F7B5-B67F71CFDACC}"/>
              </a:ext>
            </a:extLst>
          </p:cNvPr>
          <p:cNvCxnSpPr>
            <a:cxnSpLocks/>
          </p:cNvCxnSpPr>
          <p:nvPr/>
        </p:nvCxnSpPr>
        <p:spPr>
          <a:xfrm>
            <a:off x="401574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8C38952-F903-C10C-06A8-2D6E9FE316A7}"/>
              </a:ext>
            </a:extLst>
          </p:cNvPr>
          <p:cNvCxnSpPr>
            <a:cxnSpLocks/>
          </p:cNvCxnSpPr>
          <p:nvPr/>
        </p:nvCxnSpPr>
        <p:spPr>
          <a:xfrm>
            <a:off x="582549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9904FBD-983F-7262-26D2-AA5441B44B4B}"/>
              </a:ext>
            </a:extLst>
          </p:cNvPr>
          <p:cNvCxnSpPr>
            <a:cxnSpLocks/>
          </p:cNvCxnSpPr>
          <p:nvPr/>
        </p:nvCxnSpPr>
        <p:spPr>
          <a:xfrm>
            <a:off x="763524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CFC36D-CE1F-E82D-E2B0-86BA1F9D3A91}"/>
                  </a:ext>
                </a:extLst>
              </p:cNvPr>
              <p:cNvSpPr txBox="1"/>
              <p:nvPr/>
            </p:nvSpPr>
            <p:spPr>
              <a:xfrm>
                <a:off x="3017520" y="1983403"/>
                <a:ext cx="50021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Store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into the systolic array local memory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CFC36D-CE1F-E82D-E2B0-86BA1F9D3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0" y="1983403"/>
                <a:ext cx="5002139" cy="369332"/>
              </a:xfrm>
              <a:prstGeom prst="rect">
                <a:avLst/>
              </a:prstGeom>
              <a:blipFill>
                <a:blip r:embed="rId2"/>
                <a:stretch>
                  <a:fillRect l="-974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9288533-4410-A6DD-22F2-268A712C6AA9}"/>
                  </a:ext>
                </a:extLst>
              </p:cNvPr>
              <p:cNvSpPr txBox="1"/>
              <p:nvPr/>
            </p:nvSpPr>
            <p:spPr>
              <a:xfrm>
                <a:off x="1619784" y="3480554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9288533-4410-A6DD-22F2-268A712C6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784" y="3480554"/>
                <a:ext cx="48705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71A195A-0D1E-1AEC-1503-DDFB614D4A07}"/>
              </a:ext>
            </a:extLst>
          </p:cNvPr>
          <p:cNvSpPr txBox="1"/>
          <p:nvPr/>
        </p:nvSpPr>
        <p:spPr>
          <a:xfrm>
            <a:off x="4366260" y="5269289"/>
            <a:ext cx="2466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Cycle 0 – Input Available</a:t>
            </a:r>
          </a:p>
        </p:txBody>
      </p:sp>
    </p:spTree>
    <p:extLst>
      <p:ext uri="{BB962C8B-B14F-4D97-AF65-F5344CB8AC3E}">
        <p14:creationId xmlns:p14="http://schemas.microsoft.com/office/powerpoint/2010/main" val="12496663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8BC66-3CEB-2BE4-0FC5-F0DAA0793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Vector using 1D Systolic 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2906CC-1964-41CD-CEDF-65F17220058F}"/>
              </a:ext>
            </a:extLst>
          </p:cNvPr>
          <p:cNvSpPr/>
          <p:nvPr/>
        </p:nvSpPr>
        <p:spPr>
          <a:xfrm>
            <a:off x="301752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262AD1-3007-B944-8ECC-83ECAD15FA4D}"/>
              </a:ext>
            </a:extLst>
          </p:cNvPr>
          <p:cNvSpPr/>
          <p:nvPr/>
        </p:nvSpPr>
        <p:spPr>
          <a:xfrm>
            <a:off x="482727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721FC9-3B2E-0114-F400-B8F7379ED2A0}"/>
              </a:ext>
            </a:extLst>
          </p:cNvPr>
          <p:cNvSpPr/>
          <p:nvPr/>
        </p:nvSpPr>
        <p:spPr>
          <a:xfrm>
            <a:off x="663702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554E61-BFAD-EF8E-AA66-6011BA46F03B}"/>
              </a:ext>
            </a:extLst>
          </p:cNvPr>
          <p:cNvSpPr/>
          <p:nvPr/>
        </p:nvSpPr>
        <p:spPr>
          <a:xfrm>
            <a:off x="844677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49EFB9E-8BF9-E24C-6594-FB5480D52842}"/>
              </a:ext>
            </a:extLst>
          </p:cNvPr>
          <p:cNvCxnSpPr>
            <a:cxnSpLocks/>
          </p:cNvCxnSpPr>
          <p:nvPr/>
        </p:nvCxnSpPr>
        <p:spPr>
          <a:xfrm>
            <a:off x="2205990" y="371856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DBBEC29-50CE-A341-F7B5-B67F71CFDACC}"/>
              </a:ext>
            </a:extLst>
          </p:cNvPr>
          <p:cNvCxnSpPr>
            <a:cxnSpLocks/>
          </p:cNvCxnSpPr>
          <p:nvPr/>
        </p:nvCxnSpPr>
        <p:spPr>
          <a:xfrm>
            <a:off x="401574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8C38952-F903-C10C-06A8-2D6E9FE316A7}"/>
              </a:ext>
            </a:extLst>
          </p:cNvPr>
          <p:cNvCxnSpPr>
            <a:cxnSpLocks/>
          </p:cNvCxnSpPr>
          <p:nvPr/>
        </p:nvCxnSpPr>
        <p:spPr>
          <a:xfrm>
            <a:off x="582549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9904FBD-983F-7262-26D2-AA5441B44B4B}"/>
              </a:ext>
            </a:extLst>
          </p:cNvPr>
          <p:cNvCxnSpPr>
            <a:cxnSpLocks/>
          </p:cNvCxnSpPr>
          <p:nvPr/>
        </p:nvCxnSpPr>
        <p:spPr>
          <a:xfrm>
            <a:off x="763524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CFC36D-CE1F-E82D-E2B0-86BA1F9D3A91}"/>
                  </a:ext>
                </a:extLst>
              </p:cNvPr>
              <p:cNvSpPr txBox="1"/>
              <p:nvPr/>
            </p:nvSpPr>
            <p:spPr>
              <a:xfrm>
                <a:off x="3017520" y="1983403"/>
                <a:ext cx="50021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Store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into the systolic array local memory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CFC36D-CE1F-E82D-E2B0-86BA1F9D3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0" y="1983403"/>
                <a:ext cx="5002139" cy="369332"/>
              </a:xfrm>
              <a:prstGeom prst="rect">
                <a:avLst/>
              </a:prstGeom>
              <a:blipFill>
                <a:blip r:embed="rId2"/>
                <a:stretch>
                  <a:fillRect l="-974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9288533-4410-A6DD-22F2-268A712C6AA9}"/>
                  </a:ext>
                </a:extLst>
              </p:cNvPr>
              <p:cNvSpPr txBox="1"/>
              <p:nvPr/>
            </p:nvSpPr>
            <p:spPr>
              <a:xfrm>
                <a:off x="1619784" y="3480554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9288533-4410-A6DD-22F2-268A712C6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784" y="3480554"/>
                <a:ext cx="48705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7A0785-A2B8-39F2-63E0-9AD700277A54}"/>
                  </a:ext>
                </a:extLst>
              </p:cNvPr>
              <p:cNvSpPr txBox="1"/>
              <p:nvPr/>
            </p:nvSpPr>
            <p:spPr>
              <a:xfrm>
                <a:off x="4151217" y="3318748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7A0785-A2B8-39F2-63E0-9AD700277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217" y="3318748"/>
                <a:ext cx="48705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E601D24-E4BB-50C6-6644-21F832B836D6}"/>
              </a:ext>
            </a:extLst>
          </p:cNvPr>
          <p:cNvSpPr txBox="1"/>
          <p:nvPr/>
        </p:nvSpPr>
        <p:spPr>
          <a:xfrm>
            <a:off x="4903700" y="5368349"/>
            <a:ext cx="845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Cycle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B8F0B2-F3FA-6CC9-9AAF-9FEEFB795104}"/>
              </a:ext>
            </a:extLst>
          </p:cNvPr>
          <p:cNvSpPr txBox="1"/>
          <p:nvPr/>
        </p:nvSpPr>
        <p:spPr>
          <a:xfrm>
            <a:off x="3094426" y="5934517"/>
            <a:ext cx="5958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Operation in DPU: Output = Input</a:t>
            </a:r>
          </a:p>
        </p:txBody>
      </p:sp>
    </p:spTree>
    <p:extLst>
      <p:ext uri="{BB962C8B-B14F-4D97-AF65-F5344CB8AC3E}">
        <p14:creationId xmlns:p14="http://schemas.microsoft.com/office/powerpoint/2010/main" val="20447922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8BC66-3CEB-2BE4-0FC5-F0DAA0793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Vector using 1D Systolic 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2906CC-1964-41CD-CEDF-65F17220058F}"/>
              </a:ext>
            </a:extLst>
          </p:cNvPr>
          <p:cNvSpPr/>
          <p:nvPr/>
        </p:nvSpPr>
        <p:spPr>
          <a:xfrm>
            <a:off x="301752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262AD1-3007-B944-8ECC-83ECAD15FA4D}"/>
              </a:ext>
            </a:extLst>
          </p:cNvPr>
          <p:cNvSpPr/>
          <p:nvPr/>
        </p:nvSpPr>
        <p:spPr>
          <a:xfrm>
            <a:off x="482727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721FC9-3B2E-0114-F400-B8F7379ED2A0}"/>
              </a:ext>
            </a:extLst>
          </p:cNvPr>
          <p:cNvSpPr/>
          <p:nvPr/>
        </p:nvSpPr>
        <p:spPr>
          <a:xfrm>
            <a:off x="663702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554E61-BFAD-EF8E-AA66-6011BA46F03B}"/>
              </a:ext>
            </a:extLst>
          </p:cNvPr>
          <p:cNvSpPr/>
          <p:nvPr/>
        </p:nvSpPr>
        <p:spPr>
          <a:xfrm>
            <a:off x="844677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49EFB9E-8BF9-E24C-6594-FB5480D52842}"/>
              </a:ext>
            </a:extLst>
          </p:cNvPr>
          <p:cNvCxnSpPr>
            <a:cxnSpLocks/>
          </p:cNvCxnSpPr>
          <p:nvPr/>
        </p:nvCxnSpPr>
        <p:spPr>
          <a:xfrm>
            <a:off x="2205990" y="371856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DBBEC29-50CE-A341-F7B5-B67F71CFDACC}"/>
              </a:ext>
            </a:extLst>
          </p:cNvPr>
          <p:cNvCxnSpPr>
            <a:cxnSpLocks/>
          </p:cNvCxnSpPr>
          <p:nvPr/>
        </p:nvCxnSpPr>
        <p:spPr>
          <a:xfrm>
            <a:off x="401574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8C38952-F903-C10C-06A8-2D6E9FE316A7}"/>
              </a:ext>
            </a:extLst>
          </p:cNvPr>
          <p:cNvCxnSpPr>
            <a:cxnSpLocks/>
          </p:cNvCxnSpPr>
          <p:nvPr/>
        </p:nvCxnSpPr>
        <p:spPr>
          <a:xfrm>
            <a:off x="582549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9904FBD-983F-7262-26D2-AA5441B44B4B}"/>
              </a:ext>
            </a:extLst>
          </p:cNvPr>
          <p:cNvCxnSpPr>
            <a:cxnSpLocks/>
          </p:cNvCxnSpPr>
          <p:nvPr/>
        </p:nvCxnSpPr>
        <p:spPr>
          <a:xfrm>
            <a:off x="763524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CFC36D-CE1F-E82D-E2B0-86BA1F9D3A91}"/>
                  </a:ext>
                </a:extLst>
              </p:cNvPr>
              <p:cNvSpPr txBox="1"/>
              <p:nvPr/>
            </p:nvSpPr>
            <p:spPr>
              <a:xfrm>
                <a:off x="3017520" y="1983403"/>
                <a:ext cx="50021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Store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into the systolic array local memory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CFC36D-CE1F-E82D-E2B0-86BA1F9D3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0" y="1983403"/>
                <a:ext cx="5002139" cy="369332"/>
              </a:xfrm>
              <a:prstGeom prst="rect">
                <a:avLst/>
              </a:prstGeom>
              <a:blipFill>
                <a:blip r:embed="rId2"/>
                <a:stretch>
                  <a:fillRect l="-974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9288533-4410-A6DD-22F2-268A712C6AA9}"/>
                  </a:ext>
                </a:extLst>
              </p:cNvPr>
              <p:cNvSpPr txBox="1"/>
              <p:nvPr/>
            </p:nvSpPr>
            <p:spPr>
              <a:xfrm>
                <a:off x="1619784" y="3480554"/>
                <a:ext cx="481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9288533-4410-A6DD-22F2-268A712C6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784" y="3480554"/>
                <a:ext cx="4817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7A0785-A2B8-39F2-63E0-9AD700277A54}"/>
                  </a:ext>
                </a:extLst>
              </p:cNvPr>
              <p:cNvSpPr txBox="1"/>
              <p:nvPr/>
            </p:nvSpPr>
            <p:spPr>
              <a:xfrm>
                <a:off x="4151217" y="3318748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7A0785-A2B8-39F2-63E0-9AD700277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217" y="3318748"/>
                <a:ext cx="48705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CEC479B-BD9A-D666-D768-F1EB9982F6AA}"/>
                  </a:ext>
                </a:extLst>
              </p:cNvPr>
              <p:cNvSpPr txBox="1"/>
              <p:nvPr/>
            </p:nvSpPr>
            <p:spPr>
              <a:xfrm>
                <a:off x="5985420" y="3290054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CEC479B-BD9A-D666-D768-F1EB9982F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5420" y="3290054"/>
                <a:ext cx="48705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2264FCE-CFD1-B9F4-6EDB-4F987CEAF8ED}"/>
              </a:ext>
            </a:extLst>
          </p:cNvPr>
          <p:cNvSpPr txBox="1"/>
          <p:nvPr/>
        </p:nvSpPr>
        <p:spPr>
          <a:xfrm>
            <a:off x="5402810" y="5604569"/>
            <a:ext cx="845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Cycle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C82E9D-297C-48CC-5DC3-98349A304323}"/>
              </a:ext>
            </a:extLst>
          </p:cNvPr>
          <p:cNvSpPr txBox="1"/>
          <p:nvPr/>
        </p:nvSpPr>
        <p:spPr>
          <a:xfrm>
            <a:off x="3094426" y="5934517"/>
            <a:ext cx="5958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Operation in DPU: Output = Input</a:t>
            </a:r>
          </a:p>
        </p:txBody>
      </p:sp>
    </p:spTree>
    <p:extLst>
      <p:ext uri="{BB962C8B-B14F-4D97-AF65-F5344CB8AC3E}">
        <p14:creationId xmlns:p14="http://schemas.microsoft.com/office/powerpoint/2010/main" val="18260324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8BC66-3CEB-2BE4-0FC5-F0DAA0793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Vector using 1D Systolic 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2906CC-1964-41CD-CEDF-65F17220058F}"/>
              </a:ext>
            </a:extLst>
          </p:cNvPr>
          <p:cNvSpPr/>
          <p:nvPr/>
        </p:nvSpPr>
        <p:spPr>
          <a:xfrm>
            <a:off x="301752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262AD1-3007-B944-8ECC-83ECAD15FA4D}"/>
              </a:ext>
            </a:extLst>
          </p:cNvPr>
          <p:cNvSpPr/>
          <p:nvPr/>
        </p:nvSpPr>
        <p:spPr>
          <a:xfrm>
            <a:off x="482727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721FC9-3B2E-0114-F400-B8F7379ED2A0}"/>
              </a:ext>
            </a:extLst>
          </p:cNvPr>
          <p:cNvSpPr/>
          <p:nvPr/>
        </p:nvSpPr>
        <p:spPr>
          <a:xfrm>
            <a:off x="663702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554E61-BFAD-EF8E-AA66-6011BA46F03B}"/>
              </a:ext>
            </a:extLst>
          </p:cNvPr>
          <p:cNvSpPr/>
          <p:nvPr/>
        </p:nvSpPr>
        <p:spPr>
          <a:xfrm>
            <a:off x="844677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49EFB9E-8BF9-E24C-6594-FB5480D52842}"/>
              </a:ext>
            </a:extLst>
          </p:cNvPr>
          <p:cNvCxnSpPr>
            <a:cxnSpLocks/>
          </p:cNvCxnSpPr>
          <p:nvPr/>
        </p:nvCxnSpPr>
        <p:spPr>
          <a:xfrm>
            <a:off x="2205990" y="371856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DBBEC29-50CE-A341-F7B5-B67F71CFDACC}"/>
              </a:ext>
            </a:extLst>
          </p:cNvPr>
          <p:cNvCxnSpPr>
            <a:cxnSpLocks/>
          </p:cNvCxnSpPr>
          <p:nvPr/>
        </p:nvCxnSpPr>
        <p:spPr>
          <a:xfrm>
            <a:off x="401574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8C38952-F903-C10C-06A8-2D6E9FE316A7}"/>
              </a:ext>
            </a:extLst>
          </p:cNvPr>
          <p:cNvCxnSpPr>
            <a:cxnSpLocks/>
          </p:cNvCxnSpPr>
          <p:nvPr/>
        </p:nvCxnSpPr>
        <p:spPr>
          <a:xfrm>
            <a:off x="582549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9904FBD-983F-7262-26D2-AA5441B44B4B}"/>
              </a:ext>
            </a:extLst>
          </p:cNvPr>
          <p:cNvCxnSpPr>
            <a:cxnSpLocks/>
          </p:cNvCxnSpPr>
          <p:nvPr/>
        </p:nvCxnSpPr>
        <p:spPr>
          <a:xfrm>
            <a:off x="763524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CFC36D-CE1F-E82D-E2B0-86BA1F9D3A91}"/>
                  </a:ext>
                </a:extLst>
              </p:cNvPr>
              <p:cNvSpPr txBox="1"/>
              <p:nvPr/>
            </p:nvSpPr>
            <p:spPr>
              <a:xfrm>
                <a:off x="3017520" y="1983403"/>
                <a:ext cx="50021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Store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into the systolic array local memory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CFC36D-CE1F-E82D-E2B0-86BA1F9D3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0" y="1983403"/>
                <a:ext cx="5002139" cy="369332"/>
              </a:xfrm>
              <a:prstGeom prst="rect">
                <a:avLst/>
              </a:prstGeom>
              <a:blipFill>
                <a:blip r:embed="rId2"/>
                <a:stretch>
                  <a:fillRect l="-974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9288533-4410-A6DD-22F2-268A712C6AA9}"/>
                  </a:ext>
                </a:extLst>
              </p:cNvPr>
              <p:cNvSpPr txBox="1"/>
              <p:nvPr/>
            </p:nvSpPr>
            <p:spPr>
              <a:xfrm>
                <a:off x="1619784" y="3480554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9288533-4410-A6DD-22F2-268A712C6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784" y="3480554"/>
                <a:ext cx="48705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7A0785-A2B8-39F2-63E0-9AD700277A54}"/>
                  </a:ext>
                </a:extLst>
              </p:cNvPr>
              <p:cNvSpPr txBox="1"/>
              <p:nvPr/>
            </p:nvSpPr>
            <p:spPr>
              <a:xfrm>
                <a:off x="6000267" y="3295888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7A0785-A2B8-39F2-63E0-9AD700277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267" y="3295888"/>
                <a:ext cx="48705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CEC479B-BD9A-D666-D768-F1EB9982F6AA}"/>
                  </a:ext>
                </a:extLst>
              </p:cNvPr>
              <p:cNvSpPr txBox="1"/>
              <p:nvPr/>
            </p:nvSpPr>
            <p:spPr>
              <a:xfrm>
                <a:off x="7824149" y="3257551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CEC479B-BD9A-D666-D768-F1EB9982F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4149" y="3257551"/>
                <a:ext cx="48705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DC0C726-FAC6-7A7A-E111-1A03916A3FC0}"/>
                  </a:ext>
                </a:extLst>
              </p:cNvPr>
              <p:cNvSpPr txBox="1"/>
              <p:nvPr/>
            </p:nvSpPr>
            <p:spPr>
              <a:xfrm>
                <a:off x="4209971" y="3257551"/>
                <a:ext cx="481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DC0C726-FAC6-7A7A-E111-1A03916A3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971" y="3257551"/>
                <a:ext cx="48173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DEEBE4D-3456-E575-3861-DF14B6624080}"/>
              </a:ext>
            </a:extLst>
          </p:cNvPr>
          <p:cNvSpPr txBox="1"/>
          <p:nvPr/>
        </p:nvSpPr>
        <p:spPr>
          <a:xfrm>
            <a:off x="5673320" y="5749349"/>
            <a:ext cx="845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Cycle 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96224D-6E75-5C47-A34F-359499C4A232}"/>
              </a:ext>
            </a:extLst>
          </p:cNvPr>
          <p:cNvSpPr txBox="1"/>
          <p:nvPr/>
        </p:nvSpPr>
        <p:spPr>
          <a:xfrm>
            <a:off x="3094426" y="6073800"/>
            <a:ext cx="5958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Operation in DPU: Output = Input</a:t>
            </a:r>
          </a:p>
        </p:txBody>
      </p:sp>
    </p:spTree>
    <p:extLst>
      <p:ext uri="{BB962C8B-B14F-4D97-AF65-F5344CB8AC3E}">
        <p14:creationId xmlns:p14="http://schemas.microsoft.com/office/powerpoint/2010/main" val="21217541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8BC66-3CEB-2BE4-0FC5-F0DAA0793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Vector using 1D Systolic 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2906CC-1964-41CD-CEDF-65F17220058F}"/>
              </a:ext>
            </a:extLst>
          </p:cNvPr>
          <p:cNvSpPr/>
          <p:nvPr/>
        </p:nvSpPr>
        <p:spPr>
          <a:xfrm>
            <a:off x="301752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262AD1-3007-B944-8ECC-83ECAD15FA4D}"/>
              </a:ext>
            </a:extLst>
          </p:cNvPr>
          <p:cNvSpPr/>
          <p:nvPr/>
        </p:nvSpPr>
        <p:spPr>
          <a:xfrm>
            <a:off x="482727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721FC9-3B2E-0114-F400-B8F7379ED2A0}"/>
              </a:ext>
            </a:extLst>
          </p:cNvPr>
          <p:cNvSpPr/>
          <p:nvPr/>
        </p:nvSpPr>
        <p:spPr>
          <a:xfrm>
            <a:off x="663702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554E61-BFAD-EF8E-AA66-6011BA46F03B}"/>
              </a:ext>
            </a:extLst>
          </p:cNvPr>
          <p:cNvSpPr/>
          <p:nvPr/>
        </p:nvSpPr>
        <p:spPr>
          <a:xfrm>
            <a:off x="844677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49EFB9E-8BF9-E24C-6594-FB5480D52842}"/>
              </a:ext>
            </a:extLst>
          </p:cNvPr>
          <p:cNvCxnSpPr>
            <a:cxnSpLocks/>
          </p:cNvCxnSpPr>
          <p:nvPr/>
        </p:nvCxnSpPr>
        <p:spPr>
          <a:xfrm>
            <a:off x="2205990" y="371856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DBBEC29-50CE-A341-F7B5-B67F71CFDACC}"/>
              </a:ext>
            </a:extLst>
          </p:cNvPr>
          <p:cNvCxnSpPr>
            <a:cxnSpLocks/>
          </p:cNvCxnSpPr>
          <p:nvPr/>
        </p:nvCxnSpPr>
        <p:spPr>
          <a:xfrm>
            <a:off x="401574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8C38952-F903-C10C-06A8-2D6E9FE316A7}"/>
              </a:ext>
            </a:extLst>
          </p:cNvPr>
          <p:cNvCxnSpPr>
            <a:cxnSpLocks/>
          </p:cNvCxnSpPr>
          <p:nvPr/>
        </p:nvCxnSpPr>
        <p:spPr>
          <a:xfrm>
            <a:off x="582549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9904FBD-983F-7262-26D2-AA5441B44B4B}"/>
              </a:ext>
            </a:extLst>
          </p:cNvPr>
          <p:cNvCxnSpPr>
            <a:cxnSpLocks/>
          </p:cNvCxnSpPr>
          <p:nvPr/>
        </p:nvCxnSpPr>
        <p:spPr>
          <a:xfrm>
            <a:off x="763524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CFC36D-CE1F-E82D-E2B0-86BA1F9D3A91}"/>
                  </a:ext>
                </a:extLst>
              </p:cNvPr>
              <p:cNvSpPr txBox="1"/>
              <p:nvPr/>
            </p:nvSpPr>
            <p:spPr>
              <a:xfrm>
                <a:off x="3017520" y="1983403"/>
                <a:ext cx="50021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Store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into the systolic array local memory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CFC36D-CE1F-E82D-E2B0-86BA1F9D3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0" y="1983403"/>
                <a:ext cx="5002139" cy="369332"/>
              </a:xfrm>
              <a:prstGeom prst="rect">
                <a:avLst/>
              </a:prstGeom>
              <a:blipFill>
                <a:blip r:embed="rId2"/>
                <a:stretch>
                  <a:fillRect l="-974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9288533-4410-A6DD-22F2-268A712C6AA9}"/>
                  </a:ext>
                </a:extLst>
              </p:cNvPr>
              <p:cNvSpPr txBox="1"/>
              <p:nvPr/>
            </p:nvSpPr>
            <p:spPr>
              <a:xfrm>
                <a:off x="3623139" y="3779876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9288533-4410-A6DD-22F2-268A712C6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139" y="3779876"/>
                <a:ext cx="48705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7A0785-A2B8-39F2-63E0-9AD700277A54}"/>
                  </a:ext>
                </a:extLst>
              </p:cNvPr>
              <p:cNvSpPr txBox="1"/>
              <p:nvPr/>
            </p:nvSpPr>
            <p:spPr>
              <a:xfrm>
                <a:off x="7242639" y="3760947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7A0785-A2B8-39F2-63E0-9AD700277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639" y="3760947"/>
                <a:ext cx="48705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CEC479B-BD9A-D666-D768-F1EB9982F6AA}"/>
                  </a:ext>
                </a:extLst>
              </p:cNvPr>
              <p:cNvSpPr txBox="1"/>
              <p:nvPr/>
            </p:nvSpPr>
            <p:spPr>
              <a:xfrm>
                <a:off x="9017770" y="3749278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CEC479B-BD9A-D666-D768-F1EB9982F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770" y="3749278"/>
                <a:ext cx="48705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DC0C726-FAC6-7A7A-E111-1A03916A3FC0}"/>
                  </a:ext>
                </a:extLst>
              </p:cNvPr>
              <p:cNvSpPr txBox="1"/>
              <p:nvPr/>
            </p:nvSpPr>
            <p:spPr>
              <a:xfrm>
                <a:off x="5472830" y="3759576"/>
                <a:ext cx="481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DC0C726-FAC6-7A7A-E111-1A03916A3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830" y="3759576"/>
                <a:ext cx="48173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DEEBE4D-3456-E575-3861-DF14B6624080}"/>
              </a:ext>
            </a:extLst>
          </p:cNvPr>
          <p:cNvSpPr txBox="1"/>
          <p:nvPr/>
        </p:nvSpPr>
        <p:spPr>
          <a:xfrm>
            <a:off x="5673320" y="5749349"/>
            <a:ext cx="845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Cycle 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A67CBF-B798-6286-5C87-E8CFFECF6751}"/>
              </a:ext>
            </a:extLst>
          </p:cNvPr>
          <p:cNvSpPr txBox="1"/>
          <p:nvPr/>
        </p:nvSpPr>
        <p:spPr>
          <a:xfrm>
            <a:off x="3059030" y="6210476"/>
            <a:ext cx="5958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Operation in DPU: Local Register = Input</a:t>
            </a:r>
          </a:p>
        </p:txBody>
      </p:sp>
    </p:spTree>
    <p:extLst>
      <p:ext uri="{BB962C8B-B14F-4D97-AF65-F5344CB8AC3E}">
        <p14:creationId xmlns:p14="http://schemas.microsoft.com/office/powerpoint/2010/main" val="33222263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9BDB5-71FF-5AF4-1D19-555F0B8E5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Vector using 1D Systolic 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F21A2A-1485-AA99-59E6-9658B0653DEB}"/>
              </a:ext>
            </a:extLst>
          </p:cNvPr>
          <p:cNvSpPr/>
          <p:nvPr/>
        </p:nvSpPr>
        <p:spPr>
          <a:xfrm>
            <a:off x="301752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28FF0B-5B81-4765-DE7A-549678D82E99}"/>
              </a:ext>
            </a:extLst>
          </p:cNvPr>
          <p:cNvSpPr/>
          <p:nvPr/>
        </p:nvSpPr>
        <p:spPr>
          <a:xfrm>
            <a:off x="482727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2414CA-7445-5141-8CE9-6A28C47BB935}"/>
              </a:ext>
            </a:extLst>
          </p:cNvPr>
          <p:cNvSpPr/>
          <p:nvPr/>
        </p:nvSpPr>
        <p:spPr>
          <a:xfrm>
            <a:off x="663702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18387B-07A8-E621-4890-C93567955AF0}"/>
              </a:ext>
            </a:extLst>
          </p:cNvPr>
          <p:cNvSpPr/>
          <p:nvPr/>
        </p:nvSpPr>
        <p:spPr>
          <a:xfrm>
            <a:off x="844677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6B976BE-85F4-1018-086D-5DEA2FC9A0D5}"/>
              </a:ext>
            </a:extLst>
          </p:cNvPr>
          <p:cNvCxnSpPr>
            <a:cxnSpLocks/>
          </p:cNvCxnSpPr>
          <p:nvPr/>
        </p:nvCxnSpPr>
        <p:spPr>
          <a:xfrm>
            <a:off x="2205990" y="371856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490FF0D-E770-0B7C-1E11-B68D0253AB4B}"/>
              </a:ext>
            </a:extLst>
          </p:cNvPr>
          <p:cNvCxnSpPr>
            <a:cxnSpLocks/>
          </p:cNvCxnSpPr>
          <p:nvPr/>
        </p:nvCxnSpPr>
        <p:spPr>
          <a:xfrm>
            <a:off x="401574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DD1ED8-1536-0979-BDF8-79E3FF2990E1}"/>
              </a:ext>
            </a:extLst>
          </p:cNvPr>
          <p:cNvCxnSpPr>
            <a:cxnSpLocks/>
          </p:cNvCxnSpPr>
          <p:nvPr/>
        </p:nvCxnSpPr>
        <p:spPr>
          <a:xfrm>
            <a:off x="582549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8C133B-0703-792A-DD0E-10EF139E7988}"/>
              </a:ext>
            </a:extLst>
          </p:cNvPr>
          <p:cNvCxnSpPr>
            <a:cxnSpLocks/>
          </p:cNvCxnSpPr>
          <p:nvPr/>
        </p:nvCxnSpPr>
        <p:spPr>
          <a:xfrm>
            <a:off x="763524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BBD6AB-74A3-3942-70D6-7C4449A24000}"/>
                  </a:ext>
                </a:extLst>
              </p:cNvPr>
              <p:cNvSpPr txBox="1"/>
              <p:nvPr/>
            </p:nvSpPr>
            <p:spPr>
              <a:xfrm>
                <a:off x="3623139" y="3779876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BBD6AB-74A3-3942-70D6-7C4449A24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139" y="3779876"/>
                <a:ext cx="48705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D287F9-A793-9144-4FEE-99B4782137DA}"/>
                  </a:ext>
                </a:extLst>
              </p:cNvPr>
              <p:cNvSpPr txBox="1"/>
              <p:nvPr/>
            </p:nvSpPr>
            <p:spPr>
              <a:xfrm>
                <a:off x="7242639" y="3760947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D287F9-A793-9144-4FEE-99B478213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639" y="3760947"/>
                <a:ext cx="48705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CE0089-150C-72A6-1AB6-751155688D0E}"/>
                  </a:ext>
                </a:extLst>
              </p:cNvPr>
              <p:cNvSpPr txBox="1"/>
              <p:nvPr/>
            </p:nvSpPr>
            <p:spPr>
              <a:xfrm>
                <a:off x="9017770" y="3749278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CE0089-150C-72A6-1AB6-751155688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770" y="3749278"/>
                <a:ext cx="48705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F8B42F-1937-98C5-EC1C-081C648E4D2B}"/>
                  </a:ext>
                </a:extLst>
              </p:cNvPr>
              <p:cNvSpPr txBox="1"/>
              <p:nvPr/>
            </p:nvSpPr>
            <p:spPr>
              <a:xfrm>
                <a:off x="5472830" y="3759576"/>
                <a:ext cx="481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F8B42F-1937-98C5-EC1C-081C648E4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830" y="3759576"/>
                <a:ext cx="48173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37B0F5B-C72B-8DF6-3987-CAF3FDD836B9}"/>
              </a:ext>
            </a:extLst>
          </p:cNvPr>
          <p:cNvCxnSpPr/>
          <p:nvPr/>
        </p:nvCxnSpPr>
        <p:spPr>
          <a:xfrm>
            <a:off x="348615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DAF5BBD-FDE9-AE08-E648-A64DB8631B1B}"/>
                  </a:ext>
                </a:extLst>
              </p:cNvPr>
              <p:cNvSpPr txBox="1"/>
              <p:nvPr/>
            </p:nvSpPr>
            <p:spPr>
              <a:xfrm>
                <a:off x="3222350" y="2084011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DAF5BBD-FDE9-AE08-E648-A64DB8631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350" y="2084011"/>
                <a:ext cx="58855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8BD9AC01-2249-E049-66B4-E535313EBD75}"/>
              </a:ext>
            </a:extLst>
          </p:cNvPr>
          <p:cNvSpPr txBox="1"/>
          <p:nvPr/>
        </p:nvSpPr>
        <p:spPr>
          <a:xfrm>
            <a:off x="4968240" y="1659136"/>
            <a:ext cx="1833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Stream Rows of 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FFE5F2-CBB0-3269-148E-0703DCEFF04A}"/>
              </a:ext>
            </a:extLst>
          </p:cNvPr>
          <p:cNvSpPr txBox="1"/>
          <p:nvPr/>
        </p:nvSpPr>
        <p:spPr>
          <a:xfrm>
            <a:off x="5673320" y="5749349"/>
            <a:ext cx="845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Cycle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57CF3-81CF-F177-FD3F-69987BD2A75E}"/>
                  </a:ext>
                </a:extLst>
              </p:cNvPr>
              <p:cNvSpPr txBox="1"/>
              <p:nvPr/>
            </p:nvSpPr>
            <p:spPr>
              <a:xfrm>
                <a:off x="1729445" y="3533894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57CF3-81CF-F177-FD3F-69987BD2A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445" y="3533894"/>
                <a:ext cx="36580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02877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9BDB5-71FF-5AF4-1D19-555F0B8E5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Vector using 1D Systolic 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F21A2A-1485-AA99-59E6-9658B0653DEB}"/>
              </a:ext>
            </a:extLst>
          </p:cNvPr>
          <p:cNvSpPr/>
          <p:nvPr/>
        </p:nvSpPr>
        <p:spPr>
          <a:xfrm>
            <a:off x="301752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28FF0B-5B81-4765-DE7A-549678D82E99}"/>
              </a:ext>
            </a:extLst>
          </p:cNvPr>
          <p:cNvSpPr/>
          <p:nvPr/>
        </p:nvSpPr>
        <p:spPr>
          <a:xfrm>
            <a:off x="482727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2414CA-7445-5141-8CE9-6A28C47BB935}"/>
              </a:ext>
            </a:extLst>
          </p:cNvPr>
          <p:cNvSpPr/>
          <p:nvPr/>
        </p:nvSpPr>
        <p:spPr>
          <a:xfrm>
            <a:off x="663702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18387B-07A8-E621-4890-C93567955AF0}"/>
              </a:ext>
            </a:extLst>
          </p:cNvPr>
          <p:cNvSpPr/>
          <p:nvPr/>
        </p:nvSpPr>
        <p:spPr>
          <a:xfrm>
            <a:off x="844677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6B976BE-85F4-1018-086D-5DEA2FC9A0D5}"/>
              </a:ext>
            </a:extLst>
          </p:cNvPr>
          <p:cNvCxnSpPr>
            <a:cxnSpLocks/>
          </p:cNvCxnSpPr>
          <p:nvPr/>
        </p:nvCxnSpPr>
        <p:spPr>
          <a:xfrm>
            <a:off x="2205990" y="371856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490FF0D-E770-0B7C-1E11-B68D0253AB4B}"/>
              </a:ext>
            </a:extLst>
          </p:cNvPr>
          <p:cNvCxnSpPr>
            <a:cxnSpLocks/>
          </p:cNvCxnSpPr>
          <p:nvPr/>
        </p:nvCxnSpPr>
        <p:spPr>
          <a:xfrm>
            <a:off x="401574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DD1ED8-1536-0979-BDF8-79E3FF2990E1}"/>
              </a:ext>
            </a:extLst>
          </p:cNvPr>
          <p:cNvCxnSpPr>
            <a:cxnSpLocks/>
          </p:cNvCxnSpPr>
          <p:nvPr/>
        </p:nvCxnSpPr>
        <p:spPr>
          <a:xfrm>
            <a:off x="582549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8C133B-0703-792A-DD0E-10EF139E7988}"/>
              </a:ext>
            </a:extLst>
          </p:cNvPr>
          <p:cNvCxnSpPr>
            <a:cxnSpLocks/>
          </p:cNvCxnSpPr>
          <p:nvPr/>
        </p:nvCxnSpPr>
        <p:spPr>
          <a:xfrm>
            <a:off x="763524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BBD6AB-74A3-3942-70D6-7C4449A24000}"/>
                  </a:ext>
                </a:extLst>
              </p:cNvPr>
              <p:cNvSpPr txBox="1"/>
              <p:nvPr/>
            </p:nvSpPr>
            <p:spPr>
              <a:xfrm>
                <a:off x="3623139" y="3779876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BBD6AB-74A3-3942-70D6-7C4449A24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139" y="3779876"/>
                <a:ext cx="48705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D287F9-A793-9144-4FEE-99B4782137DA}"/>
                  </a:ext>
                </a:extLst>
              </p:cNvPr>
              <p:cNvSpPr txBox="1"/>
              <p:nvPr/>
            </p:nvSpPr>
            <p:spPr>
              <a:xfrm>
                <a:off x="7242639" y="3760947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D287F9-A793-9144-4FEE-99B478213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639" y="3760947"/>
                <a:ext cx="48705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CE0089-150C-72A6-1AB6-751155688D0E}"/>
                  </a:ext>
                </a:extLst>
              </p:cNvPr>
              <p:cNvSpPr txBox="1"/>
              <p:nvPr/>
            </p:nvSpPr>
            <p:spPr>
              <a:xfrm>
                <a:off x="9017770" y="3749278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CE0089-150C-72A6-1AB6-751155688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770" y="3749278"/>
                <a:ext cx="48705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F8B42F-1937-98C5-EC1C-081C648E4D2B}"/>
                  </a:ext>
                </a:extLst>
              </p:cNvPr>
              <p:cNvSpPr txBox="1"/>
              <p:nvPr/>
            </p:nvSpPr>
            <p:spPr>
              <a:xfrm>
                <a:off x="5472830" y="3759576"/>
                <a:ext cx="481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F8B42F-1937-98C5-EC1C-081C648E4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830" y="3759576"/>
                <a:ext cx="48173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37B0F5B-C72B-8DF6-3987-CAF3FDD836B9}"/>
              </a:ext>
            </a:extLst>
          </p:cNvPr>
          <p:cNvCxnSpPr/>
          <p:nvPr/>
        </p:nvCxnSpPr>
        <p:spPr>
          <a:xfrm>
            <a:off x="348615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71804FD-53EE-D073-BDD1-57AC349E4F96}"/>
              </a:ext>
            </a:extLst>
          </p:cNvPr>
          <p:cNvCxnSpPr/>
          <p:nvPr/>
        </p:nvCxnSpPr>
        <p:spPr>
          <a:xfrm>
            <a:off x="529971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3E9402-0E57-44C8-5B38-D6E44041A7B8}"/>
                  </a:ext>
                </a:extLst>
              </p:cNvPr>
              <p:cNvSpPr txBox="1"/>
              <p:nvPr/>
            </p:nvSpPr>
            <p:spPr>
              <a:xfrm>
                <a:off x="5035910" y="2084011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3E9402-0E57-44C8-5B38-D6E44041A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910" y="2084011"/>
                <a:ext cx="58855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F835E0-837D-DD10-0DE1-A30451FE2AD8}"/>
                  </a:ext>
                </a:extLst>
              </p:cNvPr>
              <p:cNvSpPr txBox="1"/>
              <p:nvPr/>
            </p:nvSpPr>
            <p:spPr>
              <a:xfrm>
                <a:off x="3895079" y="3308450"/>
                <a:ext cx="10528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F835E0-837D-DD10-0DE1-A30451FE2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079" y="3308450"/>
                <a:ext cx="105285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795CBE7-BC34-506C-3F51-D8AF5973D013}"/>
                  </a:ext>
                </a:extLst>
              </p:cNvPr>
              <p:cNvSpPr txBox="1"/>
              <p:nvPr/>
            </p:nvSpPr>
            <p:spPr>
              <a:xfrm>
                <a:off x="3225011" y="2120623"/>
                <a:ext cx="5832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795CBE7-BC34-506C-3F51-D8AF5973D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5011" y="2120623"/>
                <a:ext cx="58323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5CDE6D15-C332-5430-1062-ABB1CE6605BE}"/>
              </a:ext>
            </a:extLst>
          </p:cNvPr>
          <p:cNvSpPr txBox="1"/>
          <p:nvPr/>
        </p:nvSpPr>
        <p:spPr>
          <a:xfrm>
            <a:off x="5673320" y="5749349"/>
            <a:ext cx="845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Cycle 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D3E168-0F81-0875-D6BC-47F029D04271}"/>
              </a:ext>
            </a:extLst>
          </p:cNvPr>
          <p:cNvSpPr txBox="1"/>
          <p:nvPr/>
        </p:nvSpPr>
        <p:spPr>
          <a:xfrm>
            <a:off x="3059030" y="6210476"/>
            <a:ext cx="670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Operation in DPU: Output = Top Input*Local Register + Left Input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541CAFF-9256-40E4-4E93-6C9139245350}"/>
                  </a:ext>
                </a:extLst>
              </p:cNvPr>
              <p:cNvSpPr txBox="1"/>
              <p:nvPr/>
            </p:nvSpPr>
            <p:spPr>
              <a:xfrm>
                <a:off x="1729445" y="3533894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541CAFF-9256-40E4-4E93-6C9139245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445" y="3533894"/>
                <a:ext cx="3658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24615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9BDB5-71FF-5AF4-1D19-555F0B8E5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Vector using 1D Systolic 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F21A2A-1485-AA99-59E6-9658B0653DEB}"/>
              </a:ext>
            </a:extLst>
          </p:cNvPr>
          <p:cNvSpPr/>
          <p:nvPr/>
        </p:nvSpPr>
        <p:spPr>
          <a:xfrm>
            <a:off x="301752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28FF0B-5B81-4765-DE7A-549678D82E99}"/>
              </a:ext>
            </a:extLst>
          </p:cNvPr>
          <p:cNvSpPr/>
          <p:nvPr/>
        </p:nvSpPr>
        <p:spPr>
          <a:xfrm>
            <a:off x="482727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2414CA-7445-5141-8CE9-6A28C47BB935}"/>
              </a:ext>
            </a:extLst>
          </p:cNvPr>
          <p:cNvSpPr/>
          <p:nvPr/>
        </p:nvSpPr>
        <p:spPr>
          <a:xfrm>
            <a:off x="663702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18387B-07A8-E621-4890-C93567955AF0}"/>
              </a:ext>
            </a:extLst>
          </p:cNvPr>
          <p:cNvSpPr/>
          <p:nvPr/>
        </p:nvSpPr>
        <p:spPr>
          <a:xfrm>
            <a:off x="844677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6B976BE-85F4-1018-086D-5DEA2FC9A0D5}"/>
              </a:ext>
            </a:extLst>
          </p:cNvPr>
          <p:cNvCxnSpPr>
            <a:cxnSpLocks/>
          </p:cNvCxnSpPr>
          <p:nvPr/>
        </p:nvCxnSpPr>
        <p:spPr>
          <a:xfrm>
            <a:off x="2205990" y="371856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490FF0D-E770-0B7C-1E11-B68D0253AB4B}"/>
              </a:ext>
            </a:extLst>
          </p:cNvPr>
          <p:cNvCxnSpPr>
            <a:cxnSpLocks/>
          </p:cNvCxnSpPr>
          <p:nvPr/>
        </p:nvCxnSpPr>
        <p:spPr>
          <a:xfrm>
            <a:off x="401574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DD1ED8-1536-0979-BDF8-79E3FF2990E1}"/>
              </a:ext>
            </a:extLst>
          </p:cNvPr>
          <p:cNvCxnSpPr>
            <a:cxnSpLocks/>
          </p:cNvCxnSpPr>
          <p:nvPr/>
        </p:nvCxnSpPr>
        <p:spPr>
          <a:xfrm>
            <a:off x="582549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8C133B-0703-792A-DD0E-10EF139E7988}"/>
              </a:ext>
            </a:extLst>
          </p:cNvPr>
          <p:cNvCxnSpPr>
            <a:cxnSpLocks/>
          </p:cNvCxnSpPr>
          <p:nvPr/>
        </p:nvCxnSpPr>
        <p:spPr>
          <a:xfrm>
            <a:off x="763524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BBD6AB-74A3-3942-70D6-7C4449A24000}"/>
                  </a:ext>
                </a:extLst>
              </p:cNvPr>
              <p:cNvSpPr txBox="1"/>
              <p:nvPr/>
            </p:nvSpPr>
            <p:spPr>
              <a:xfrm>
                <a:off x="3623139" y="3779876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BBD6AB-74A3-3942-70D6-7C4449A24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139" y="3779876"/>
                <a:ext cx="48705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D287F9-A793-9144-4FEE-99B4782137DA}"/>
                  </a:ext>
                </a:extLst>
              </p:cNvPr>
              <p:cNvSpPr txBox="1"/>
              <p:nvPr/>
            </p:nvSpPr>
            <p:spPr>
              <a:xfrm>
                <a:off x="7242639" y="3760947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D287F9-A793-9144-4FEE-99B478213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639" y="3760947"/>
                <a:ext cx="48705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CE0089-150C-72A6-1AB6-751155688D0E}"/>
                  </a:ext>
                </a:extLst>
              </p:cNvPr>
              <p:cNvSpPr txBox="1"/>
              <p:nvPr/>
            </p:nvSpPr>
            <p:spPr>
              <a:xfrm>
                <a:off x="9017770" y="3749278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CE0089-150C-72A6-1AB6-751155688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770" y="3749278"/>
                <a:ext cx="48705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F8B42F-1937-98C5-EC1C-081C648E4D2B}"/>
                  </a:ext>
                </a:extLst>
              </p:cNvPr>
              <p:cNvSpPr txBox="1"/>
              <p:nvPr/>
            </p:nvSpPr>
            <p:spPr>
              <a:xfrm>
                <a:off x="5472830" y="3759576"/>
                <a:ext cx="481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F8B42F-1937-98C5-EC1C-081C648E4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830" y="3759576"/>
                <a:ext cx="48173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37B0F5B-C72B-8DF6-3987-CAF3FDD836B9}"/>
              </a:ext>
            </a:extLst>
          </p:cNvPr>
          <p:cNvCxnSpPr/>
          <p:nvPr/>
        </p:nvCxnSpPr>
        <p:spPr>
          <a:xfrm>
            <a:off x="348615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71804FD-53EE-D073-BDD1-57AC349E4F96}"/>
              </a:ext>
            </a:extLst>
          </p:cNvPr>
          <p:cNvCxnSpPr/>
          <p:nvPr/>
        </p:nvCxnSpPr>
        <p:spPr>
          <a:xfrm>
            <a:off x="529971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B39277D-EFEC-8672-7388-B502B49FA5B3}"/>
              </a:ext>
            </a:extLst>
          </p:cNvPr>
          <p:cNvCxnSpPr/>
          <p:nvPr/>
        </p:nvCxnSpPr>
        <p:spPr>
          <a:xfrm>
            <a:off x="709803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FDDD9D-11DF-6EEC-87F9-18AB11107A0B}"/>
                  </a:ext>
                </a:extLst>
              </p:cNvPr>
              <p:cNvSpPr txBox="1"/>
              <p:nvPr/>
            </p:nvSpPr>
            <p:spPr>
              <a:xfrm>
                <a:off x="6834230" y="2084011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FDDD9D-11DF-6EEC-87F9-18AB11107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4230" y="2084011"/>
                <a:ext cx="58855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05E91D9-7ECC-5182-ED30-D1F936CAB820}"/>
                  </a:ext>
                </a:extLst>
              </p:cNvPr>
              <p:cNvSpPr txBox="1"/>
              <p:nvPr/>
            </p:nvSpPr>
            <p:spPr>
              <a:xfrm>
                <a:off x="5249482" y="4410194"/>
                <a:ext cx="21385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05E91D9-7ECC-5182-ED30-D1F936CAB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9482" y="4410194"/>
                <a:ext cx="213853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06A0806-2D74-B427-3BDA-C5225AA2CB96}"/>
                  </a:ext>
                </a:extLst>
              </p:cNvPr>
              <p:cNvSpPr txBox="1"/>
              <p:nvPr/>
            </p:nvSpPr>
            <p:spPr>
              <a:xfrm>
                <a:off x="5035910" y="2084011"/>
                <a:ext cx="5832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06A0806-2D74-B427-3BDA-C5225AA2C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910" y="2084011"/>
                <a:ext cx="58323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494CE71-16A2-4114-155E-1636200B37DE}"/>
                  </a:ext>
                </a:extLst>
              </p:cNvPr>
              <p:cNvSpPr txBox="1"/>
              <p:nvPr/>
            </p:nvSpPr>
            <p:spPr>
              <a:xfrm>
                <a:off x="3225011" y="2120623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494CE71-16A2-4114-155E-1636200B3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5011" y="2120623"/>
                <a:ext cx="58855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F8180FFC-5F7D-287E-B861-CDE0836A1BCB}"/>
              </a:ext>
            </a:extLst>
          </p:cNvPr>
          <p:cNvSpPr txBox="1"/>
          <p:nvPr/>
        </p:nvSpPr>
        <p:spPr>
          <a:xfrm>
            <a:off x="5673320" y="5749349"/>
            <a:ext cx="845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Cycle 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2D8AA6-6D44-2627-2557-17DE1B769247}"/>
              </a:ext>
            </a:extLst>
          </p:cNvPr>
          <p:cNvSpPr txBox="1"/>
          <p:nvPr/>
        </p:nvSpPr>
        <p:spPr>
          <a:xfrm>
            <a:off x="3059030" y="6210476"/>
            <a:ext cx="670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Operation in DPU: Output = Top Input*Local Register + Left Input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945B18D-16BA-B597-EC34-8C297168DFA1}"/>
                  </a:ext>
                </a:extLst>
              </p:cNvPr>
              <p:cNvSpPr txBox="1"/>
              <p:nvPr/>
            </p:nvSpPr>
            <p:spPr>
              <a:xfrm>
                <a:off x="1729445" y="3533894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945B18D-16BA-B597-EC34-8C297168D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445" y="3533894"/>
                <a:ext cx="36580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0655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9BDB5-71FF-5AF4-1D19-555F0B8E5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Vector using 1D Systolic 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F21A2A-1485-AA99-59E6-9658B0653DEB}"/>
              </a:ext>
            </a:extLst>
          </p:cNvPr>
          <p:cNvSpPr/>
          <p:nvPr/>
        </p:nvSpPr>
        <p:spPr>
          <a:xfrm>
            <a:off x="301752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28FF0B-5B81-4765-DE7A-549678D82E99}"/>
              </a:ext>
            </a:extLst>
          </p:cNvPr>
          <p:cNvSpPr/>
          <p:nvPr/>
        </p:nvSpPr>
        <p:spPr>
          <a:xfrm>
            <a:off x="482727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2414CA-7445-5141-8CE9-6A28C47BB935}"/>
              </a:ext>
            </a:extLst>
          </p:cNvPr>
          <p:cNvSpPr/>
          <p:nvPr/>
        </p:nvSpPr>
        <p:spPr>
          <a:xfrm>
            <a:off x="663702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18387B-07A8-E621-4890-C93567955AF0}"/>
              </a:ext>
            </a:extLst>
          </p:cNvPr>
          <p:cNvSpPr/>
          <p:nvPr/>
        </p:nvSpPr>
        <p:spPr>
          <a:xfrm>
            <a:off x="844677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6B976BE-85F4-1018-086D-5DEA2FC9A0D5}"/>
              </a:ext>
            </a:extLst>
          </p:cNvPr>
          <p:cNvCxnSpPr>
            <a:cxnSpLocks/>
          </p:cNvCxnSpPr>
          <p:nvPr/>
        </p:nvCxnSpPr>
        <p:spPr>
          <a:xfrm>
            <a:off x="2205990" y="371856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490FF0D-E770-0B7C-1E11-B68D0253AB4B}"/>
              </a:ext>
            </a:extLst>
          </p:cNvPr>
          <p:cNvCxnSpPr>
            <a:cxnSpLocks/>
          </p:cNvCxnSpPr>
          <p:nvPr/>
        </p:nvCxnSpPr>
        <p:spPr>
          <a:xfrm>
            <a:off x="401574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DD1ED8-1536-0979-BDF8-79E3FF2990E1}"/>
              </a:ext>
            </a:extLst>
          </p:cNvPr>
          <p:cNvCxnSpPr>
            <a:cxnSpLocks/>
          </p:cNvCxnSpPr>
          <p:nvPr/>
        </p:nvCxnSpPr>
        <p:spPr>
          <a:xfrm>
            <a:off x="582549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8C133B-0703-792A-DD0E-10EF139E7988}"/>
              </a:ext>
            </a:extLst>
          </p:cNvPr>
          <p:cNvCxnSpPr>
            <a:cxnSpLocks/>
          </p:cNvCxnSpPr>
          <p:nvPr/>
        </p:nvCxnSpPr>
        <p:spPr>
          <a:xfrm>
            <a:off x="763524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BBD6AB-74A3-3942-70D6-7C4449A24000}"/>
                  </a:ext>
                </a:extLst>
              </p:cNvPr>
              <p:cNvSpPr txBox="1"/>
              <p:nvPr/>
            </p:nvSpPr>
            <p:spPr>
              <a:xfrm>
                <a:off x="3623139" y="3779876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BBD6AB-74A3-3942-70D6-7C4449A24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139" y="3779876"/>
                <a:ext cx="48705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D287F9-A793-9144-4FEE-99B4782137DA}"/>
                  </a:ext>
                </a:extLst>
              </p:cNvPr>
              <p:cNvSpPr txBox="1"/>
              <p:nvPr/>
            </p:nvSpPr>
            <p:spPr>
              <a:xfrm>
                <a:off x="7242639" y="3760947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D287F9-A793-9144-4FEE-99B478213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639" y="3760947"/>
                <a:ext cx="48705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CE0089-150C-72A6-1AB6-751155688D0E}"/>
                  </a:ext>
                </a:extLst>
              </p:cNvPr>
              <p:cNvSpPr txBox="1"/>
              <p:nvPr/>
            </p:nvSpPr>
            <p:spPr>
              <a:xfrm>
                <a:off x="9017770" y="3749278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CE0089-150C-72A6-1AB6-751155688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770" y="3749278"/>
                <a:ext cx="48705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F8B42F-1937-98C5-EC1C-081C648E4D2B}"/>
                  </a:ext>
                </a:extLst>
              </p:cNvPr>
              <p:cNvSpPr txBox="1"/>
              <p:nvPr/>
            </p:nvSpPr>
            <p:spPr>
              <a:xfrm>
                <a:off x="5472830" y="3759576"/>
                <a:ext cx="481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F8B42F-1937-98C5-EC1C-081C648E4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830" y="3759576"/>
                <a:ext cx="48173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37B0F5B-C72B-8DF6-3987-CAF3FDD836B9}"/>
              </a:ext>
            </a:extLst>
          </p:cNvPr>
          <p:cNvCxnSpPr/>
          <p:nvPr/>
        </p:nvCxnSpPr>
        <p:spPr>
          <a:xfrm>
            <a:off x="348615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71804FD-53EE-D073-BDD1-57AC349E4F96}"/>
              </a:ext>
            </a:extLst>
          </p:cNvPr>
          <p:cNvCxnSpPr/>
          <p:nvPr/>
        </p:nvCxnSpPr>
        <p:spPr>
          <a:xfrm>
            <a:off x="529971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B39277D-EFEC-8672-7388-B502B49FA5B3}"/>
              </a:ext>
            </a:extLst>
          </p:cNvPr>
          <p:cNvCxnSpPr/>
          <p:nvPr/>
        </p:nvCxnSpPr>
        <p:spPr>
          <a:xfrm>
            <a:off x="709803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05E91D9-7ECC-5182-ED30-D1F936CAB820}"/>
                  </a:ext>
                </a:extLst>
              </p:cNvPr>
              <p:cNvSpPr txBox="1"/>
              <p:nvPr/>
            </p:nvSpPr>
            <p:spPr>
              <a:xfrm>
                <a:off x="6593986" y="4408408"/>
                <a:ext cx="32973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05E91D9-7ECC-5182-ED30-D1F936CAB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986" y="4408408"/>
                <a:ext cx="329737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B7BBAB9-3A95-55F6-A90E-E2204799FDB9}"/>
              </a:ext>
            </a:extLst>
          </p:cNvPr>
          <p:cNvCxnSpPr/>
          <p:nvPr/>
        </p:nvCxnSpPr>
        <p:spPr>
          <a:xfrm>
            <a:off x="892683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2C228A5-AEBC-8C33-F7CB-0340FAA788AF}"/>
                  </a:ext>
                </a:extLst>
              </p:cNvPr>
              <p:cNvSpPr txBox="1"/>
              <p:nvPr/>
            </p:nvSpPr>
            <p:spPr>
              <a:xfrm>
                <a:off x="8663030" y="2084011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2C228A5-AEBC-8C33-F7CB-0340FAA78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3030" y="2084011"/>
                <a:ext cx="58855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98971E0-2D97-CF05-9AF2-E694D02FA362}"/>
                  </a:ext>
                </a:extLst>
              </p:cNvPr>
              <p:cNvSpPr txBox="1"/>
              <p:nvPr/>
            </p:nvSpPr>
            <p:spPr>
              <a:xfrm>
                <a:off x="6834230" y="2084011"/>
                <a:ext cx="5832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98971E0-2D97-CF05-9AF2-E694D02FA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4230" y="2084011"/>
                <a:ext cx="58323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F0946AE-46C2-0AA4-06A4-5477ABE2613E}"/>
                  </a:ext>
                </a:extLst>
              </p:cNvPr>
              <p:cNvSpPr txBox="1"/>
              <p:nvPr/>
            </p:nvSpPr>
            <p:spPr>
              <a:xfrm>
                <a:off x="5035910" y="2084011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F0946AE-46C2-0AA4-06A4-5477ABE26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910" y="2084011"/>
                <a:ext cx="58855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221C322-48CF-CD60-7E63-6DE0A29C2234}"/>
                  </a:ext>
                </a:extLst>
              </p:cNvPr>
              <p:cNvSpPr txBox="1"/>
              <p:nvPr/>
            </p:nvSpPr>
            <p:spPr>
              <a:xfrm>
                <a:off x="3225011" y="2120623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221C322-48CF-CD60-7E63-6DE0A29C2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5011" y="2120623"/>
                <a:ext cx="58855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EDB1E0-F021-5C36-9D5F-F5ECE47D1263}"/>
              </a:ext>
            </a:extLst>
          </p:cNvPr>
          <p:cNvSpPr txBox="1"/>
          <p:nvPr/>
        </p:nvSpPr>
        <p:spPr>
          <a:xfrm>
            <a:off x="5673320" y="5749349"/>
            <a:ext cx="845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Cycle 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3C0CF3-ABFF-9553-55CD-77D8B30C7CBA}"/>
              </a:ext>
            </a:extLst>
          </p:cNvPr>
          <p:cNvSpPr txBox="1"/>
          <p:nvPr/>
        </p:nvSpPr>
        <p:spPr>
          <a:xfrm>
            <a:off x="3059030" y="6210476"/>
            <a:ext cx="670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Operation in DPU: Output = Top Input*Local Register + Left Input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7E8D638-E1FC-7833-F7FD-4183640FF131}"/>
                  </a:ext>
                </a:extLst>
              </p:cNvPr>
              <p:cNvSpPr txBox="1"/>
              <p:nvPr/>
            </p:nvSpPr>
            <p:spPr>
              <a:xfrm>
                <a:off x="1729445" y="3533894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7E8D638-E1FC-7833-F7FD-4183640FF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445" y="3533894"/>
                <a:ext cx="36580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3620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9BDB5-71FF-5AF4-1D19-555F0B8E5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Vector using 1D Systolic 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F21A2A-1485-AA99-59E6-9658B0653DEB}"/>
              </a:ext>
            </a:extLst>
          </p:cNvPr>
          <p:cNvSpPr/>
          <p:nvPr/>
        </p:nvSpPr>
        <p:spPr>
          <a:xfrm>
            <a:off x="301752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28FF0B-5B81-4765-DE7A-549678D82E99}"/>
              </a:ext>
            </a:extLst>
          </p:cNvPr>
          <p:cNvSpPr/>
          <p:nvPr/>
        </p:nvSpPr>
        <p:spPr>
          <a:xfrm>
            <a:off x="482727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2414CA-7445-5141-8CE9-6A28C47BB935}"/>
              </a:ext>
            </a:extLst>
          </p:cNvPr>
          <p:cNvSpPr/>
          <p:nvPr/>
        </p:nvSpPr>
        <p:spPr>
          <a:xfrm>
            <a:off x="663702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18387B-07A8-E621-4890-C93567955AF0}"/>
              </a:ext>
            </a:extLst>
          </p:cNvPr>
          <p:cNvSpPr/>
          <p:nvPr/>
        </p:nvSpPr>
        <p:spPr>
          <a:xfrm>
            <a:off x="844677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6B976BE-85F4-1018-086D-5DEA2FC9A0D5}"/>
              </a:ext>
            </a:extLst>
          </p:cNvPr>
          <p:cNvCxnSpPr>
            <a:cxnSpLocks/>
          </p:cNvCxnSpPr>
          <p:nvPr/>
        </p:nvCxnSpPr>
        <p:spPr>
          <a:xfrm>
            <a:off x="2205990" y="371856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490FF0D-E770-0B7C-1E11-B68D0253AB4B}"/>
              </a:ext>
            </a:extLst>
          </p:cNvPr>
          <p:cNvCxnSpPr>
            <a:cxnSpLocks/>
          </p:cNvCxnSpPr>
          <p:nvPr/>
        </p:nvCxnSpPr>
        <p:spPr>
          <a:xfrm>
            <a:off x="401574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DD1ED8-1536-0979-BDF8-79E3FF2990E1}"/>
              </a:ext>
            </a:extLst>
          </p:cNvPr>
          <p:cNvCxnSpPr>
            <a:cxnSpLocks/>
          </p:cNvCxnSpPr>
          <p:nvPr/>
        </p:nvCxnSpPr>
        <p:spPr>
          <a:xfrm>
            <a:off x="582549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8C133B-0703-792A-DD0E-10EF139E7988}"/>
              </a:ext>
            </a:extLst>
          </p:cNvPr>
          <p:cNvCxnSpPr>
            <a:cxnSpLocks/>
          </p:cNvCxnSpPr>
          <p:nvPr/>
        </p:nvCxnSpPr>
        <p:spPr>
          <a:xfrm>
            <a:off x="763524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BBD6AB-74A3-3942-70D6-7C4449A24000}"/>
                  </a:ext>
                </a:extLst>
              </p:cNvPr>
              <p:cNvSpPr txBox="1"/>
              <p:nvPr/>
            </p:nvSpPr>
            <p:spPr>
              <a:xfrm>
                <a:off x="3623139" y="3779876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BBD6AB-74A3-3942-70D6-7C4449A24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139" y="3779876"/>
                <a:ext cx="48705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D287F9-A793-9144-4FEE-99B4782137DA}"/>
                  </a:ext>
                </a:extLst>
              </p:cNvPr>
              <p:cNvSpPr txBox="1"/>
              <p:nvPr/>
            </p:nvSpPr>
            <p:spPr>
              <a:xfrm>
                <a:off x="7242639" y="3760947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D287F9-A793-9144-4FEE-99B478213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639" y="3760947"/>
                <a:ext cx="48705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CE0089-150C-72A6-1AB6-751155688D0E}"/>
                  </a:ext>
                </a:extLst>
              </p:cNvPr>
              <p:cNvSpPr txBox="1"/>
              <p:nvPr/>
            </p:nvSpPr>
            <p:spPr>
              <a:xfrm>
                <a:off x="9017770" y="3749278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CE0089-150C-72A6-1AB6-751155688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770" y="3749278"/>
                <a:ext cx="48705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F8B42F-1937-98C5-EC1C-081C648E4D2B}"/>
                  </a:ext>
                </a:extLst>
              </p:cNvPr>
              <p:cNvSpPr txBox="1"/>
              <p:nvPr/>
            </p:nvSpPr>
            <p:spPr>
              <a:xfrm>
                <a:off x="5472830" y="3759576"/>
                <a:ext cx="481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F8B42F-1937-98C5-EC1C-081C648E4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830" y="3759576"/>
                <a:ext cx="48173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37B0F5B-C72B-8DF6-3987-CAF3FDD836B9}"/>
              </a:ext>
            </a:extLst>
          </p:cNvPr>
          <p:cNvCxnSpPr/>
          <p:nvPr/>
        </p:nvCxnSpPr>
        <p:spPr>
          <a:xfrm>
            <a:off x="348615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71804FD-53EE-D073-BDD1-57AC349E4F96}"/>
              </a:ext>
            </a:extLst>
          </p:cNvPr>
          <p:cNvCxnSpPr/>
          <p:nvPr/>
        </p:nvCxnSpPr>
        <p:spPr>
          <a:xfrm>
            <a:off x="529971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B39277D-EFEC-8672-7388-B502B49FA5B3}"/>
              </a:ext>
            </a:extLst>
          </p:cNvPr>
          <p:cNvCxnSpPr/>
          <p:nvPr/>
        </p:nvCxnSpPr>
        <p:spPr>
          <a:xfrm>
            <a:off x="709803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05E91D9-7ECC-5182-ED30-D1F936CAB820}"/>
                  </a:ext>
                </a:extLst>
              </p:cNvPr>
              <p:cNvSpPr txBox="1"/>
              <p:nvPr/>
            </p:nvSpPr>
            <p:spPr>
              <a:xfrm>
                <a:off x="8689700" y="4471392"/>
                <a:ext cx="3067960" cy="639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05E91D9-7ECC-5182-ED30-D1F936CAB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9700" y="4471392"/>
                <a:ext cx="3067960" cy="6399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B7BBAB9-3A95-55F6-A90E-E2204799FDB9}"/>
              </a:ext>
            </a:extLst>
          </p:cNvPr>
          <p:cNvCxnSpPr/>
          <p:nvPr/>
        </p:nvCxnSpPr>
        <p:spPr>
          <a:xfrm>
            <a:off x="892683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BE9FBB-EB19-53B3-E612-64FFAEADAF10}"/>
              </a:ext>
            </a:extLst>
          </p:cNvPr>
          <p:cNvCxnSpPr>
            <a:cxnSpLocks/>
          </p:cNvCxnSpPr>
          <p:nvPr/>
        </p:nvCxnSpPr>
        <p:spPr>
          <a:xfrm>
            <a:off x="9444990" y="3688080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290DB8-79CC-665B-8B87-A51A0AEA483F}"/>
                  </a:ext>
                </a:extLst>
              </p:cNvPr>
              <p:cNvSpPr txBox="1"/>
              <p:nvPr/>
            </p:nvSpPr>
            <p:spPr>
              <a:xfrm>
                <a:off x="8663030" y="2084011"/>
                <a:ext cx="5832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290DB8-79CC-665B-8B87-A51A0AEA4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3030" y="2084011"/>
                <a:ext cx="58323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3A3AFD7-3DDD-3BD8-3E40-A10E4466264A}"/>
                  </a:ext>
                </a:extLst>
              </p:cNvPr>
              <p:cNvSpPr txBox="1"/>
              <p:nvPr/>
            </p:nvSpPr>
            <p:spPr>
              <a:xfrm>
                <a:off x="6834230" y="2084011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3A3AFD7-3DDD-3BD8-3E40-A10E44662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4230" y="2084011"/>
                <a:ext cx="58855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5F958CB-AE16-FE1B-D045-878BD4278CF2}"/>
                  </a:ext>
                </a:extLst>
              </p:cNvPr>
              <p:cNvSpPr txBox="1"/>
              <p:nvPr/>
            </p:nvSpPr>
            <p:spPr>
              <a:xfrm>
                <a:off x="5035910" y="2084011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5F958CB-AE16-FE1B-D045-878BD4278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910" y="2084011"/>
                <a:ext cx="58855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BD32CCD4-F5A5-7067-3F26-3E4E542C0479}"/>
              </a:ext>
            </a:extLst>
          </p:cNvPr>
          <p:cNvSpPr txBox="1"/>
          <p:nvPr/>
        </p:nvSpPr>
        <p:spPr>
          <a:xfrm>
            <a:off x="5673320" y="5749349"/>
            <a:ext cx="845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Cycle 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A6DECE-DFE8-D9E4-DA7C-86B9C871DD9A}"/>
              </a:ext>
            </a:extLst>
          </p:cNvPr>
          <p:cNvSpPr txBox="1"/>
          <p:nvPr/>
        </p:nvSpPr>
        <p:spPr>
          <a:xfrm>
            <a:off x="3059030" y="6210476"/>
            <a:ext cx="670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Operation in DPU: Output = Top Input*Local Register + Left Input</a:t>
            </a:r>
          </a:p>
        </p:txBody>
      </p:sp>
    </p:spTree>
    <p:extLst>
      <p:ext uri="{BB962C8B-B14F-4D97-AF65-F5344CB8AC3E}">
        <p14:creationId xmlns:p14="http://schemas.microsoft.com/office/powerpoint/2010/main" val="11379417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9BDB5-71FF-5AF4-1D19-555F0B8E5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Vector using 1D Systolic 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F21A2A-1485-AA99-59E6-9658B0653DEB}"/>
              </a:ext>
            </a:extLst>
          </p:cNvPr>
          <p:cNvSpPr/>
          <p:nvPr/>
        </p:nvSpPr>
        <p:spPr>
          <a:xfrm>
            <a:off x="301752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28FF0B-5B81-4765-DE7A-549678D82E99}"/>
              </a:ext>
            </a:extLst>
          </p:cNvPr>
          <p:cNvSpPr/>
          <p:nvPr/>
        </p:nvSpPr>
        <p:spPr>
          <a:xfrm>
            <a:off x="482727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2414CA-7445-5141-8CE9-6A28C47BB935}"/>
              </a:ext>
            </a:extLst>
          </p:cNvPr>
          <p:cNvSpPr/>
          <p:nvPr/>
        </p:nvSpPr>
        <p:spPr>
          <a:xfrm>
            <a:off x="663702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18387B-07A8-E621-4890-C93567955AF0}"/>
              </a:ext>
            </a:extLst>
          </p:cNvPr>
          <p:cNvSpPr/>
          <p:nvPr/>
        </p:nvSpPr>
        <p:spPr>
          <a:xfrm>
            <a:off x="844677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6B976BE-85F4-1018-086D-5DEA2FC9A0D5}"/>
              </a:ext>
            </a:extLst>
          </p:cNvPr>
          <p:cNvCxnSpPr>
            <a:cxnSpLocks/>
          </p:cNvCxnSpPr>
          <p:nvPr/>
        </p:nvCxnSpPr>
        <p:spPr>
          <a:xfrm>
            <a:off x="2205990" y="371856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490FF0D-E770-0B7C-1E11-B68D0253AB4B}"/>
              </a:ext>
            </a:extLst>
          </p:cNvPr>
          <p:cNvCxnSpPr>
            <a:cxnSpLocks/>
          </p:cNvCxnSpPr>
          <p:nvPr/>
        </p:nvCxnSpPr>
        <p:spPr>
          <a:xfrm>
            <a:off x="401574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DD1ED8-1536-0979-BDF8-79E3FF2990E1}"/>
              </a:ext>
            </a:extLst>
          </p:cNvPr>
          <p:cNvCxnSpPr>
            <a:cxnSpLocks/>
          </p:cNvCxnSpPr>
          <p:nvPr/>
        </p:nvCxnSpPr>
        <p:spPr>
          <a:xfrm>
            <a:off x="582549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8C133B-0703-792A-DD0E-10EF139E7988}"/>
              </a:ext>
            </a:extLst>
          </p:cNvPr>
          <p:cNvCxnSpPr>
            <a:cxnSpLocks/>
          </p:cNvCxnSpPr>
          <p:nvPr/>
        </p:nvCxnSpPr>
        <p:spPr>
          <a:xfrm>
            <a:off x="763524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BBD6AB-74A3-3942-70D6-7C4449A24000}"/>
                  </a:ext>
                </a:extLst>
              </p:cNvPr>
              <p:cNvSpPr txBox="1"/>
              <p:nvPr/>
            </p:nvSpPr>
            <p:spPr>
              <a:xfrm>
                <a:off x="3623139" y="3779876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BBD6AB-74A3-3942-70D6-7C4449A24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139" y="3779876"/>
                <a:ext cx="48705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D287F9-A793-9144-4FEE-99B4782137DA}"/>
                  </a:ext>
                </a:extLst>
              </p:cNvPr>
              <p:cNvSpPr txBox="1"/>
              <p:nvPr/>
            </p:nvSpPr>
            <p:spPr>
              <a:xfrm>
                <a:off x="7242639" y="3760947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D287F9-A793-9144-4FEE-99B478213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639" y="3760947"/>
                <a:ext cx="48705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CE0089-150C-72A6-1AB6-751155688D0E}"/>
                  </a:ext>
                </a:extLst>
              </p:cNvPr>
              <p:cNvSpPr txBox="1"/>
              <p:nvPr/>
            </p:nvSpPr>
            <p:spPr>
              <a:xfrm>
                <a:off x="9017770" y="3749278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CE0089-150C-72A6-1AB6-751155688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770" y="3749278"/>
                <a:ext cx="48705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F8B42F-1937-98C5-EC1C-081C648E4D2B}"/>
                  </a:ext>
                </a:extLst>
              </p:cNvPr>
              <p:cNvSpPr txBox="1"/>
              <p:nvPr/>
            </p:nvSpPr>
            <p:spPr>
              <a:xfrm>
                <a:off x="5472830" y="3759576"/>
                <a:ext cx="481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F8B42F-1937-98C5-EC1C-081C648E4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830" y="3759576"/>
                <a:ext cx="48173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37B0F5B-C72B-8DF6-3987-CAF3FDD836B9}"/>
              </a:ext>
            </a:extLst>
          </p:cNvPr>
          <p:cNvCxnSpPr/>
          <p:nvPr/>
        </p:nvCxnSpPr>
        <p:spPr>
          <a:xfrm>
            <a:off x="348615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71804FD-53EE-D073-BDD1-57AC349E4F96}"/>
              </a:ext>
            </a:extLst>
          </p:cNvPr>
          <p:cNvCxnSpPr/>
          <p:nvPr/>
        </p:nvCxnSpPr>
        <p:spPr>
          <a:xfrm>
            <a:off x="529971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B39277D-EFEC-8672-7388-B502B49FA5B3}"/>
              </a:ext>
            </a:extLst>
          </p:cNvPr>
          <p:cNvCxnSpPr/>
          <p:nvPr/>
        </p:nvCxnSpPr>
        <p:spPr>
          <a:xfrm>
            <a:off x="709803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05E91D9-7ECC-5182-ED30-D1F936CAB820}"/>
                  </a:ext>
                </a:extLst>
              </p:cNvPr>
              <p:cNvSpPr txBox="1"/>
              <p:nvPr/>
            </p:nvSpPr>
            <p:spPr>
              <a:xfrm>
                <a:off x="8689700" y="4471392"/>
                <a:ext cx="3067960" cy="639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03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05E91D9-7ECC-5182-ED30-D1F936CAB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9700" y="4471392"/>
                <a:ext cx="3067960" cy="6399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B7BBAB9-3A95-55F6-A90E-E2204799FDB9}"/>
              </a:ext>
            </a:extLst>
          </p:cNvPr>
          <p:cNvCxnSpPr/>
          <p:nvPr/>
        </p:nvCxnSpPr>
        <p:spPr>
          <a:xfrm>
            <a:off x="892683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BE9FBB-EB19-53B3-E612-64FFAEADAF10}"/>
              </a:ext>
            </a:extLst>
          </p:cNvPr>
          <p:cNvCxnSpPr>
            <a:cxnSpLocks/>
          </p:cNvCxnSpPr>
          <p:nvPr/>
        </p:nvCxnSpPr>
        <p:spPr>
          <a:xfrm>
            <a:off x="9444990" y="3688080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290DB8-79CC-665B-8B87-A51A0AEA483F}"/>
                  </a:ext>
                </a:extLst>
              </p:cNvPr>
              <p:cNvSpPr txBox="1"/>
              <p:nvPr/>
            </p:nvSpPr>
            <p:spPr>
              <a:xfrm>
                <a:off x="8663030" y="2084011"/>
                <a:ext cx="5832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290DB8-79CC-665B-8B87-A51A0AEA4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3030" y="2084011"/>
                <a:ext cx="58323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3A3AFD7-3DDD-3BD8-3E40-A10E4466264A}"/>
                  </a:ext>
                </a:extLst>
              </p:cNvPr>
              <p:cNvSpPr txBox="1"/>
              <p:nvPr/>
            </p:nvSpPr>
            <p:spPr>
              <a:xfrm>
                <a:off x="6834230" y="2084011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3A3AFD7-3DDD-3BD8-3E40-A10E44662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4230" y="2084011"/>
                <a:ext cx="58855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5F958CB-AE16-FE1B-D045-878BD4278CF2}"/>
                  </a:ext>
                </a:extLst>
              </p:cNvPr>
              <p:cNvSpPr txBox="1"/>
              <p:nvPr/>
            </p:nvSpPr>
            <p:spPr>
              <a:xfrm>
                <a:off x="5035910" y="2084011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5F958CB-AE16-FE1B-D045-878BD4278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910" y="2084011"/>
                <a:ext cx="58855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BD32CCD4-F5A5-7067-3F26-3E4E542C0479}"/>
              </a:ext>
            </a:extLst>
          </p:cNvPr>
          <p:cNvSpPr txBox="1"/>
          <p:nvPr/>
        </p:nvSpPr>
        <p:spPr>
          <a:xfrm>
            <a:off x="5673320" y="5749349"/>
            <a:ext cx="845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Cycle 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A6DECE-DFE8-D9E4-DA7C-86B9C871DD9A}"/>
              </a:ext>
            </a:extLst>
          </p:cNvPr>
          <p:cNvSpPr txBox="1"/>
          <p:nvPr/>
        </p:nvSpPr>
        <p:spPr>
          <a:xfrm>
            <a:off x="3059030" y="6210476"/>
            <a:ext cx="670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Operation in DPU: Output = Top Input*Local Register + Left Input</a:t>
            </a:r>
          </a:p>
        </p:txBody>
      </p:sp>
    </p:spTree>
    <p:extLst>
      <p:ext uri="{BB962C8B-B14F-4D97-AF65-F5344CB8AC3E}">
        <p14:creationId xmlns:p14="http://schemas.microsoft.com/office/powerpoint/2010/main" val="5701170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9BDB5-71FF-5AF4-1D19-555F0B8E5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Vector using 1D Systolic 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F21A2A-1485-AA99-59E6-9658B0653DEB}"/>
              </a:ext>
            </a:extLst>
          </p:cNvPr>
          <p:cNvSpPr/>
          <p:nvPr/>
        </p:nvSpPr>
        <p:spPr>
          <a:xfrm>
            <a:off x="301752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28FF0B-5B81-4765-DE7A-549678D82E99}"/>
              </a:ext>
            </a:extLst>
          </p:cNvPr>
          <p:cNvSpPr/>
          <p:nvPr/>
        </p:nvSpPr>
        <p:spPr>
          <a:xfrm>
            <a:off x="482727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2414CA-7445-5141-8CE9-6A28C47BB935}"/>
              </a:ext>
            </a:extLst>
          </p:cNvPr>
          <p:cNvSpPr/>
          <p:nvPr/>
        </p:nvSpPr>
        <p:spPr>
          <a:xfrm>
            <a:off x="663702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18387B-07A8-E621-4890-C93567955AF0}"/>
              </a:ext>
            </a:extLst>
          </p:cNvPr>
          <p:cNvSpPr/>
          <p:nvPr/>
        </p:nvSpPr>
        <p:spPr>
          <a:xfrm>
            <a:off x="844677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6B976BE-85F4-1018-086D-5DEA2FC9A0D5}"/>
              </a:ext>
            </a:extLst>
          </p:cNvPr>
          <p:cNvCxnSpPr>
            <a:cxnSpLocks/>
          </p:cNvCxnSpPr>
          <p:nvPr/>
        </p:nvCxnSpPr>
        <p:spPr>
          <a:xfrm>
            <a:off x="2205990" y="371856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490FF0D-E770-0B7C-1E11-B68D0253AB4B}"/>
              </a:ext>
            </a:extLst>
          </p:cNvPr>
          <p:cNvCxnSpPr>
            <a:cxnSpLocks/>
          </p:cNvCxnSpPr>
          <p:nvPr/>
        </p:nvCxnSpPr>
        <p:spPr>
          <a:xfrm>
            <a:off x="401574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DD1ED8-1536-0979-BDF8-79E3FF2990E1}"/>
              </a:ext>
            </a:extLst>
          </p:cNvPr>
          <p:cNvCxnSpPr>
            <a:cxnSpLocks/>
          </p:cNvCxnSpPr>
          <p:nvPr/>
        </p:nvCxnSpPr>
        <p:spPr>
          <a:xfrm>
            <a:off x="582549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8C133B-0703-792A-DD0E-10EF139E7988}"/>
              </a:ext>
            </a:extLst>
          </p:cNvPr>
          <p:cNvCxnSpPr>
            <a:cxnSpLocks/>
          </p:cNvCxnSpPr>
          <p:nvPr/>
        </p:nvCxnSpPr>
        <p:spPr>
          <a:xfrm>
            <a:off x="763524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BBD6AB-74A3-3942-70D6-7C4449A24000}"/>
                  </a:ext>
                </a:extLst>
              </p:cNvPr>
              <p:cNvSpPr txBox="1"/>
              <p:nvPr/>
            </p:nvSpPr>
            <p:spPr>
              <a:xfrm>
                <a:off x="3623139" y="3779876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BBD6AB-74A3-3942-70D6-7C4449A24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139" y="3779876"/>
                <a:ext cx="48705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D287F9-A793-9144-4FEE-99B4782137DA}"/>
                  </a:ext>
                </a:extLst>
              </p:cNvPr>
              <p:cNvSpPr txBox="1"/>
              <p:nvPr/>
            </p:nvSpPr>
            <p:spPr>
              <a:xfrm>
                <a:off x="7242639" y="3760947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D287F9-A793-9144-4FEE-99B478213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639" y="3760947"/>
                <a:ext cx="48705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CE0089-150C-72A6-1AB6-751155688D0E}"/>
                  </a:ext>
                </a:extLst>
              </p:cNvPr>
              <p:cNvSpPr txBox="1"/>
              <p:nvPr/>
            </p:nvSpPr>
            <p:spPr>
              <a:xfrm>
                <a:off x="9017770" y="3749278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CE0089-150C-72A6-1AB6-751155688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770" y="3749278"/>
                <a:ext cx="48705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F8B42F-1937-98C5-EC1C-081C648E4D2B}"/>
                  </a:ext>
                </a:extLst>
              </p:cNvPr>
              <p:cNvSpPr txBox="1"/>
              <p:nvPr/>
            </p:nvSpPr>
            <p:spPr>
              <a:xfrm>
                <a:off x="5472830" y="3759576"/>
                <a:ext cx="481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F8B42F-1937-98C5-EC1C-081C648E4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830" y="3759576"/>
                <a:ext cx="48173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37B0F5B-C72B-8DF6-3987-CAF3FDD836B9}"/>
              </a:ext>
            </a:extLst>
          </p:cNvPr>
          <p:cNvCxnSpPr/>
          <p:nvPr/>
        </p:nvCxnSpPr>
        <p:spPr>
          <a:xfrm>
            <a:off x="348615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71804FD-53EE-D073-BDD1-57AC349E4F96}"/>
              </a:ext>
            </a:extLst>
          </p:cNvPr>
          <p:cNvCxnSpPr/>
          <p:nvPr/>
        </p:nvCxnSpPr>
        <p:spPr>
          <a:xfrm>
            <a:off x="529971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B39277D-EFEC-8672-7388-B502B49FA5B3}"/>
              </a:ext>
            </a:extLst>
          </p:cNvPr>
          <p:cNvCxnSpPr/>
          <p:nvPr/>
        </p:nvCxnSpPr>
        <p:spPr>
          <a:xfrm>
            <a:off x="709803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05E91D9-7ECC-5182-ED30-D1F936CAB820}"/>
                  </a:ext>
                </a:extLst>
              </p:cNvPr>
              <p:cNvSpPr txBox="1"/>
              <p:nvPr/>
            </p:nvSpPr>
            <p:spPr>
              <a:xfrm>
                <a:off x="8689700" y="4471392"/>
                <a:ext cx="3067960" cy="639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05E91D9-7ECC-5182-ED30-D1F936CAB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9700" y="4471392"/>
                <a:ext cx="3067960" cy="6399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B7BBAB9-3A95-55F6-A90E-E2204799FDB9}"/>
              </a:ext>
            </a:extLst>
          </p:cNvPr>
          <p:cNvCxnSpPr/>
          <p:nvPr/>
        </p:nvCxnSpPr>
        <p:spPr>
          <a:xfrm>
            <a:off x="892683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BE9FBB-EB19-53B3-E612-64FFAEADAF10}"/>
              </a:ext>
            </a:extLst>
          </p:cNvPr>
          <p:cNvCxnSpPr>
            <a:cxnSpLocks/>
          </p:cNvCxnSpPr>
          <p:nvPr/>
        </p:nvCxnSpPr>
        <p:spPr>
          <a:xfrm>
            <a:off x="9444990" y="3688080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290DB8-79CC-665B-8B87-A51A0AEA483F}"/>
                  </a:ext>
                </a:extLst>
              </p:cNvPr>
              <p:cNvSpPr txBox="1"/>
              <p:nvPr/>
            </p:nvSpPr>
            <p:spPr>
              <a:xfrm>
                <a:off x="8663030" y="2084011"/>
                <a:ext cx="5832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290DB8-79CC-665B-8B87-A51A0AEA4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3030" y="2084011"/>
                <a:ext cx="58323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3A3AFD7-3DDD-3BD8-3E40-A10E4466264A}"/>
                  </a:ext>
                </a:extLst>
              </p:cNvPr>
              <p:cNvSpPr txBox="1"/>
              <p:nvPr/>
            </p:nvSpPr>
            <p:spPr>
              <a:xfrm>
                <a:off x="6834230" y="2084011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3A3AFD7-3DDD-3BD8-3E40-A10E44662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4230" y="2084011"/>
                <a:ext cx="58855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BD32CCD4-F5A5-7067-3F26-3E4E542C0479}"/>
              </a:ext>
            </a:extLst>
          </p:cNvPr>
          <p:cNvSpPr txBox="1"/>
          <p:nvPr/>
        </p:nvSpPr>
        <p:spPr>
          <a:xfrm>
            <a:off x="5673320" y="5749349"/>
            <a:ext cx="962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Cycle 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A6DECE-DFE8-D9E4-DA7C-86B9C871DD9A}"/>
              </a:ext>
            </a:extLst>
          </p:cNvPr>
          <p:cNvSpPr txBox="1"/>
          <p:nvPr/>
        </p:nvSpPr>
        <p:spPr>
          <a:xfrm>
            <a:off x="3059030" y="6210476"/>
            <a:ext cx="670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Operation in DPU: Output = Top Input*Local Register + Left Input</a:t>
            </a:r>
          </a:p>
        </p:txBody>
      </p:sp>
    </p:spTree>
    <p:extLst>
      <p:ext uri="{BB962C8B-B14F-4D97-AF65-F5344CB8AC3E}">
        <p14:creationId xmlns:p14="http://schemas.microsoft.com/office/powerpoint/2010/main" val="9959010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9BDB5-71FF-5AF4-1D19-555F0B8E5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Vector using 1D Systolic 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F21A2A-1485-AA99-59E6-9658B0653DEB}"/>
              </a:ext>
            </a:extLst>
          </p:cNvPr>
          <p:cNvSpPr/>
          <p:nvPr/>
        </p:nvSpPr>
        <p:spPr>
          <a:xfrm>
            <a:off x="301752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28FF0B-5B81-4765-DE7A-549678D82E99}"/>
              </a:ext>
            </a:extLst>
          </p:cNvPr>
          <p:cNvSpPr/>
          <p:nvPr/>
        </p:nvSpPr>
        <p:spPr>
          <a:xfrm>
            <a:off x="482727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2414CA-7445-5141-8CE9-6A28C47BB935}"/>
              </a:ext>
            </a:extLst>
          </p:cNvPr>
          <p:cNvSpPr/>
          <p:nvPr/>
        </p:nvSpPr>
        <p:spPr>
          <a:xfrm>
            <a:off x="663702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18387B-07A8-E621-4890-C93567955AF0}"/>
              </a:ext>
            </a:extLst>
          </p:cNvPr>
          <p:cNvSpPr/>
          <p:nvPr/>
        </p:nvSpPr>
        <p:spPr>
          <a:xfrm>
            <a:off x="844677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6B976BE-85F4-1018-086D-5DEA2FC9A0D5}"/>
              </a:ext>
            </a:extLst>
          </p:cNvPr>
          <p:cNvCxnSpPr>
            <a:cxnSpLocks/>
          </p:cNvCxnSpPr>
          <p:nvPr/>
        </p:nvCxnSpPr>
        <p:spPr>
          <a:xfrm>
            <a:off x="2205990" y="371856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490FF0D-E770-0B7C-1E11-B68D0253AB4B}"/>
              </a:ext>
            </a:extLst>
          </p:cNvPr>
          <p:cNvCxnSpPr>
            <a:cxnSpLocks/>
          </p:cNvCxnSpPr>
          <p:nvPr/>
        </p:nvCxnSpPr>
        <p:spPr>
          <a:xfrm>
            <a:off x="401574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DD1ED8-1536-0979-BDF8-79E3FF2990E1}"/>
              </a:ext>
            </a:extLst>
          </p:cNvPr>
          <p:cNvCxnSpPr>
            <a:cxnSpLocks/>
          </p:cNvCxnSpPr>
          <p:nvPr/>
        </p:nvCxnSpPr>
        <p:spPr>
          <a:xfrm>
            <a:off x="582549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8C133B-0703-792A-DD0E-10EF139E7988}"/>
              </a:ext>
            </a:extLst>
          </p:cNvPr>
          <p:cNvCxnSpPr>
            <a:cxnSpLocks/>
          </p:cNvCxnSpPr>
          <p:nvPr/>
        </p:nvCxnSpPr>
        <p:spPr>
          <a:xfrm>
            <a:off x="763524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BBD6AB-74A3-3942-70D6-7C4449A24000}"/>
                  </a:ext>
                </a:extLst>
              </p:cNvPr>
              <p:cNvSpPr txBox="1"/>
              <p:nvPr/>
            </p:nvSpPr>
            <p:spPr>
              <a:xfrm>
                <a:off x="3623139" y="3779876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BBD6AB-74A3-3942-70D6-7C4449A24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139" y="3779876"/>
                <a:ext cx="48705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D287F9-A793-9144-4FEE-99B4782137DA}"/>
                  </a:ext>
                </a:extLst>
              </p:cNvPr>
              <p:cNvSpPr txBox="1"/>
              <p:nvPr/>
            </p:nvSpPr>
            <p:spPr>
              <a:xfrm>
                <a:off x="7242639" y="3760947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D287F9-A793-9144-4FEE-99B478213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639" y="3760947"/>
                <a:ext cx="48705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CE0089-150C-72A6-1AB6-751155688D0E}"/>
                  </a:ext>
                </a:extLst>
              </p:cNvPr>
              <p:cNvSpPr txBox="1"/>
              <p:nvPr/>
            </p:nvSpPr>
            <p:spPr>
              <a:xfrm>
                <a:off x="9017770" y="3749278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CE0089-150C-72A6-1AB6-751155688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770" y="3749278"/>
                <a:ext cx="48705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F8B42F-1937-98C5-EC1C-081C648E4D2B}"/>
                  </a:ext>
                </a:extLst>
              </p:cNvPr>
              <p:cNvSpPr txBox="1"/>
              <p:nvPr/>
            </p:nvSpPr>
            <p:spPr>
              <a:xfrm>
                <a:off x="5472830" y="3759576"/>
                <a:ext cx="481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F8B42F-1937-98C5-EC1C-081C648E4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830" y="3759576"/>
                <a:ext cx="48173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37B0F5B-C72B-8DF6-3987-CAF3FDD836B9}"/>
              </a:ext>
            </a:extLst>
          </p:cNvPr>
          <p:cNvCxnSpPr/>
          <p:nvPr/>
        </p:nvCxnSpPr>
        <p:spPr>
          <a:xfrm>
            <a:off x="348615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71804FD-53EE-D073-BDD1-57AC349E4F96}"/>
              </a:ext>
            </a:extLst>
          </p:cNvPr>
          <p:cNvCxnSpPr/>
          <p:nvPr/>
        </p:nvCxnSpPr>
        <p:spPr>
          <a:xfrm>
            <a:off x="529971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B39277D-EFEC-8672-7388-B502B49FA5B3}"/>
              </a:ext>
            </a:extLst>
          </p:cNvPr>
          <p:cNvCxnSpPr/>
          <p:nvPr/>
        </p:nvCxnSpPr>
        <p:spPr>
          <a:xfrm>
            <a:off x="709803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05E91D9-7ECC-5182-ED30-D1F936CAB820}"/>
                  </a:ext>
                </a:extLst>
              </p:cNvPr>
              <p:cNvSpPr txBox="1"/>
              <p:nvPr/>
            </p:nvSpPr>
            <p:spPr>
              <a:xfrm>
                <a:off x="8689700" y="4471392"/>
                <a:ext cx="3067960" cy="639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05E91D9-7ECC-5182-ED30-D1F936CAB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9700" y="4471392"/>
                <a:ext cx="3067960" cy="6399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B7BBAB9-3A95-55F6-A90E-E2204799FDB9}"/>
              </a:ext>
            </a:extLst>
          </p:cNvPr>
          <p:cNvCxnSpPr/>
          <p:nvPr/>
        </p:nvCxnSpPr>
        <p:spPr>
          <a:xfrm>
            <a:off x="892683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BE9FBB-EB19-53B3-E612-64FFAEADAF10}"/>
              </a:ext>
            </a:extLst>
          </p:cNvPr>
          <p:cNvCxnSpPr>
            <a:cxnSpLocks/>
          </p:cNvCxnSpPr>
          <p:nvPr/>
        </p:nvCxnSpPr>
        <p:spPr>
          <a:xfrm>
            <a:off x="9444990" y="3688080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290DB8-79CC-665B-8B87-A51A0AEA483F}"/>
                  </a:ext>
                </a:extLst>
              </p:cNvPr>
              <p:cNvSpPr txBox="1"/>
              <p:nvPr/>
            </p:nvSpPr>
            <p:spPr>
              <a:xfrm>
                <a:off x="8663030" y="2084011"/>
                <a:ext cx="5832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290DB8-79CC-665B-8B87-A51A0AEA4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3030" y="2084011"/>
                <a:ext cx="58323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BD32CCD4-F5A5-7067-3F26-3E4E542C0479}"/>
              </a:ext>
            </a:extLst>
          </p:cNvPr>
          <p:cNvSpPr txBox="1"/>
          <p:nvPr/>
        </p:nvSpPr>
        <p:spPr>
          <a:xfrm>
            <a:off x="5673320" y="5749349"/>
            <a:ext cx="962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Cycle 11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A6DECE-DFE8-D9E4-DA7C-86B9C871DD9A}"/>
              </a:ext>
            </a:extLst>
          </p:cNvPr>
          <p:cNvSpPr txBox="1"/>
          <p:nvPr/>
        </p:nvSpPr>
        <p:spPr>
          <a:xfrm>
            <a:off x="3059030" y="6210476"/>
            <a:ext cx="670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Operation in DPU: Output = Top Input*Local Register + Left Input</a:t>
            </a:r>
          </a:p>
        </p:txBody>
      </p:sp>
    </p:spTree>
    <p:extLst>
      <p:ext uri="{BB962C8B-B14F-4D97-AF65-F5344CB8AC3E}">
        <p14:creationId xmlns:p14="http://schemas.microsoft.com/office/powerpoint/2010/main" val="4404982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9BDB5-71FF-5AF4-1D19-555F0B8E5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Vector using 1D Systolic 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F21A2A-1485-AA99-59E6-9658B0653DEB}"/>
              </a:ext>
            </a:extLst>
          </p:cNvPr>
          <p:cNvSpPr/>
          <p:nvPr/>
        </p:nvSpPr>
        <p:spPr>
          <a:xfrm>
            <a:off x="301752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28FF0B-5B81-4765-DE7A-549678D82E99}"/>
              </a:ext>
            </a:extLst>
          </p:cNvPr>
          <p:cNvSpPr/>
          <p:nvPr/>
        </p:nvSpPr>
        <p:spPr>
          <a:xfrm>
            <a:off x="482727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2414CA-7445-5141-8CE9-6A28C47BB935}"/>
              </a:ext>
            </a:extLst>
          </p:cNvPr>
          <p:cNvSpPr/>
          <p:nvPr/>
        </p:nvSpPr>
        <p:spPr>
          <a:xfrm>
            <a:off x="663702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18387B-07A8-E621-4890-C93567955AF0}"/>
              </a:ext>
            </a:extLst>
          </p:cNvPr>
          <p:cNvSpPr/>
          <p:nvPr/>
        </p:nvSpPr>
        <p:spPr>
          <a:xfrm>
            <a:off x="8446770" y="321183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6B976BE-85F4-1018-086D-5DEA2FC9A0D5}"/>
              </a:ext>
            </a:extLst>
          </p:cNvPr>
          <p:cNvCxnSpPr>
            <a:cxnSpLocks/>
          </p:cNvCxnSpPr>
          <p:nvPr/>
        </p:nvCxnSpPr>
        <p:spPr>
          <a:xfrm>
            <a:off x="2205990" y="371856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490FF0D-E770-0B7C-1E11-B68D0253AB4B}"/>
              </a:ext>
            </a:extLst>
          </p:cNvPr>
          <p:cNvCxnSpPr>
            <a:cxnSpLocks/>
          </p:cNvCxnSpPr>
          <p:nvPr/>
        </p:nvCxnSpPr>
        <p:spPr>
          <a:xfrm>
            <a:off x="401574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DD1ED8-1536-0979-BDF8-79E3FF2990E1}"/>
              </a:ext>
            </a:extLst>
          </p:cNvPr>
          <p:cNvCxnSpPr>
            <a:cxnSpLocks/>
          </p:cNvCxnSpPr>
          <p:nvPr/>
        </p:nvCxnSpPr>
        <p:spPr>
          <a:xfrm>
            <a:off x="582549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8C133B-0703-792A-DD0E-10EF139E7988}"/>
              </a:ext>
            </a:extLst>
          </p:cNvPr>
          <p:cNvCxnSpPr>
            <a:cxnSpLocks/>
          </p:cNvCxnSpPr>
          <p:nvPr/>
        </p:nvCxnSpPr>
        <p:spPr>
          <a:xfrm>
            <a:off x="7635240" y="368808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BBD6AB-74A3-3942-70D6-7C4449A24000}"/>
                  </a:ext>
                </a:extLst>
              </p:cNvPr>
              <p:cNvSpPr txBox="1"/>
              <p:nvPr/>
            </p:nvSpPr>
            <p:spPr>
              <a:xfrm>
                <a:off x="3623139" y="3779876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BBD6AB-74A3-3942-70D6-7C4449A24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139" y="3779876"/>
                <a:ext cx="48705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D287F9-A793-9144-4FEE-99B4782137DA}"/>
                  </a:ext>
                </a:extLst>
              </p:cNvPr>
              <p:cNvSpPr txBox="1"/>
              <p:nvPr/>
            </p:nvSpPr>
            <p:spPr>
              <a:xfrm>
                <a:off x="7242639" y="3760947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D287F9-A793-9144-4FEE-99B478213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639" y="3760947"/>
                <a:ext cx="48705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CE0089-150C-72A6-1AB6-751155688D0E}"/>
                  </a:ext>
                </a:extLst>
              </p:cNvPr>
              <p:cNvSpPr txBox="1"/>
              <p:nvPr/>
            </p:nvSpPr>
            <p:spPr>
              <a:xfrm>
                <a:off x="9017770" y="3749278"/>
                <a:ext cx="487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CE0089-150C-72A6-1AB6-751155688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770" y="3749278"/>
                <a:ext cx="48705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F8B42F-1937-98C5-EC1C-081C648E4D2B}"/>
                  </a:ext>
                </a:extLst>
              </p:cNvPr>
              <p:cNvSpPr txBox="1"/>
              <p:nvPr/>
            </p:nvSpPr>
            <p:spPr>
              <a:xfrm>
                <a:off x="5472830" y="3759576"/>
                <a:ext cx="481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F8B42F-1937-98C5-EC1C-081C648E4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830" y="3759576"/>
                <a:ext cx="48173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37B0F5B-C72B-8DF6-3987-CAF3FDD836B9}"/>
              </a:ext>
            </a:extLst>
          </p:cNvPr>
          <p:cNvCxnSpPr/>
          <p:nvPr/>
        </p:nvCxnSpPr>
        <p:spPr>
          <a:xfrm>
            <a:off x="348615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71804FD-53EE-D073-BDD1-57AC349E4F96}"/>
              </a:ext>
            </a:extLst>
          </p:cNvPr>
          <p:cNvCxnSpPr/>
          <p:nvPr/>
        </p:nvCxnSpPr>
        <p:spPr>
          <a:xfrm>
            <a:off x="529971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B39277D-EFEC-8672-7388-B502B49FA5B3}"/>
              </a:ext>
            </a:extLst>
          </p:cNvPr>
          <p:cNvCxnSpPr/>
          <p:nvPr/>
        </p:nvCxnSpPr>
        <p:spPr>
          <a:xfrm>
            <a:off x="709803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05E91D9-7ECC-5182-ED30-D1F936CAB820}"/>
                  </a:ext>
                </a:extLst>
              </p:cNvPr>
              <p:cNvSpPr txBox="1"/>
              <p:nvPr/>
            </p:nvSpPr>
            <p:spPr>
              <a:xfrm>
                <a:off x="8689700" y="4471392"/>
                <a:ext cx="3067960" cy="639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05E91D9-7ECC-5182-ED30-D1F936CAB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9700" y="4471392"/>
                <a:ext cx="3067960" cy="6399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B7BBAB9-3A95-55F6-A90E-E2204799FDB9}"/>
              </a:ext>
            </a:extLst>
          </p:cNvPr>
          <p:cNvCxnSpPr/>
          <p:nvPr/>
        </p:nvCxnSpPr>
        <p:spPr>
          <a:xfrm>
            <a:off x="8926830" y="255270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BE9FBB-EB19-53B3-E612-64FFAEADAF10}"/>
              </a:ext>
            </a:extLst>
          </p:cNvPr>
          <p:cNvCxnSpPr>
            <a:cxnSpLocks/>
          </p:cNvCxnSpPr>
          <p:nvPr/>
        </p:nvCxnSpPr>
        <p:spPr>
          <a:xfrm>
            <a:off x="9444990" y="3688080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D32CCD4-F5A5-7067-3F26-3E4E542C0479}"/>
              </a:ext>
            </a:extLst>
          </p:cNvPr>
          <p:cNvSpPr txBox="1"/>
          <p:nvPr/>
        </p:nvSpPr>
        <p:spPr>
          <a:xfrm>
            <a:off x="5673320" y="5749349"/>
            <a:ext cx="962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Cycle 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A6DECE-DFE8-D9E4-DA7C-86B9C871DD9A}"/>
              </a:ext>
            </a:extLst>
          </p:cNvPr>
          <p:cNvSpPr txBox="1"/>
          <p:nvPr/>
        </p:nvSpPr>
        <p:spPr>
          <a:xfrm>
            <a:off x="3059030" y="6210476"/>
            <a:ext cx="670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Operation in DPU: Output = Top Input*Local Register + Left Input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259A4ECE-ABCE-E618-B4B5-51800BC6AEFC}"/>
                  </a:ext>
                </a:extLst>
              </p14:cNvPr>
              <p14:cNvContentPartPr/>
              <p14:nvPr/>
            </p14:nvContentPartPr>
            <p14:xfrm>
              <a:off x="3694694" y="3644654"/>
              <a:ext cx="384480" cy="5299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259A4ECE-ABCE-E618-B4B5-51800BC6AEF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85694" y="3635654"/>
                <a:ext cx="402120" cy="54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06523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B1D14-EA6B-ECA9-B1CE-747297589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Vector using 1D Systolic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AF34D-1B5D-1B5D-D57D-A765D1D307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Assume: Vector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Matrix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number of processors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Steps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Load Vector into systolic array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cycles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Stream in rows of matrices vertically</a:t>
                </a:r>
              </a:p>
              <a:p>
                <a:pPr lvl="2"/>
                <a:r>
                  <a:rPr lang="en-US" dirty="0"/>
                  <a:t>Load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𝑥𝑖</m:t>
                        </m:r>
                      </m:sub>
                    </m:sSub>
                  </m:oMath>
                </a14:m>
                <a:r>
                  <a:rPr lang="en-US" dirty="0"/>
                  <a:t> in cell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 cycle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Collect output horizontally</a:t>
                </a:r>
              </a:p>
              <a:p>
                <a:pPr lvl="2"/>
                <a:r>
                  <a:rPr lang="en-US" dirty="0"/>
                  <a:t>1 output produced each cycle after initial latency -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Output produced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−1 </m:t>
                    </m:r>
                  </m:oMath>
                </a14:m>
                <a:r>
                  <a:rPr lang="en-US" dirty="0"/>
                  <a:t> cycles</a:t>
                </a:r>
              </a:p>
              <a:p>
                <a:pPr lvl="2"/>
                <a:r>
                  <a:rPr lang="en-US" dirty="0"/>
                  <a:t>Total time: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cycles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AF34D-1B5D-1B5D-D57D-A765D1D307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FBE22B1-79A9-5306-4ABD-520D6B361C44}"/>
              </a:ext>
            </a:extLst>
          </p:cNvPr>
          <p:cNvSpPr txBox="1"/>
          <p:nvPr/>
        </p:nvSpPr>
        <p:spPr>
          <a:xfrm>
            <a:off x="8641383" y="5807631"/>
            <a:ext cx="2549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How??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47C7DF8-21CE-6D35-C896-E53B08AAF694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7811761" y="5450349"/>
            <a:ext cx="2104332" cy="35728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2258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B1D14-EA6B-ECA9-B1CE-747297589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Vector using 1D Systolic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AF34D-1B5D-1B5D-D57D-A765D1D307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Assume: Vector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Matrix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number of processors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Steps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Load Vector into systolic array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cycles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Stream in rows of matrices vertically</a:t>
                </a:r>
              </a:p>
              <a:p>
                <a:pPr lvl="2"/>
                <a:r>
                  <a:rPr lang="en-US" dirty="0"/>
                  <a:t>Load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𝑥𝑖</m:t>
                        </m:r>
                      </m:sub>
                    </m:sSub>
                  </m:oMath>
                </a14:m>
                <a:r>
                  <a:rPr lang="en-US" dirty="0"/>
                  <a:t> in cell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 cycle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Collect output horizontally</a:t>
                </a:r>
              </a:p>
              <a:p>
                <a:pPr lvl="2"/>
                <a:r>
                  <a:rPr lang="en-US" dirty="0"/>
                  <a:t>1 output produced each cycle after initial latency -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Output produced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−1 </m:t>
                    </m:r>
                  </m:oMath>
                </a14:m>
                <a:r>
                  <a:rPr lang="en-US" dirty="0"/>
                  <a:t> cycles</a:t>
                </a:r>
              </a:p>
              <a:p>
                <a:pPr lvl="2"/>
                <a:r>
                  <a:rPr lang="en-US" dirty="0"/>
                  <a:t>Total time: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cycles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AF34D-1B5D-1B5D-D57D-A765D1D307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BE22B1-79A9-5306-4ABD-520D6B361C44}"/>
                  </a:ext>
                </a:extLst>
              </p:cNvPr>
              <p:cNvSpPr txBox="1"/>
              <p:nvPr/>
            </p:nvSpPr>
            <p:spPr>
              <a:xfrm>
                <a:off x="8556605" y="5846544"/>
                <a:ext cx="254942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cycles for loading the vector,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to produce the first output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BE22B1-79A9-5306-4ABD-520D6B361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605" y="5846544"/>
                <a:ext cx="2549420" cy="923330"/>
              </a:xfrm>
              <a:prstGeom prst="rect">
                <a:avLst/>
              </a:prstGeom>
              <a:blipFill>
                <a:blip r:embed="rId3"/>
                <a:stretch>
                  <a:fillRect l="-718" t="-3289" r="-2153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47C7DF8-21CE-6D35-C896-E53B08AAF694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7726983" y="5489262"/>
            <a:ext cx="2104332" cy="35728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1017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B1D14-EA6B-ECA9-B1CE-747297589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Vector using 1D Systolic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AF34D-1B5D-1B5D-D57D-A765D1D307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Assume: Vector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Matrix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number of processors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Steps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Load Vector into systolic array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cycles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Stream in rows of matrices vertically</a:t>
                </a:r>
              </a:p>
              <a:p>
                <a:pPr lvl="2"/>
                <a:r>
                  <a:rPr lang="en-US" dirty="0"/>
                  <a:t>Load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𝑥𝑖</m:t>
                        </m:r>
                      </m:sub>
                    </m:sSub>
                  </m:oMath>
                </a14:m>
                <a:r>
                  <a:rPr lang="en-US" dirty="0"/>
                  <a:t> in cell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 cycle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Collect output horizontally</a:t>
                </a:r>
              </a:p>
              <a:p>
                <a:pPr lvl="2"/>
                <a:r>
                  <a:rPr lang="en-US" dirty="0"/>
                  <a:t>1 output produced each cycle after initial latency -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Output produced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−1 </m:t>
                    </m:r>
                  </m:oMath>
                </a14:m>
                <a:r>
                  <a:rPr lang="en-US" dirty="0"/>
                  <a:t> cycles</a:t>
                </a:r>
              </a:p>
              <a:p>
                <a:pPr lvl="2"/>
                <a:r>
                  <a:rPr lang="en-US" dirty="0"/>
                  <a:t>Total time: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cycles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AF34D-1B5D-1B5D-D57D-A765D1D307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FBE22B1-79A9-5306-4ABD-520D6B361C44}"/>
              </a:ext>
            </a:extLst>
          </p:cNvPr>
          <p:cNvSpPr txBox="1"/>
          <p:nvPr/>
        </p:nvSpPr>
        <p:spPr>
          <a:xfrm>
            <a:off x="6806526" y="5998322"/>
            <a:ext cx="1274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Why?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47C7DF8-21CE-6D35-C896-E53B08AAF694}"/>
              </a:ext>
            </a:extLst>
          </p:cNvPr>
          <p:cNvCxnSpPr>
            <a:cxnSpLocks/>
          </p:cNvCxnSpPr>
          <p:nvPr/>
        </p:nvCxnSpPr>
        <p:spPr>
          <a:xfrm flipH="1" flipV="1">
            <a:off x="4971672" y="5819681"/>
            <a:ext cx="2104332" cy="35728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2927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B1D14-EA6B-ECA9-B1CE-747297589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Vector using 1D Systolic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AF34D-1B5D-1B5D-D57D-A765D1D307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Assume: Vector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Matrix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number of processors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Steps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Load Vector into systolic array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cycles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Stream in rows of matrices vertically</a:t>
                </a:r>
              </a:p>
              <a:p>
                <a:pPr lvl="2"/>
                <a:r>
                  <a:rPr lang="en-US" dirty="0"/>
                  <a:t>Load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𝑥𝑖</m:t>
                        </m:r>
                      </m:sub>
                    </m:sSub>
                  </m:oMath>
                </a14:m>
                <a:r>
                  <a:rPr lang="en-US" dirty="0"/>
                  <a:t> in cell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 cycle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Collect output horizontally</a:t>
                </a:r>
              </a:p>
              <a:p>
                <a:pPr lvl="2"/>
                <a:r>
                  <a:rPr lang="en-US" dirty="0"/>
                  <a:t>1 output produced each cycle after initial latency -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Output produced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−1 </m:t>
                    </m:r>
                  </m:oMath>
                </a14:m>
                <a:r>
                  <a:rPr lang="en-US" dirty="0"/>
                  <a:t> cycles</a:t>
                </a:r>
              </a:p>
              <a:p>
                <a:pPr lvl="2"/>
                <a:r>
                  <a:rPr lang="en-US" dirty="0"/>
                  <a:t>Total time: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cycles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AF34D-1B5D-1B5D-D57D-A765D1D307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BE22B1-79A9-5306-4ABD-520D6B361C44}"/>
                  </a:ext>
                </a:extLst>
              </p:cNvPr>
              <p:cNvSpPr txBox="1"/>
              <p:nvPr/>
            </p:nvSpPr>
            <p:spPr>
              <a:xfrm>
                <a:off x="7076004" y="5988734"/>
                <a:ext cx="322765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more outputs need to be produced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BE22B1-79A9-5306-4ABD-520D6B361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004" y="5988734"/>
                <a:ext cx="3227651" cy="646331"/>
              </a:xfrm>
              <a:prstGeom prst="rect">
                <a:avLst/>
              </a:prstGeom>
              <a:blipFill>
                <a:blip r:embed="rId3"/>
                <a:stretch>
                  <a:fillRect t="-4717" r="-1134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47C7DF8-21CE-6D35-C896-E53B08AAF694}"/>
              </a:ext>
            </a:extLst>
          </p:cNvPr>
          <p:cNvCxnSpPr>
            <a:cxnSpLocks/>
          </p:cNvCxnSpPr>
          <p:nvPr/>
        </p:nvCxnSpPr>
        <p:spPr>
          <a:xfrm flipH="1" flipV="1">
            <a:off x="4971672" y="5819681"/>
            <a:ext cx="2104332" cy="35728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3304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EB9C1-8F9E-202C-81F4-DDB41A962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Vector using 1D Systolic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793A4D-12F4-B086-BA6B-534D93AA87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MV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sized systolic array </a:t>
                </a:r>
              </a:p>
              <a:p>
                <a:endParaRPr lang="en-US" dirty="0"/>
              </a:p>
              <a:p>
                <a:r>
                  <a:rPr lang="en-US" dirty="0"/>
                  <a:t>Repeat the previous steps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⌈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⌉ </m:t>
                    </m:r>
                  </m:oMath>
                </a14:m>
                <a:r>
                  <a:rPr lang="en-US" dirty="0"/>
                  <a:t> times</a:t>
                </a:r>
              </a:p>
              <a:p>
                <a:endParaRPr lang="en-US" dirty="0"/>
              </a:p>
              <a:p>
                <a:r>
                  <a:rPr lang="en-US" dirty="0"/>
                  <a:t>Total time -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×⌈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⌉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793A4D-12F4-B086-BA6B-534D93AA87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02011E0-0E92-B2BA-A538-EAB0557C6A6B}"/>
              </a:ext>
            </a:extLst>
          </p:cNvPr>
          <p:cNvSpPr txBox="1"/>
          <p:nvPr/>
        </p:nvSpPr>
        <p:spPr>
          <a:xfrm>
            <a:off x="1326183" y="5341065"/>
            <a:ext cx="87201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Ungraded HW Assignment: Think about how this is happening. Partial results will again need to be routed back. How do we do that? (notice the 0 that we had as the left input of leftmost DPU) Does the total time look correct?</a:t>
            </a:r>
          </a:p>
        </p:txBody>
      </p:sp>
    </p:spTree>
    <p:extLst>
      <p:ext uri="{BB962C8B-B14F-4D97-AF65-F5344CB8AC3E}">
        <p14:creationId xmlns:p14="http://schemas.microsoft.com/office/powerpoint/2010/main" val="32041937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2BC5C-DC4C-B2BF-5684-89619263D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Vector using 1D Systolic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8DA44F-54A1-748E-1E89-EE8648058D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MV num ops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MV Total time on systolic arrays (with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processors)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Number of processors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Cost of the Algorithm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Is this cost optimal?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8DA44F-54A1-748E-1E89-EE8648058D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92468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2BC5C-DC4C-B2BF-5684-89619263D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Vector using 1D Systolic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8DA44F-54A1-748E-1E89-EE8648058D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MV num ops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MV Total time on systolic arrays (with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processors)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Number of processors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Cost of the Algorithm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</a:p>
              <a:p>
                <a:endParaRPr lang="en-US" dirty="0"/>
              </a:p>
              <a:p>
                <a:r>
                  <a:rPr lang="en-US" dirty="0"/>
                  <a:t>Is this cost optimal? </a:t>
                </a:r>
                <a:r>
                  <a:rPr lang="en-US" dirty="0">
                    <a:solidFill>
                      <a:srgbClr val="C00000"/>
                    </a:solidFill>
                  </a:rPr>
                  <a:t>Yes. Serial complexity = parallel complexity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8DA44F-54A1-748E-1E89-EE8648058D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14007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9996F-8712-1BBB-9F24-10648289A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D1784E-0D0F-4F98-5534-31689B9B39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systolic array</a:t>
                </a:r>
              </a:p>
              <a:p>
                <a:endParaRPr lang="en-US" dirty="0"/>
              </a:p>
              <a:p>
                <a:r>
                  <a:rPr lang="en-US" dirty="0"/>
                  <a:t>Key Idea:</a:t>
                </a:r>
              </a:p>
              <a:p>
                <a:pPr lvl="1"/>
                <a:r>
                  <a:rPr lang="en-US" dirty="0"/>
                  <a:t>Each row of the systolic array perform 1D matrix vector multiplication. </a:t>
                </a:r>
              </a:p>
              <a:p>
                <a:pPr lvl="1"/>
                <a:r>
                  <a:rPr lang="en-US" dirty="0"/>
                  <a:t>Row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responsible for Column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of B matrix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What row/column of the output matrix C will Row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of the systolic array produce?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D1784E-0D0F-4F98-5534-31689B9B39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00539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9996F-8712-1BBB-9F24-10648289A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D1784E-0D0F-4F98-5534-31689B9B39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systolic array</a:t>
                </a:r>
              </a:p>
              <a:p>
                <a:endParaRPr lang="en-US" dirty="0"/>
              </a:p>
              <a:p>
                <a:r>
                  <a:rPr lang="en-US" dirty="0"/>
                  <a:t>Key Idea:</a:t>
                </a:r>
              </a:p>
              <a:p>
                <a:pPr lvl="1"/>
                <a:r>
                  <a:rPr lang="en-US" dirty="0"/>
                  <a:t>Each row of the systolic array perform 1D matrix vector multiplication. </a:t>
                </a:r>
              </a:p>
              <a:p>
                <a:pPr lvl="1"/>
                <a:r>
                  <a:rPr lang="en-US" dirty="0"/>
                  <a:t>Row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responsible for Column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of B matrix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What row/column of the output matrix C will Row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of the systolic array produce?</a:t>
                </a:r>
                <a:r>
                  <a:rPr lang="en-US" dirty="0">
                    <a:solidFill>
                      <a:srgbClr val="C00000"/>
                    </a:solidFill>
                  </a:rPr>
                  <a:t> Column </a:t>
                </a:r>
                <a:r>
                  <a:rPr lang="en-US" dirty="0" err="1">
                    <a:solidFill>
                      <a:srgbClr val="C00000"/>
                    </a:solidFill>
                  </a:rPr>
                  <a:t>i</a:t>
                </a:r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D1784E-0D0F-4F98-5534-31689B9B39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08043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9996F-8712-1BBB-9F24-10648289A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D1784E-0D0F-4F98-5534-31689B9B39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systolic array</a:t>
                </a:r>
              </a:p>
              <a:p>
                <a:endParaRPr lang="en-US" dirty="0"/>
              </a:p>
              <a:p>
                <a:r>
                  <a:rPr lang="en-US" dirty="0"/>
                  <a:t>Steps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Load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blocks of B Matrix into systolic array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Stream in rows of Matrix A from the corresponding columns vertically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Collect output horizontally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D1784E-0D0F-4F98-5534-31689B9B39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52817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4128-4CF4-87C9-DA64-9970B0D4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EBCAAB-28C8-1B9D-C700-B2509A7B39E2}"/>
              </a:ext>
            </a:extLst>
          </p:cNvPr>
          <p:cNvSpPr/>
          <p:nvPr/>
        </p:nvSpPr>
        <p:spPr>
          <a:xfrm>
            <a:off x="1691281" y="2794545"/>
            <a:ext cx="3962400" cy="2651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6B0210-B89C-94EA-761E-D4B5C7AF4A2E}"/>
              </a:ext>
            </a:extLst>
          </p:cNvPr>
          <p:cNvSpPr/>
          <p:nvPr/>
        </p:nvSpPr>
        <p:spPr>
          <a:xfrm>
            <a:off x="7559040" y="2758440"/>
            <a:ext cx="3962400" cy="2651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061820B6-F48C-C899-7D9B-1418A0F98367}"/>
              </a:ext>
            </a:extLst>
          </p:cNvPr>
          <p:cNvSpPr/>
          <p:nvPr/>
        </p:nvSpPr>
        <p:spPr>
          <a:xfrm rot="5400000">
            <a:off x="3425398" y="3907065"/>
            <a:ext cx="449164" cy="39624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30E22F-4C54-2125-1F8E-3A43B918209A}"/>
                  </a:ext>
                </a:extLst>
              </p:cNvPr>
              <p:cNvSpPr txBox="1"/>
              <p:nvPr/>
            </p:nvSpPr>
            <p:spPr>
              <a:xfrm>
                <a:off x="3487014" y="6215300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30E22F-4C54-2125-1F8E-3A43B9182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014" y="6215300"/>
                <a:ext cx="37093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Brace 9">
            <a:extLst>
              <a:ext uri="{FF2B5EF4-FFF2-40B4-BE49-F238E27FC236}">
                <a16:creationId xmlns:a16="http://schemas.microsoft.com/office/drawing/2014/main" id="{8C3EA896-ADEA-FC79-7B86-3C5A2078052E}"/>
              </a:ext>
            </a:extLst>
          </p:cNvPr>
          <p:cNvSpPr/>
          <p:nvPr/>
        </p:nvSpPr>
        <p:spPr>
          <a:xfrm rot="10800000">
            <a:off x="6953458" y="2758440"/>
            <a:ext cx="449164" cy="2635686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E5C2F-7F1F-55A0-1082-A5F3C23907C2}"/>
                  </a:ext>
                </a:extLst>
              </p:cNvPr>
              <p:cNvSpPr txBox="1"/>
              <p:nvPr/>
            </p:nvSpPr>
            <p:spPr>
              <a:xfrm>
                <a:off x="6560822" y="3891617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E5C2F-7F1F-55A0-1082-A5F3C2390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822" y="3891617"/>
                <a:ext cx="3709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Brace 11">
            <a:extLst>
              <a:ext uri="{FF2B5EF4-FFF2-40B4-BE49-F238E27FC236}">
                <a16:creationId xmlns:a16="http://schemas.microsoft.com/office/drawing/2014/main" id="{AE437610-0C47-AF04-F332-E49344283D29}"/>
              </a:ext>
            </a:extLst>
          </p:cNvPr>
          <p:cNvSpPr/>
          <p:nvPr/>
        </p:nvSpPr>
        <p:spPr>
          <a:xfrm rot="10800000">
            <a:off x="1013128" y="2794544"/>
            <a:ext cx="465151" cy="2615655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1448E8-223E-FD6E-3B30-9C1372AF1C65}"/>
                  </a:ext>
                </a:extLst>
              </p:cNvPr>
              <p:cNvSpPr txBox="1"/>
              <p:nvPr/>
            </p:nvSpPr>
            <p:spPr>
              <a:xfrm>
                <a:off x="563984" y="3891617"/>
                <a:ext cx="4355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1448E8-223E-FD6E-3B30-9C1372AF1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84" y="3891617"/>
                <a:ext cx="43550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>
            <a:extLst>
              <a:ext uri="{FF2B5EF4-FFF2-40B4-BE49-F238E27FC236}">
                <a16:creationId xmlns:a16="http://schemas.microsoft.com/office/drawing/2014/main" id="{A795C687-9859-8929-C480-5BB9E0F27E9F}"/>
              </a:ext>
            </a:extLst>
          </p:cNvPr>
          <p:cNvSpPr/>
          <p:nvPr/>
        </p:nvSpPr>
        <p:spPr>
          <a:xfrm rot="5400000">
            <a:off x="9315658" y="3866345"/>
            <a:ext cx="449164" cy="39624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69A84-7A9C-0F47-799E-20E2FFB8F83E}"/>
                  </a:ext>
                </a:extLst>
              </p:cNvPr>
              <p:cNvSpPr txBox="1"/>
              <p:nvPr/>
            </p:nvSpPr>
            <p:spPr>
              <a:xfrm>
                <a:off x="9377274" y="6174580"/>
                <a:ext cx="374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69A84-7A9C-0F47-799E-20E2FFB8F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7274" y="6174580"/>
                <a:ext cx="3745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63D88C3F-A2A6-7453-CE36-08AFA4E07622}"/>
              </a:ext>
            </a:extLst>
          </p:cNvPr>
          <p:cNvSpPr/>
          <p:nvPr/>
        </p:nvSpPr>
        <p:spPr>
          <a:xfrm>
            <a:off x="7564214" y="2780525"/>
            <a:ext cx="965296" cy="8763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011AD2-4392-B9A5-E78E-D9727B9EF4DE}"/>
              </a:ext>
            </a:extLst>
          </p:cNvPr>
          <p:cNvSpPr/>
          <p:nvPr/>
        </p:nvSpPr>
        <p:spPr>
          <a:xfrm>
            <a:off x="1691281" y="2780525"/>
            <a:ext cx="929999" cy="26517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725E11-BDAC-7897-5D2C-CCFADD26021D}"/>
                  </a:ext>
                </a:extLst>
              </p:cNvPr>
              <p:cNvSpPr txBox="1"/>
              <p:nvPr/>
            </p:nvSpPr>
            <p:spPr>
              <a:xfrm>
                <a:off x="3172977" y="203977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725E11-BDAC-7897-5D2C-CCFADD260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977" y="2039775"/>
                <a:ext cx="62807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B87E4A-8F66-3D5D-9CC0-CC9A68647825}"/>
                  </a:ext>
                </a:extLst>
              </p:cNvPr>
              <p:cNvSpPr txBox="1"/>
              <p:nvPr/>
            </p:nvSpPr>
            <p:spPr>
              <a:xfrm>
                <a:off x="9250532" y="203977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B87E4A-8F66-3D5D-9CC0-CC9A68647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532" y="2039775"/>
                <a:ext cx="62807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CB4B7A8-F5AC-C859-D4E5-3F0E9FA1E714}"/>
              </a:ext>
            </a:extLst>
          </p:cNvPr>
          <p:cNvCxnSpPr/>
          <p:nvPr/>
        </p:nvCxnSpPr>
        <p:spPr>
          <a:xfrm>
            <a:off x="7515036" y="2567587"/>
            <a:ext cx="101447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3EA6598-9E8A-5065-0D22-8E676EC68EC4}"/>
              </a:ext>
            </a:extLst>
          </p:cNvPr>
          <p:cNvCxnSpPr>
            <a:cxnSpLocks/>
          </p:cNvCxnSpPr>
          <p:nvPr/>
        </p:nvCxnSpPr>
        <p:spPr>
          <a:xfrm>
            <a:off x="8678726" y="2780525"/>
            <a:ext cx="0" cy="89232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AA5CDF5-77CC-0130-AC65-36EB067427B8}"/>
                  </a:ext>
                </a:extLst>
              </p:cNvPr>
              <p:cNvSpPr txBox="1"/>
              <p:nvPr/>
            </p:nvSpPr>
            <p:spPr>
              <a:xfrm>
                <a:off x="7787539" y="2240583"/>
                <a:ext cx="3686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AA5CDF5-77CC-0130-AC65-36EB06742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539" y="2240583"/>
                <a:ext cx="368626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44038AA-337D-4B43-26AB-A7214A7C74A0}"/>
                  </a:ext>
                </a:extLst>
              </p:cNvPr>
              <p:cNvSpPr txBox="1"/>
              <p:nvPr/>
            </p:nvSpPr>
            <p:spPr>
              <a:xfrm>
                <a:off x="8685928" y="3042021"/>
                <a:ext cx="3686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44038AA-337D-4B43-26AB-A7214A7C7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5928" y="3042021"/>
                <a:ext cx="368626" cy="369332"/>
              </a:xfrm>
              <a:prstGeom prst="rect">
                <a:avLst/>
              </a:prstGeom>
              <a:blipFill>
                <a:blip r:embed="rId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A933AD1-8469-2032-1844-8737F748BE0D}"/>
              </a:ext>
            </a:extLst>
          </p:cNvPr>
          <p:cNvCxnSpPr/>
          <p:nvPr/>
        </p:nvCxnSpPr>
        <p:spPr>
          <a:xfrm>
            <a:off x="1672266" y="2622498"/>
            <a:ext cx="101447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0EE3620-BE86-25B3-E9A3-C3925D0F8C8D}"/>
                  </a:ext>
                </a:extLst>
              </p:cNvPr>
              <p:cNvSpPr txBox="1"/>
              <p:nvPr/>
            </p:nvSpPr>
            <p:spPr>
              <a:xfrm>
                <a:off x="1944769" y="2295494"/>
                <a:ext cx="3686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0EE3620-BE86-25B3-E9A3-C3925D0F8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769" y="2295494"/>
                <a:ext cx="368626" cy="369332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64521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4128-4CF4-87C9-DA64-9970B0D4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EBCAAB-28C8-1B9D-C700-B2509A7B39E2}"/>
              </a:ext>
            </a:extLst>
          </p:cNvPr>
          <p:cNvSpPr/>
          <p:nvPr/>
        </p:nvSpPr>
        <p:spPr>
          <a:xfrm>
            <a:off x="1691281" y="2794545"/>
            <a:ext cx="3962400" cy="2651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6B0210-B89C-94EA-761E-D4B5C7AF4A2E}"/>
              </a:ext>
            </a:extLst>
          </p:cNvPr>
          <p:cNvSpPr/>
          <p:nvPr/>
        </p:nvSpPr>
        <p:spPr>
          <a:xfrm>
            <a:off x="7559040" y="2758440"/>
            <a:ext cx="3962400" cy="2651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061820B6-F48C-C899-7D9B-1418A0F98367}"/>
              </a:ext>
            </a:extLst>
          </p:cNvPr>
          <p:cNvSpPr/>
          <p:nvPr/>
        </p:nvSpPr>
        <p:spPr>
          <a:xfrm rot="5400000">
            <a:off x="3425398" y="3907065"/>
            <a:ext cx="449164" cy="39624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30E22F-4C54-2125-1F8E-3A43B918209A}"/>
                  </a:ext>
                </a:extLst>
              </p:cNvPr>
              <p:cNvSpPr txBox="1"/>
              <p:nvPr/>
            </p:nvSpPr>
            <p:spPr>
              <a:xfrm>
                <a:off x="3487014" y="6215300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30E22F-4C54-2125-1F8E-3A43B9182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014" y="6215300"/>
                <a:ext cx="37093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Brace 9">
            <a:extLst>
              <a:ext uri="{FF2B5EF4-FFF2-40B4-BE49-F238E27FC236}">
                <a16:creationId xmlns:a16="http://schemas.microsoft.com/office/drawing/2014/main" id="{8C3EA896-ADEA-FC79-7B86-3C5A2078052E}"/>
              </a:ext>
            </a:extLst>
          </p:cNvPr>
          <p:cNvSpPr/>
          <p:nvPr/>
        </p:nvSpPr>
        <p:spPr>
          <a:xfrm rot="10800000">
            <a:off x="6953458" y="2758440"/>
            <a:ext cx="449164" cy="2635686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E5C2F-7F1F-55A0-1082-A5F3C23907C2}"/>
                  </a:ext>
                </a:extLst>
              </p:cNvPr>
              <p:cNvSpPr txBox="1"/>
              <p:nvPr/>
            </p:nvSpPr>
            <p:spPr>
              <a:xfrm>
                <a:off x="6560822" y="3891617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E5C2F-7F1F-55A0-1082-A5F3C2390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822" y="3891617"/>
                <a:ext cx="3709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Brace 11">
            <a:extLst>
              <a:ext uri="{FF2B5EF4-FFF2-40B4-BE49-F238E27FC236}">
                <a16:creationId xmlns:a16="http://schemas.microsoft.com/office/drawing/2014/main" id="{AE437610-0C47-AF04-F332-E49344283D29}"/>
              </a:ext>
            </a:extLst>
          </p:cNvPr>
          <p:cNvSpPr/>
          <p:nvPr/>
        </p:nvSpPr>
        <p:spPr>
          <a:xfrm rot="10800000">
            <a:off x="1013128" y="2794544"/>
            <a:ext cx="465151" cy="2615655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1448E8-223E-FD6E-3B30-9C1372AF1C65}"/>
                  </a:ext>
                </a:extLst>
              </p:cNvPr>
              <p:cNvSpPr txBox="1"/>
              <p:nvPr/>
            </p:nvSpPr>
            <p:spPr>
              <a:xfrm>
                <a:off x="563984" y="3891617"/>
                <a:ext cx="4355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1448E8-223E-FD6E-3B30-9C1372AF1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84" y="3891617"/>
                <a:ext cx="43550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>
            <a:extLst>
              <a:ext uri="{FF2B5EF4-FFF2-40B4-BE49-F238E27FC236}">
                <a16:creationId xmlns:a16="http://schemas.microsoft.com/office/drawing/2014/main" id="{A795C687-9859-8929-C480-5BB9E0F27E9F}"/>
              </a:ext>
            </a:extLst>
          </p:cNvPr>
          <p:cNvSpPr/>
          <p:nvPr/>
        </p:nvSpPr>
        <p:spPr>
          <a:xfrm rot="5400000">
            <a:off x="9315658" y="3866345"/>
            <a:ext cx="449164" cy="39624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69A84-7A9C-0F47-799E-20E2FFB8F83E}"/>
                  </a:ext>
                </a:extLst>
              </p:cNvPr>
              <p:cNvSpPr txBox="1"/>
              <p:nvPr/>
            </p:nvSpPr>
            <p:spPr>
              <a:xfrm>
                <a:off x="9377274" y="6174580"/>
                <a:ext cx="374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69A84-7A9C-0F47-799E-20E2FFB8F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7274" y="6174580"/>
                <a:ext cx="3745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63D88C3F-A2A6-7453-CE36-08AFA4E07622}"/>
              </a:ext>
            </a:extLst>
          </p:cNvPr>
          <p:cNvSpPr/>
          <p:nvPr/>
        </p:nvSpPr>
        <p:spPr>
          <a:xfrm>
            <a:off x="8702398" y="2758440"/>
            <a:ext cx="965296" cy="8763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011AD2-4392-B9A5-E78E-D9727B9EF4DE}"/>
              </a:ext>
            </a:extLst>
          </p:cNvPr>
          <p:cNvSpPr/>
          <p:nvPr/>
        </p:nvSpPr>
        <p:spPr>
          <a:xfrm>
            <a:off x="1691281" y="2780525"/>
            <a:ext cx="929999" cy="26517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B6EF7F1-FB71-8F1A-6BF8-8DF688F29F1E}"/>
                  </a:ext>
                </a:extLst>
              </p:cNvPr>
              <p:cNvSpPr txBox="1"/>
              <p:nvPr/>
            </p:nvSpPr>
            <p:spPr>
              <a:xfrm>
                <a:off x="3172977" y="203977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B6EF7F1-FB71-8F1A-6BF8-8DF688F29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977" y="2039775"/>
                <a:ext cx="62807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516490-8BC9-C716-C52A-5D9DE046F04A}"/>
                  </a:ext>
                </a:extLst>
              </p:cNvPr>
              <p:cNvSpPr txBox="1"/>
              <p:nvPr/>
            </p:nvSpPr>
            <p:spPr>
              <a:xfrm>
                <a:off x="9250532" y="203977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516490-8BC9-C716-C52A-5D9DE046F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532" y="2039775"/>
                <a:ext cx="62807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20140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4128-4CF4-87C9-DA64-9970B0D4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EBCAAB-28C8-1B9D-C700-B2509A7B39E2}"/>
              </a:ext>
            </a:extLst>
          </p:cNvPr>
          <p:cNvSpPr/>
          <p:nvPr/>
        </p:nvSpPr>
        <p:spPr>
          <a:xfrm>
            <a:off x="1691281" y="2794545"/>
            <a:ext cx="3962400" cy="2651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6B0210-B89C-94EA-761E-D4B5C7AF4A2E}"/>
              </a:ext>
            </a:extLst>
          </p:cNvPr>
          <p:cNvSpPr/>
          <p:nvPr/>
        </p:nvSpPr>
        <p:spPr>
          <a:xfrm>
            <a:off x="7559040" y="2758440"/>
            <a:ext cx="3962400" cy="2651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061820B6-F48C-C899-7D9B-1418A0F98367}"/>
              </a:ext>
            </a:extLst>
          </p:cNvPr>
          <p:cNvSpPr/>
          <p:nvPr/>
        </p:nvSpPr>
        <p:spPr>
          <a:xfrm rot="5400000">
            <a:off x="3425398" y="3907065"/>
            <a:ext cx="449164" cy="39624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30E22F-4C54-2125-1F8E-3A43B918209A}"/>
                  </a:ext>
                </a:extLst>
              </p:cNvPr>
              <p:cNvSpPr txBox="1"/>
              <p:nvPr/>
            </p:nvSpPr>
            <p:spPr>
              <a:xfrm>
                <a:off x="3487014" y="6215300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30E22F-4C54-2125-1F8E-3A43B9182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014" y="6215300"/>
                <a:ext cx="37093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Brace 9">
            <a:extLst>
              <a:ext uri="{FF2B5EF4-FFF2-40B4-BE49-F238E27FC236}">
                <a16:creationId xmlns:a16="http://schemas.microsoft.com/office/drawing/2014/main" id="{8C3EA896-ADEA-FC79-7B86-3C5A2078052E}"/>
              </a:ext>
            </a:extLst>
          </p:cNvPr>
          <p:cNvSpPr/>
          <p:nvPr/>
        </p:nvSpPr>
        <p:spPr>
          <a:xfrm rot="10800000">
            <a:off x="6953458" y="2758440"/>
            <a:ext cx="449164" cy="2635686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E5C2F-7F1F-55A0-1082-A5F3C23907C2}"/>
                  </a:ext>
                </a:extLst>
              </p:cNvPr>
              <p:cNvSpPr txBox="1"/>
              <p:nvPr/>
            </p:nvSpPr>
            <p:spPr>
              <a:xfrm>
                <a:off x="6560822" y="3891617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E5C2F-7F1F-55A0-1082-A5F3C2390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822" y="3891617"/>
                <a:ext cx="3709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Brace 11">
            <a:extLst>
              <a:ext uri="{FF2B5EF4-FFF2-40B4-BE49-F238E27FC236}">
                <a16:creationId xmlns:a16="http://schemas.microsoft.com/office/drawing/2014/main" id="{AE437610-0C47-AF04-F332-E49344283D29}"/>
              </a:ext>
            </a:extLst>
          </p:cNvPr>
          <p:cNvSpPr/>
          <p:nvPr/>
        </p:nvSpPr>
        <p:spPr>
          <a:xfrm rot="10800000">
            <a:off x="1013128" y="2794544"/>
            <a:ext cx="465151" cy="2615655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1448E8-223E-FD6E-3B30-9C1372AF1C65}"/>
                  </a:ext>
                </a:extLst>
              </p:cNvPr>
              <p:cNvSpPr txBox="1"/>
              <p:nvPr/>
            </p:nvSpPr>
            <p:spPr>
              <a:xfrm>
                <a:off x="563984" y="3891617"/>
                <a:ext cx="4355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1448E8-223E-FD6E-3B30-9C1372AF1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84" y="3891617"/>
                <a:ext cx="43550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>
            <a:extLst>
              <a:ext uri="{FF2B5EF4-FFF2-40B4-BE49-F238E27FC236}">
                <a16:creationId xmlns:a16="http://schemas.microsoft.com/office/drawing/2014/main" id="{A795C687-9859-8929-C480-5BB9E0F27E9F}"/>
              </a:ext>
            </a:extLst>
          </p:cNvPr>
          <p:cNvSpPr/>
          <p:nvPr/>
        </p:nvSpPr>
        <p:spPr>
          <a:xfrm rot="5400000">
            <a:off x="9315658" y="3866345"/>
            <a:ext cx="449164" cy="39624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69A84-7A9C-0F47-799E-20E2FFB8F83E}"/>
                  </a:ext>
                </a:extLst>
              </p:cNvPr>
              <p:cNvSpPr txBox="1"/>
              <p:nvPr/>
            </p:nvSpPr>
            <p:spPr>
              <a:xfrm>
                <a:off x="9377274" y="6174580"/>
                <a:ext cx="374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69A84-7A9C-0F47-799E-20E2FFB8F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7274" y="6174580"/>
                <a:ext cx="3745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63D88C3F-A2A6-7453-CE36-08AFA4E07622}"/>
              </a:ext>
            </a:extLst>
          </p:cNvPr>
          <p:cNvSpPr/>
          <p:nvPr/>
        </p:nvSpPr>
        <p:spPr>
          <a:xfrm>
            <a:off x="10556144" y="2780525"/>
            <a:ext cx="965296" cy="8763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011AD2-4392-B9A5-E78E-D9727B9EF4DE}"/>
              </a:ext>
            </a:extLst>
          </p:cNvPr>
          <p:cNvSpPr/>
          <p:nvPr/>
        </p:nvSpPr>
        <p:spPr>
          <a:xfrm>
            <a:off x="1691281" y="2780525"/>
            <a:ext cx="929999" cy="26517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7F55E6B-AD24-4CC5-A948-B77BB1187199}"/>
                  </a:ext>
                </a:extLst>
              </p:cNvPr>
              <p:cNvSpPr txBox="1"/>
              <p:nvPr/>
            </p:nvSpPr>
            <p:spPr>
              <a:xfrm>
                <a:off x="3172977" y="203977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7F55E6B-AD24-4CC5-A948-B77BB1187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977" y="2039775"/>
                <a:ext cx="62807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C928E0-7F14-2E89-EC03-5633E511A766}"/>
                  </a:ext>
                </a:extLst>
              </p:cNvPr>
              <p:cNvSpPr txBox="1"/>
              <p:nvPr/>
            </p:nvSpPr>
            <p:spPr>
              <a:xfrm>
                <a:off x="9250532" y="203977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C928E0-7F14-2E89-EC03-5633E511A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532" y="2039775"/>
                <a:ext cx="62807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311871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4128-4CF4-87C9-DA64-9970B0D4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EBCAAB-28C8-1B9D-C700-B2509A7B39E2}"/>
              </a:ext>
            </a:extLst>
          </p:cNvPr>
          <p:cNvSpPr/>
          <p:nvPr/>
        </p:nvSpPr>
        <p:spPr>
          <a:xfrm>
            <a:off x="1691281" y="2794545"/>
            <a:ext cx="3962400" cy="2651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6B0210-B89C-94EA-761E-D4B5C7AF4A2E}"/>
              </a:ext>
            </a:extLst>
          </p:cNvPr>
          <p:cNvSpPr/>
          <p:nvPr/>
        </p:nvSpPr>
        <p:spPr>
          <a:xfrm>
            <a:off x="7559040" y="2758440"/>
            <a:ext cx="3962400" cy="2651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061820B6-F48C-C899-7D9B-1418A0F98367}"/>
              </a:ext>
            </a:extLst>
          </p:cNvPr>
          <p:cNvSpPr/>
          <p:nvPr/>
        </p:nvSpPr>
        <p:spPr>
          <a:xfrm rot="5400000">
            <a:off x="3425398" y="3907065"/>
            <a:ext cx="449164" cy="39624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30E22F-4C54-2125-1F8E-3A43B918209A}"/>
                  </a:ext>
                </a:extLst>
              </p:cNvPr>
              <p:cNvSpPr txBox="1"/>
              <p:nvPr/>
            </p:nvSpPr>
            <p:spPr>
              <a:xfrm>
                <a:off x="3487014" y="6215300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30E22F-4C54-2125-1F8E-3A43B9182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014" y="6215300"/>
                <a:ext cx="37093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Brace 9">
            <a:extLst>
              <a:ext uri="{FF2B5EF4-FFF2-40B4-BE49-F238E27FC236}">
                <a16:creationId xmlns:a16="http://schemas.microsoft.com/office/drawing/2014/main" id="{8C3EA896-ADEA-FC79-7B86-3C5A2078052E}"/>
              </a:ext>
            </a:extLst>
          </p:cNvPr>
          <p:cNvSpPr/>
          <p:nvPr/>
        </p:nvSpPr>
        <p:spPr>
          <a:xfrm rot="10800000">
            <a:off x="6953458" y="2758440"/>
            <a:ext cx="449164" cy="2635686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E5C2F-7F1F-55A0-1082-A5F3C23907C2}"/>
                  </a:ext>
                </a:extLst>
              </p:cNvPr>
              <p:cNvSpPr txBox="1"/>
              <p:nvPr/>
            </p:nvSpPr>
            <p:spPr>
              <a:xfrm>
                <a:off x="6560822" y="3891617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E5C2F-7F1F-55A0-1082-A5F3C2390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822" y="3891617"/>
                <a:ext cx="3709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Brace 11">
            <a:extLst>
              <a:ext uri="{FF2B5EF4-FFF2-40B4-BE49-F238E27FC236}">
                <a16:creationId xmlns:a16="http://schemas.microsoft.com/office/drawing/2014/main" id="{AE437610-0C47-AF04-F332-E49344283D29}"/>
              </a:ext>
            </a:extLst>
          </p:cNvPr>
          <p:cNvSpPr/>
          <p:nvPr/>
        </p:nvSpPr>
        <p:spPr>
          <a:xfrm rot="10800000">
            <a:off x="1013128" y="2794544"/>
            <a:ext cx="465151" cy="2615655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1448E8-223E-FD6E-3B30-9C1372AF1C65}"/>
                  </a:ext>
                </a:extLst>
              </p:cNvPr>
              <p:cNvSpPr txBox="1"/>
              <p:nvPr/>
            </p:nvSpPr>
            <p:spPr>
              <a:xfrm>
                <a:off x="563984" y="3891617"/>
                <a:ext cx="4355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1448E8-223E-FD6E-3B30-9C1372AF1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84" y="3891617"/>
                <a:ext cx="43550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>
            <a:extLst>
              <a:ext uri="{FF2B5EF4-FFF2-40B4-BE49-F238E27FC236}">
                <a16:creationId xmlns:a16="http://schemas.microsoft.com/office/drawing/2014/main" id="{A795C687-9859-8929-C480-5BB9E0F27E9F}"/>
              </a:ext>
            </a:extLst>
          </p:cNvPr>
          <p:cNvSpPr/>
          <p:nvPr/>
        </p:nvSpPr>
        <p:spPr>
          <a:xfrm rot="5400000">
            <a:off x="9315658" y="3866345"/>
            <a:ext cx="449164" cy="39624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69A84-7A9C-0F47-799E-20E2FFB8F83E}"/>
                  </a:ext>
                </a:extLst>
              </p:cNvPr>
              <p:cNvSpPr txBox="1"/>
              <p:nvPr/>
            </p:nvSpPr>
            <p:spPr>
              <a:xfrm>
                <a:off x="9377274" y="6174580"/>
                <a:ext cx="374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69A84-7A9C-0F47-799E-20E2FFB8F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7274" y="6174580"/>
                <a:ext cx="3745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63D88C3F-A2A6-7453-CE36-08AFA4E07622}"/>
              </a:ext>
            </a:extLst>
          </p:cNvPr>
          <p:cNvSpPr/>
          <p:nvPr/>
        </p:nvSpPr>
        <p:spPr>
          <a:xfrm>
            <a:off x="7559040" y="3664221"/>
            <a:ext cx="965296" cy="8763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011AD2-4392-B9A5-E78E-D9727B9EF4DE}"/>
              </a:ext>
            </a:extLst>
          </p:cNvPr>
          <p:cNvSpPr/>
          <p:nvPr/>
        </p:nvSpPr>
        <p:spPr>
          <a:xfrm>
            <a:off x="2557015" y="2794545"/>
            <a:ext cx="929999" cy="26517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58846F-C2FC-10A9-E16C-2939ED04882C}"/>
                  </a:ext>
                </a:extLst>
              </p:cNvPr>
              <p:cNvSpPr txBox="1"/>
              <p:nvPr/>
            </p:nvSpPr>
            <p:spPr>
              <a:xfrm>
                <a:off x="3172977" y="203977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58846F-C2FC-10A9-E16C-2939ED048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977" y="2039775"/>
                <a:ext cx="62807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0B65992-D690-FF97-35B3-B5B7F921BD5B}"/>
                  </a:ext>
                </a:extLst>
              </p:cNvPr>
              <p:cNvSpPr txBox="1"/>
              <p:nvPr/>
            </p:nvSpPr>
            <p:spPr>
              <a:xfrm>
                <a:off x="9250532" y="203977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0B65992-D690-FF97-35B3-B5B7F921B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532" y="2039775"/>
                <a:ext cx="62807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21054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4128-4CF4-87C9-DA64-9970B0D4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EBCAAB-28C8-1B9D-C700-B2509A7B39E2}"/>
              </a:ext>
            </a:extLst>
          </p:cNvPr>
          <p:cNvSpPr/>
          <p:nvPr/>
        </p:nvSpPr>
        <p:spPr>
          <a:xfrm>
            <a:off x="1691281" y="2794545"/>
            <a:ext cx="3962400" cy="2651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6B0210-B89C-94EA-761E-D4B5C7AF4A2E}"/>
              </a:ext>
            </a:extLst>
          </p:cNvPr>
          <p:cNvSpPr/>
          <p:nvPr/>
        </p:nvSpPr>
        <p:spPr>
          <a:xfrm>
            <a:off x="7559040" y="2758440"/>
            <a:ext cx="3962400" cy="2651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061820B6-F48C-C899-7D9B-1418A0F98367}"/>
              </a:ext>
            </a:extLst>
          </p:cNvPr>
          <p:cNvSpPr/>
          <p:nvPr/>
        </p:nvSpPr>
        <p:spPr>
          <a:xfrm rot="5400000">
            <a:off x="3425398" y="3907065"/>
            <a:ext cx="449164" cy="39624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30E22F-4C54-2125-1F8E-3A43B918209A}"/>
                  </a:ext>
                </a:extLst>
              </p:cNvPr>
              <p:cNvSpPr txBox="1"/>
              <p:nvPr/>
            </p:nvSpPr>
            <p:spPr>
              <a:xfrm>
                <a:off x="3487014" y="6215300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30E22F-4C54-2125-1F8E-3A43B9182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014" y="6215300"/>
                <a:ext cx="37093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Brace 9">
            <a:extLst>
              <a:ext uri="{FF2B5EF4-FFF2-40B4-BE49-F238E27FC236}">
                <a16:creationId xmlns:a16="http://schemas.microsoft.com/office/drawing/2014/main" id="{8C3EA896-ADEA-FC79-7B86-3C5A2078052E}"/>
              </a:ext>
            </a:extLst>
          </p:cNvPr>
          <p:cNvSpPr/>
          <p:nvPr/>
        </p:nvSpPr>
        <p:spPr>
          <a:xfrm rot="10800000">
            <a:off x="6953458" y="2758440"/>
            <a:ext cx="449164" cy="2635686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E5C2F-7F1F-55A0-1082-A5F3C23907C2}"/>
                  </a:ext>
                </a:extLst>
              </p:cNvPr>
              <p:cNvSpPr txBox="1"/>
              <p:nvPr/>
            </p:nvSpPr>
            <p:spPr>
              <a:xfrm>
                <a:off x="6560822" y="3891617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E5C2F-7F1F-55A0-1082-A5F3C2390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822" y="3891617"/>
                <a:ext cx="3709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Brace 11">
            <a:extLst>
              <a:ext uri="{FF2B5EF4-FFF2-40B4-BE49-F238E27FC236}">
                <a16:creationId xmlns:a16="http://schemas.microsoft.com/office/drawing/2014/main" id="{AE437610-0C47-AF04-F332-E49344283D29}"/>
              </a:ext>
            </a:extLst>
          </p:cNvPr>
          <p:cNvSpPr/>
          <p:nvPr/>
        </p:nvSpPr>
        <p:spPr>
          <a:xfrm rot="10800000">
            <a:off x="1013128" y="2794544"/>
            <a:ext cx="465151" cy="2615655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1448E8-223E-FD6E-3B30-9C1372AF1C65}"/>
                  </a:ext>
                </a:extLst>
              </p:cNvPr>
              <p:cNvSpPr txBox="1"/>
              <p:nvPr/>
            </p:nvSpPr>
            <p:spPr>
              <a:xfrm>
                <a:off x="563984" y="3891617"/>
                <a:ext cx="4355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1448E8-223E-FD6E-3B30-9C1372AF1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84" y="3891617"/>
                <a:ext cx="43550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>
            <a:extLst>
              <a:ext uri="{FF2B5EF4-FFF2-40B4-BE49-F238E27FC236}">
                <a16:creationId xmlns:a16="http://schemas.microsoft.com/office/drawing/2014/main" id="{A795C687-9859-8929-C480-5BB9E0F27E9F}"/>
              </a:ext>
            </a:extLst>
          </p:cNvPr>
          <p:cNvSpPr/>
          <p:nvPr/>
        </p:nvSpPr>
        <p:spPr>
          <a:xfrm rot="5400000">
            <a:off x="9315658" y="3866345"/>
            <a:ext cx="449164" cy="39624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69A84-7A9C-0F47-799E-20E2FFB8F83E}"/>
                  </a:ext>
                </a:extLst>
              </p:cNvPr>
              <p:cNvSpPr txBox="1"/>
              <p:nvPr/>
            </p:nvSpPr>
            <p:spPr>
              <a:xfrm>
                <a:off x="9377274" y="6174580"/>
                <a:ext cx="374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69A84-7A9C-0F47-799E-20E2FFB8F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7274" y="6174580"/>
                <a:ext cx="3745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63D88C3F-A2A6-7453-CE36-08AFA4E07622}"/>
              </a:ext>
            </a:extLst>
          </p:cNvPr>
          <p:cNvSpPr/>
          <p:nvPr/>
        </p:nvSpPr>
        <p:spPr>
          <a:xfrm>
            <a:off x="8479544" y="3664221"/>
            <a:ext cx="965296" cy="8763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011AD2-4392-B9A5-E78E-D9727B9EF4DE}"/>
              </a:ext>
            </a:extLst>
          </p:cNvPr>
          <p:cNvSpPr/>
          <p:nvPr/>
        </p:nvSpPr>
        <p:spPr>
          <a:xfrm>
            <a:off x="2557015" y="2794545"/>
            <a:ext cx="929999" cy="26517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91B18D8-FD27-D2F6-8B7D-EA51E93D0903}"/>
                  </a:ext>
                </a:extLst>
              </p:cNvPr>
              <p:cNvSpPr txBox="1"/>
              <p:nvPr/>
            </p:nvSpPr>
            <p:spPr>
              <a:xfrm>
                <a:off x="3172977" y="203977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91B18D8-FD27-D2F6-8B7D-EA51E93D0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977" y="2039775"/>
                <a:ext cx="62807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410A4D-2A05-E8AF-EEEE-6E951631CA17}"/>
                  </a:ext>
                </a:extLst>
              </p:cNvPr>
              <p:cNvSpPr txBox="1"/>
              <p:nvPr/>
            </p:nvSpPr>
            <p:spPr>
              <a:xfrm>
                <a:off x="9250532" y="203977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410A4D-2A05-E8AF-EEEE-6E951631C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532" y="2039775"/>
                <a:ext cx="62807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065686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4128-4CF4-87C9-DA64-9970B0D4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EBCAAB-28C8-1B9D-C700-B2509A7B39E2}"/>
              </a:ext>
            </a:extLst>
          </p:cNvPr>
          <p:cNvSpPr/>
          <p:nvPr/>
        </p:nvSpPr>
        <p:spPr>
          <a:xfrm>
            <a:off x="1691281" y="2794545"/>
            <a:ext cx="3962400" cy="2651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6B0210-B89C-94EA-761E-D4B5C7AF4A2E}"/>
              </a:ext>
            </a:extLst>
          </p:cNvPr>
          <p:cNvSpPr/>
          <p:nvPr/>
        </p:nvSpPr>
        <p:spPr>
          <a:xfrm>
            <a:off x="7559040" y="2758440"/>
            <a:ext cx="3962400" cy="2651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061820B6-F48C-C899-7D9B-1418A0F98367}"/>
              </a:ext>
            </a:extLst>
          </p:cNvPr>
          <p:cNvSpPr/>
          <p:nvPr/>
        </p:nvSpPr>
        <p:spPr>
          <a:xfrm rot="5400000">
            <a:off x="3425398" y="3907065"/>
            <a:ext cx="449164" cy="39624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30E22F-4C54-2125-1F8E-3A43B918209A}"/>
                  </a:ext>
                </a:extLst>
              </p:cNvPr>
              <p:cNvSpPr txBox="1"/>
              <p:nvPr/>
            </p:nvSpPr>
            <p:spPr>
              <a:xfrm>
                <a:off x="3487014" y="6215300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30E22F-4C54-2125-1F8E-3A43B9182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014" y="6215300"/>
                <a:ext cx="37093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Brace 9">
            <a:extLst>
              <a:ext uri="{FF2B5EF4-FFF2-40B4-BE49-F238E27FC236}">
                <a16:creationId xmlns:a16="http://schemas.microsoft.com/office/drawing/2014/main" id="{8C3EA896-ADEA-FC79-7B86-3C5A2078052E}"/>
              </a:ext>
            </a:extLst>
          </p:cNvPr>
          <p:cNvSpPr/>
          <p:nvPr/>
        </p:nvSpPr>
        <p:spPr>
          <a:xfrm rot="10800000">
            <a:off x="6953458" y="2758440"/>
            <a:ext cx="449164" cy="2635686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E5C2F-7F1F-55A0-1082-A5F3C23907C2}"/>
                  </a:ext>
                </a:extLst>
              </p:cNvPr>
              <p:cNvSpPr txBox="1"/>
              <p:nvPr/>
            </p:nvSpPr>
            <p:spPr>
              <a:xfrm>
                <a:off x="6560822" y="3891617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E5C2F-7F1F-55A0-1082-A5F3C2390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822" y="3891617"/>
                <a:ext cx="3709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Brace 11">
            <a:extLst>
              <a:ext uri="{FF2B5EF4-FFF2-40B4-BE49-F238E27FC236}">
                <a16:creationId xmlns:a16="http://schemas.microsoft.com/office/drawing/2014/main" id="{AE437610-0C47-AF04-F332-E49344283D29}"/>
              </a:ext>
            </a:extLst>
          </p:cNvPr>
          <p:cNvSpPr/>
          <p:nvPr/>
        </p:nvSpPr>
        <p:spPr>
          <a:xfrm rot="10800000">
            <a:off x="1013128" y="2794544"/>
            <a:ext cx="465151" cy="2615655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1448E8-223E-FD6E-3B30-9C1372AF1C65}"/>
                  </a:ext>
                </a:extLst>
              </p:cNvPr>
              <p:cNvSpPr txBox="1"/>
              <p:nvPr/>
            </p:nvSpPr>
            <p:spPr>
              <a:xfrm>
                <a:off x="563984" y="3891617"/>
                <a:ext cx="4355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1448E8-223E-FD6E-3B30-9C1372AF1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84" y="3891617"/>
                <a:ext cx="43550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>
            <a:extLst>
              <a:ext uri="{FF2B5EF4-FFF2-40B4-BE49-F238E27FC236}">
                <a16:creationId xmlns:a16="http://schemas.microsoft.com/office/drawing/2014/main" id="{A795C687-9859-8929-C480-5BB9E0F27E9F}"/>
              </a:ext>
            </a:extLst>
          </p:cNvPr>
          <p:cNvSpPr/>
          <p:nvPr/>
        </p:nvSpPr>
        <p:spPr>
          <a:xfrm rot="5400000">
            <a:off x="9315658" y="3866345"/>
            <a:ext cx="449164" cy="39624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69A84-7A9C-0F47-799E-20E2FFB8F83E}"/>
                  </a:ext>
                </a:extLst>
              </p:cNvPr>
              <p:cNvSpPr txBox="1"/>
              <p:nvPr/>
            </p:nvSpPr>
            <p:spPr>
              <a:xfrm>
                <a:off x="9377274" y="6174580"/>
                <a:ext cx="374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69A84-7A9C-0F47-799E-20E2FFB8F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7274" y="6174580"/>
                <a:ext cx="3745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63D88C3F-A2A6-7453-CE36-08AFA4E07622}"/>
              </a:ext>
            </a:extLst>
          </p:cNvPr>
          <p:cNvSpPr/>
          <p:nvPr/>
        </p:nvSpPr>
        <p:spPr>
          <a:xfrm>
            <a:off x="10570011" y="3622893"/>
            <a:ext cx="965296" cy="8763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011AD2-4392-B9A5-E78E-D9727B9EF4DE}"/>
              </a:ext>
            </a:extLst>
          </p:cNvPr>
          <p:cNvSpPr/>
          <p:nvPr/>
        </p:nvSpPr>
        <p:spPr>
          <a:xfrm>
            <a:off x="2557015" y="2794545"/>
            <a:ext cx="929999" cy="26517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489D60-6111-A124-57B7-5C0F8C3D96D4}"/>
                  </a:ext>
                </a:extLst>
              </p:cNvPr>
              <p:cNvSpPr txBox="1"/>
              <p:nvPr/>
            </p:nvSpPr>
            <p:spPr>
              <a:xfrm>
                <a:off x="3172977" y="203977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489D60-6111-A124-57B7-5C0F8C3D9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977" y="2039775"/>
                <a:ext cx="62807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76DA68-2D45-9520-8075-353702E9783C}"/>
                  </a:ext>
                </a:extLst>
              </p:cNvPr>
              <p:cNvSpPr txBox="1"/>
              <p:nvPr/>
            </p:nvSpPr>
            <p:spPr>
              <a:xfrm>
                <a:off x="9250532" y="203977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76DA68-2D45-9520-8075-353702E97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532" y="2039775"/>
                <a:ext cx="62807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13966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06170-DB77-F02B-94A6-9811F734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1BF719-63A2-8C06-930D-69234237FC1E}"/>
              </a:ext>
            </a:extLst>
          </p:cNvPr>
          <p:cNvSpPr/>
          <p:nvPr/>
        </p:nvSpPr>
        <p:spPr>
          <a:xfrm>
            <a:off x="2819400" y="160401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E07893-7150-46E5-2DEC-AD267DDE6711}"/>
              </a:ext>
            </a:extLst>
          </p:cNvPr>
          <p:cNvSpPr/>
          <p:nvPr/>
        </p:nvSpPr>
        <p:spPr>
          <a:xfrm>
            <a:off x="4629150" y="160401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6BAA69-3071-08EE-063D-9D73CA6FE713}"/>
              </a:ext>
            </a:extLst>
          </p:cNvPr>
          <p:cNvSpPr/>
          <p:nvPr/>
        </p:nvSpPr>
        <p:spPr>
          <a:xfrm>
            <a:off x="6438900" y="160401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7BA1F5-45D4-116D-2C1F-5ADDA4FCFA8E}"/>
              </a:ext>
            </a:extLst>
          </p:cNvPr>
          <p:cNvSpPr/>
          <p:nvPr/>
        </p:nvSpPr>
        <p:spPr>
          <a:xfrm>
            <a:off x="8248650" y="160401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CC965E2-67B3-290B-2156-797C0EEEF0E2}"/>
              </a:ext>
            </a:extLst>
          </p:cNvPr>
          <p:cNvCxnSpPr>
            <a:cxnSpLocks/>
          </p:cNvCxnSpPr>
          <p:nvPr/>
        </p:nvCxnSpPr>
        <p:spPr>
          <a:xfrm>
            <a:off x="2007870" y="211074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91B49E-679C-7057-2041-4C08B9C84C83}"/>
              </a:ext>
            </a:extLst>
          </p:cNvPr>
          <p:cNvCxnSpPr>
            <a:cxnSpLocks/>
          </p:cNvCxnSpPr>
          <p:nvPr/>
        </p:nvCxnSpPr>
        <p:spPr>
          <a:xfrm>
            <a:off x="3817620" y="208026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8FCF0B-C08A-0E72-267E-51DF082FC49E}"/>
              </a:ext>
            </a:extLst>
          </p:cNvPr>
          <p:cNvCxnSpPr>
            <a:cxnSpLocks/>
          </p:cNvCxnSpPr>
          <p:nvPr/>
        </p:nvCxnSpPr>
        <p:spPr>
          <a:xfrm>
            <a:off x="5627370" y="208026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2FE315A-DFD4-FBB4-B791-C45BD56DFE7E}"/>
              </a:ext>
            </a:extLst>
          </p:cNvPr>
          <p:cNvCxnSpPr>
            <a:cxnSpLocks/>
          </p:cNvCxnSpPr>
          <p:nvPr/>
        </p:nvCxnSpPr>
        <p:spPr>
          <a:xfrm>
            <a:off x="7437120" y="208026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3081E21-D941-F39A-3622-F71845593697}"/>
              </a:ext>
            </a:extLst>
          </p:cNvPr>
          <p:cNvCxnSpPr>
            <a:cxnSpLocks/>
          </p:cNvCxnSpPr>
          <p:nvPr/>
        </p:nvCxnSpPr>
        <p:spPr>
          <a:xfrm>
            <a:off x="3288030" y="1218248"/>
            <a:ext cx="0" cy="38576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81B449D-0D7D-3D48-EE0B-750D51D6B9A9}"/>
              </a:ext>
            </a:extLst>
          </p:cNvPr>
          <p:cNvCxnSpPr>
            <a:cxnSpLocks/>
          </p:cNvCxnSpPr>
          <p:nvPr/>
        </p:nvCxnSpPr>
        <p:spPr>
          <a:xfrm>
            <a:off x="5101590" y="1218248"/>
            <a:ext cx="0" cy="38576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5DEE4D6-E56F-6F77-4948-CCBBC6324BAE}"/>
              </a:ext>
            </a:extLst>
          </p:cNvPr>
          <p:cNvCxnSpPr>
            <a:cxnSpLocks/>
          </p:cNvCxnSpPr>
          <p:nvPr/>
        </p:nvCxnSpPr>
        <p:spPr>
          <a:xfrm>
            <a:off x="6899910" y="1295400"/>
            <a:ext cx="0" cy="30861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CD45F60-18B8-8F1D-5BD9-CD174510C02C}"/>
              </a:ext>
            </a:extLst>
          </p:cNvPr>
          <p:cNvCxnSpPr>
            <a:cxnSpLocks/>
          </p:cNvCxnSpPr>
          <p:nvPr/>
        </p:nvCxnSpPr>
        <p:spPr>
          <a:xfrm>
            <a:off x="8728710" y="1295400"/>
            <a:ext cx="0" cy="30861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E600838-7848-4852-8460-358CEAA57504}"/>
              </a:ext>
            </a:extLst>
          </p:cNvPr>
          <p:cNvCxnSpPr>
            <a:cxnSpLocks/>
          </p:cNvCxnSpPr>
          <p:nvPr/>
        </p:nvCxnSpPr>
        <p:spPr>
          <a:xfrm>
            <a:off x="9246870" y="2080260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CD84CBA-77A1-3247-882A-827D0EE7E481}"/>
              </a:ext>
            </a:extLst>
          </p:cNvPr>
          <p:cNvSpPr/>
          <p:nvPr/>
        </p:nvSpPr>
        <p:spPr>
          <a:xfrm>
            <a:off x="2819400" y="2942273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E7DC33-17D9-DAF5-CC42-3ABD278CE804}"/>
              </a:ext>
            </a:extLst>
          </p:cNvPr>
          <p:cNvSpPr/>
          <p:nvPr/>
        </p:nvSpPr>
        <p:spPr>
          <a:xfrm>
            <a:off x="4629150" y="2942273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B34B4D-29A4-CA29-DEA2-79517859F5E1}"/>
              </a:ext>
            </a:extLst>
          </p:cNvPr>
          <p:cNvSpPr/>
          <p:nvPr/>
        </p:nvSpPr>
        <p:spPr>
          <a:xfrm>
            <a:off x="6438900" y="2942273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68F323-8419-CC6D-9FB4-B24A11CD8299}"/>
              </a:ext>
            </a:extLst>
          </p:cNvPr>
          <p:cNvSpPr/>
          <p:nvPr/>
        </p:nvSpPr>
        <p:spPr>
          <a:xfrm>
            <a:off x="8248650" y="2942273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C68A360-1076-6DF5-1527-C673FCDA1F65}"/>
              </a:ext>
            </a:extLst>
          </p:cNvPr>
          <p:cNvCxnSpPr>
            <a:cxnSpLocks/>
          </p:cNvCxnSpPr>
          <p:nvPr/>
        </p:nvCxnSpPr>
        <p:spPr>
          <a:xfrm>
            <a:off x="2007870" y="3449003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9BBA58B-CE19-3FAA-576F-81991740F70B}"/>
              </a:ext>
            </a:extLst>
          </p:cNvPr>
          <p:cNvCxnSpPr>
            <a:cxnSpLocks/>
          </p:cNvCxnSpPr>
          <p:nvPr/>
        </p:nvCxnSpPr>
        <p:spPr>
          <a:xfrm>
            <a:off x="3817620" y="3418523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0A0ED83-720C-5421-17B0-C99745085B95}"/>
              </a:ext>
            </a:extLst>
          </p:cNvPr>
          <p:cNvCxnSpPr>
            <a:cxnSpLocks/>
          </p:cNvCxnSpPr>
          <p:nvPr/>
        </p:nvCxnSpPr>
        <p:spPr>
          <a:xfrm>
            <a:off x="5627370" y="3418523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E59BE6B-DC09-1582-D8EF-82E92F47882F}"/>
              </a:ext>
            </a:extLst>
          </p:cNvPr>
          <p:cNvCxnSpPr>
            <a:cxnSpLocks/>
          </p:cNvCxnSpPr>
          <p:nvPr/>
        </p:nvCxnSpPr>
        <p:spPr>
          <a:xfrm>
            <a:off x="7437120" y="3418523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F042294-7E2D-5493-1F01-39AB2666CB28}"/>
              </a:ext>
            </a:extLst>
          </p:cNvPr>
          <p:cNvCxnSpPr>
            <a:cxnSpLocks/>
          </p:cNvCxnSpPr>
          <p:nvPr/>
        </p:nvCxnSpPr>
        <p:spPr>
          <a:xfrm>
            <a:off x="3288030" y="2500313"/>
            <a:ext cx="0" cy="44196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33AC59-F8E3-7E79-360B-C36ACF9163A8}"/>
              </a:ext>
            </a:extLst>
          </p:cNvPr>
          <p:cNvCxnSpPr>
            <a:cxnSpLocks/>
          </p:cNvCxnSpPr>
          <p:nvPr/>
        </p:nvCxnSpPr>
        <p:spPr>
          <a:xfrm>
            <a:off x="5101590" y="2500313"/>
            <a:ext cx="0" cy="44196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B53F222-C6F3-9B4C-9F36-7D2E355F84D5}"/>
              </a:ext>
            </a:extLst>
          </p:cNvPr>
          <p:cNvCxnSpPr>
            <a:cxnSpLocks/>
          </p:cNvCxnSpPr>
          <p:nvPr/>
        </p:nvCxnSpPr>
        <p:spPr>
          <a:xfrm>
            <a:off x="6899910" y="2553653"/>
            <a:ext cx="0" cy="38862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607DEBC-D505-9AD4-CB79-EB1364B6760E}"/>
              </a:ext>
            </a:extLst>
          </p:cNvPr>
          <p:cNvCxnSpPr>
            <a:cxnSpLocks/>
          </p:cNvCxnSpPr>
          <p:nvPr/>
        </p:nvCxnSpPr>
        <p:spPr>
          <a:xfrm>
            <a:off x="8728710" y="2553653"/>
            <a:ext cx="0" cy="38862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FBD1516-C4FD-0183-CEC5-E2BB4E00EEC7}"/>
              </a:ext>
            </a:extLst>
          </p:cNvPr>
          <p:cNvCxnSpPr>
            <a:cxnSpLocks/>
          </p:cNvCxnSpPr>
          <p:nvPr/>
        </p:nvCxnSpPr>
        <p:spPr>
          <a:xfrm>
            <a:off x="9246870" y="3418523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B0424DB-4E22-95C7-3EF5-47547F81CB4C}"/>
              </a:ext>
            </a:extLst>
          </p:cNvPr>
          <p:cNvSpPr/>
          <p:nvPr/>
        </p:nvSpPr>
        <p:spPr>
          <a:xfrm>
            <a:off x="2819400" y="4230053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A961465-6B05-5DCE-7DE6-CF89D4423E7A}"/>
              </a:ext>
            </a:extLst>
          </p:cNvPr>
          <p:cNvSpPr/>
          <p:nvPr/>
        </p:nvSpPr>
        <p:spPr>
          <a:xfrm>
            <a:off x="4629150" y="4230053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71F9EF-1665-52C3-F609-BBB8A81DF8DC}"/>
              </a:ext>
            </a:extLst>
          </p:cNvPr>
          <p:cNvSpPr/>
          <p:nvPr/>
        </p:nvSpPr>
        <p:spPr>
          <a:xfrm>
            <a:off x="6438900" y="4230053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4E3A1A-3F17-02E1-917F-2F7BE2659CE2}"/>
              </a:ext>
            </a:extLst>
          </p:cNvPr>
          <p:cNvSpPr/>
          <p:nvPr/>
        </p:nvSpPr>
        <p:spPr>
          <a:xfrm>
            <a:off x="8248650" y="4230053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7E98457-EA8B-5054-027D-05EDBAA4D86E}"/>
              </a:ext>
            </a:extLst>
          </p:cNvPr>
          <p:cNvCxnSpPr>
            <a:cxnSpLocks/>
          </p:cNvCxnSpPr>
          <p:nvPr/>
        </p:nvCxnSpPr>
        <p:spPr>
          <a:xfrm>
            <a:off x="2007870" y="4736783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070C5AE-6004-EC90-04EF-83BE13CB99B2}"/>
              </a:ext>
            </a:extLst>
          </p:cNvPr>
          <p:cNvCxnSpPr>
            <a:cxnSpLocks/>
          </p:cNvCxnSpPr>
          <p:nvPr/>
        </p:nvCxnSpPr>
        <p:spPr>
          <a:xfrm>
            <a:off x="3817620" y="4706303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13B9D65-EEB1-B976-EDA1-137413BD41C4}"/>
              </a:ext>
            </a:extLst>
          </p:cNvPr>
          <p:cNvCxnSpPr>
            <a:cxnSpLocks/>
          </p:cNvCxnSpPr>
          <p:nvPr/>
        </p:nvCxnSpPr>
        <p:spPr>
          <a:xfrm>
            <a:off x="5627370" y="4706303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A8FDDD3-D58E-B205-0AE2-9DFAC3CDBF57}"/>
              </a:ext>
            </a:extLst>
          </p:cNvPr>
          <p:cNvCxnSpPr>
            <a:cxnSpLocks/>
          </p:cNvCxnSpPr>
          <p:nvPr/>
        </p:nvCxnSpPr>
        <p:spPr>
          <a:xfrm>
            <a:off x="7437120" y="4706303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8804EA7-89F8-FCF5-437A-51EEBF1DA48D}"/>
              </a:ext>
            </a:extLst>
          </p:cNvPr>
          <p:cNvCxnSpPr>
            <a:cxnSpLocks/>
          </p:cNvCxnSpPr>
          <p:nvPr/>
        </p:nvCxnSpPr>
        <p:spPr>
          <a:xfrm>
            <a:off x="3288030" y="3874771"/>
            <a:ext cx="0" cy="35528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3711C1E-D30C-66C1-6745-40179AB6DF1C}"/>
              </a:ext>
            </a:extLst>
          </p:cNvPr>
          <p:cNvCxnSpPr>
            <a:cxnSpLocks/>
          </p:cNvCxnSpPr>
          <p:nvPr/>
        </p:nvCxnSpPr>
        <p:spPr>
          <a:xfrm>
            <a:off x="5101590" y="3935731"/>
            <a:ext cx="0" cy="29432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1CFE7AA-A960-00A2-4FB8-84FC8262B4D3}"/>
              </a:ext>
            </a:extLst>
          </p:cNvPr>
          <p:cNvCxnSpPr>
            <a:cxnSpLocks/>
          </p:cNvCxnSpPr>
          <p:nvPr/>
        </p:nvCxnSpPr>
        <p:spPr>
          <a:xfrm>
            <a:off x="6899910" y="3905251"/>
            <a:ext cx="0" cy="32480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536E9F6-D56E-3137-28EE-AC942724D8C9}"/>
              </a:ext>
            </a:extLst>
          </p:cNvPr>
          <p:cNvCxnSpPr>
            <a:cxnSpLocks/>
          </p:cNvCxnSpPr>
          <p:nvPr/>
        </p:nvCxnSpPr>
        <p:spPr>
          <a:xfrm>
            <a:off x="8728710" y="3920491"/>
            <a:ext cx="0" cy="30956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BD177AC-0912-8490-EDA0-8FB4AC37653B}"/>
              </a:ext>
            </a:extLst>
          </p:cNvPr>
          <p:cNvCxnSpPr>
            <a:cxnSpLocks/>
          </p:cNvCxnSpPr>
          <p:nvPr/>
        </p:nvCxnSpPr>
        <p:spPr>
          <a:xfrm>
            <a:off x="9246870" y="4706303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8B4401C1-5087-BDEE-00E7-14274725AC02}"/>
              </a:ext>
            </a:extLst>
          </p:cNvPr>
          <p:cNvSpPr/>
          <p:nvPr/>
        </p:nvSpPr>
        <p:spPr>
          <a:xfrm>
            <a:off x="2819400" y="547878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EDE0CC7-9E33-0300-CE1E-F5BA9EA401A0}"/>
              </a:ext>
            </a:extLst>
          </p:cNvPr>
          <p:cNvSpPr/>
          <p:nvPr/>
        </p:nvSpPr>
        <p:spPr>
          <a:xfrm>
            <a:off x="4629150" y="547878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9538F4D-DC6D-5A3A-CA34-DCFF9FA8DAF5}"/>
              </a:ext>
            </a:extLst>
          </p:cNvPr>
          <p:cNvSpPr/>
          <p:nvPr/>
        </p:nvSpPr>
        <p:spPr>
          <a:xfrm>
            <a:off x="6438900" y="547878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DE99CEE-DB0C-D282-19FF-C23142A3CC1F}"/>
              </a:ext>
            </a:extLst>
          </p:cNvPr>
          <p:cNvSpPr/>
          <p:nvPr/>
        </p:nvSpPr>
        <p:spPr>
          <a:xfrm>
            <a:off x="8248650" y="547878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0A1E565-98F8-675B-E1D2-697507BAE107}"/>
              </a:ext>
            </a:extLst>
          </p:cNvPr>
          <p:cNvCxnSpPr>
            <a:cxnSpLocks/>
          </p:cNvCxnSpPr>
          <p:nvPr/>
        </p:nvCxnSpPr>
        <p:spPr>
          <a:xfrm>
            <a:off x="2007870" y="598551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625E288-0E86-1344-8840-A870DD03EE38}"/>
              </a:ext>
            </a:extLst>
          </p:cNvPr>
          <p:cNvCxnSpPr>
            <a:cxnSpLocks/>
          </p:cNvCxnSpPr>
          <p:nvPr/>
        </p:nvCxnSpPr>
        <p:spPr>
          <a:xfrm>
            <a:off x="3817620" y="595503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BE4FFD8-8586-F60A-BA0B-0AC8D4519F22}"/>
              </a:ext>
            </a:extLst>
          </p:cNvPr>
          <p:cNvCxnSpPr>
            <a:cxnSpLocks/>
          </p:cNvCxnSpPr>
          <p:nvPr/>
        </p:nvCxnSpPr>
        <p:spPr>
          <a:xfrm>
            <a:off x="5627370" y="595503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6519E48-E35B-1160-D768-3E4B26453DE4}"/>
              </a:ext>
            </a:extLst>
          </p:cNvPr>
          <p:cNvCxnSpPr>
            <a:cxnSpLocks/>
          </p:cNvCxnSpPr>
          <p:nvPr/>
        </p:nvCxnSpPr>
        <p:spPr>
          <a:xfrm>
            <a:off x="7437120" y="595503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79B9AC4-F70E-E0D4-12EC-632C89BA7DEE}"/>
              </a:ext>
            </a:extLst>
          </p:cNvPr>
          <p:cNvCxnSpPr>
            <a:cxnSpLocks/>
          </p:cNvCxnSpPr>
          <p:nvPr/>
        </p:nvCxnSpPr>
        <p:spPr>
          <a:xfrm>
            <a:off x="3288030" y="5123498"/>
            <a:ext cx="0" cy="35528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9820298-AC7E-8031-5D13-774FA9F14B16}"/>
              </a:ext>
            </a:extLst>
          </p:cNvPr>
          <p:cNvCxnSpPr>
            <a:cxnSpLocks/>
          </p:cNvCxnSpPr>
          <p:nvPr/>
        </p:nvCxnSpPr>
        <p:spPr>
          <a:xfrm>
            <a:off x="5101590" y="5184458"/>
            <a:ext cx="0" cy="29432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BC190C9-DAAD-B584-7BB5-9A866E1D41E3}"/>
              </a:ext>
            </a:extLst>
          </p:cNvPr>
          <p:cNvCxnSpPr>
            <a:cxnSpLocks/>
          </p:cNvCxnSpPr>
          <p:nvPr/>
        </p:nvCxnSpPr>
        <p:spPr>
          <a:xfrm>
            <a:off x="6899910" y="5153978"/>
            <a:ext cx="0" cy="32480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386D56E-0A7B-CAE5-43B7-126195DFD07D}"/>
              </a:ext>
            </a:extLst>
          </p:cNvPr>
          <p:cNvCxnSpPr>
            <a:cxnSpLocks/>
          </p:cNvCxnSpPr>
          <p:nvPr/>
        </p:nvCxnSpPr>
        <p:spPr>
          <a:xfrm>
            <a:off x="8728710" y="5169218"/>
            <a:ext cx="0" cy="30956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53534BE-B85D-6336-BB46-AFEF93DE307B}"/>
              </a:ext>
            </a:extLst>
          </p:cNvPr>
          <p:cNvCxnSpPr>
            <a:cxnSpLocks/>
          </p:cNvCxnSpPr>
          <p:nvPr/>
        </p:nvCxnSpPr>
        <p:spPr>
          <a:xfrm>
            <a:off x="9246870" y="5955030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3FCA0746-205A-9560-FB7B-1984ACCF18CB}"/>
              </a:ext>
            </a:extLst>
          </p:cNvPr>
          <p:cNvCxnSpPr>
            <a:cxnSpLocks/>
          </p:cNvCxnSpPr>
          <p:nvPr/>
        </p:nvCxnSpPr>
        <p:spPr>
          <a:xfrm>
            <a:off x="3288030" y="6385560"/>
            <a:ext cx="0" cy="38576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4A87034B-8D37-4952-EB3C-4E7CF3F7A13A}"/>
              </a:ext>
            </a:extLst>
          </p:cNvPr>
          <p:cNvCxnSpPr>
            <a:cxnSpLocks/>
          </p:cNvCxnSpPr>
          <p:nvPr/>
        </p:nvCxnSpPr>
        <p:spPr>
          <a:xfrm>
            <a:off x="5101590" y="6385560"/>
            <a:ext cx="0" cy="38576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D76115CE-DCE9-6DFC-598B-AD503C49DF04}"/>
              </a:ext>
            </a:extLst>
          </p:cNvPr>
          <p:cNvCxnSpPr>
            <a:cxnSpLocks/>
          </p:cNvCxnSpPr>
          <p:nvPr/>
        </p:nvCxnSpPr>
        <p:spPr>
          <a:xfrm>
            <a:off x="6899910" y="6462712"/>
            <a:ext cx="0" cy="30861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94A45DDD-AB65-20E8-A21C-D7A1486B6F4D}"/>
              </a:ext>
            </a:extLst>
          </p:cNvPr>
          <p:cNvCxnSpPr>
            <a:cxnSpLocks/>
          </p:cNvCxnSpPr>
          <p:nvPr/>
        </p:nvCxnSpPr>
        <p:spPr>
          <a:xfrm>
            <a:off x="8728710" y="6462712"/>
            <a:ext cx="0" cy="30861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B33F2228-94C5-4051-8718-AB0557279D24}"/>
                  </a:ext>
                </a:extLst>
              </p:cNvPr>
              <p:cNvSpPr txBox="1"/>
              <p:nvPr/>
            </p:nvSpPr>
            <p:spPr>
              <a:xfrm>
                <a:off x="0" y="1900741"/>
                <a:ext cx="5848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B33F2228-94C5-4051-8718-AB0557279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900741"/>
                <a:ext cx="58484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1C5533D4-BB45-51FD-6B18-2932A1D8BC03}"/>
                  </a:ext>
                </a:extLst>
              </p:cNvPr>
              <p:cNvSpPr txBox="1"/>
              <p:nvPr/>
            </p:nvSpPr>
            <p:spPr>
              <a:xfrm>
                <a:off x="544353" y="1910834"/>
                <a:ext cx="5795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1C5533D4-BB45-51FD-6B18-2932A1D8B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353" y="1910834"/>
                <a:ext cx="57951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C3A841C-FA0E-29FF-0068-2C38F376E7D1}"/>
              </a:ext>
            </a:extLst>
          </p:cNvPr>
          <p:cNvSpPr txBox="1"/>
          <p:nvPr/>
        </p:nvSpPr>
        <p:spPr>
          <a:xfrm>
            <a:off x="645022" y="2296002"/>
            <a:ext cx="107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Column 1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CE2260F-FF55-4566-FB66-4E6265FD96FD}"/>
              </a:ext>
            </a:extLst>
          </p:cNvPr>
          <p:cNvCxnSpPr>
            <a:cxnSpLocks/>
          </p:cNvCxnSpPr>
          <p:nvPr/>
        </p:nvCxnSpPr>
        <p:spPr>
          <a:xfrm>
            <a:off x="775334" y="2747963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0C365DE6-5ADE-069B-BD1F-AF2F8E2FD59E}"/>
              </a:ext>
            </a:extLst>
          </p:cNvPr>
          <p:cNvSpPr txBox="1"/>
          <p:nvPr/>
        </p:nvSpPr>
        <p:spPr>
          <a:xfrm>
            <a:off x="656374" y="3599118"/>
            <a:ext cx="107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Column 2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C5C3136-6A81-9D1C-4437-2D432C28F2F5}"/>
              </a:ext>
            </a:extLst>
          </p:cNvPr>
          <p:cNvCxnSpPr>
            <a:cxnSpLocks/>
          </p:cNvCxnSpPr>
          <p:nvPr/>
        </p:nvCxnSpPr>
        <p:spPr>
          <a:xfrm>
            <a:off x="786686" y="4051079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03FA50F-407C-617B-12BE-174A2C770063}"/>
                  </a:ext>
                </a:extLst>
              </p:cNvPr>
              <p:cNvSpPr txBox="1"/>
              <p:nvPr/>
            </p:nvSpPr>
            <p:spPr>
              <a:xfrm>
                <a:off x="1468839" y="1910834"/>
                <a:ext cx="849784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−1,0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03FA50F-407C-617B-12BE-174A2C770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839" y="1910834"/>
                <a:ext cx="849784" cy="390748"/>
              </a:xfrm>
              <a:prstGeom prst="rect">
                <a:avLst/>
              </a:prstGeom>
              <a:blipFill>
                <a:blip r:embed="rId4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F37EB85-EF7E-EC02-0A7C-ACEE3F292B2A}"/>
                  </a:ext>
                </a:extLst>
              </p:cNvPr>
              <p:cNvSpPr txBox="1"/>
              <p:nvPr/>
            </p:nvSpPr>
            <p:spPr>
              <a:xfrm>
                <a:off x="-54918" y="3301262"/>
                <a:ext cx="5848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F37EB85-EF7E-EC02-0A7C-ACEE3F292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4918" y="3301262"/>
                <a:ext cx="58484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3762E68-2EA3-B360-4C9F-A9689BEE0E09}"/>
                  </a:ext>
                </a:extLst>
              </p:cNvPr>
              <p:cNvSpPr txBox="1"/>
              <p:nvPr/>
            </p:nvSpPr>
            <p:spPr>
              <a:xfrm>
                <a:off x="489435" y="3311355"/>
                <a:ext cx="5795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3762E68-2EA3-B360-4C9F-A9689BEE0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35" y="3311355"/>
                <a:ext cx="57951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C9046E9-61DF-0CF7-BE28-47E9E7929800}"/>
                  </a:ext>
                </a:extLst>
              </p:cNvPr>
              <p:cNvSpPr txBox="1"/>
              <p:nvPr/>
            </p:nvSpPr>
            <p:spPr>
              <a:xfrm>
                <a:off x="1413921" y="3311355"/>
                <a:ext cx="849784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−1,1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C9046E9-61DF-0CF7-BE28-47E9E7929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921" y="3311355"/>
                <a:ext cx="849784" cy="390748"/>
              </a:xfrm>
              <a:prstGeom prst="rect">
                <a:avLst/>
              </a:prstGeom>
              <a:blipFill>
                <a:blip r:embed="rId7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7D1E902-F32F-4276-51BF-8AF2E822E3D4}"/>
                  </a:ext>
                </a:extLst>
              </p:cNvPr>
              <p:cNvSpPr txBox="1"/>
              <p:nvPr/>
            </p:nvSpPr>
            <p:spPr>
              <a:xfrm>
                <a:off x="-40487" y="4373144"/>
                <a:ext cx="5848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7D1E902-F32F-4276-51BF-8AF2E822E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487" y="4373144"/>
                <a:ext cx="58484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A6C87AF-5DE1-DA60-A89C-30D81E4F0364}"/>
                  </a:ext>
                </a:extLst>
              </p:cNvPr>
              <p:cNvSpPr txBox="1"/>
              <p:nvPr/>
            </p:nvSpPr>
            <p:spPr>
              <a:xfrm>
                <a:off x="503866" y="4383237"/>
                <a:ext cx="5795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A6C87AF-5DE1-DA60-A89C-30D81E4F0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866" y="4383237"/>
                <a:ext cx="57951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377A7F0-8A4A-86E7-B34B-033158B2F966}"/>
                  </a:ext>
                </a:extLst>
              </p:cNvPr>
              <p:cNvSpPr txBox="1"/>
              <p:nvPr/>
            </p:nvSpPr>
            <p:spPr>
              <a:xfrm>
                <a:off x="1428352" y="4383237"/>
                <a:ext cx="849784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−1,3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377A7F0-8A4A-86E7-B34B-033158B2F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352" y="4383237"/>
                <a:ext cx="849784" cy="390748"/>
              </a:xfrm>
              <a:prstGeom prst="rect">
                <a:avLst/>
              </a:prstGeom>
              <a:blipFill>
                <a:blip r:embed="rId10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id="{54446D96-04A1-381B-0DB5-2D10BBE34ADA}"/>
              </a:ext>
            </a:extLst>
          </p:cNvPr>
          <p:cNvSpPr txBox="1"/>
          <p:nvPr/>
        </p:nvSpPr>
        <p:spPr>
          <a:xfrm>
            <a:off x="677703" y="4798024"/>
            <a:ext cx="107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Column 3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BE4780C-4012-27FC-7AFE-BD63D57076A8}"/>
              </a:ext>
            </a:extLst>
          </p:cNvPr>
          <p:cNvCxnSpPr>
            <a:cxnSpLocks/>
          </p:cNvCxnSpPr>
          <p:nvPr/>
        </p:nvCxnSpPr>
        <p:spPr>
          <a:xfrm>
            <a:off x="808015" y="5249985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BB9731B-AAC3-6229-533A-3232964B7C17}"/>
                  </a:ext>
                </a:extLst>
              </p:cNvPr>
              <p:cNvSpPr txBox="1"/>
              <p:nvPr/>
            </p:nvSpPr>
            <p:spPr>
              <a:xfrm>
                <a:off x="672019" y="6278046"/>
                <a:ext cx="11204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Column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BB9731B-AAC3-6229-533A-3232964B7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19" y="6278046"/>
                <a:ext cx="1120444" cy="369332"/>
              </a:xfrm>
              <a:prstGeom prst="rect">
                <a:avLst/>
              </a:prstGeom>
              <a:blipFill>
                <a:blip r:embed="rId11"/>
                <a:stretch>
                  <a:fillRect l="-434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B9709FB-E176-110B-B86E-09DB06C5FFB4}"/>
              </a:ext>
            </a:extLst>
          </p:cNvPr>
          <p:cNvCxnSpPr>
            <a:cxnSpLocks/>
          </p:cNvCxnSpPr>
          <p:nvPr/>
        </p:nvCxnSpPr>
        <p:spPr>
          <a:xfrm>
            <a:off x="802331" y="6730007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95BCD82-8F76-94E1-9661-8010B90253A8}"/>
                  </a:ext>
                </a:extLst>
              </p:cNvPr>
              <p:cNvSpPr txBox="1"/>
              <p:nvPr/>
            </p:nvSpPr>
            <p:spPr>
              <a:xfrm>
                <a:off x="0" y="5538308"/>
                <a:ext cx="814518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95BCD82-8F76-94E1-9661-8010B9025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538308"/>
                <a:ext cx="814518" cy="390748"/>
              </a:xfrm>
              <a:prstGeom prst="rect">
                <a:avLst/>
              </a:prstGeom>
              <a:blipFill>
                <a:blip r:embed="rId12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2BF743B-E6D8-7ED2-2B23-6C6F784599F8}"/>
                  </a:ext>
                </a:extLst>
              </p:cNvPr>
              <p:cNvSpPr txBox="1"/>
              <p:nvPr/>
            </p:nvSpPr>
            <p:spPr>
              <a:xfrm>
                <a:off x="678786" y="5548401"/>
                <a:ext cx="809196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2BF743B-E6D8-7ED2-2B23-6C6F78459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786" y="5548401"/>
                <a:ext cx="809196" cy="390748"/>
              </a:xfrm>
              <a:prstGeom prst="rect">
                <a:avLst/>
              </a:prstGeom>
              <a:blipFill>
                <a:blip r:embed="rId13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89362ED-7AFB-20F3-4273-17B9AEF9EDE0}"/>
                  </a:ext>
                </a:extLst>
              </p:cNvPr>
              <p:cNvSpPr txBox="1"/>
              <p:nvPr/>
            </p:nvSpPr>
            <p:spPr>
              <a:xfrm>
                <a:off x="1468839" y="5548401"/>
                <a:ext cx="1079463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89362ED-7AFB-20F3-4273-17B9AEF9E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839" y="5548401"/>
                <a:ext cx="1079463" cy="390748"/>
              </a:xfrm>
              <a:prstGeom prst="rect">
                <a:avLst/>
              </a:prstGeom>
              <a:blipFill>
                <a:blip r:embed="rId14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7328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9996F-8712-1BBB-9F24-10648289A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D1784E-0D0F-4F98-5534-31689B9B39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Lets first calculate time for a single iteration of the steps below.</a:t>
                </a:r>
              </a:p>
              <a:p>
                <a:endParaRPr lang="en-US" dirty="0"/>
              </a:p>
              <a:p>
                <a:r>
                  <a:rPr lang="en-US" dirty="0"/>
                  <a:t>Steps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Load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blocks of B Matrix into systolic array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Stream in rows of Matrix A from the corresponding columns vertically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Collect output horizontally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D1784E-0D0F-4F98-5534-31689B9B39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62119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4128-4CF4-87C9-DA64-9970B0D4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EBCAAB-28C8-1B9D-C700-B2509A7B39E2}"/>
              </a:ext>
            </a:extLst>
          </p:cNvPr>
          <p:cNvSpPr/>
          <p:nvPr/>
        </p:nvSpPr>
        <p:spPr>
          <a:xfrm>
            <a:off x="1691281" y="2794545"/>
            <a:ext cx="3962400" cy="2651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6B0210-B89C-94EA-761E-D4B5C7AF4A2E}"/>
              </a:ext>
            </a:extLst>
          </p:cNvPr>
          <p:cNvSpPr/>
          <p:nvPr/>
        </p:nvSpPr>
        <p:spPr>
          <a:xfrm>
            <a:off x="7559040" y="2758440"/>
            <a:ext cx="3962400" cy="2651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061820B6-F48C-C899-7D9B-1418A0F98367}"/>
              </a:ext>
            </a:extLst>
          </p:cNvPr>
          <p:cNvSpPr/>
          <p:nvPr/>
        </p:nvSpPr>
        <p:spPr>
          <a:xfrm rot="5400000">
            <a:off x="3425398" y="3907065"/>
            <a:ext cx="449164" cy="39624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30E22F-4C54-2125-1F8E-3A43B918209A}"/>
                  </a:ext>
                </a:extLst>
              </p:cNvPr>
              <p:cNvSpPr txBox="1"/>
              <p:nvPr/>
            </p:nvSpPr>
            <p:spPr>
              <a:xfrm>
                <a:off x="3487014" y="6215300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30E22F-4C54-2125-1F8E-3A43B9182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014" y="6215300"/>
                <a:ext cx="37093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Brace 9">
            <a:extLst>
              <a:ext uri="{FF2B5EF4-FFF2-40B4-BE49-F238E27FC236}">
                <a16:creationId xmlns:a16="http://schemas.microsoft.com/office/drawing/2014/main" id="{8C3EA896-ADEA-FC79-7B86-3C5A2078052E}"/>
              </a:ext>
            </a:extLst>
          </p:cNvPr>
          <p:cNvSpPr/>
          <p:nvPr/>
        </p:nvSpPr>
        <p:spPr>
          <a:xfrm rot="10800000">
            <a:off x="6953458" y="2758440"/>
            <a:ext cx="449164" cy="2635686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E5C2F-7F1F-55A0-1082-A5F3C23907C2}"/>
                  </a:ext>
                </a:extLst>
              </p:cNvPr>
              <p:cNvSpPr txBox="1"/>
              <p:nvPr/>
            </p:nvSpPr>
            <p:spPr>
              <a:xfrm>
                <a:off x="6560822" y="3891617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E5C2F-7F1F-55A0-1082-A5F3C2390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822" y="3891617"/>
                <a:ext cx="3709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Brace 11">
            <a:extLst>
              <a:ext uri="{FF2B5EF4-FFF2-40B4-BE49-F238E27FC236}">
                <a16:creationId xmlns:a16="http://schemas.microsoft.com/office/drawing/2014/main" id="{AE437610-0C47-AF04-F332-E49344283D29}"/>
              </a:ext>
            </a:extLst>
          </p:cNvPr>
          <p:cNvSpPr/>
          <p:nvPr/>
        </p:nvSpPr>
        <p:spPr>
          <a:xfrm rot="10800000">
            <a:off x="1013128" y="2794544"/>
            <a:ext cx="465151" cy="2615655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1448E8-223E-FD6E-3B30-9C1372AF1C65}"/>
                  </a:ext>
                </a:extLst>
              </p:cNvPr>
              <p:cNvSpPr txBox="1"/>
              <p:nvPr/>
            </p:nvSpPr>
            <p:spPr>
              <a:xfrm>
                <a:off x="563984" y="3891617"/>
                <a:ext cx="4355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1448E8-223E-FD6E-3B30-9C1372AF1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84" y="3891617"/>
                <a:ext cx="43550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>
            <a:extLst>
              <a:ext uri="{FF2B5EF4-FFF2-40B4-BE49-F238E27FC236}">
                <a16:creationId xmlns:a16="http://schemas.microsoft.com/office/drawing/2014/main" id="{A795C687-9859-8929-C480-5BB9E0F27E9F}"/>
              </a:ext>
            </a:extLst>
          </p:cNvPr>
          <p:cNvSpPr/>
          <p:nvPr/>
        </p:nvSpPr>
        <p:spPr>
          <a:xfrm rot="5400000">
            <a:off x="9315658" y="3866345"/>
            <a:ext cx="449164" cy="39624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69A84-7A9C-0F47-799E-20E2FFB8F83E}"/>
                  </a:ext>
                </a:extLst>
              </p:cNvPr>
              <p:cNvSpPr txBox="1"/>
              <p:nvPr/>
            </p:nvSpPr>
            <p:spPr>
              <a:xfrm>
                <a:off x="9377274" y="6174580"/>
                <a:ext cx="374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69A84-7A9C-0F47-799E-20E2FFB8F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7274" y="6174580"/>
                <a:ext cx="3745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63D88C3F-A2A6-7453-CE36-08AFA4E07622}"/>
              </a:ext>
            </a:extLst>
          </p:cNvPr>
          <p:cNvSpPr/>
          <p:nvPr/>
        </p:nvSpPr>
        <p:spPr>
          <a:xfrm>
            <a:off x="7564214" y="2780525"/>
            <a:ext cx="965296" cy="8763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011AD2-4392-B9A5-E78E-D9727B9EF4DE}"/>
              </a:ext>
            </a:extLst>
          </p:cNvPr>
          <p:cNvSpPr/>
          <p:nvPr/>
        </p:nvSpPr>
        <p:spPr>
          <a:xfrm>
            <a:off x="1691281" y="2780525"/>
            <a:ext cx="929999" cy="26517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725E11-BDAC-7897-5D2C-CCFADD26021D}"/>
                  </a:ext>
                </a:extLst>
              </p:cNvPr>
              <p:cNvSpPr txBox="1"/>
              <p:nvPr/>
            </p:nvSpPr>
            <p:spPr>
              <a:xfrm>
                <a:off x="3172977" y="203977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725E11-BDAC-7897-5D2C-CCFADD260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977" y="2039775"/>
                <a:ext cx="62807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B87E4A-8F66-3D5D-9CC0-CC9A68647825}"/>
                  </a:ext>
                </a:extLst>
              </p:cNvPr>
              <p:cNvSpPr txBox="1"/>
              <p:nvPr/>
            </p:nvSpPr>
            <p:spPr>
              <a:xfrm>
                <a:off x="9250532" y="203977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B87E4A-8F66-3D5D-9CC0-CC9A68647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532" y="2039775"/>
                <a:ext cx="62807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CB4B7A8-F5AC-C859-D4E5-3F0E9FA1E714}"/>
              </a:ext>
            </a:extLst>
          </p:cNvPr>
          <p:cNvCxnSpPr/>
          <p:nvPr/>
        </p:nvCxnSpPr>
        <p:spPr>
          <a:xfrm>
            <a:off x="7515036" y="2567587"/>
            <a:ext cx="101447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3EA6598-9E8A-5065-0D22-8E676EC68EC4}"/>
              </a:ext>
            </a:extLst>
          </p:cNvPr>
          <p:cNvCxnSpPr>
            <a:cxnSpLocks/>
          </p:cNvCxnSpPr>
          <p:nvPr/>
        </p:nvCxnSpPr>
        <p:spPr>
          <a:xfrm>
            <a:off x="8678726" y="2780525"/>
            <a:ext cx="0" cy="89232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AA5CDF5-77CC-0130-AC65-36EB067427B8}"/>
                  </a:ext>
                </a:extLst>
              </p:cNvPr>
              <p:cNvSpPr txBox="1"/>
              <p:nvPr/>
            </p:nvSpPr>
            <p:spPr>
              <a:xfrm>
                <a:off x="7787539" y="2240583"/>
                <a:ext cx="3686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AA5CDF5-77CC-0130-AC65-36EB06742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539" y="2240583"/>
                <a:ext cx="368626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44038AA-337D-4B43-26AB-A7214A7C74A0}"/>
                  </a:ext>
                </a:extLst>
              </p:cNvPr>
              <p:cNvSpPr txBox="1"/>
              <p:nvPr/>
            </p:nvSpPr>
            <p:spPr>
              <a:xfrm>
                <a:off x="8685928" y="3042021"/>
                <a:ext cx="3686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44038AA-337D-4B43-26AB-A7214A7C7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5928" y="3042021"/>
                <a:ext cx="368626" cy="369332"/>
              </a:xfrm>
              <a:prstGeom prst="rect">
                <a:avLst/>
              </a:prstGeom>
              <a:blipFill>
                <a:blip r:embed="rId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A933AD1-8469-2032-1844-8737F748BE0D}"/>
              </a:ext>
            </a:extLst>
          </p:cNvPr>
          <p:cNvCxnSpPr/>
          <p:nvPr/>
        </p:nvCxnSpPr>
        <p:spPr>
          <a:xfrm>
            <a:off x="1672266" y="2622498"/>
            <a:ext cx="101447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0EE3620-BE86-25B3-E9A3-C3925D0F8C8D}"/>
                  </a:ext>
                </a:extLst>
              </p:cNvPr>
              <p:cNvSpPr txBox="1"/>
              <p:nvPr/>
            </p:nvSpPr>
            <p:spPr>
              <a:xfrm>
                <a:off x="1944769" y="2295494"/>
                <a:ext cx="3686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0EE3620-BE86-25B3-E9A3-C3925D0F8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769" y="2295494"/>
                <a:ext cx="368626" cy="369332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43055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952C7-3FFB-6CAB-18A4-09366F7FB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418CD2-25C1-23B7-731E-F45BBFA349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Loading B matrix into the systolic array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Time -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??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418CD2-25C1-23B7-731E-F45BBFA349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847650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952C7-3FFB-6CAB-18A4-09366F7FB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418CD2-25C1-23B7-731E-F45BBFA349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Loading a block B matrix into the systolic array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Time -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cycles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418CD2-25C1-23B7-731E-F45BBFA349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157991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F82F8-5C28-3B20-DC1F-214C0ACF4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E9B1D8-69F9-20C4-181F-9DF9952599AE}"/>
              </a:ext>
            </a:extLst>
          </p:cNvPr>
          <p:cNvSpPr/>
          <p:nvPr/>
        </p:nvSpPr>
        <p:spPr>
          <a:xfrm>
            <a:off x="3467100" y="466725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A68A98-7507-E4D0-7998-10BE4D27AE59}"/>
              </a:ext>
            </a:extLst>
          </p:cNvPr>
          <p:cNvSpPr/>
          <p:nvPr/>
        </p:nvSpPr>
        <p:spPr>
          <a:xfrm>
            <a:off x="5276850" y="466725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6E944E-1C2C-44D2-CC47-C4725913313F}"/>
              </a:ext>
            </a:extLst>
          </p:cNvPr>
          <p:cNvSpPr/>
          <p:nvPr/>
        </p:nvSpPr>
        <p:spPr>
          <a:xfrm>
            <a:off x="7086600" y="466725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C5EFE1-FBF6-E022-8BB9-4DD0436D31B6}"/>
              </a:ext>
            </a:extLst>
          </p:cNvPr>
          <p:cNvSpPr/>
          <p:nvPr/>
        </p:nvSpPr>
        <p:spPr>
          <a:xfrm>
            <a:off x="8896350" y="466725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C343991-551A-4150-F1A4-B6BD734A295C}"/>
              </a:ext>
            </a:extLst>
          </p:cNvPr>
          <p:cNvCxnSpPr>
            <a:cxnSpLocks/>
          </p:cNvCxnSpPr>
          <p:nvPr/>
        </p:nvCxnSpPr>
        <p:spPr>
          <a:xfrm>
            <a:off x="4465320" y="514350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D27FE41-3FD0-2847-E886-0073DD6EE78A}"/>
              </a:ext>
            </a:extLst>
          </p:cNvPr>
          <p:cNvCxnSpPr>
            <a:cxnSpLocks/>
          </p:cNvCxnSpPr>
          <p:nvPr/>
        </p:nvCxnSpPr>
        <p:spPr>
          <a:xfrm>
            <a:off x="6275070" y="514350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9000C8D-3189-652F-C660-E1C26A44E338}"/>
              </a:ext>
            </a:extLst>
          </p:cNvPr>
          <p:cNvCxnSpPr>
            <a:cxnSpLocks/>
          </p:cNvCxnSpPr>
          <p:nvPr/>
        </p:nvCxnSpPr>
        <p:spPr>
          <a:xfrm>
            <a:off x="8084820" y="514350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DEDD1D-0EEE-440D-18A2-ADA4C6C23280}"/>
              </a:ext>
            </a:extLst>
          </p:cNvPr>
          <p:cNvCxnSpPr/>
          <p:nvPr/>
        </p:nvCxnSpPr>
        <p:spPr>
          <a:xfrm>
            <a:off x="3935730" y="400812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5A2BF77-34EB-B574-47F7-6FA2DAC329A8}"/>
              </a:ext>
            </a:extLst>
          </p:cNvPr>
          <p:cNvCxnSpPr/>
          <p:nvPr/>
        </p:nvCxnSpPr>
        <p:spPr>
          <a:xfrm>
            <a:off x="5749290" y="400812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17EA263-1693-B436-CA90-9B24506B700A}"/>
              </a:ext>
            </a:extLst>
          </p:cNvPr>
          <p:cNvCxnSpPr/>
          <p:nvPr/>
        </p:nvCxnSpPr>
        <p:spPr>
          <a:xfrm>
            <a:off x="7547610" y="400812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110B94A-ED23-AADB-C619-3B8B85E12182}"/>
              </a:ext>
            </a:extLst>
          </p:cNvPr>
          <p:cNvCxnSpPr/>
          <p:nvPr/>
        </p:nvCxnSpPr>
        <p:spPr>
          <a:xfrm>
            <a:off x="9376410" y="400812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E8DFED-8B32-44C0-EDD7-AB4E946BED47}"/>
                  </a:ext>
                </a:extLst>
              </p:cNvPr>
              <p:cNvSpPr txBox="1"/>
              <p:nvPr/>
            </p:nvSpPr>
            <p:spPr>
              <a:xfrm>
                <a:off x="3671930" y="3493889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E8DFED-8B32-44C0-EDD7-AB4E946BE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930" y="3493889"/>
                <a:ext cx="58855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489D923-D71B-9132-9371-CEBAE6A23709}"/>
                  </a:ext>
                </a:extLst>
              </p:cNvPr>
              <p:cNvSpPr txBox="1"/>
              <p:nvPr/>
            </p:nvSpPr>
            <p:spPr>
              <a:xfrm>
                <a:off x="3641450" y="2809637"/>
                <a:ext cx="5832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489D923-D71B-9132-9371-CEBAE6A23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1450" y="2809637"/>
                <a:ext cx="58323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187E27B-C569-A59C-B90F-C9586C1E695A}"/>
                  </a:ext>
                </a:extLst>
              </p:cNvPr>
              <p:cNvSpPr txBox="1"/>
              <p:nvPr/>
            </p:nvSpPr>
            <p:spPr>
              <a:xfrm>
                <a:off x="5386430" y="2809637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187E27B-C569-A59C-B90F-C9586C1E6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6430" y="2809637"/>
                <a:ext cx="58855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577863F-B383-6630-52C9-862666F51998}"/>
                  </a:ext>
                </a:extLst>
              </p:cNvPr>
              <p:cNvSpPr txBox="1"/>
              <p:nvPr/>
            </p:nvSpPr>
            <p:spPr>
              <a:xfrm>
                <a:off x="3588110" y="2017514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577863F-B383-6630-52C9-862666F51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8110" y="2017514"/>
                <a:ext cx="58855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FF5A9F-313E-7A02-EACB-A5DB1DE07763}"/>
                  </a:ext>
                </a:extLst>
              </p:cNvPr>
              <p:cNvSpPr txBox="1"/>
              <p:nvPr/>
            </p:nvSpPr>
            <p:spPr>
              <a:xfrm>
                <a:off x="5333090" y="2017514"/>
                <a:ext cx="5832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FF5A9F-313E-7A02-EACB-A5DB1DE07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090" y="2017514"/>
                <a:ext cx="58323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E702DFA-50F1-19A0-F1E4-B01D5747F24A}"/>
                  </a:ext>
                </a:extLst>
              </p:cNvPr>
              <p:cNvSpPr txBox="1"/>
              <p:nvPr/>
            </p:nvSpPr>
            <p:spPr>
              <a:xfrm>
                <a:off x="3588110" y="1391067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E702DFA-50F1-19A0-F1E4-B01D5747F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8110" y="1391067"/>
                <a:ext cx="58855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30B744C-2D2A-98B4-748C-24835BD5624B}"/>
                  </a:ext>
                </a:extLst>
              </p:cNvPr>
              <p:cNvSpPr txBox="1"/>
              <p:nvPr/>
            </p:nvSpPr>
            <p:spPr>
              <a:xfrm>
                <a:off x="5333090" y="1391067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30B744C-2D2A-98B4-748C-24835BD56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090" y="1391067"/>
                <a:ext cx="58855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45A3BD5-C998-CBF6-FD8C-CE20C91C3527}"/>
                  </a:ext>
                </a:extLst>
              </p:cNvPr>
              <p:cNvSpPr txBox="1"/>
              <p:nvPr/>
            </p:nvSpPr>
            <p:spPr>
              <a:xfrm>
                <a:off x="7255991" y="2038290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45A3BD5-C998-CBF6-FD8C-CE20C91C3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991" y="2038290"/>
                <a:ext cx="58855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865507D-CBEC-C407-44F0-4EA3417C00BA}"/>
                  </a:ext>
                </a:extLst>
              </p:cNvPr>
              <p:cNvSpPr txBox="1"/>
              <p:nvPr/>
            </p:nvSpPr>
            <p:spPr>
              <a:xfrm>
                <a:off x="7221461" y="1391067"/>
                <a:ext cx="5832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865507D-CBEC-C407-44F0-4EA3417C0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1461" y="1391067"/>
                <a:ext cx="58323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17BC586-ABB9-6CE4-4FF3-E81B8C5B44B1}"/>
                  </a:ext>
                </a:extLst>
              </p:cNvPr>
              <p:cNvSpPr txBox="1"/>
              <p:nvPr/>
            </p:nvSpPr>
            <p:spPr>
              <a:xfrm>
                <a:off x="8683351" y="1391067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17BC586-ABB9-6CE4-4FF3-E81B8C5B4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3351" y="1391067"/>
                <a:ext cx="58855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E968E8F-4AEE-A04F-0799-5E65387074BD}"/>
              </a:ext>
            </a:extLst>
          </p:cNvPr>
          <p:cNvCxnSpPr>
            <a:cxnSpLocks/>
          </p:cNvCxnSpPr>
          <p:nvPr/>
        </p:nvCxnSpPr>
        <p:spPr>
          <a:xfrm>
            <a:off x="9894570" y="509016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272914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35574-BF9F-EFBB-DC16-640E7C37D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293ACC-A372-E9A9-DA4D-3B63537368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Time for Steps 2 and 3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</m:oMath>
                </a14:m>
                <a:r>
                  <a:rPr lang="en-US" dirty="0"/>
                  <a:t> produced in cycle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(after loading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matrix) as output of row 1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293ACC-A372-E9A9-DA4D-3B63537368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759495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F82F8-5C28-3B20-DC1F-214C0ACF4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E9B1D8-69F9-20C4-181F-9DF9952599AE}"/>
              </a:ext>
            </a:extLst>
          </p:cNvPr>
          <p:cNvSpPr/>
          <p:nvPr/>
        </p:nvSpPr>
        <p:spPr>
          <a:xfrm>
            <a:off x="3467100" y="466725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A68A98-7507-E4D0-7998-10BE4D27AE59}"/>
              </a:ext>
            </a:extLst>
          </p:cNvPr>
          <p:cNvSpPr/>
          <p:nvPr/>
        </p:nvSpPr>
        <p:spPr>
          <a:xfrm>
            <a:off x="5276850" y="466725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6E944E-1C2C-44D2-CC47-C4725913313F}"/>
              </a:ext>
            </a:extLst>
          </p:cNvPr>
          <p:cNvSpPr/>
          <p:nvPr/>
        </p:nvSpPr>
        <p:spPr>
          <a:xfrm>
            <a:off x="7086600" y="466725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C5EFE1-FBF6-E022-8BB9-4DD0436D31B6}"/>
              </a:ext>
            </a:extLst>
          </p:cNvPr>
          <p:cNvSpPr/>
          <p:nvPr/>
        </p:nvSpPr>
        <p:spPr>
          <a:xfrm>
            <a:off x="8896350" y="466725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C343991-551A-4150-F1A4-B6BD734A295C}"/>
              </a:ext>
            </a:extLst>
          </p:cNvPr>
          <p:cNvCxnSpPr>
            <a:cxnSpLocks/>
          </p:cNvCxnSpPr>
          <p:nvPr/>
        </p:nvCxnSpPr>
        <p:spPr>
          <a:xfrm>
            <a:off x="4465320" y="514350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D27FE41-3FD0-2847-E886-0073DD6EE78A}"/>
              </a:ext>
            </a:extLst>
          </p:cNvPr>
          <p:cNvCxnSpPr>
            <a:cxnSpLocks/>
          </p:cNvCxnSpPr>
          <p:nvPr/>
        </p:nvCxnSpPr>
        <p:spPr>
          <a:xfrm>
            <a:off x="6275070" y="514350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9000C8D-3189-652F-C660-E1C26A44E338}"/>
              </a:ext>
            </a:extLst>
          </p:cNvPr>
          <p:cNvCxnSpPr>
            <a:cxnSpLocks/>
          </p:cNvCxnSpPr>
          <p:nvPr/>
        </p:nvCxnSpPr>
        <p:spPr>
          <a:xfrm>
            <a:off x="8084820" y="514350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DEDD1D-0EEE-440D-18A2-ADA4C6C23280}"/>
              </a:ext>
            </a:extLst>
          </p:cNvPr>
          <p:cNvCxnSpPr/>
          <p:nvPr/>
        </p:nvCxnSpPr>
        <p:spPr>
          <a:xfrm>
            <a:off x="3935730" y="400812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5A2BF77-34EB-B574-47F7-6FA2DAC329A8}"/>
              </a:ext>
            </a:extLst>
          </p:cNvPr>
          <p:cNvCxnSpPr/>
          <p:nvPr/>
        </p:nvCxnSpPr>
        <p:spPr>
          <a:xfrm>
            <a:off x="5749290" y="400812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17EA263-1693-B436-CA90-9B24506B700A}"/>
              </a:ext>
            </a:extLst>
          </p:cNvPr>
          <p:cNvCxnSpPr/>
          <p:nvPr/>
        </p:nvCxnSpPr>
        <p:spPr>
          <a:xfrm>
            <a:off x="7547610" y="400812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110B94A-ED23-AADB-C619-3B8B85E12182}"/>
              </a:ext>
            </a:extLst>
          </p:cNvPr>
          <p:cNvCxnSpPr/>
          <p:nvPr/>
        </p:nvCxnSpPr>
        <p:spPr>
          <a:xfrm>
            <a:off x="9376410" y="4008120"/>
            <a:ext cx="0" cy="65913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E8DFED-8B32-44C0-EDD7-AB4E946BED47}"/>
                  </a:ext>
                </a:extLst>
              </p:cNvPr>
              <p:cNvSpPr txBox="1"/>
              <p:nvPr/>
            </p:nvSpPr>
            <p:spPr>
              <a:xfrm>
                <a:off x="3694790" y="3494366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E8DFED-8B32-44C0-EDD7-AB4E946BE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4790" y="3494366"/>
                <a:ext cx="58855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489D923-D71B-9132-9371-CEBAE6A23709}"/>
                  </a:ext>
                </a:extLst>
              </p:cNvPr>
              <p:cNvSpPr txBox="1"/>
              <p:nvPr/>
            </p:nvSpPr>
            <p:spPr>
              <a:xfrm>
                <a:off x="3641450" y="2809637"/>
                <a:ext cx="5832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489D923-D71B-9132-9371-CEBAE6A23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1450" y="2809637"/>
                <a:ext cx="58323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187E27B-C569-A59C-B90F-C9586C1E695A}"/>
                  </a:ext>
                </a:extLst>
              </p:cNvPr>
              <p:cNvSpPr txBox="1"/>
              <p:nvPr/>
            </p:nvSpPr>
            <p:spPr>
              <a:xfrm>
                <a:off x="5386430" y="2809637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187E27B-C569-A59C-B90F-C9586C1E6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6430" y="2809637"/>
                <a:ext cx="58855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577863F-B383-6630-52C9-862666F51998}"/>
                  </a:ext>
                </a:extLst>
              </p:cNvPr>
              <p:cNvSpPr txBox="1"/>
              <p:nvPr/>
            </p:nvSpPr>
            <p:spPr>
              <a:xfrm>
                <a:off x="3588110" y="2017514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577863F-B383-6630-52C9-862666F51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8110" y="2017514"/>
                <a:ext cx="58855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FF5A9F-313E-7A02-EACB-A5DB1DE07763}"/>
                  </a:ext>
                </a:extLst>
              </p:cNvPr>
              <p:cNvSpPr txBox="1"/>
              <p:nvPr/>
            </p:nvSpPr>
            <p:spPr>
              <a:xfrm>
                <a:off x="5333090" y="2017514"/>
                <a:ext cx="5832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FF5A9F-313E-7A02-EACB-A5DB1DE07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090" y="2017514"/>
                <a:ext cx="58323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E702DFA-50F1-19A0-F1E4-B01D5747F24A}"/>
                  </a:ext>
                </a:extLst>
              </p:cNvPr>
              <p:cNvSpPr txBox="1"/>
              <p:nvPr/>
            </p:nvSpPr>
            <p:spPr>
              <a:xfrm>
                <a:off x="3588110" y="1391067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E702DFA-50F1-19A0-F1E4-B01D5747F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8110" y="1391067"/>
                <a:ext cx="58855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30B744C-2D2A-98B4-748C-24835BD5624B}"/>
                  </a:ext>
                </a:extLst>
              </p:cNvPr>
              <p:cNvSpPr txBox="1"/>
              <p:nvPr/>
            </p:nvSpPr>
            <p:spPr>
              <a:xfrm>
                <a:off x="5333090" y="1391067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30B744C-2D2A-98B4-748C-24835BD56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090" y="1391067"/>
                <a:ext cx="58855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45A3BD5-C998-CBF6-FD8C-CE20C91C3527}"/>
                  </a:ext>
                </a:extLst>
              </p:cNvPr>
              <p:cNvSpPr txBox="1"/>
              <p:nvPr/>
            </p:nvSpPr>
            <p:spPr>
              <a:xfrm>
                <a:off x="7255991" y="2038290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45A3BD5-C998-CBF6-FD8C-CE20C91C3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991" y="2038290"/>
                <a:ext cx="58855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865507D-CBEC-C407-44F0-4EA3417C00BA}"/>
                  </a:ext>
                </a:extLst>
              </p:cNvPr>
              <p:cNvSpPr txBox="1"/>
              <p:nvPr/>
            </p:nvSpPr>
            <p:spPr>
              <a:xfrm>
                <a:off x="7221461" y="1391067"/>
                <a:ext cx="5832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865507D-CBEC-C407-44F0-4EA3417C0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1461" y="1391067"/>
                <a:ext cx="58323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17BC586-ABB9-6CE4-4FF3-E81B8C5B44B1}"/>
                  </a:ext>
                </a:extLst>
              </p:cNvPr>
              <p:cNvSpPr txBox="1"/>
              <p:nvPr/>
            </p:nvSpPr>
            <p:spPr>
              <a:xfrm>
                <a:off x="8683351" y="1391067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17BC586-ABB9-6CE4-4FF3-E81B8C5B4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3351" y="1391067"/>
                <a:ext cx="58855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E968E8F-4AEE-A04F-0799-5E65387074BD}"/>
              </a:ext>
            </a:extLst>
          </p:cNvPr>
          <p:cNvCxnSpPr>
            <a:cxnSpLocks/>
          </p:cNvCxnSpPr>
          <p:nvPr/>
        </p:nvCxnSpPr>
        <p:spPr>
          <a:xfrm>
            <a:off x="9894570" y="509016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15A0ADC0-E2C0-78FE-AD0E-C32E231B5D1F}"/>
              </a:ext>
            </a:extLst>
          </p:cNvPr>
          <p:cNvSpPr/>
          <p:nvPr/>
        </p:nvSpPr>
        <p:spPr>
          <a:xfrm>
            <a:off x="8477252" y="1259328"/>
            <a:ext cx="937258" cy="75437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AC197E-38E7-1628-F598-2F5A5E1F27F9}"/>
                  </a:ext>
                </a:extLst>
              </p:cNvPr>
              <p:cNvSpPr txBox="1"/>
              <p:nvPr/>
            </p:nvSpPr>
            <p:spPr>
              <a:xfrm>
                <a:off x="10893699" y="4935974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AC197E-38E7-1628-F598-2F5A5E1F2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3699" y="4935974"/>
                <a:ext cx="58855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52592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2C0AA-4FDD-52FD-E903-AD838039F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C4CF6E5-A0A3-2A77-6EE3-C3B57173F332}"/>
              </a:ext>
            </a:extLst>
          </p:cNvPr>
          <p:cNvCxnSpPr/>
          <p:nvPr/>
        </p:nvCxnSpPr>
        <p:spPr>
          <a:xfrm>
            <a:off x="776902" y="1926133"/>
            <a:ext cx="199644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ight Brace 13">
            <a:extLst>
              <a:ext uri="{FF2B5EF4-FFF2-40B4-BE49-F238E27FC236}">
                <a16:creationId xmlns:a16="http://schemas.microsoft.com/office/drawing/2014/main" id="{3ECA6F43-2909-319B-F3B5-018EBB304422}"/>
              </a:ext>
            </a:extLst>
          </p:cNvPr>
          <p:cNvSpPr/>
          <p:nvPr/>
        </p:nvSpPr>
        <p:spPr>
          <a:xfrm>
            <a:off x="3067274" y="2472987"/>
            <a:ext cx="388620" cy="274832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0A1CF7-47B0-6D06-1787-BBDDFF4FCED5}"/>
                  </a:ext>
                </a:extLst>
              </p:cNvPr>
              <p:cNvSpPr txBox="1"/>
              <p:nvPr/>
            </p:nvSpPr>
            <p:spPr>
              <a:xfrm>
                <a:off x="3608294" y="3645455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0A1CF7-47B0-6D06-1787-BBDDFF4FC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294" y="3645455"/>
                <a:ext cx="370934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Brace 15">
            <a:extLst>
              <a:ext uri="{FF2B5EF4-FFF2-40B4-BE49-F238E27FC236}">
                <a16:creationId xmlns:a16="http://schemas.microsoft.com/office/drawing/2014/main" id="{D1E7E17A-B380-FA0E-B739-9B430A562578}"/>
              </a:ext>
            </a:extLst>
          </p:cNvPr>
          <p:cNvSpPr/>
          <p:nvPr/>
        </p:nvSpPr>
        <p:spPr>
          <a:xfrm rot="5400000">
            <a:off x="1400320" y="4090004"/>
            <a:ext cx="388620" cy="274832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F034AE0-7342-488F-224A-E35810E4388E}"/>
                  </a:ext>
                </a:extLst>
              </p:cNvPr>
              <p:cNvSpPr txBox="1"/>
              <p:nvPr/>
            </p:nvSpPr>
            <p:spPr>
              <a:xfrm>
                <a:off x="1404188" y="5816707"/>
                <a:ext cx="374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F034AE0-7342-488F-224A-E35810E43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188" y="5816707"/>
                <a:ext cx="374590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C313634-3908-11C5-4D7C-C4C54794A5E3}"/>
                  </a:ext>
                </a:extLst>
              </p:cNvPr>
              <p:cNvSpPr txBox="1"/>
              <p:nvPr/>
            </p:nvSpPr>
            <p:spPr>
              <a:xfrm>
                <a:off x="6202682" y="3929063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C313634-3908-11C5-4D7C-C4C54794A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2682" y="3929063"/>
                <a:ext cx="58855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DD953B-4D9E-68CE-4B64-B31F7D2FA1A9}"/>
                  </a:ext>
                </a:extLst>
              </p:cNvPr>
              <p:cNvSpPr txBox="1"/>
              <p:nvPr/>
            </p:nvSpPr>
            <p:spPr>
              <a:xfrm>
                <a:off x="6149342" y="3244334"/>
                <a:ext cx="5832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DD953B-4D9E-68CE-4B64-B31F7D2FA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9342" y="3244334"/>
                <a:ext cx="583237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CC29DDF-9064-46B3-53B8-118B2E235318}"/>
                  </a:ext>
                </a:extLst>
              </p:cNvPr>
              <p:cNvSpPr txBox="1"/>
              <p:nvPr/>
            </p:nvSpPr>
            <p:spPr>
              <a:xfrm>
                <a:off x="7894322" y="3244334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CC29DDF-9064-46B3-53B8-118B2E235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4322" y="3244334"/>
                <a:ext cx="58855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5F2D1FC-D780-2FE8-270D-B3ED2C26F018}"/>
                  </a:ext>
                </a:extLst>
              </p:cNvPr>
              <p:cNvSpPr txBox="1"/>
              <p:nvPr/>
            </p:nvSpPr>
            <p:spPr>
              <a:xfrm>
                <a:off x="6096002" y="2452211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5F2D1FC-D780-2FE8-270D-B3ED2C26F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2" y="2452211"/>
                <a:ext cx="58855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2C42CA2-65DF-4BEC-D8E4-7CAD52F668ED}"/>
                  </a:ext>
                </a:extLst>
              </p:cNvPr>
              <p:cNvSpPr txBox="1"/>
              <p:nvPr/>
            </p:nvSpPr>
            <p:spPr>
              <a:xfrm>
                <a:off x="7840982" y="2452211"/>
                <a:ext cx="5832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2C42CA2-65DF-4BEC-D8E4-7CAD52F66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0982" y="2452211"/>
                <a:ext cx="583237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4A0CBEE-8A17-6584-F628-26DE0401975A}"/>
                  </a:ext>
                </a:extLst>
              </p:cNvPr>
              <p:cNvSpPr txBox="1"/>
              <p:nvPr/>
            </p:nvSpPr>
            <p:spPr>
              <a:xfrm>
                <a:off x="6096002" y="1825764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4A0CBEE-8A17-6584-F628-26DE04019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2" y="1825764"/>
                <a:ext cx="58855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ABD67FA-2F31-C6B5-EF07-443DB227C2D2}"/>
                  </a:ext>
                </a:extLst>
              </p:cNvPr>
              <p:cNvSpPr txBox="1"/>
              <p:nvPr/>
            </p:nvSpPr>
            <p:spPr>
              <a:xfrm>
                <a:off x="7840982" y="1825764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ABD67FA-2F31-C6B5-EF07-443DB227C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0982" y="1825764"/>
                <a:ext cx="588559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9ECE6BD-EE85-5B54-9C22-8E5071EF1F3E}"/>
                  </a:ext>
                </a:extLst>
              </p:cNvPr>
              <p:cNvSpPr txBox="1"/>
              <p:nvPr/>
            </p:nvSpPr>
            <p:spPr>
              <a:xfrm>
                <a:off x="9763883" y="2472987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9ECE6BD-EE85-5B54-9C22-8E5071EF1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3883" y="2472987"/>
                <a:ext cx="588559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5292A6A-2F18-DF58-8D7A-AFA12722651B}"/>
                  </a:ext>
                </a:extLst>
              </p:cNvPr>
              <p:cNvSpPr txBox="1"/>
              <p:nvPr/>
            </p:nvSpPr>
            <p:spPr>
              <a:xfrm>
                <a:off x="9729353" y="1825764"/>
                <a:ext cx="5832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5292A6A-2F18-DF58-8D7A-AFA127226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9353" y="1825764"/>
                <a:ext cx="583237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54648A7-5D36-0093-F1E9-A6EE7D1B4304}"/>
                  </a:ext>
                </a:extLst>
              </p:cNvPr>
              <p:cNvSpPr txBox="1"/>
              <p:nvPr/>
            </p:nvSpPr>
            <p:spPr>
              <a:xfrm>
                <a:off x="11191243" y="1825764"/>
                <a:ext cx="588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54648A7-5D36-0093-F1E9-A6EE7D1B4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1243" y="1825764"/>
                <a:ext cx="588559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D4952A2-A154-DDFB-98D9-614A221D0813}"/>
              </a:ext>
            </a:extLst>
          </p:cNvPr>
          <p:cNvCxnSpPr>
            <a:cxnSpLocks/>
          </p:cNvCxnSpPr>
          <p:nvPr/>
        </p:nvCxnSpPr>
        <p:spPr>
          <a:xfrm>
            <a:off x="11928548" y="1824156"/>
            <a:ext cx="0" cy="203632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ight Brace 29">
            <a:extLst>
              <a:ext uri="{FF2B5EF4-FFF2-40B4-BE49-F238E27FC236}">
                <a16:creationId xmlns:a16="http://schemas.microsoft.com/office/drawing/2014/main" id="{D8C0FC97-EAC1-D256-1E9B-36FFAA511AE7}"/>
              </a:ext>
            </a:extLst>
          </p:cNvPr>
          <p:cNvSpPr/>
          <p:nvPr/>
        </p:nvSpPr>
        <p:spPr>
          <a:xfrm rot="10800000">
            <a:off x="5597284" y="1784091"/>
            <a:ext cx="388620" cy="274832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03ED533-A4AA-99A9-57CA-7C64B1537A7E}"/>
                  </a:ext>
                </a:extLst>
              </p:cNvPr>
              <p:cNvSpPr txBox="1"/>
              <p:nvPr/>
            </p:nvSpPr>
            <p:spPr>
              <a:xfrm>
                <a:off x="5094481" y="2973585"/>
                <a:ext cx="4355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03ED533-A4AA-99A9-57CA-7C64B1537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4481" y="2973585"/>
                <a:ext cx="435504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Brace 31">
            <a:extLst>
              <a:ext uri="{FF2B5EF4-FFF2-40B4-BE49-F238E27FC236}">
                <a16:creationId xmlns:a16="http://schemas.microsoft.com/office/drawing/2014/main" id="{F9373776-A27F-DCCF-D008-1E03F52E337D}"/>
              </a:ext>
            </a:extLst>
          </p:cNvPr>
          <p:cNvSpPr/>
          <p:nvPr/>
        </p:nvSpPr>
        <p:spPr>
          <a:xfrm rot="5400000">
            <a:off x="8713319" y="2154824"/>
            <a:ext cx="449164" cy="5683802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4CD4C5A-F3FE-7D08-09D0-354FEE16221A}"/>
                  </a:ext>
                </a:extLst>
              </p:cNvPr>
              <p:cNvSpPr txBox="1"/>
              <p:nvPr/>
            </p:nvSpPr>
            <p:spPr>
              <a:xfrm>
                <a:off x="8746378" y="5464164"/>
                <a:ext cx="3686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4CD4C5A-F3FE-7D08-09D0-354FEE162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6378" y="5464164"/>
                <a:ext cx="368626" cy="369332"/>
              </a:xfrm>
              <a:prstGeom prst="rect">
                <a:avLst/>
              </a:prstGeom>
              <a:blipFill>
                <a:blip r:embed="rId2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35091C-1A02-47FA-5393-7D55451C4E87}"/>
                  </a:ext>
                </a:extLst>
              </p:cNvPr>
              <p:cNvSpPr txBox="1"/>
              <p:nvPr/>
            </p:nvSpPr>
            <p:spPr>
              <a:xfrm>
                <a:off x="467116" y="2452211"/>
                <a:ext cx="5848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35091C-1A02-47FA-5393-7D55451C4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116" y="2452211"/>
                <a:ext cx="584840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0BF34B-BF48-94F0-1711-F36E0D09B138}"/>
                  </a:ext>
                </a:extLst>
              </p:cNvPr>
              <p:cNvSpPr txBox="1"/>
              <p:nvPr/>
            </p:nvSpPr>
            <p:spPr>
              <a:xfrm>
                <a:off x="1011469" y="2462304"/>
                <a:ext cx="5795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0BF34B-BF48-94F0-1711-F36E0D09B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469" y="2462304"/>
                <a:ext cx="579518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548FD50-4AB5-D969-A62A-D94922B1B5F0}"/>
                  </a:ext>
                </a:extLst>
              </p:cNvPr>
              <p:cNvSpPr txBox="1"/>
              <p:nvPr/>
            </p:nvSpPr>
            <p:spPr>
              <a:xfrm>
                <a:off x="1935955" y="2462304"/>
                <a:ext cx="849784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−1,0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548FD50-4AB5-D969-A62A-D94922B1B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955" y="2462304"/>
                <a:ext cx="849784" cy="390748"/>
              </a:xfrm>
              <a:prstGeom prst="rect">
                <a:avLst/>
              </a:prstGeom>
              <a:blipFill>
                <a:blip r:embed="rId26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0EEEAC9-3CB2-014C-6850-11B3DE67E9E7}"/>
                  </a:ext>
                </a:extLst>
              </p:cNvPr>
              <p:cNvSpPr txBox="1"/>
              <p:nvPr/>
            </p:nvSpPr>
            <p:spPr>
              <a:xfrm>
                <a:off x="467116" y="3109783"/>
                <a:ext cx="5848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0EEEAC9-3CB2-014C-6850-11B3DE67E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116" y="3109783"/>
                <a:ext cx="584840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031B087-56ED-925C-58B4-3C8ABCE248EE}"/>
                  </a:ext>
                </a:extLst>
              </p:cNvPr>
              <p:cNvSpPr txBox="1"/>
              <p:nvPr/>
            </p:nvSpPr>
            <p:spPr>
              <a:xfrm>
                <a:off x="1011469" y="3119876"/>
                <a:ext cx="5795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031B087-56ED-925C-58B4-3C8ABCE24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469" y="3119876"/>
                <a:ext cx="579518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5B915E4-3453-F2F2-2FE2-2FB07F2D7163}"/>
                  </a:ext>
                </a:extLst>
              </p:cNvPr>
              <p:cNvSpPr txBox="1"/>
              <p:nvPr/>
            </p:nvSpPr>
            <p:spPr>
              <a:xfrm>
                <a:off x="1935955" y="3119876"/>
                <a:ext cx="849784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−1,1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5B915E4-3453-F2F2-2FE2-2FB07F2D7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955" y="3119876"/>
                <a:ext cx="849784" cy="390748"/>
              </a:xfrm>
              <a:prstGeom prst="rect">
                <a:avLst/>
              </a:prstGeom>
              <a:blipFill>
                <a:blip r:embed="rId29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64A31A0-42B5-9392-14B7-A9E033B2554F}"/>
                  </a:ext>
                </a:extLst>
              </p:cNvPr>
              <p:cNvSpPr txBox="1"/>
              <p:nvPr/>
            </p:nvSpPr>
            <p:spPr>
              <a:xfrm>
                <a:off x="467116" y="3830991"/>
                <a:ext cx="5848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64A31A0-42B5-9392-14B7-A9E033B25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116" y="3830991"/>
                <a:ext cx="584840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A7EB437-4D90-7FD3-60D9-206F2F5DEC3A}"/>
                  </a:ext>
                </a:extLst>
              </p:cNvPr>
              <p:cNvSpPr txBox="1"/>
              <p:nvPr/>
            </p:nvSpPr>
            <p:spPr>
              <a:xfrm>
                <a:off x="1011469" y="3841084"/>
                <a:ext cx="5795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A7EB437-4D90-7FD3-60D9-206F2F5DE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469" y="3841084"/>
                <a:ext cx="579518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80C4EFD-4014-0872-B3A7-0ADEFFE8C1BA}"/>
                  </a:ext>
                </a:extLst>
              </p:cNvPr>
              <p:cNvSpPr txBox="1"/>
              <p:nvPr/>
            </p:nvSpPr>
            <p:spPr>
              <a:xfrm>
                <a:off x="1935955" y="3841084"/>
                <a:ext cx="849784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−1,3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80C4EFD-4014-0872-B3A7-0ADEFFE8C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955" y="3841084"/>
                <a:ext cx="849784" cy="390748"/>
              </a:xfrm>
              <a:prstGeom prst="rect">
                <a:avLst/>
              </a:prstGeom>
              <a:blipFill>
                <a:blip r:embed="rId32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C2BD11A-E65D-452F-6AAD-01BEE4826D6C}"/>
                  </a:ext>
                </a:extLst>
              </p:cNvPr>
              <p:cNvSpPr txBox="1"/>
              <p:nvPr/>
            </p:nvSpPr>
            <p:spPr>
              <a:xfrm>
                <a:off x="412198" y="4693854"/>
                <a:ext cx="814518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C2BD11A-E65D-452F-6AAD-01BEE4826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198" y="4693854"/>
                <a:ext cx="814518" cy="390748"/>
              </a:xfrm>
              <a:prstGeom prst="rect">
                <a:avLst/>
              </a:prstGeom>
              <a:blipFill>
                <a:blip r:embed="rId33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5E17C53-8837-1575-22CF-DF5EC4453E48}"/>
                  </a:ext>
                </a:extLst>
              </p:cNvPr>
              <p:cNvSpPr txBox="1"/>
              <p:nvPr/>
            </p:nvSpPr>
            <p:spPr>
              <a:xfrm>
                <a:off x="1090984" y="4703947"/>
                <a:ext cx="809196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5E17C53-8837-1575-22CF-DF5EC4453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984" y="4703947"/>
                <a:ext cx="809196" cy="390748"/>
              </a:xfrm>
              <a:prstGeom prst="rect">
                <a:avLst/>
              </a:prstGeom>
              <a:blipFill>
                <a:blip r:embed="rId34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9F16647-82F5-ACBE-3F0B-1BE988F46A9A}"/>
                  </a:ext>
                </a:extLst>
              </p:cNvPr>
              <p:cNvSpPr txBox="1"/>
              <p:nvPr/>
            </p:nvSpPr>
            <p:spPr>
              <a:xfrm>
                <a:off x="1881037" y="4703947"/>
                <a:ext cx="1079463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9F16647-82F5-ACBE-3F0B-1BE988F46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1037" y="4703947"/>
                <a:ext cx="1079463" cy="390748"/>
              </a:xfrm>
              <a:prstGeom prst="rect">
                <a:avLst/>
              </a:prstGeom>
              <a:blipFill>
                <a:blip r:embed="rId35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9310EBF8-44E8-5C0D-34A8-1E7C1DE9D914}"/>
              </a:ext>
            </a:extLst>
          </p:cNvPr>
          <p:cNvSpPr txBox="1"/>
          <p:nvPr/>
        </p:nvSpPr>
        <p:spPr>
          <a:xfrm>
            <a:off x="3067274" y="5833496"/>
            <a:ext cx="4550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row of systolic array computes a 1D MV with a column of B as vector and A as matrix</a:t>
            </a:r>
          </a:p>
        </p:txBody>
      </p:sp>
    </p:spTree>
    <p:extLst>
      <p:ext uri="{BB962C8B-B14F-4D97-AF65-F5344CB8AC3E}">
        <p14:creationId xmlns:p14="http://schemas.microsoft.com/office/powerpoint/2010/main" val="406391679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35574-BF9F-EFBB-DC16-640E7C37D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293ACC-A372-E9A9-DA4D-3B63537368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Time for Steps 2 and 3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</m:oMath>
                </a14:m>
                <a:r>
                  <a:rPr lang="en-US" dirty="0"/>
                  <a:t> produced in cycle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(after loading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matrix) as output of row 1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−1,0</m:t>
                        </m:r>
                      </m:sub>
                    </m:sSub>
                  </m:oMath>
                </a14:m>
                <a:r>
                  <a:rPr lang="en-US" dirty="0"/>
                  <a:t> produced in cycle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(after loading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matrix) as output of row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As we saw in 1D MV, it takes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more cycles for the row to produce the last element of the output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293ACC-A372-E9A9-DA4D-3B63537368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380244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06170-DB77-F02B-94A6-9811F734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1BF719-63A2-8C06-930D-69234237FC1E}"/>
              </a:ext>
            </a:extLst>
          </p:cNvPr>
          <p:cNvSpPr/>
          <p:nvPr/>
        </p:nvSpPr>
        <p:spPr>
          <a:xfrm>
            <a:off x="2819400" y="160401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E07893-7150-46E5-2DEC-AD267DDE6711}"/>
              </a:ext>
            </a:extLst>
          </p:cNvPr>
          <p:cNvSpPr/>
          <p:nvPr/>
        </p:nvSpPr>
        <p:spPr>
          <a:xfrm>
            <a:off x="4629150" y="160401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6BAA69-3071-08EE-063D-9D73CA6FE713}"/>
              </a:ext>
            </a:extLst>
          </p:cNvPr>
          <p:cNvSpPr/>
          <p:nvPr/>
        </p:nvSpPr>
        <p:spPr>
          <a:xfrm>
            <a:off x="6438900" y="160401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7BA1F5-45D4-116D-2C1F-5ADDA4FCFA8E}"/>
              </a:ext>
            </a:extLst>
          </p:cNvPr>
          <p:cNvSpPr/>
          <p:nvPr/>
        </p:nvSpPr>
        <p:spPr>
          <a:xfrm>
            <a:off x="8248650" y="160401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CC965E2-67B3-290B-2156-797C0EEEF0E2}"/>
              </a:ext>
            </a:extLst>
          </p:cNvPr>
          <p:cNvCxnSpPr>
            <a:cxnSpLocks/>
          </p:cNvCxnSpPr>
          <p:nvPr/>
        </p:nvCxnSpPr>
        <p:spPr>
          <a:xfrm>
            <a:off x="2007870" y="211074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91B49E-679C-7057-2041-4C08B9C84C83}"/>
              </a:ext>
            </a:extLst>
          </p:cNvPr>
          <p:cNvCxnSpPr>
            <a:cxnSpLocks/>
          </p:cNvCxnSpPr>
          <p:nvPr/>
        </p:nvCxnSpPr>
        <p:spPr>
          <a:xfrm>
            <a:off x="3817620" y="208026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8FCF0B-C08A-0E72-267E-51DF082FC49E}"/>
              </a:ext>
            </a:extLst>
          </p:cNvPr>
          <p:cNvCxnSpPr>
            <a:cxnSpLocks/>
          </p:cNvCxnSpPr>
          <p:nvPr/>
        </p:nvCxnSpPr>
        <p:spPr>
          <a:xfrm>
            <a:off x="5627370" y="208026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2FE315A-DFD4-FBB4-B791-C45BD56DFE7E}"/>
              </a:ext>
            </a:extLst>
          </p:cNvPr>
          <p:cNvCxnSpPr>
            <a:cxnSpLocks/>
          </p:cNvCxnSpPr>
          <p:nvPr/>
        </p:nvCxnSpPr>
        <p:spPr>
          <a:xfrm>
            <a:off x="7437120" y="208026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3081E21-D941-F39A-3622-F71845593697}"/>
              </a:ext>
            </a:extLst>
          </p:cNvPr>
          <p:cNvCxnSpPr>
            <a:cxnSpLocks/>
          </p:cNvCxnSpPr>
          <p:nvPr/>
        </p:nvCxnSpPr>
        <p:spPr>
          <a:xfrm>
            <a:off x="3288030" y="1218248"/>
            <a:ext cx="0" cy="38576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81B449D-0D7D-3D48-EE0B-750D51D6B9A9}"/>
              </a:ext>
            </a:extLst>
          </p:cNvPr>
          <p:cNvCxnSpPr>
            <a:cxnSpLocks/>
          </p:cNvCxnSpPr>
          <p:nvPr/>
        </p:nvCxnSpPr>
        <p:spPr>
          <a:xfrm>
            <a:off x="5101590" y="1218248"/>
            <a:ext cx="0" cy="38576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5DEE4D6-E56F-6F77-4948-CCBBC6324BAE}"/>
              </a:ext>
            </a:extLst>
          </p:cNvPr>
          <p:cNvCxnSpPr>
            <a:cxnSpLocks/>
          </p:cNvCxnSpPr>
          <p:nvPr/>
        </p:nvCxnSpPr>
        <p:spPr>
          <a:xfrm>
            <a:off x="6899910" y="1295400"/>
            <a:ext cx="0" cy="30861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CD45F60-18B8-8F1D-5BD9-CD174510C02C}"/>
              </a:ext>
            </a:extLst>
          </p:cNvPr>
          <p:cNvCxnSpPr>
            <a:cxnSpLocks/>
          </p:cNvCxnSpPr>
          <p:nvPr/>
        </p:nvCxnSpPr>
        <p:spPr>
          <a:xfrm>
            <a:off x="8728710" y="1295400"/>
            <a:ext cx="0" cy="30861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E600838-7848-4852-8460-358CEAA57504}"/>
              </a:ext>
            </a:extLst>
          </p:cNvPr>
          <p:cNvCxnSpPr>
            <a:cxnSpLocks/>
          </p:cNvCxnSpPr>
          <p:nvPr/>
        </p:nvCxnSpPr>
        <p:spPr>
          <a:xfrm>
            <a:off x="9246870" y="2080260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CD84CBA-77A1-3247-882A-827D0EE7E481}"/>
              </a:ext>
            </a:extLst>
          </p:cNvPr>
          <p:cNvSpPr/>
          <p:nvPr/>
        </p:nvSpPr>
        <p:spPr>
          <a:xfrm>
            <a:off x="2819400" y="2942273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E7DC33-17D9-DAF5-CC42-3ABD278CE804}"/>
              </a:ext>
            </a:extLst>
          </p:cNvPr>
          <p:cNvSpPr/>
          <p:nvPr/>
        </p:nvSpPr>
        <p:spPr>
          <a:xfrm>
            <a:off x="4629150" y="2942273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B34B4D-29A4-CA29-DEA2-79517859F5E1}"/>
              </a:ext>
            </a:extLst>
          </p:cNvPr>
          <p:cNvSpPr/>
          <p:nvPr/>
        </p:nvSpPr>
        <p:spPr>
          <a:xfrm>
            <a:off x="6438900" y="2942273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68F323-8419-CC6D-9FB4-B24A11CD8299}"/>
              </a:ext>
            </a:extLst>
          </p:cNvPr>
          <p:cNvSpPr/>
          <p:nvPr/>
        </p:nvSpPr>
        <p:spPr>
          <a:xfrm>
            <a:off x="8248650" y="2942273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C68A360-1076-6DF5-1527-C673FCDA1F65}"/>
              </a:ext>
            </a:extLst>
          </p:cNvPr>
          <p:cNvCxnSpPr>
            <a:cxnSpLocks/>
          </p:cNvCxnSpPr>
          <p:nvPr/>
        </p:nvCxnSpPr>
        <p:spPr>
          <a:xfrm>
            <a:off x="2007870" y="3449003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9BBA58B-CE19-3FAA-576F-81991740F70B}"/>
              </a:ext>
            </a:extLst>
          </p:cNvPr>
          <p:cNvCxnSpPr>
            <a:cxnSpLocks/>
          </p:cNvCxnSpPr>
          <p:nvPr/>
        </p:nvCxnSpPr>
        <p:spPr>
          <a:xfrm>
            <a:off x="3817620" y="3418523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0A0ED83-720C-5421-17B0-C99745085B95}"/>
              </a:ext>
            </a:extLst>
          </p:cNvPr>
          <p:cNvCxnSpPr>
            <a:cxnSpLocks/>
          </p:cNvCxnSpPr>
          <p:nvPr/>
        </p:nvCxnSpPr>
        <p:spPr>
          <a:xfrm>
            <a:off x="5627370" y="3418523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E59BE6B-DC09-1582-D8EF-82E92F47882F}"/>
              </a:ext>
            </a:extLst>
          </p:cNvPr>
          <p:cNvCxnSpPr>
            <a:cxnSpLocks/>
          </p:cNvCxnSpPr>
          <p:nvPr/>
        </p:nvCxnSpPr>
        <p:spPr>
          <a:xfrm>
            <a:off x="7437120" y="3418523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F042294-7E2D-5493-1F01-39AB2666CB28}"/>
              </a:ext>
            </a:extLst>
          </p:cNvPr>
          <p:cNvCxnSpPr>
            <a:cxnSpLocks/>
          </p:cNvCxnSpPr>
          <p:nvPr/>
        </p:nvCxnSpPr>
        <p:spPr>
          <a:xfrm>
            <a:off x="3288030" y="2500313"/>
            <a:ext cx="0" cy="44196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33AC59-F8E3-7E79-360B-C36ACF9163A8}"/>
              </a:ext>
            </a:extLst>
          </p:cNvPr>
          <p:cNvCxnSpPr>
            <a:cxnSpLocks/>
          </p:cNvCxnSpPr>
          <p:nvPr/>
        </p:nvCxnSpPr>
        <p:spPr>
          <a:xfrm>
            <a:off x="5101590" y="2500313"/>
            <a:ext cx="0" cy="44196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B53F222-C6F3-9B4C-9F36-7D2E355F84D5}"/>
              </a:ext>
            </a:extLst>
          </p:cNvPr>
          <p:cNvCxnSpPr>
            <a:cxnSpLocks/>
          </p:cNvCxnSpPr>
          <p:nvPr/>
        </p:nvCxnSpPr>
        <p:spPr>
          <a:xfrm>
            <a:off x="6899910" y="2553653"/>
            <a:ext cx="0" cy="38862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607DEBC-D505-9AD4-CB79-EB1364B6760E}"/>
              </a:ext>
            </a:extLst>
          </p:cNvPr>
          <p:cNvCxnSpPr>
            <a:cxnSpLocks/>
          </p:cNvCxnSpPr>
          <p:nvPr/>
        </p:nvCxnSpPr>
        <p:spPr>
          <a:xfrm>
            <a:off x="8728710" y="2553653"/>
            <a:ext cx="0" cy="38862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FBD1516-C4FD-0183-CEC5-E2BB4E00EEC7}"/>
              </a:ext>
            </a:extLst>
          </p:cNvPr>
          <p:cNvCxnSpPr>
            <a:cxnSpLocks/>
          </p:cNvCxnSpPr>
          <p:nvPr/>
        </p:nvCxnSpPr>
        <p:spPr>
          <a:xfrm>
            <a:off x="9246870" y="3418523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B0424DB-4E22-95C7-3EF5-47547F81CB4C}"/>
              </a:ext>
            </a:extLst>
          </p:cNvPr>
          <p:cNvSpPr/>
          <p:nvPr/>
        </p:nvSpPr>
        <p:spPr>
          <a:xfrm>
            <a:off x="2819400" y="4230053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A961465-6B05-5DCE-7DE6-CF89D4423E7A}"/>
              </a:ext>
            </a:extLst>
          </p:cNvPr>
          <p:cNvSpPr/>
          <p:nvPr/>
        </p:nvSpPr>
        <p:spPr>
          <a:xfrm>
            <a:off x="4629150" y="4230053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71F9EF-1665-52C3-F609-BBB8A81DF8DC}"/>
              </a:ext>
            </a:extLst>
          </p:cNvPr>
          <p:cNvSpPr/>
          <p:nvPr/>
        </p:nvSpPr>
        <p:spPr>
          <a:xfrm>
            <a:off x="6438900" y="4230053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4E3A1A-3F17-02E1-917F-2F7BE2659CE2}"/>
              </a:ext>
            </a:extLst>
          </p:cNvPr>
          <p:cNvSpPr/>
          <p:nvPr/>
        </p:nvSpPr>
        <p:spPr>
          <a:xfrm>
            <a:off x="8248650" y="4230053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7E98457-EA8B-5054-027D-05EDBAA4D86E}"/>
              </a:ext>
            </a:extLst>
          </p:cNvPr>
          <p:cNvCxnSpPr>
            <a:cxnSpLocks/>
          </p:cNvCxnSpPr>
          <p:nvPr/>
        </p:nvCxnSpPr>
        <p:spPr>
          <a:xfrm>
            <a:off x="2007870" y="4736783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070C5AE-6004-EC90-04EF-83BE13CB99B2}"/>
              </a:ext>
            </a:extLst>
          </p:cNvPr>
          <p:cNvCxnSpPr>
            <a:cxnSpLocks/>
          </p:cNvCxnSpPr>
          <p:nvPr/>
        </p:nvCxnSpPr>
        <p:spPr>
          <a:xfrm>
            <a:off x="3817620" y="4706303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13B9D65-EEB1-B976-EDA1-137413BD41C4}"/>
              </a:ext>
            </a:extLst>
          </p:cNvPr>
          <p:cNvCxnSpPr>
            <a:cxnSpLocks/>
          </p:cNvCxnSpPr>
          <p:nvPr/>
        </p:nvCxnSpPr>
        <p:spPr>
          <a:xfrm>
            <a:off x="5627370" y="4706303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A8FDDD3-D58E-B205-0AE2-9DFAC3CDBF57}"/>
              </a:ext>
            </a:extLst>
          </p:cNvPr>
          <p:cNvCxnSpPr>
            <a:cxnSpLocks/>
          </p:cNvCxnSpPr>
          <p:nvPr/>
        </p:nvCxnSpPr>
        <p:spPr>
          <a:xfrm>
            <a:off x="7437120" y="4706303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8804EA7-89F8-FCF5-437A-51EEBF1DA48D}"/>
              </a:ext>
            </a:extLst>
          </p:cNvPr>
          <p:cNvCxnSpPr>
            <a:cxnSpLocks/>
          </p:cNvCxnSpPr>
          <p:nvPr/>
        </p:nvCxnSpPr>
        <p:spPr>
          <a:xfrm>
            <a:off x="3288030" y="3874771"/>
            <a:ext cx="0" cy="35528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3711C1E-D30C-66C1-6745-40179AB6DF1C}"/>
              </a:ext>
            </a:extLst>
          </p:cNvPr>
          <p:cNvCxnSpPr>
            <a:cxnSpLocks/>
          </p:cNvCxnSpPr>
          <p:nvPr/>
        </p:nvCxnSpPr>
        <p:spPr>
          <a:xfrm>
            <a:off x="5101590" y="3935731"/>
            <a:ext cx="0" cy="29432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1CFE7AA-A960-00A2-4FB8-84FC8262B4D3}"/>
              </a:ext>
            </a:extLst>
          </p:cNvPr>
          <p:cNvCxnSpPr>
            <a:cxnSpLocks/>
          </p:cNvCxnSpPr>
          <p:nvPr/>
        </p:nvCxnSpPr>
        <p:spPr>
          <a:xfrm>
            <a:off x="6899910" y="3905251"/>
            <a:ext cx="0" cy="32480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536E9F6-D56E-3137-28EE-AC942724D8C9}"/>
              </a:ext>
            </a:extLst>
          </p:cNvPr>
          <p:cNvCxnSpPr>
            <a:cxnSpLocks/>
          </p:cNvCxnSpPr>
          <p:nvPr/>
        </p:nvCxnSpPr>
        <p:spPr>
          <a:xfrm>
            <a:off x="8728710" y="3920491"/>
            <a:ext cx="0" cy="30956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BD177AC-0912-8490-EDA0-8FB4AC37653B}"/>
              </a:ext>
            </a:extLst>
          </p:cNvPr>
          <p:cNvCxnSpPr>
            <a:cxnSpLocks/>
          </p:cNvCxnSpPr>
          <p:nvPr/>
        </p:nvCxnSpPr>
        <p:spPr>
          <a:xfrm>
            <a:off x="9246870" y="4706303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8B4401C1-5087-BDEE-00E7-14274725AC02}"/>
              </a:ext>
            </a:extLst>
          </p:cNvPr>
          <p:cNvSpPr/>
          <p:nvPr/>
        </p:nvSpPr>
        <p:spPr>
          <a:xfrm>
            <a:off x="2819400" y="547878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EDE0CC7-9E33-0300-CE1E-F5BA9EA401A0}"/>
              </a:ext>
            </a:extLst>
          </p:cNvPr>
          <p:cNvSpPr/>
          <p:nvPr/>
        </p:nvSpPr>
        <p:spPr>
          <a:xfrm>
            <a:off x="4629150" y="547878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9538F4D-DC6D-5A3A-CA34-DCFF9FA8DAF5}"/>
              </a:ext>
            </a:extLst>
          </p:cNvPr>
          <p:cNvSpPr/>
          <p:nvPr/>
        </p:nvSpPr>
        <p:spPr>
          <a:xfrm>
            <a:off x="6438900" y="547878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DE99CEE-DB0C-D282-19FF-C23142A3CC1F}"/>
              </a:ext>
            </a:extLst>
          </p:cNvPr>
          <p:cNvSpPr/>
          <p:nvPr/>
        </p:nvSpPr>
        <p:spPr>
          <a:xfrm>
            <a:off x="8248650" y="547878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0A1E565-98F8-675B-E1D2-697507BAE107}"/>
              </a:ext>
            </a:extLst>
          </p:cNvPr>
          <p:cNvCxnSpPr>
            <a:cxnSpLocks/>
          </p:cNvCxnSpPr>
          <p:nvPr/>
        </p:nvCxnSpPr>
        <p:spPr>
          <a:xfrm>
            <a:off x="2007870" y="598551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625E288-0E86-1344-8840-A870DD03EE38}"/>
              </a:ext>
            </a:extLst>
          </p:cNvPr>
          <p:cNvCxnSpPr>
            <a:cxnSpLocks/>
          </p:cNvCxnSpPr>
          <p:nvPr/>
        </p:nvCxnSpPr>
        <p:spPr>
          <a:xfrm>
            <a:off x="3817620" y="595503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BE4FFD8-8586-F60A-BA0B-0AC8D4519F22}"/>
              </a:ext>
            </a:extLst>
          </p:cNvPr>
          <p:cNvCxnSpPr>
            <a:cxnSpLocks/>
          </p:cNvCxnSpPr>
          <p:nvPr/>
        </p:nvCxnSpPr>
        <p:spPr>
          <a:xfrm>
            <a:off x="5627370" y="595503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6519E48-E35B-1160-D768-3E4B26453DE4}"/>
              </a:ext>
            </a:extLst>
          </p:cNvPr>
          <p:cNvCxnSpPr>
            <a:cxnSpLocks/>
          </p:cNvCxnSpPr>
          <p:nvPr/>
        </p:nvCxnSpPr>
        <p:spPr>
          <a:xfrm>
            <a:off x="7437120" y="595503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79B9AC4-F70E-E0D4-12EC-632C89BA7DEE}"/>
              </a:ext>
            </a:extLst>
          </p:cNvPr>
          <p:cNvCxnSpPr>
            <a:cxnSpLocks/>
          </p:cNvCxnSpPr>
          <p:nvPr/>
        </p:nvCxnSpPr>
        <p:spPr>
          <a:xfrm>
            <a:off x="3288030" y="5123498"/>
            <a:ext cx="0" cy="35528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9820298-AC7E-8031-5D13-774FA9F14B16}"/>
              </a:ext>
            </a:extLst>
          </p:cNvPr>
          <p:cNvCxnSpPr>
            <a:cxnSpLocks/>
          </p:cNvCxnSpPr>
          <p:nvPr/>
        </p:nvCxnSpPr>
        <p:spPr>
          <a:xfrm>
            <a:off x="5101590" y="5184458"/>
            <a:ext cx="0" cy="29432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BC190C9-DAAD-B584-7BB5-9A866E1D41E3}"/>
              </a:ext>
            </a:extLst>
          </p:cNvPr>
          <p:cNvCxnSpPr>
            <a:cxnSpLocks/>
          </p:cNvCxnSpPr>
          <p:nvPr/>
        </p:nvCxnSpPr>
        <p:spPr>
          <a:xfrm>
            <a:off x="6899910" y="5153978"/>
            <a:ext cx="0" cy="32480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386D56E-0A7B-CAE5-43B7-126195DFD07D}"/>
              </a:ext>
            </a:extLst>
          </p:cNvPr>
          <p:cNvCxnSpPr>
            <a:cxnSpLocks/>
          </p:cNvCxnSpPr>
          <p:nvPr/>
        </p:nvCxnSpPr>
        <p:spPr>
          <a:xfrm>
            <a:off x="8728710" y="5169218"/>
            <a:ext cx="0" cy="30956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53534BE-B85D-6336-BB46-AFEF93DE307B}"/>
              </a:ext>
            </a:extLst>
          </p:cNvPr>
          <p:cNvCxnSpPr>
            <a:cxnSpLocks/>
          </p:cNvCxnSpPr>
          <p:nvPr/>
        </p:nvCxnSpPr>
        <p:spPr>
          <a:xfrm>
            <a:off x="9246870" y="5955030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3FCA0746-205A-9560-FB7B-1984ACCF18CB}"/>
              </a:ext>
            </a:extLst>
          </p:cNvPr>
          <p:cNvCxnSpPr>
            <a:cxnSpLocks/>
          </p:cNvCxnSpPr>
          <p:nvPr/>
        </p:nvCxnSpPr>
        <p:spPr>
          <a:xfrm>
            <a:off x="3288030" y="6385560"/>
            <a:ext cx="0" cy="38576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4A87034B-8D37-4952-EB3C-4E7CF3F7A13A}"/>
              </a:ext>
            </a:extLst>
          </p:cNvPr>
          <p:cNvCxnSpPr>
            <a:cxnSpLocks/>
          </p:cNvCxnSpPr>
          <p:nvPr/>
        </p:nvCxnSpPr>
        <p:spPr>
          <a:xfrm>
            <a:off x="5101590" y="6385560"/>
            <a:ext cx="0" cy="38576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D76115CE-DCE9-6DFC-598B-AD503C49DF04}"/>
              </a:ext>
            </a:extLst>
          </p:cNvPr>
          <p:cNvCxnSpPr>
            <a:cxnSpLocks/>
          </p:cNvCxnSpPr>
          <p:nvPr/>
        </p:nvCxnSpPr>
        <p:spPr>
          <a:xfrm>
            <a:off x="6899910" y="6462712"/>
            <a:ext cx="0" cy="30861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94A45DDD-AB65-20E8-A21C-D7A1486B6F4D}"/>
              </a:ext>
            </a:extLst>
          </p:cNvPr>
          <p:cNvCxnSpPr>
            <a:cxnSpLocks/>
          </p:cNvCxnSpPr>
          <p:nvPr/>
        </p:nvCxnSpPr>
        <p:spPr>
          <a:xfrm>
            <a:off x="8728710" y="6462712"/>
            <a:ext cx="0" cy="30861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F081C62-B1FC-69D4-14F5-A94637957940}"/>
                  </a:ext>
                </a:extLst>
              </p:cNvPr>
              <p:cNvSpPr txBox="1"/>
              <p:nvPr/>
            </p:nvSpPr>
            <p:spPr>
              <a:xfrm>
                <a:off x="10382992" y="3664387"/>
                <a:ext cx="17370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Cycle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−1+</m:t>
                    </m:r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F081C62-B1FC-69D4-14F5-A94637957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2992" y="3664387"/>
                <a:ext cx="1737014" cy="369332"/>
              </a:xfrm>
              <a:prstGeom prst="rect">
                <a:avLst/>
              </a:prstGeom>
              <a:blipFill>
                <a:blip r:embed="rId2"/>
                <a:stretch>
                  <a:fillRect l="-280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795F148-22AD-0856-190D-E6EEBC54587A}"/>
                  </a:ext>
                </a:extLst>
              </p:cNvPr>
              <p:cNvSpPr txBox="1"/>
              <p:nvPr/>
            </p:nvSpPr>
            <p:spPr>
              <a:xfrm>
                <a:off x="10245090" y="1895594"/>
                <a:ext cx="884088" cy="381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−1,0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795F148-22AD-0856-190D-E6EEBC545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5090" y="1895594"/>
                <a:ext cx="884088" cy="3815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26940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35574-BF9F-EFBB-DC16-640E7C37D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293ACC-A372-E9A9-DA4D-3B63537368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Time for Steps 2 and 3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produced in cycle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(after loading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matrix) as output of row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 will take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more cycles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to reach the last row of the systolic array and produce output 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produced in cycle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−1+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(after loading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matrix) as output of row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Another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cycles to produce the last element of Matrix Vector product output.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293ACC-A372-E9A9-DA4D-3B63537368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009201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06170-DB77-F02B-94A6-9811F734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1BF719-63A2-8C06-930D-69234237FC1E}"/>
              </a:ext>
            </a:extLst>
          </p:cNvPr>
          <p:cNvSpPr/>
          <p:nvPr/>
        </p:nvSpPr>
        <p:spPr>
          <a:xfrm>
            <a:off x="2819400" y="160401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E07893-7150-46E5-2DEC-AD267DDE6711}"/>
              </a:ext>
            </a:extLst>
          </p:cNvPr>
          <p:cNvSpPr/>
          <p:nvPr/>
        </p:nvSpPr>
        <p:spPr>
          <a:xfrm>
            <a:off x="4629150" y="160401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6BAA69-3071-08EE-063D-9D73CA6FE713}"/>
              </a:ext>
            </a:extLst>
          </p:cNvPr>
          <p:cNvSpPr/>
          <p:nvPr/>
        </p:nvSpPr>
        <p:spPr>
          <a:xfrm>
            <a:off x="6438900" y="160401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7BA1F5-45D4-116D-2C1F-5ADDA4FCFA8E}"/>
              </a:ext>
            </a:extLst>
          </p:cNvPr>
          <p:cNvSpPr/>
          <p:nvPr/>
        </p:nvSpPr>
        <p:spPr>
          <a:xfrm>
            <a:off x="8248650" y="160401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CC965E2-67B3-290B-2156-797C0EEEF0E2}"/>
              </a:ext>
            </a:extLst>
          </p:cNvPr>
          <p:cNvCxnSpPr>
            <a:cxnSpLocks/>
          </p:cNvCxnSpPr>
          <p:nvPr/>
        </p:nvCxnSpPr>
        <p:spPr>
          <a:xfrm>
            <a:off x="2007870" y="211074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91B49E-679C-7057-2041-4C08B9C84C83}"/>
              </a:ext>
            </a:extLst>
          </p:cNvPr>
          <p:cNvCxnSpPr>
            <a:cxnSpLocks/>
          </p:cNvCxnSpPr>
          <p:nvPr/>
        </p:nvCxnSpPr>
        <p:spPr>
          <a:xfrm>
            <a:off x="3817620" y="208026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8FCF0B-C08A-0E72-267E-51DF082FC49E}"/>
              </a:ext>
            </a:extLst>
          </p:cNvPr>
          <p:cNvCxnSpPr>
            <a:cxnSpLocks/>
          </p:cNvCxnSpPr>
          <p:nvPr/>
        </p:nvCxnSpPr>
        <p:spPr>
          <a:xfrm>
            <a:off x="5627370" y="208026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2FE315A-DFD4-FBB4-B791-C45BD56DFE7E}"/>
              </a:ext>
            </a:extLst>
          </p:cNvPr>
          <p:cNvCxnSpPr>
            <a:cxnSpLocks/>
          </p:cNvCxnSpPr>
          <p:nvPr/>
        </p:nvCxnSpPr>
        <p:spPr>
          <a:xfrm>
            <a:off x="7437120" y="208026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3081E21-D941-F39A-3622-F71845593697}"/>
              </a:ext>
            </a:extLst>
          </p:cNvPr>
          <p:cNvCxnSpPr>
            <a:cxnSpLocks/>
          </p:cNvCxnSpPr>
          <p:nvPr/>
        </p:nvCxnSpPr>
        <p:spPr>
          <a:xfrm>
            <a:off x="3288030" y="1218248"/>
            <a:ext cx="0" cy="38576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81B449D-0D7D-3D48-EE0B-750D51D6B9A9}"/>
              </a:ext>
            </a:extLst>
          </p:cNvPr>
          <p:cNvCxnSpPr>
            <a:cxnSpLocks/>
          </p:cNvCxnSpPr>
          <p:nvPr/>
        </p:nvCxnSpPr>
        <p:spPr>
          <a:xfrm>
            <a:off x="5101590" y="1218248"/>
            <a:ext cx="0" cy="38576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5DEE4D6-E56F-6F77-4948-CCBBC6324BAE}"/>
              </a:ext>
            </a:extLst>
          </p:cNvPr>
          <p:cNvCxnSpPr>
            <a:cxnSpLocks/>
          </p:cNvCxnSpPr>
          <p:nvPr/>
        </p:nvCxnSpPr>
        <p:spPr>
          <a:xfrm>
            <a:off x="6899910" y="1295400"/>
            <a:ext cx="0" cy="30861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CD45F60-18B8-8F1D-5BD9-CD174510C02C}"/>
              </a:ext>
            </a:extLst>
          </p:cNvPr>
          <p:cNvCxnSpPr>
            <a:cxnSpLocks/>
          </p:cNvCxnSpPr>
          <p:nvPr/>
        </p:nvCxnSpPr>
        <p:spPr>
          <a:xfrm>
            <a:off x="8728710" y="1295400"/>
            <a:ext cx="0" cy="30861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E600838-7848-4852-8460-358CEAA57504}"/>
              </a:ext>
            </a:extLst>
          </p:cNvPr>
          <p:cNvCxnSpPr>
            <a:cxnSpLocks/>
          </p:cNvCxnSpPr>
          <p:nvPr/>
        </p:nvCxnSpPr>
        <p:spPr>
          <a:xfrm>
            <a:off x="9246870" y="2080260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CD84CBA-77A1-3247-882A-827D0EE7E481}"/>
              </a:ext>
            </a:extLst>
          </p:cNvPr>
          <p:cNvSpPr/>
          <p:nvPr/>
        </p:nvSpPr>
        <p:spPr>
          <a:xfrm>
            <a:off x="2819400" y="2942273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E7DC33-17D9-DAF5-CC42-3ABD278CE804}"/>
              </a:ext>
            </a:extLst>
          </p:cNvPr>
          <p:cNvSpPr/>
          <p:nvPr/>
        </p:nvSpPr>
        <p:spPr>
          <a:xfrm>
            <a:off x="4629150" y="2942273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B34B4D-29A4-CA29-DEA2-79517859F5E1}"/>
              </a:ext>
            </a:extLst>
          </p:cNvPr>
          <p:cNvSpPr/>
          <p:nvPr/>
        </p:nvSpPr>
        <p:spPr>
          <a:xfrm>
            <a:off x="6438900" y="2942273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68F323-8419-CC6D-9FB4-B24A11CD8299}"/>
              </a:ext>
            </a:extLst>
          </p:cNvPr>
          <p:cNvSpPr/>
          <p:nvPr/>
        </p:nvSpPr>
        <p:spPr>
          <a:xfrm>
            <a:off x="8248650" y="2942273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C68A360-1076-6DF5-1527-C673FCDA1F65}"/>
              </a:ext>
            </a:extLst>
          </p:cNvPr>
          <p:cNvCxnSpPr>
            <a:cxnSpLocks/>
          </p:cNvCxnSpPr>
          <p:nvPr/>
        </p:nvCxnSpPr>
        <p:spPr>
          <a:xfrm>
            <a:off x="2007870" y="3449003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9BBA58B-CE19-3FAA-576F-81991740F70B}"/>
              </a:ext>
            </a:extLst>
          </p:cNvPr>
          <p:cNvCxnSpPr>
            <a:cxnSpLocks/>
          </p:cNvCxnSpPr>
          <p:nvPr/>
        </p:nvCxnSpPr>
        <p:spPr>
          <a:xfrm>
            <a:off x="3817620" y="3418523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0A0ED83-720C-5421-17B0-C99745085B95}"/>
              </a:ext>
            </a:extLst>
          </p:cNvPr>
          <p:cNvCxnSpPr>
            <a:cxnSpLocks/>
          </p:cNvCxnSpPr>
          <p:nvPr/>
        </p:nvCxnSpPr>
        <p:spPr>
          <a:xfrm>
            <a:off x="5627370" y="3418523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E59BE6B-DC09-1582-D8EF-82E92F47882F}"/>
              </a:ext>
            </a:extLst>
          </p:cNvPr>
          <p:cNvCxnSpPr>
            <a:cxnSpLocks/>
          </p:cNvCxnSpPr>
          <p:nvPr/>
        </p:nvCxnSpPr>
        <p:spPr>
          <a:xfrm>
            <a:off x="7437120" y="3418523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F042294-7E2D-5493-1F01-39AB2666CB28}"/>
              </a:ext>
            </a:extLst>
          </p:cNvPr>
          <p:cNvCxnSpPr>
            <a:cxnSpLocks/>
          </p:cNvCxnSpPr>
          <p:nvPr/>
        </p:nvCxnSpPr>
        <p:spPr>
          <a:xfrm>
            <a:off x="3288030" y="2500313"/>
            <a:ext cx="0" cy="44196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33AC59-F8E3-7E79-360B-C36ACF9163A8}"/>
              </a:ext>
            </a:extLst>
          </p:cNvPr>
          <p:cNvCxnSpPr>
            <a:cxnSpLocks/>
          </p:cNvCxnSpPr>
          <p:nvPr/>
        </p:nvCxnSpPr>
        <p:spPr>
          <a:xfrm>
            <a:off x="5101590" y="2500313"/>
            <a:ext cx="0" cy="44196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B53F222-C6F3-9B4C-9F36-7D2E355F84D5}"/>
              </a:ext>
            </a:extLst>
          </p:cNvPr>
          <p:cNvCxnSpPr>
            <a:cxnSpLocks/>
          </p:cNvCxnSpPr>
          <p:nvPr/>
        </p:nvCxnSpPr>
        <p:spPr>
          <a:xfrm>
            <a:off x="6899910" y="2553653"/>
            <a:ext cx="0" cy="38862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607DEBC-D505-9AD4-CB79-EB1364B6760E}"/>
              </a:ext>
            </a:extLst>
          </p:cNvPr>
          <p:cNvCxnSpPr>
            <a:cxnSpLocks/>
          </p:cNvCxnSpPr>
          <p:nvPr/>
        </p:nvCxnSpPr>
        <p:spPr>
          <a:xfrm>
            <a:off x="8728710" y="2553653"/>
            <a:ext cx="0" cy="38862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FBD1516-C4FD-0183-CEC5-E2BB4E00EEC7}"/>
              </a:ext>
            </a:extLst>
          </p:cNvPr>
          <p:cNvCxnSpPr>
            <a:cxnSpLocks/>
          </p:cNvCxnSpPr>
          <p:nvPr/>
        </p:nvCxnSpPr>
        <p:spPr>
          <a:xfrm>
            <a:off x="9246870" y="3418523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B0424DB-4E22-95C7-3EF5-47547F81CB4C}"/>
              </a:ext>
            </a:extLst>
          </p:cNvPr>
          <p:cNvSpPr/>
          <p:nvPr/>
        </p:nvSpPr>
        <p:spPr>
          <a:xfrm>
            <a:off x="2819400" y="4230053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A961465-6B05-5DCE-7DE6-CF89D4423E7A}"/>
              </a:ext>
            </a:extLst>
          </p:cNvPr>
          <p:cNvSpPr/>
          <p:nvPr/>
        </p:nvSpPr>
        <p:spPr>
          <a:xfrm>
            <a:off x="4629150" y="4230053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71F9EF-1665-52C3-F609-BBB8A81DF8DC}"/>
              </a:ext>
            </a:extLst>
          </p:cNvPr>
          <p:cNvSpPr/>
          <p:nvPr/>
        </p:nvSpPr>
        <p:spPr>
          <a:xfrm>
            <a:off x="6438900" y="4230053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4E3A1A-3F17-02E1-917F-2F7BE2659CE2}"/>
              </a:ext>
            </a:extLst>
          </p:cNvPr>
          <p:cNvSpPr/>
          <p:nvPr/>
        </p:nvSpPr>
        <p:spPr>
          <a:xfrm>
            <a:off x="8248650" y="4230053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7E98457-EA8B-5054-027D-05EDBAA4D86E}"/>
              </a:ext>
            </a:extLst>
          </p:cNvPr>
          <p:cNvCxnSpPr>
            <a:cxnSpLocks/>
          </p:cNvCxnSpPr>
          <p:nvPr/>
        </p:nvCxnSpPr>
        <p:spPr>
          <a:xfrm>
            <a:off x="2007870" y="4736783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070C5AE-6004-EC90-04EF-83BE13CB99B2}"/>
              </a:ext>
            </a:extLst>
          </p:cNvPr>
          <p:cNvCxnSpPr>
            <a:cxnSpLocks/>
          </p:cNvCxnSpPr>
          <p:nvPr/>
        </p:nvCxnSpPr>
        <p:spPr>
          <a:xfrm>
            <a:off x="3817620" y="4706303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13B9D65-EEB1-B976-EDA1-137413BD41C4}"/>
              </a:ext>
            </a:extLst>
          </p:cNvPr>
          <p:cNvCxnSpPr>
            <a:cxnSpLocks/>
          </p:cNvCxnSpPr>
          <p:nvPr/>
        </p:nvCxnSpPr>
        <p:spPr>
          <a:xfrm>
            <a:off x="5627370" y="4706303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A8FDDD3-D58E-B205-0AE2-9DFAC3CDBF57}"/>
              </a:ext>
            </a:extLst>
          </p:cNvPr>
          <p:cNvCxnSpPr>
            <a:cxnSpLocks/>
          </p:cNvCxnSpPr>
          <p:nvPr/>
        </p:nvCxnSpPr>
        <p:spPr>
          <a:xfrm>
            <a:off x="7437120" y="4706303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8804EA7-89F8-FCF5-437A-51EEBF1DA48D}"/>
              </a:ext>
            </a:extLst>
          </p:cNvPr>
          <p:cNvCxnSpPr>
            <a:cxnSpLocks/>
          </p:cNvCxnSpPr>
          <p:nvPr/>
        </p:nvCxnSpPr>
        <p:spPr>
          <a:xfrm>
            <a:off x="3288030" y="3874771"/>
            <a:ext cx="0" cy="35528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3711C1E-D30C-66C1-6745-40179AB6DF1C}"/>
              </a:ext>
            </a:extLst>
          </p:cNvPr>
          <p:cNvCxnSpPr>
            <a:cxnSpLocks/>
          </p:cNvCxnSpPr>
          <p:nvPr/>
        </p:nvCxnSpPr>
        <p:spPr>
          <a:xfrm>
            <a:off x="5101590" y="3935731"/>
            <a:ext cx="0" cy="29432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1CFE7AA-A960-00A2-4FB8-84FC8262B4D3}"/>
              </a:ext>
            </a:extLst>
          </p:cNvPr>
          <p:cNvCxnSpPr>
            <a:cxnSpLocks/>
          </p:cNvCxnSpPr>
          <p:nvPr/>
        </p:nvCxnSpPr>
        <p:spPr>
          <a:xfrm>
            <a:off x="6899910" y="3905251"/>
            <a:ext cx="0" cy="32480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536E9F6-D56E-3137-28EE-AC942724D8C9}"/>
              </a:ext>
            </a:extLst>
          </p:cNvPr>
          <p:cNvCxnSpPr>
            <a:cxnSpLocks/>
          </p:cNvCxnSpPr>
          <p:nvPr/>
        </p:nvCxnSpPr>
        <p:spPr>
          <a:xfrm>
            <a:off x="8728710" y="3920491"/>
            <a:ext cx="0" cy="30956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BD177AC-0912-8490-EDA0-8FB4AC37653B}"/>
              </a:ext>
            </a:extLst>
          </p:cNvPr>
          <p:cNvCxnSpPr>
            <a:cxnSpLocks/>
          </p:cNvCxnSpPr>
          <p:nvPr/>
        </p:nvCxnSpPr>
        <p:spPr>
          <a:xfrm>
            <a:off x="9246870" y="4706303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8B4401C1-5087-BDEE-00E7-14274725AC02}"/>
              </a:ext>
            </a:extLst>
          </p:cNvPr>
          <p:cNvSpPr/>
          <p:nvPr/>
        </p:nvSpPr>
        <p:spPr>
          <a:xfrm>
            <a:off x="2819400" y="547878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EDE0CC7-9E33-0300-CE1E-F5BA9EA401A0}"/>
              </a:ext>
            </a:extLst>
          </p:cNvPr>
          <p:cNvSpPr/>
          <p:nvPr/>
        </p:nvSpPr>
        <p:spPr>
          <a:xfrm>
            <a:off x="4629150" y="547878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9538F4D-DC6D-5A3A-CA34-DCFF9FA8DAF5}"/>
              </a:ext>
            </a:extLst>
          </p:cNvPr>
          <p:cNvSpPr/>
          <p:nvPr/>
        </p:nvSpPr>
        <p:spPr>
          <a:xfrm>
            <a:off x="6438900" y="547878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DE99CEE-DB0C-D282-19FF-C23142A3CC1F}"/>
              </a:ext>
            </a:extLst>
          </p:cNvPr>
          <p:cNvSpPr/>
          <p:nvPr/>
        </p:nvSpPr>
        <p:spPr>
          <a:xfrm>
            <a:off x="8248650" y="5478780"/>
            <a:ext cx="998220" cy="906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0A1E565-98F8-675B-E1D2-697507BAE107}"/>
              </a:ext>
            </a:extLst>
          </p:cNvPr>
          <p:cNvCxnSpPr>
            <a:cxnSpLocks/>
          </p:cNvCxnSpPr>
          <p:nvPr/>
        </p:nvCxnSpPr>
        <p:spPr>
          <a:xfrm>
            <a:off x="2007870" y="598551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625E288-0E86-1344-8840-A870DD03EE38}"/>
              </a:ext>
            </a:extLst>
          </p:cNvPr>
          <p:cNvCxnSpPr>
            <a:cxnSpLocks/>
          </p:cNvCxnSpPr>
          <p:nvPr/>
        </p:nvCxnSpPr>
        <p:spPr>
          <a:xfrm>
            <a:off x="3817620" y="595503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BE4FFD8-8586-F60A-BA0B-0AC8D4519F22}"/>
              </a:ext>
            </a:extLst>
          </p:cNvPr>
          <p:cNvCxnSpPr>
            <a:cxnSpLocks/>
          </p:cNvCxnSpPr>
          <p:nvPr/>
        </p:nvCxnSpPr>
        <p:spPr>
          <a:xfrm>
            <a:off x="5627370" y="595503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6519E48-E35B-1160-D768-3E4B26453DE4}"/>
              </a:ext>
            </a:extLst>
          </p:cNvPr>
          <p:cNvCxnSpPr>
            <a:cxnSpLocks/>
          </p:cNvCxnSpPr>
          <p:nvPr/>
        </p:nvCxnSpPr>
        <p:spPr>
          <a:xfrm>
            <a:off x="7437120" y="5955030"/>
            <a:ext cx="81153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79B9AC4-F70E-E0D4-12EC-632C89BA7DEE}"/>
              </a:ext>
            </a:extLst>
          </p:cNvPr>
          <p:cNvCxnSpPr>
            <a:cxnSpLocks/>
          </p:cNvCxnSpPr>
          <p:nvPr/>
        </p:nvCxnSpPr>
        <p:spPr>
          <a:xfrm>
            <a:off x="3288030" y="5123498"/>
            <a:ext cx="0" cy="35528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9820298-AC7E-8031-5D13-774FA9F14B16}"/>
              </a:ext>
            </a:extLst>
          </p:cNvPr>
          <p:cNvCxnSpPr>
            <a:cxnSpLocks/>
          </p:cNvCxnSpPr>
          <p:nvPr/>
        </p:nvCxnSpPr>
        <p:spPr>
          <a:xfrm>
            <a:off x="5101590" y="5184458"/>
            <a:ext cx="0" cy="29432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BC190C9-DAAD-B584-7BB5-9A866E1D41E3}"/>
              </a:ext>
            </a:extLst>
          </p:cNvPr>
          <p:cNvCxnSpPr>
            <a:cxnSpLocks/>
          </p:cNvCxnSpPr>
          <p:nvPr/>
        </p:nvCxnSpPr>
        <p:spPr>
          <a:xfrm>
            <a:off x="6899910" y="5153978"/>
            <a:ext cx="0" cy="32480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386D56E-0A7B-CAE5-43B7-126195DFD07D}"/>
              </a:ext>
            </a:extLst>
          </p:cNvPr>
          <p:cNvCxnSpPr>
            <a:cxnSpLocks/>
          </p:cNvCxnSpPr>
          <p:nvPr/>
        </p:nvCxnSpPr>
        <p:spPr>
          <a:xfrm>
            <a:off x="8728710" y="5169218"/>
            <a:ext cx="0" cy="30956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53534BE-B85D-6336-BB46-AFEF93DE307B}"/>
              </a:ext>
            </a:extLst>
          </p:cNvPr>
          <p:cNvCxnSpPr>
            <a:cxnSpLocks/>
          </p:cNvCxnSpPr>
          <p:nvPr/>
        </p:nvCxnSpPr>
        <p:spPr>
          <a:xfrm>
            <a:off x="9246870" y="5955030"/>
            <a:ext cx="8115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3FCA0746-205A-9560-FB7B-1984ACCF18CB}"/>
              </a:ext>
            </a:extLst>
          </p:cNvPr>
          <p:cNvCxnSpPr>
            <a:cxnSpLocks/>
          </p:cNvCxnSpPr>
          <p:nvPr/>
        </p:nvCxnSpPr>
        <p:spPr>
          <a:xfrm>
            <a:off x="3288030" y="6385560"/>
            <a:ext cx="0" cy="38576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4A87034B-8D37-4952-EB3C-4E7CF3F7A13A}"/>
              </a:ext>
            </a:extLst>
          </p:cNvPr>
          <p:cNvCxnSpPr>
            <a:cxnSpLocks/>
          </p:cNvCxnSpPr>
          <p:nvPr/>
        </p:nvCxnSpPr>
        <p:spPr>
          <a:xfrm>
            <a:off x="5101590" y="6385560"/>
            <a:ext cx="0" cy="38576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D76115CE-DCE9-6DFC-598B-AD503C49DF04}"/>
              </a:ext>
            </a:extLst>
          </p:cNvPr>
          <p:cNvCxnSpPr>
            <a:cxnSpLocks/>
          </p:cNvCxnSpPr>
          <p:nvPr/>
        </p:nvCxnSpPr>
        <p:spPr>
          <a:xfrm>
            <a:off x="6899910" y="6462712"/>
            <a:ext cx="0" cy="30861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94A45DDD-AB65-20E8-A21C-D7A1486B6F4D}"/>
              </a:ext>
            </a:extLst>
          </p:cNvPr>
          <p:cNvCxnSpPr>
            <a:cxnSpLocks/>
          </p:cNvCxnSpPr>
          <p:nvPr/>
        </p:nvCxnSpPr>
        <p:spPr>
          <a:xfrm>
            <a:off x="8728710" y="6462712"/>
            <a:ext cx="0" cy="30861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F081C62-B1FC-69D4-14F5-A94637957940}"/>
                  </a:ext>
                </a:extLst>
              </p:cNvPr>
              <p:cNvSpPr txBox="1"/>
              <p:nvPr/>
            </p:nvSpPr>
            <p:spPr>
              <a:xfrm>
                <a:off x="9652635" y="3933827"/>
                <a:ext cx="23205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Cycle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−1+</m:t>
                    </m:r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F081C62-B1FC-69D4-14F5-A94637957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635" y="3933827"/>
                <a:ext cx="2320507" cy="369332"/>
              </a:xfrm>
              <a:prstGeom prst="rect">
                <a:avLst/>
              </a:prstGeom>
              <a:blipFill>
                <a:blip r:embed="rId2"/>
                <a:stretch>
                  <a:fillRect l="-2100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795F148-22AD-0856-190D-E6EEBC54587A}"/>
                  </a:ext>
                </a:extLst>
              </p:cNvPr>
              <p:cNvSpPr txBox="1"/>
              <p:nvPr/>
            </p:nvSpPr>
            <p:spPr>
              <a:xfrm>
                <a:off x="10245090" y="5790136"/>
                <a:ext cx="1078500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795F148-22AD-0856-190D-E6EEBC545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5090" y="5790136"/>
                <a:ext cx="1078500" cy="390748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207554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64B9F-D2CC-60CE-953D-9C8D390DC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E63C51-BCA8-3242-C120-6A4FCB4777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Total Time for Matrix Multiplication</a:t>
                </a:r>
              </a:p>
              <a:p>
                <a:endParaRPr lang="en-US" dirty="0"/>
              </a:p>
              <a:p>
                <a:r>
                  <a:rPr lang="en-US" dirty="0"/>
                  <a:t>Input Loading time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cycles</a:t>
                </a:r>
              </a:p>
              <a:p>
                <a:endParaRPr lang="en-US" dirty="0"/>
              </a:p>
              <a:p>
                <a:r>
                  <a:rPr lang="en-US" dirty="0"/>
                  <a:t>Output Time (after input latency) -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Total time for one round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E63C51-BCA8-3242-C120-6A4FCB4777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305482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4128-4CF4-87C9-DA64-9970B0D4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F763D2-3C51-ADD1-8145-C6FEB68B15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Total time for Matrix Multiplication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How may rounds (iterations) do we need?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F763D2-3C51-ADD1-8145-C6FEB68B15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066671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4128-4CF4-87C9-DA64-9970B0D4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EBCAAB-28C8-1B9D-C700-B2509A7B39E2}"/>
              </a:ext>
            </a:extLst>
          </p:cNvPr>
          <p:cNvSpPr/>
          <p:nvPr/>
        </p:nvSpPr>
        <p:spPr>
          <a:xfrm>
            <a:off x="1691281" y="2794545"/>
            <a:ext cx="3962400" cy="2651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6B0210-B89C-94EA-761E-D4B5C7AF4A2E}"/>
              </a:ext>
            </a:extLst>
          </p:cNvPr>
          <p:cNvSpPr/>
          <p:nvPr/>
        </p:nvSpPr>
        <p:spPr>
          <a:xfrm>
            <a:off x="7559040" y="2758440"/>
            <a:ext cx="3962400" cy="2651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061820B6-F48C-C899-7D9B-1418A0F98367}"/>
              </a:ext>
            </a:extLst>
          </p:cNvPr>
          <p:cNvSpPr/>
          <p:nvPr/>
        </p:nvSpPr>
        <p:spPr>
          <a:xfrm rot="5400000">
            <a:off x="3425398" y="3907065"/>
            <a:ext cx="449164" cy="39624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30E22F-4C54-2125-1F8E-3A43B918209A}"/>
                  </a:ext>
                </a:extLst>
              </p:cNvPr>
              <p:cNvSpPr txBox="1"/>
              <p:nvPr/>
            </p:nvSpPr>
            <p:spPr>
              <a:xfrm>
                <a:off x="3487014" y="6215300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30E22F-4C54-2125-1F8E-3A43B9182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014" y="6215300"/>
                <a:ext cx="37093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Brace 9">
            <a:extLst>
              <a:ext uri="{FF2B5EF4-FFF2-40B4-BE49-F238E27FC236}">
                <a16:creationId xmlns:a16="http://schemas.microsoft.com/office/drawing/2014/main" id="{8C3EA896-ADEA-FC79-7B86-3C5A2078052E}"/>
              </a:ext>
            </a:extLst>
          </p:cNvPr>
          <p:cNvSpPr/>
          <p:nvPr/>
        </p:nvSpPr>
        <p:spPr>
          <a:xfrm rot="10800000">
            <a:off x="6953458" y="2758440"/>
            <a:ext cx="449164" cy="2635686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E5C2F-7F1F-55A0-1082-A5F3C23907C2}"/>
                  </a:ext>
                </a:extLst>
              </p:cNvPr>
              <p:cNvSpPr txBox="1"/>
              <p:nvPr/>
            </p:nvSpPr>
            <p:spPr>
              <a:xfrm>
                <a:off x="6560822" y="3891617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E5C2F-7F1F-55A0-1082-A5F3C2390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822" y="3891617"/>
                <a:ext cx="3709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Brace 11">
            <a:extLst>
              <a:ext uri="{FF2B5EF4-FFF2-40B4-BE49-F238E27FC236}">
                <a16:creationId xmlns:a16="http://schemas.microsoft.com/office/drawing/2014/main" id="{AE437610-0C47-AF04-F332-E49344283D29}"/>
              </a:ext>
            </a:extLst>
          </p:cNvPr>
          <p:cNvSpPr/>
          <p:nvPr/>
        </p:nvSpPr>
        <p:spPr>
          <a:xfrm rot="10800000">
            <a:off x="1013128" y="2794544"/>
            <a:ext cx="465151" cy="2615655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1448E8-223E-FD6E-3B30-9C1372AF1C65}"/>
                  </a:ext>
                </a:extLst>
              </p:cNvPr>
              <p:cNvSpPr txBox="1"/>
              <p:nvPr/>
            </p:nvSpPr>
            <p:spPr>
              <a:xfrm>
                <a:off x="563984" y="3891617"/>
                <a:ext cx="4355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1448E8-223E-FD6E-3B30-9C1372AF1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84" y="3891617"/>
                <a:ext cx="43550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>
            <a:extLst>
              <a:ext uri="{FF2B5EF4-FFF2-40B4-BE49-F238E27FC236}">
                <a16:creationId xmlns:a16="http://schemas.microsoft.com/office/drawing/2014/main" id="{A795C687-9859-8929-C480-5BB9E0F27E9F}"/>
              </a:ext>
            </a:extLst>
          </p:cNvPr>
          <p:cNvSpPr/>
          <p:nvPr/>
        </p:nvSpPr>
        <p:spPr>
          <a:xfrm rot="5400000">
            <a:off x="9315658" y="3866345"/>
            <a:ext cx="449164" cy="39624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69A84-7A9C-0F47-799E-20E2FFB8F83E}"/>
                  </a:ext>
                </a:extLst>
              </p:cNvPr>
              <p:cNvSpPr txBox="1"/>
              <p:nvPr/>
            </p:nvSpPr>
            <p:spPr>
              <a:xfrm>
                <a:off x="9377274" y="6174580"/>
                <a:ext cx="374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69A84-7A9C-0F47-799E-20E2FFB8F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7274" y="6174580"/>
                <a:ext cx="3745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63D88C3F-A2A6-7453-CE36-08AFA4E07622}"/>
              </a:ext>
            </a:extLst>
          </p:cNvPr>
          <p:cNvSpPr/>
          <p:nvPr/>
        </p:nvSpPr>
        <p:spPr>
          <a:xfrm>
            <a:off x="7564214" y="2780525"/>
            <a:ext cx="965296" cy="8763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011AD2-4392-B9A5-E78E-D9727B9EF4DE}"/>
              </a:ext>
            </a:extLst>
          </p:cNvPr>
          <p:cNvSpPr/>
          <p:nvPr/>
        </p:nvSpPr>
        <p:spPr>
          <a:xfrm>
            <a:off x="1691281" y="2780525"/>
            <a:ext cx="929999" cy="26517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725E11-BDAC-7897-5D2C-CCFADD26021D}"/>
                  </a:ext>
                </a:extLst>
              </p:cNvPr>
              <p:cNvSpPr txBox="1"/>
              <p:nvPr/>
            </p:nvSpPr>
            <p:spPr>
              <a:xfrm>
                <a:off x="3172977" y="203977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725E11-BDAC-7897-5D2C-CCFADD260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977" y="2039775"/>
                <a:ext cx="62807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B87E4A-8F66-3D5D-9CC0-CC9A68647825}"/>
                  </a:ext>
                </a:extLst>
              </p:cNvPr>
              <p:cNvSpPr txBox="1"/>
              <p:nvPr/>
            </p:nvSpPr>
            <p:spPr>
              <a:xfrm>
                <a:off x="9250532" y="203977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B87E4A-8F66-3D5D-9CC0-CC9A68647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532" y="2039775"/>
                <a:ext cx="62807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216833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4128-4CF4-87C9-DA64-9970B0D4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EBCAAB-28C8-1B9D-C700-B2509A7B39E2}"/>
              </a:ext>
            </a:extLst>
          </p:cNvPr>
          <p:cNvSpPr/>
          <p:nvPr/>
        </p:nvSpPr>
        <p:spPr>
          <a:xfrm>
            <a:off x="1691281" y="2794545"/>
            <a:ext cx="3962400" cy="2651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6B0210-B89C-94EA-761E-D4B5C7AF4A2E}"/>
              </a:ext>
            </a:extLst>
          </p:cNvPr>
          <p:cNvSpPr/>
          <p:nvPr/>
        </p:nvSpPr>
        <p:spPr>
          <a:xfrm>
            <a:off x="7559040" y="2758440"/>
            <a:ext cx="3962400" cy="2651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061820B6-F48C-C899-7D9B-1418A0F98367}"/>
              </a:ext>
            </a:extLst>
          </p:cNvPr>
          <p:cNvSpPr/>
          <p:nvPr/>
        </p:nvSpPr>
        <p:spPr>
          <a:xfrm rot="5400000">
            <a:off x="3425398" y="3907065"/>
            <a:ext cx="449164" cy="39624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30E22F-4C54-2125-1F8E-3A43B918209A}"/>
                  </a:ext>
                </a:extLst>
              </p:cNvPr>
              <p:cNvSpPr txBox="1"/>
              <p:nvPr/>
            </p:nvSpPr>
            <p:spPr>
              <a:xfrm>
                <a:off x="3487014" y="6215300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30E22F-4C54-2125-1F8E-3A43B9182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014" y="6215300"/>
                <a:ext cx="37093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Brace 9">
            <a:extLst>
              <a:ext uri="{FF2B5EF4-FFF2-40B4-BE49-F238E27FC236}">
                <a16:creationId xmlns:a16="http://schemas.microsoft.com/office/drawing/2014/main" id="{8C3EA896-ADEA-FC79-7B86-3C5A2078052E}"/>
              </a:ext>
            </a:extLst>
          </p:cNvPr>
          <p:cNvSpPr/>
          <p:nvPr/>
        </p:nvSpPr>
        <p:spPr>
          <a:xfrm rot="10800000">
            <a:off x="6953458" y="2758440"/>
            <a:ext cx="449164" cy="2635686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E5C2F-7F1F-55A0-1082-A5F3C23907C2}"/>
                  </a:ext>
                </a:extLst>
              </p:cNvPr>
              <p:cNvSpPr txBox="1"/>
              <p:nvPr/>
            </p:nvSpPr>
            <p:spPr>
              <a:xfrm>
                <a:off x="6560822" y="3891617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E5C2F-7F1F-55A0-1082-A5F3C2390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822" y="3891617"/>
                <a:ext cx="3709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Brace 11">
            <a:extLst>
              <a:ext uri="{FF2B5EF4-FFF2-40B4-BE49-F238E27FC236}">
                <a16:creationId xmlns:a16="http://schemas.microsoft.com/office/drawing/2014/main" id="{AE437610-0C47-AF04-F332-E49344283D29}"/>
              </a:ext>
            </a:extLst>
          </p:cNvPr>
          <p:cNvSpPr/>
          <p:nvPr/>
        </p:nvSpPr>
        <p:spPr>
          <a:xfrm rot="10800000">
            <a:off x="1013128" y="2794544"/>
            <a:ext cx="465151" cy="2615655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1448E8-223E-FD6E-3B30-9C1372AF1C65}"/>
                  </a:ext>
                </a:extLst>
              </p:cNvPr>
              <p:cNvSpPr txBox="1"/>
              <p:nvPr/>
            </p:nvSpPr>
            <p:spPr>
              <a:xfrm>
                <a:off x="563984" y="3891617"/>
                <a:ext cx="4355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1448E8-223E-FD6E-3B30-9C1372AF1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84" y="3891617"/>
                <a:ext cx="43550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>
            <a:extLst>
              <a:ext uri="{FF2B5EF4-FFF2-40B4-BE49-F238E27FC236}">
                <a16:creationId xmlns:a16="http://schemas.microsoft.com/office/drawing/2014/main" id="{A795C687-9859-8929-C480-5BB9E0F27E9F}"/>
              </a:ext>
            </a:extLst>
          </p:cNvPr>
          <p:cNvSpPr/>
          <p:nvPr/>
        </p:nvSpPr>
        <p:spPr>
          <a:xfrm rot="5400000">
            <a:off x="9315658" y="3866345"/>
            <a:ext cx="449164" cy="39624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69A84-7A9C-0F47-799E-20E2FFB8F83E}"/>
                  </a:ext>
                </a:extLst>
              </p:cNvPr>
              <p:cNvSpPr txBox="1"/>
              <p:nvPr/>
            </p:nvSpPr>
            <p:spPr>
              <a:xfrm>
                <a:off x="9377274" y="6174580"/>
                <a:ext cx="374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69A84-7A9C-0F47-799E-20E2FFB8F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7274" y="6174580"/>
                <a:ext cx="3745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63D88C3F-A2A6-7453-CE36-08AFA4E07622}"/>
              </a:ext>
            </a:extLst>
          </p:cNvPr>
          <p:cNvSpPr/>
          <p:nvPr/>
        </p:nvSpPr>
        <p:spPr>
          <a:xfrm>
            <a:off x="8702398" y="2758440"/>
            <a:ext cx="965296" cy="8763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011AD2-4392-B9A5-E78E-D9727B9EF4DE}"/>
              </a:ext>
            </a:extLst>
          </p:cNvPr>
          <p:cNvSpPr/>
          <p:nvPr/>
        </p:nvSpPr>
        <p:spPr>
          <a:xfrm>
            <a:off x="1691281" y="2780525"/>
            <a:ext cx="929999" cy="26517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B6EF7F1-FB71-8F1A-6BF8-8DF688F29F1E}"/>
                  </a:ext>
                </a:extLst>
              </p:cNvPr>
              <p:cNvSpPr txBox="1"/>
              <p:nvPr/>
            </p:nvSpPr>
            <p:spPr>
              <a:xfrm>
                <a:off x="3172977" y="203977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B6EF7F1-FB71-8F1A-6BF8-8DF688F29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977" y="2039775"/>
                <a:ext cx="62807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516490-8BC9-C716-C52A-5D9DE046F04A}"/>
                  </a:ext>
                </a:extLst>
              </p:cNvPr>
              <p:cNvSpPr txBox="1"/>
              <p:nvPr/>
            </p:nvSpPr>
            <p:spPr>
              <a:xfrm>
                <a:off x="9250532" y="203977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516490-8BC9-C716-C52A-5D9DE046F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532" y="2039775"/>
                <a:ext cx="62807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981282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4128-4CF4-87C9-DA64-9970B0D4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EBCAAB-28C8-1B9D-C700-B2509A7B39E2}"/>
              </a:ext>
            </a:extLst>
          </p:cNvPr>
          <p:cNvSpPr/>
          <p:nvPr/>
        </p:nvSpPr>
        <p:spPr>
          <a:xfrm>
            <a:off x="1691281" y="2794545"/>
            <a:ext cx="3962400" cy="2651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6B0210-B89C-94EA-761E-D4B5C7AF4A2E}"/>
              </a:ext>
            </a:extLst>
          </p:cNvPr>
          <p:cNvSpPr/>
          <p:nvPr/>
        </p:nvSpPr>
        <p:spPr>
          <a:xfrm>
            <a:off x="7559040" y="2758440"/>
            <a:ext cx="3962400" cy="2651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061820B6-F48C-C899-7D9B-1418A0F98367}"/>
              </a:ext>
            </a:extLst>
          </p:cNvPr>
          <p:cNvSpPr/>
          <p:nvPr/>
        </p:nvSpPr>
        <p:spPr>
          <a:xfrm rot="5400000">
            <a:off x="3425398" y="3907065"/>
            <a:ext cx="449164" cy="39624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30E22F-4C54-2125-1F8E-3A43B918209A}"/>
                  </a:ext>
                </a:extLst>
              </p:cNvPr>
              <p:cNvSpPr txBox="1"/>
              <p:nvPr/>
            </p:nvSpPr>
            <p:spPr>
              <a:xfrm>
                <a:off x="3487014" y="6215300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30E22F-4C54-2125-1F8E-3A43B9182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014" y="6215300"/>
                <a:ext cx="37093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Brace 9">
            <a:extLst>
              <a:ext uri="{FF2B5EF4-FFF2-40B4-BE49-F238E27FC236}">
                <a16:creationId xmlns:a16="http://schemas.microsoft.com/office/drawing/2014/main" id="{8C3EA896-ADEA-FC79-7B86-3C5A2078052E}"/>
              </a:ext>
            </a:extLst>
          </p:cNvPr>
          <p:cNvSpPr/>
          <p:nvPr/>
        </p:nvSpPr>
        <p:spPr>
          <a:xfrm rot="10800000">
            <a:off x="6953458" y="2758440"/>
            <a:ext cx="449164" cy="2635686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E5C2F-7F1F-55A0-1082-A5F3C23907C2}"/>
                  </a:ext>
                </a:extLst>
              </p:cNvPr>
              <p:cNvSpPr txBox="1"/>
              <p:nvPr/>
            </p:nvSpPr>
            <p:spPr>
              <a:xfrm>
                <a:off x="6560822" y="3891617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E5C2F-7F1F-55A0-1082-A5F3C2390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822" y="3891617"/>
                <a:ext cx="3709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Brace 11">
            <a:extLst>
              <a:ext uri="{FF2B5EF4-FFF2-40B4-BE49-F238E27FC236}">
                <a16:creationId xmlns:a16="http://schemas.microsoft.com/office/drawing/2014/main" id="{AE437610-0C47-AF04-F332-E49344283D29}"/>
              </a:ext>
            </a:extLst>
          </p:cNvPr>
          <p:cNvSpPr/>
          <p:nvPr/>
        </p:nvSpPr>
        <p:spPr>
          <a:xfrm rot="10800000">
            <a:off x="1013128" y="2794544"/>
            <a:ext cx="465151" cy="2615655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1448E8-223E-FD6E-3B30-9C1372AF1C65}"/>
                  </a:ext>
                </a:extLst>
              </p:cNvPr>
              <p:cNvSpPr txBox="1"/>
              <p:nvPr/>
            </p:nvSpPr>
            <p:spPr>
              <a:xfrm>
                <a:off x="563984" y="3891617"/>
                <a:ext cx="4355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1448E8-223E-FD6E-3B30-9C1372AF1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84" y="3891617"/>
                <a:ext cx="43550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>
            <a:extLst>
              <a:ext uri="{FF2B5EF4-FFF2-40B4-BE49-F238E27FC236}">
                <a16:creationId xmlns:a16="http://schemas.microsoft.com/office/drawing/2014/main" id="{A795C687-9859-8929-C480-5BB9E0F27E9F}"/>
              </a:ext>
            </a:extLst>
          </p:cNvPr>
          <p:cNvSpPr/>
          <p:nvPr/>
        </p:nvSpPr>
        <p:spPr>
          <a:xfrm rot="5400000">
            <a:off x="9315658" y="3866345"/>
            <a:ext cx="449164" cy="39624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69A84-7A9C-0F47-799E-20E2FFB8F83E}"/>
                  </a:ext>
                </a:extLst>
              </p:cNvPr>
              <p:cNvSpPr txBox="1"/>
              <p:nvPr/>
            </p:nvSpPr>
            <p:spPr>
              <a:xfrm>
                <a:off x="9377274" y="6174580"/>
                <a:ext cx="374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69A84-7A9C-0F47-799E-20E2FFB8F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7274" y="6174580"/>
                <a:ext cx="3745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63D88C3F-A2A6-7453-CE36-08AFA4E07622}"/>
              </a:ext>
            </a:extLst>
          </p:cNvPr>
          <p:cNvSpPr/>
          <p:nvPr/>
        </p:nvSpPr>
        <p:spPr>
          <a:xfrm>
            <a:off x="10556144" y="2780525"/>
            <a:ext cx="965296" cy="8763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011AD2-4392-B9A5-E78E-D9727B9EF4DE}"/>
              </a:ext>
            </a:extLst>
          </p:cNvPr>
          <p:cNvSpPr/>
          <p:nvPr/>
        </p:nvSpPr>
        <p:spPr>
          <a:xfrm>
            <a:off x="1691281" y="2780525"/>
            <a:ext cx="929999" cy="26517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7F55E6B-AD24-4CC5-A948-B77BB1187199}"/>
                  </a:ext>
                </a:extLst>
              </p:cNvPr>
              <p:cNvSpPr txBox="1"/>
              <p:nvPr/>
            </p:nvSpPr>
            <p:spPr>
              <a:xfrm>
                <a:off x="3172977" y="203977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7F55E6B-AD24-4CC5-A948-B77BB1187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977" y="2039775"/>
                <a:ext cx="62807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C928E0-7F14-2E89-EC03-5633E511A766}"/>
                  </a:ext>
                </a:extLst>
              </p:cNvPr>
              <p:cNvSpPr txBox="1"/>
              <p:nvPr/>
            </p:nvSpPr>
            <p:spPr>
              <a:xfrm>
                <a:off x="9250532" y="203977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C928E0-7F14-2E89-EC03-5633E511A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532" y="2039775"/>
                <a:ext cx="62807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176012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4128-4CF4-87C9-DA64-9970B0D4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EBCAAB-28C8-1B9D-C700-B2509A7B39E2}"/>
              </a:ext>
            </a:extLst>
          </p:cNvPr>
          <p:cNvSpPr/>
          <p:nvPr/>
        </p:nvSpPr>
        <p:spPr>
          <a:xfrm>
            <a:off x="1691281" y="2794545"/>
            <a:ext cx="3962400" cy="2651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6B0210-B89C-94EA-761E-D4B5C7AF4A2E}"/>
              </a:ext>
            </a:extLst>
          </p:cNvPr>
          <p:cNvSpPr/>
          <p:nvPr/>
        </p:nvSpPr>
        <p:spPr>
          <a:xfrm>
            <a:off x="7559040" y="2758440"/>
            <a:ext cx="3962400" cy="2651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061820B6-F48C-C899-7D9B-1418A0F98367}"/>
              </a:ext>
            </a:extLst>
          </p:cNvPr>
          <p:cNvSpPr/>
          <p:nvPr/>
        </p:nvSpPr>
        <p:spPr>
          <a:xfrm rot="5400000">
            <a:off x="3425398" y="3907065"/>
            <a:ext cx="449164" cy="39624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30E22F-4C54-2125-1F8E-3A43B918209A}"/>
                  </a:ext>
                </a:extLst>
              </p:cNvPr>
              <p:cNvSpPr txBox="1"/>
              <p:nvPr/>
            </p:nvSpPr>
            <p:spPr>
              <a:xfrm>
                <a:off x="3487014" y="6215300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30E22F-4C54-2125-1F8E-3A43B9182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014" y="6215300"/>
                <a:ext cx="37093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Brace 9">
            <a:extLst>
              <a:ext uri="{FF2B5EF4-FFF2-40B4-BE49-F238E27FC236}">
                <a16:creationId xmlns:a16="http://schemas.microsoft.com/office/drawing/2014/main" id="{8C3EA896-ADEA-FC79-7B86-3C5A2078052E}"/>
              </a:ext>
            </a:extLst>
          </p:cNvPr>
          <p:cNvSpPr/>
          <p:nvPr/>
        </p:nvSpPr>
        <p:spPr>
          <a:xfrm rot="10800000">
            <a:off x="6953458" y="2758440"/>
            <a:ext cx="449164" cy="2635686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E5C2F-7F1F-55A0-1082-A5F3C23907C2}"/>
                  </a:ext>
                </a:extLst>
              </p:cNvPr>
              <p:cNvSpPr txBox="1"/>
              <p:nvPr/>
            </p:nvSpPr>
            <p:spPr>
              <a:xfrm>
                <a:off x="6560822" y="3891617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E5C2F-7F1F-55A0-1082-A5F3C2390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822" y="3891617"/>
                <a:ext cx="3709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Brace 11">
            <a:extLst>
              <a:ext uri="{FF2B5EF4-FFF2-40B4-BE49-F238E27FC236}">
                <a16:creationId xmlns:a16="http://schemas.microsoft.com/office/drawing/2014/main" id="{AE437610-0C47-AF04-F332-E49344283D29}"/>
              </a:ext>
            </a:extLst>
          </p:cNvPr>
          <p:cNvSpPr/>
          <p:nvPr/>
        </p:nvSpPr>
        <p:spPr>
          <a:xfrm rot="10800000">
            <a:off x="1013128" y="2794544"/>
            <a:ext cx="465151" cy="2615655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1448E8-223E-FD6E-3B30-9C1372AF1C65}"/>
                  </a:ext>
                </a:extLst>
              </p:cNvPr>
              <p:cNvSpPr txBox="1"/>
              <p:nvPr/>
            </p:nvSpPr>
            <p:spPr>
              <a:xfrm>
                <a:off x="563984" y="3891617"/>
                <a:ext cx="4355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1448E8-223E-FD6E-3B30-9C1372AF1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84" y="3891617"/>
                <a:ext cx="43550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>
            <a:extLst>
              <a:ext uri="{FF2B5EF4-FFF2-40B4-BE49-F238E27FC236}">
                <a16:creationId xmlns:a16="http://schemas.microsoft.com/office/drawing/2014/main" id="{A795C687-9859-8929-C480-5BB9E0F27E9F}"/>
              </a:ext>
            </a:extLst>
          </p:cNvPr>
          <p:cNvSpPr/>
          <p:nvPr/>
        </p:nvSpPr>
        <p:spPr>
          <a:xfrm rot="5400000">
            <a:off x="9315658" y="3866345"/>
            <a:ext cx="449164" cy="39624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69A84-7A9C-0F47-799E-20E2FFB8F83E}"/>
                  </a:ext>
                </a:extLst>
              </p:cNvPr>
              <p:cNvSpPr txBox="1"/>
              <p:nvPr/>
            </p:nvSpPr>
            <p:spPr>
              <a:xfrm>
                <a:off x="9377274" y="6174580"/>
                <a:ext cx="374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69A84-7A9C-0F47-799E-20E2FFB8F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7274" y="6174580"/>
                <a:ext cx="3745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63D88C3F-A2A6-7453-CE36-08AFA4E07622}"/>
              </a:ext>
            </a:extLst>
          </p:cNvPr>
          <p:cNvSpPr/>
          <p:nvPr/>
        </p:nvSpPr>
        <p:spPr>
          <a:xfrm>
            <a:off x="7559040" y="3664221"/>
            <a:ext cx="965296" cy="8763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011AD2-4392-B9A5-E78E-D9727B9EF4DE}"/>
              </a:ext>
            </a:extLst>
          </p:cNvPr>
          <p:cNvSpPr/>
          <p:nvPr/>
        </p:nvSpPr>
        <p:spPr>
          <a:xfrm>
            <a:off x="2557015" y="2794545"/>
            <a:ext cx="929999" cy="26517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58846F-C2FC-10A9-E16C-2939ED04882C}"/>
                  </a:ext>
                </a:extLst>
              </p:cNvPr>
              <p:cNvSpPr txBox="1"/>
              <p:nvPr/>
            </p:nvSpPr>
            <p:spPr>
              <a:xfrm>
                <a:off x="3172977" y="203977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58846F-C2FC-10A9-E16C-2939ED048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977" y="2039775"/>
                <a:ext cx="62807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0B65992-D690-FF97-35B3-B5B7F921BD5B}"/>
                  </a:ext>
                </a:extLst>
              </p:cNvPr>
              <p:cNvSpPr txBox="1"/>
              <p:nvPr/>
            </p:nvSpPr>
            <p:spPr>
              <a:xfrm>
                <a:off x="9250532" y="203977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0B65992-D690-FF97-35B3-B5B7F921B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532" y="2039775"/>
                <a:ext cx="62807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754975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4128-4CF4-87C9-DA64-9970B0D4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EBCAAB-28C8-1B9D-C700-B2509A7B39E2}"/>
              </a:ext>
            </a:extLst>
          </p:cNvPr>
          <p:cNvSpPr/>
          <p:nvPr/>
        </p:nvSpPr>
        <p:spPr>
          <a:xfrm>
            <a:off x="1691281" y="2794545"/>
            <a:ext cx="3962400" cy="2651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6B0210-B89C-94EA-761E-D4B5C7AF4A2E}"/>
              </a:ext>
            </a:extLst>
          </p:cNvPr>
          <p:cNvSpPr/>
          <p:nvPr/>
        </p:nvSpPr>
        <p:spPr>
          <a:xfrm>
            <a:off x="7559040" y="2758440"/>
            <a:ext cx="3962400" cy="2651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061820B6-F48C-C899-7D9B-1418A0F98367}"/>
              </a:ext>
            </a:extLst>
          </p:cNvPr>
          <p:cNvSpPr/>
          <p:nvPr/>
        </p:nvSpPr>
        <p:spPr>
          <a:xfrm rot="5400000">
            <a:off x="3425398" y="3907065"/>
            <a:ext cx="449164" cy="39624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30E22F-4C54-2125-1F8E-3A43B918209A}"/>
                  </a:ext>
                </a:extLst>
              </p:cNvPr>
              <p:cNvSpPr txBox="1"/>
              <p:nvPr/>
            </p:nvSpPr>
            <p:spPr>
              <a:xfrm>
                <a:off x="3487014" y="6215300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30E22F-4C54-2125-1F8E-3A43B9182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014" y="6215300"/>
                <a:ext cx="37093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Brace 9">
            <a:extLst>
              <a:ext uri="{FF2B5EF4-FFF2-40B4-BE49-F238E27FC236}">
                <a16:creationId xmlns:a16="http://schemas.microsoft.com/office/drawing/2014/main" id="{8C3EA896-ADEA-FC79-7B86-3C5A2078052E}"/>
              </a:ext>
            </a:extLst>
          </p:cNvPr>
          <p:cNvSpPr/>
          <p:nvPr/>
        </p:nvSpPr>
        <p:spPr>
          <a:xfrm rot="10800000">
            <a:off x="6953458" y="2758440"/>
            <a:ext cx="449164" cy="2635686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E5C2F-7F1F-55A0-1082-A5F3C23907C2}"/>
                  </a:ext>
                </a:extLst>
              </p:cNvPr>
              <p:cNvSpPr txBox="1"/>
              <p:nvPr/>
            </p:nvSpPr>
            <p:spPr>
              <a:xfrm>
                <a:off x="6560822" y="3891617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E5C2F-7F1F-55A0-1082-A5F3C2390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822" y="3891617"/>
                <a:ext cx="3709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Brace 11">
            <a:extLst>
              <a:ext uri="{FF2B5EF4-FFF2-40B4-BE49-F238E27FC236}">
                <a16:creationId xmlns:a16="http://schemas.microsoft.com/office/drawing/2014/main" id="{AE437610-0C47-AF04-F332-E49344283D29}"/>
              </a:ext>
            </a:extLst>
          </p:cNvPr>
          <p:cNvSpPr/>
          <p:nvPr/>
        </p:nvSpPr>
        <p:spPr>
          <a:xfrm rot="10800000">
            <a:off x="1013128" y="2794544"/>
            <a:ext cx="465151" cy="2615655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1448E8-223E-FD6E-3B30-9C1372AF1C65}"/>
                  </a:ext>
                </a:extLst>
              </p:cNvPr>
              <p:cNvSpPr txBox="1"/>
              <p:nvPr/>
            </p:nvSpPr>
            <p:spPr>
              <a:xfrm>
                <a:off x="563984" y="3891617"/>
                <a:ext cx="4355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1448E8-223E-FD6E-3B30-9C1372AF1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84" y="3891617"/>
                <a:ext cx="43550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>
            <a:extLst>
              <a:ext uri="{FF2B5EF4-FFF2-40B4-BE49-F238E27FC236}">
                <a16:creationId xmlns:a16="http://schemas.microsoft.com/office/drawing/2014/main" id="{A795C687-9859-8929-C480-5BB9E0F27E9F}"/>
              </a:ext>
            </a:extLst>
          </p:cNvPr>
          <p:cNvSpPr/>
          <p:nvPr/>
        </p:nvSpPr>
        <p:spPr>
          <a:xfrm rot="5400000">
            <a:off x="9315658" y="3866345"/>
            <a:ext cx="449164" cy="39624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69A84-7A9C-0F47-799E-20E2FFB8F83E}"/>
                  </a:ext>
                </a:extLst>
              </p:cNvPr>
              <p:cNvSpPr txBox="1"/>
              <p:nvPr/>
            </p:nvSpPr>
            <p:spPr>
              <a:xfrm>
                <a:off x="9377274" y="6174580"/>
                <a:ext cx="374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69A84-7A9C-0F47-799E-20E2FFB8F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7274" y="6174580"/>
                <a:ext cx="3745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63D88C3F-A2A6-7453-CE36-08AFA4E07622}"/>
              </a:ext>
            </a:extLst>
          </p:cNvPr>
          <p:cNvSpPr/>
          <p:nvPr/>
        </p:nvSpPr>
        <p:spPr>
          <a:xfrm>
            <a:off x="8479544" y="3664221"/>
            <a:ext cx="965296" cy="8763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011AD2-4392-B9A5-E78E-D9727B9EF4DE}"/>
              </a:ext>
            </a:extLst>
          </p:cNvPr>
          <p:cNvSpPr/>
          <p:nvPr/>
        </p:nvSpPr>
        <p:spPr>
          <a:xfrm>
            <a:off x="2557015" y="2794545"/>
            <a:ext cx="929999" cy="26517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91B18D8-FD27-D2F6-8B7D-EA51E93D0903}"/>
                  </a:ext>
                </a:extLst>
              </p:cNvPr>
              <p:cNvSpPr txBox="1"/>
              <p:nvPr/>
            </p:nvSpPr>
            <p:spPr>
              <a:xfrm>
                <a:off x="3172977" y="203977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91B18D8-FD27-D2F6-8B7D-EA51E93D0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977" y="2039775"/>
                <a:ext cx="62807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410A4D-2A05-E8AF-EEEE-6E951631CA17}"/>
                  </a:ext>
                </a:extLst>
              </p:cNvPr>
              <p:cNvSpPr txBox="1"/>
              <p:nvPr/>
            </p:nvSpPr>
            <p:spPr>
              <a:xfrm>
                <a:off x="9250532" y="203977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410A4D-2A05-E8AF-EEEE-6E951631C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532" y="2039775"/>
                <a:ext cx="62807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395274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4128-4CF4-87C9-DA64-9970B0D4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EBCAAB-28C8-1B9D-C700-B2509A7B39E2}"/>
              </a:ext>
            </a:extLst>
          </p:cNvPr>
          <p:cNvSpPr/>
          <p:nvPr/>
        </p:nvSpPr>
        <p:spPr>
          <a:xfrm>
            <a:off x="1691281" y="2794545"/>
            <a:ext cx="3962400" cy="2651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6B0210-B89C-94EA-761E-D4B5C7AF4A2E}"/>
              </a:ext>
            </a:extLst>
          </p:cNvPr>
          <p:cNvSpPr/>
          <p:nvPr/>
        </p:nvSpPr>
        <p:spPr>
          <a:xfrm>
            <a:off x="7559040" y="2758440"/>
            <a:ext cx="3962400" cy="2651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061820B6-F48C-C899-7D9B-1418A0F98367}"/>
              </a:ext>
            </a:extLst>
          </p:cNvPr>
          <p:cNvSpPr/>
          <p:nvPr/>
        </p:nvSpPr>
        <p:spPr>
          <a:xfrm rot="5400000">
            <a:off x="3425398" y="3907065"/>
            <a:ext cx="449164" cy="39624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30E22F-4C54-2125-1F8E-3A43B918209A}"/>
                  </a:ext>
                </a:extLst>
              </p:cNvPr>
              <p:cNvSpPr txBox="1"/>
              <p:nvPr/>
            </p:nvSpPr>
            <p:spPr>
              <a:xfrm>
                <a:off x="3487014" y="6215300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30E22F-4C54-2125-1F8E-3A43B9182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014" y="6215300"/>
                <a:ext cx="37093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Brace 9">
            <a:extLst>
              <a:ext uri="{FF2B5EF4-FFF2-40B4-BE49-F238E27FC236}">
                <a16:creationId xmlns:a16="http://schemas.microsoft.com/office/drawing/2014/main" id="{8C3EA896-ADEA-FC79-7B86-3C5A2078052E}"/>
              </a:ext>
            </a:extLst>
          </p:cNvPr>
          <p:cNvSpPr/>
          <p:nvPr/>
        </p:nvSpPr>
        <p:spPr>
          <a:xfrm rot="10800000">
            <a:off x="6953458" y="2758440"/>
            <a:ext cx="449164" cy="2635686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E5C2F-7F1F-55A0-1082-A5F3C23907C2}"/>
                  </a:ext>
                </a:extLst>
              </p:cNvPr>
              <p:cNvSpPr txBox="1"/>
              <p:nvPr/>
            </p:nvSpPr>
            <p:spPr>
              <a:xfrm>
                <a:off x="6560822" y="3891617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E5C2F-7F1F-55A0-1082-A5F3C2390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822" y="3891617"/>
                <a:ext cx="3709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Brace 11">
            <a:extLst>
              <a:ext uri="{FF2B5EF4-FFF2-40B4-BE49-F238E27FC236}">
                <a16:creationId xmlns:a16="http://schemas.microsoft.com/office/drawing/2014/main" id="{AE437610-0C47-AF04-F332-E49344283D29}"/>
              </a:ext>
            </a:extLst>
          </p:cNvPr>
          <p:cNvSpPr/>
          <p:nvPr/>
        </p:nvSpPr>
        <p:spPr>
          <a:xfrm rot="10800000">
            <a:off x="1013128" y="2794544"/>
            <a:ext cx="465151" cy="2615655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1448E8-223E-FD6E-3B30-9C1372AF1C65}"/>
                  </a:ext>
                </a:extLst>
              </p:cNvPr>
              <p:cNvSpPr txBox="1"/>
              <p:nvPr/>
            </p:nvSpPr>
            <p:spPr>
              <a:xfrm>
                <a:off x="563984" y="3891617"/>
                <a:ext cx="4355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1448E8-223E-FD6E-3B30-9C1372AF1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84" y="3891617"/>
                <a:ext cx="43550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>
            <a:extLst>
              <a:ext uri="{FF2B5EF4-FFF2-40B4-BE49-F238E27FC236}">
                <a16:creationId xmlns:a16="http://schemas.microsoft.com/office/drawing/2014/main" id="{A795C687-9859-8929-C480-5BB9E0F27E9F}"/>
              </a:ext>
            </a:extLst>
          </p:cNvPr>
          <p:cNvSpPr/>
          <p:nvPr/>
        </p:nvSpPr>
        <p:spPr>
          <a:xfrm rot="5400000">
            <a:off x="9315658" y="3866345"/>
            <a:ext cx="449164" cy="39624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69A84-7A9C-0F47-799E-20E2FFB8F83E}"/>
                  </a:ext>
                </a:extLst>
              </p:cNvPr>
              <p:cNvSpPr txBox="1"/>
              <p:nvPr/>
            </p:nvSpPr>
            <p:spPr>
              <a:xfrm>
                <a:off x="9377274" y="6174580"/>
                <a:ext cx="374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69A84-7A9C-0F47-799E-20E2FFB8F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7274" y="6174580"/>
                <a:ext cx="3745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63D88C3F-A2A6-7453-CE36-08AFA4E07622}"/>
              </a:ext>
            </a:extLst>
          </p:cNvPr>
          <p:cNvSpPr/>
          <p:nvPr/>
        </p:nvSpPr>
        <p:spPr>
          <a:xfrm>
            <a:off x="10570011" y="3622893"/>
            <a:ext cx="965296" cy="8763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011AD2-4392-B9A5-E78E-D9727B9EF4DE}"/>
              </a:ext>
            </a:extLst>
          </p:cNvPr>
          <p:cNvSpPr/>
          <p:nvPr/>
        </p:nvSpPr>
        <p:spPr>
          <a:xfrm>
            <a:off x="2557015" y="2794545"/>
            <a:ext cx="929999" cy="26517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489D60-6111-A124-57B7-5C0F8C3D96D4}"/>
                  </a:ext>
                </a:extLst>
              </p:cNvPr>
              <p:cNvSpPr txBox="1"/>
              <p:nvPr/>
            </p:nvSpPr>
            <p:spPr>
              <a:xfrm>
                <a:off x="3172977" y="203977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489D60-6111-A124-57B7-5C0F8C3D9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977" y="2039775"/>
                <a:ext cx="62807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76DA68-2D45-9520-8075-353702E9783C}"/>
                  </a:ext>
                </a:extLst>
              </p:cNvPr>
              <p:cNvSpPr txBox="1"/>
              <p:nvPr/>
            </p:nvSpPr>
            <p:spPr>
              <a:xfrm>
                <a:off x="9250532" y="203977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76DA68-2D45-9520-8075-353702E97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532" y="2039775"/>
                <a:ext cx="62807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669464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4128-4CF4-87C9-DA64-9970B0D4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F763D2-3C51-ADD1-8145-C6FEB68B15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Total time for Matrix Multiplication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Number of Rounds =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×⌈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⌉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Total Time -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⌈"/>
                        <m:endChr m:val="⌉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×⌈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⌉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F763D2-3C51-ADD1-8145-C6FEB68B15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182288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48C20-EF70-F1C5-86BC-6B7B9E06F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6837E5-26E9-68D6-AD27-75490063DA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Total Time -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⌈"/>
                        <m:endChr m:val="⌉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×⌈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⌉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 Orientation of matrices may impact performance (although not asymptotically)</a:t>
                </a:r>
              </a:p>
              <a:p>
                <a:pPr lvl="1"/>
                <a:r>
                  <a:rPr lang="en-US" dirty="0"/>
                  <a:t>Here we say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is stationary while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streamed</a:t>
                </a:r>
              </a:p>
              <a:p>
                <a:endParaRPr lang="en-US" dirty="0"/>
              </a:p>
              <a:p>
                <a:r>
                  <a:rPr lang="en-US" dirty="0"/>
                  <a:t>Alternatively, we can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as stationary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streamed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6837E5-26E9-68D6-AD27-75490063DA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081041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A923E-3A35-C26A-51A2-D693A7D06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Matrix Multiplication using 2D Systolic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8EFB0-33D1-1D92-0856-8FF0F1D3E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Third option is Non Stationary/Output Stationary</a:t>
            </a:r>
          </a:p>
          <a:p>
            <a:pPr lvl="1"/>
            <a:r>
              <a:rPr lang="en-US" dirty="0"/>
              <a:t>Stream both input matrices</a:t>
            </a:r>
          </a:p>
          <a:p>
            <a:pPr lvl="1"/>
            <a:r>
              <a:rPr lang="en-US" dirty="0"/>
              <a:t>Similar to Blocked Matrix Multiplication</a:t>
            </a:r>
          </a:p>
          <a:p>
            <a:endParaRPr lang="en-US" dirty="0"/>
          </a:p>
          <a:p>
            <a:r>
              <a:rPr lang="en-US" dirty="0"/>
              <a:t>Ungraded Homework Assignment: Find out how to implement blocked matrix multiplication along the lines of the previous algorithms</a:t>
            </a:r>
          </a:p>
          <a:p>
            <a:pPr lvl="1"/>
            <a:r>
              <a:rPr lang="en-US" dirty="0"/>
              <a:t>Maybe a question in Exam 1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6849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4128-4CF4-87C9-DA64-9970B0D4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Blocked Matrix Multiplication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EBCAAB-28C8-1B9D-C700-B2509A7B39E2}"/>
              </a:ext>
            </a:extLst>
          </p:cNvPr>
          <p:cNvSpPr/>
          <p:nvPr/>
        </p:nvSpPr>
        <p:spPr>
          <a:xfrm>
            <a:off x="4637223" y="2678042"/>
            <a:ext cx="2644499" cy="2651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6B0210-B89C-94EA-761E-D4B5C7AF4A2E}"/>
              </a:ext>
            </a:extLst>
          </p:cNvPr>
          <p:cNvSpPr/>
          <p:nvPr/>
        </p:nvSpPr>
        <p:spPr>
          <a:xfrm>
            <a:off x="8667956" y="2758440"/>
            <a:ext cx="2853483" cy="2651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061820B6-F48C-C899-7D9B-1418A0F98367}"/>
              </a:ext>
            </a:extLst>
          </p:cNvPr>
          <p:cNvSpPr/>
          <p:nvPr/>
        </p:nvSpPr>
        <p:spPr>
          <a:xfrm rot="5400000">
            <a:off x="5752306" y="4409596"/>
            <a:ext cx="369332" cy="26445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30E22F-4C54-2125-1F8E-3A43B918209A}"/>
                  </a:ext>
                </a:extLst>
              </p:cNvPr>
              <p:cNvSpPr txBox="1"/>
              <p:nvPr/>
            </p:nvSpPr>
            <p:spPr>
              <a:xfrm>
                <a:off x="5751505" y="6007040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30E22F-4C54-2125-1F8E-3A43B9182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1505" y="6007040"/>
                <a:ext cx="37093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Brace 9">
            <a:extLst>
              <a:ext uri="{FF2B5EF4-FFF2-40B4-BE49-F238E27FC236}">
                <a16:creationId xmlns:a16="http://schemas.microsoft.com/office/drawing/2014/main" id="{8C3EA896-ADEA-FC79-7B86-3C5A2078052E}"/>
              </a:ext>
            </a:extLst>
          </p:cNvPr>
          <p:cNvSpPr/>
          <p:nvPr/>
        </p:nvSpPr>
        <p:spPr>
          <a:xfrm rot="10800000">
            <a:off x="7856222" y="2758440"/>
            <a:ext cx="449164" cy="2635686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E5C2F-7F1F-55A0-1082-A5F3C23907C2}"/>
                  </a:ext>
                </a:extLst>
              </p:cNvPr>
              <p:cNvSpPr txBox="1"/>
              <p:nvPr/>
            </p:nvSpPr>
            <p:spPr>
              <a:xfrm>
                <a:off x="7463586" y="3891617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7E5C2F-7F1F-55A0-1082-A5F3C2390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586" y="3891617"/>
                <a:ext cx="3709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Brace 11">
            <a:extLst>
              <a:ext uri="{FF2B5EF4-FFF2-40B4-BE49-F238E27FC236}">
                <a16:creationId xmlns:a16="http://schemas.microsoft.com/office/drawing/2014/main" id="{AE437610-0C47-AF04-F332-E49344283D29}"/>
              </a:ext>
            </a:extLst>
          </p:cNvPr>
          <p:cNvSpPr/>
          <p:nvPr/>
        </p:nvSpPr>
        <p:spPr>
          <a:xfrm rot="10800000">
            <a:off x="3959070" y="2678041"/>
            <a:ext cx="465151" cy="2615655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1448E8-223E-FD6E-3B30-9C1372AF1C65}"/>
                  </a:ext>
                </a:extLst>
              </p:cNvPr>
              <p:cNvSpPr txBox="1"/>
              <p:nvPr/>
            </p:nvSpPr>
            <p:spPr>
              <a:xfrm>
                <a:off x="3509926" y="3775114"/>
                <a:ext cx="4355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1448E8-223E-FD6E-3B30-9C1372AF1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9926" y="3775114"/>
                <a:ext cx="43550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>
            <a:extLst>
              <a:ext uri="{FF2B5EF4-FFF2-40B4-BE49-F238E27FC236}">
                <a16:creationId xmlns:a16="http://schemas.microsoft.com/office/drawing/2014/main" id="{A795C687-9859-8929-C480-5BB9E0F27E9F}"/>
              </a:ext>
            </a:extLst>
          </p:cNvPr>
          <p:cNvSpPr/>
          <p:nvPr/>
        </p:nvSpPr>
        <p:spPr>
          <a:xfrm rot="5400000">
            <a:off x="9870116" y="4420803"/>
            <a:ext cx="449164" cy="2853484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69A84-7A9C-0F47-799E-20E2FFB8F83E}"/>
                  </a:ext>
                </a:extLst>
              </p:cNvPr>
              <p:cNvSpPr txBox="1"/>
              <p:nvPr/>
            </p:nvSpPr>
            <p:spPr>
              <a:xfrm>
                <a:off x="9907402" y="6123543"/>
                <a:ext cx="374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69A84-7A9C-0F47-799E-20E2FFB8F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7402" y="6123543"/>
                <a:ext cx="3745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63D88C3F-A2A6-7453-CE36-08AFA4E07622}"/>
              </a:ext>
            </a:extLst>
          </p:cNvPr>
          <p:cNvSpPr/>
          <p:nvPr/>
        </p:nvSpPr>
        <p:spPr>
          <a:xfrm>
            <a:off x="8667956" y="2780525"/>
            <a:ext cx="2853484" cy="8389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011AD2-4392-B9A5-E78E-D9727B9EF4DE}"/>
              </a:ext>
            </a:extLst>
          </p:cNvPr>
          <p:cNvSpPr/>
          <p:nvPr/>
        </p:nvSpPr>
        <p:spPr>
          <a:xfrm>
            <a:off x="4637223" y="2664022"/>
            <a:ext cx="929999" cy="26517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A78D5D-61EE-7C07-48A6-7A7950001449}"/>
              </a:ext>
            </a:extLst>
          </p:cNvPr>
          <p:cNvSpPr/>
          <p:nvPr/>
        </p:nvSpPr>
        <p:spPr>
          <a:xfrm>
            <a:off x="285816" y="2742366"/>
            <a:ext cx="2644499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579570-24CF-F75D-7780-C5ECB11686DE}"/>
              </a:ext>
            </a:extLst>
          </p:cNvPr>
          <p:cNvSpPr/>
          <p:nvPr/>
        </p:nvSpPr>
        <p:spPr>
          <a:xfrm>
            <a:off x="285814" y="2758440"/>
            <a:ext cx="941005" cy="8610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70224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9B69F-8B63-B3EC-12B0-9B9A6053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F2391-E8AE-9A93-A4FC-0E02B54BC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9/23 Lecture 9</a:t>
            </a:r>
          </a:p>
          <a:p>
            <a:pPr lvl="1"/>
            <a:r>
              <a:rPr lang="en-US" dirty="0"/>
              <a:t>Accelerating Convolutional Neural Networks: Basics</a:t>
            </a:r>
          </a:p>
        </p:txBody>
      </p:sp>
    </p:spTree>
    <p:extLst>
      <p:ext uri="{BB962C8B-B14F-4D97-AF65-F5344CB8AC3E}">
        <p14:creationId xmlns:p14="http://schemas.microsoft.com/office/powerpoint/2010/main" val="129724081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4DE0-9343-6853-D403-04A484E0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5DCD4-6F74-BBCB-9506-55F298D2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  <a:p>
            <a:endParaRPr lang="en-US" dirty="0"/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662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4354</TotalTime>
  <Words>3280</Words>
  <Application>Microsoft Office PowerPoint</Application>
  <PresentationFormat>Widescreen</PresentationFormat>
  <Paragraphs>889</Paragraphs>
  <Slides>90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5" baseType="lpstr">
      <vt:lpstr>Arial</vt:lpstr>
      <vt:lpstr>Calibri</vt:lpstr>
      <vt:lpstr>Calibri Light</vt:lpstr>
      <vt:lpstr>Cambria Math</vt:lpstr>
      <vt:lpstr>Office Theme</vt:lpstr>
      <vt:lpstr>CSDS 451: Designing High Performant Systems for AI</vt:lpstr>
      <vt:lpstr>Outline</vt:lpstr>
      <vt:lpstr>Announcements</vt:lpstr>
      <vt:lpstr>Outline</vt:lpstr>
      <vt:lpstr>Learning Objectives</vt:lpstr>
      <vt:lpstr>Reading Materials</vt:lpstr>
      <vt:lpstr>Systolic Arrays</vt:lpstr>
      <vt:lpstr>Systolic Arrays</vt:lpstr>
      <vt:lpstr>Systolic Arrays</vt:lpstr>
      <vt:lpstr>Systolic Arrays</vt:lpstr>
      <vt:lpstr>Systolic Arrays</vt:lpstr>
      <vt:lpstr>Systolic Arrays</vt:lpstr>
      <vt:lpstr>Systolic Arrays</vt:lpstr>
      <vt:lpstr>Systolic Arrays</vt:lpstr>
      <vt:lpstr>Systolic Arrays</vt:lpstr>
      <vt:lpstr>Systolic Arrays</vt:lpstr>
      <vt:lpstr>Recall: Modeling GPU Architectures</vt:lpstr>
      <vt:lpstr>Recall: Modeling GPU Architectures</vt:lpstr>
      <vt:lpstr>Recall: Modeling GPU Architectures</vt:lpstr>
      <vt:lpstr>Recall: Modeling GPU Architectures</vt:lpstr>
      <vt:lpstr>Systolic Arrays</vt:lpstr>
      <vt:lpstr>Systolic Arrays</vt:lpstr>
      <vt:lpstr>Systolic Arrays</vt:lpstr>
      <vt:lpstr>Systolic Arrays</vt:lpstr>
      <vt:lpstr>Systolic Arrays</vt:lpstr>
      <vt:lpstr>Systolic Arrays</vt:lpstr>
      <vt:lpstr>Systolic Arrays</vt:lpstr>
      <vt:lpstr>Systolic Arrays</vt:lpstr>
      <vt:lpstr>Systolic Arrays vs GPUs</vt:lpstr>
      <vt:lpstr>Systolic Arrays vs GPUs</vt:lpstr>
      <vt:lpstr>So Why Systolic Arrays?</vt:lpstr>
      <vt:lpstr>Matrix Vector using 1D Systolic Arrays</vt:lpstr>
      <vt:lpstr>Recall: Matrix Vector Multiplication</vt:lpstr>
      <vt:lpstr>Matrix Vector using 1D Systolic Arrays</vt:lpstr>
      <vt:lpstr>Matrix Vector using 1D Systolic Arrays</vt:lpstr>
      <vt:lpstr>Matrix Vector using 1D Systolic Arrays</vt:lpstr>
      <vt:lpstr>Matrix Vector using 1D Systolic Arrays</vt:lpstr>
      <vt:lpstr>Matrix Vector using 1D Systolic Arrays</vt:lpstr>
      <vt:lpstr>Matrix Vector using 1D Systolic Arrays</vt:lpstr>
      <vt:lpstr>Matrix Vector using 1D Systolic Arrays</vt:lpstr>
      <vt:lpstr>Matrix Vector using 1D Systolic Arrays</vt:lpstr>
      <vt:lpstr>Matrix Vector using 1D Systolic Arrays</vt:lpstr>
      <vt:lpstr>Matrix Vector using 1D Systolic Arrays</vt:lpstr>
      <vt:lpstr>Matrix Vector using 1D Systolic Arrays</vt:lpstr>
      <vt:lpstr>Matrix Vector using 1D Systolic Arrays</vt:lpstr>
      <vt:lpstr>Matrix Vector using 1D Systolic Arrays</vt:lpstr>
      <vt:lpstr>Matrix Vector using 1D Systolic Arrays</vt:lpstr>
      <vt:lpstr>Matrix Vector using 1D Systolic Arrays</vt:lpstr>
      <vt:lpstr>Matrix Vector using 1D Systolic Arrays</vt:lpstr>
      <vt:lpstr>Matrix Vector using 1D Systolic Arrays</vt:lpstr>
      <vt:lpstr>Matrix Vector using 1D Systolic Arrays</vt:lpstr>
      <vt:lpstr>Matrix Vector using 1D Systolic Arrays</vt:lpstr>
      <vt:lpstr>Matrix Vector using 1D Systolic Arrays</vt:lpstr>
      <vt:lpstr>Matrix Vector using 1D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Matrix Multiplication using 2D Systolic Arrays</vt:lpstr>
      <vt:lpstr>Blocked Matrix Multiplication</vt:lpstr>
      <vt:lpstr>Next Class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Approach to AI/ML Acceleration</dc:title>
  <dc:creator>Sanmukh Kuppannagari</dc:creator>
  <cp:lastModifiedBy>Sanmukh Kuppannagari</cp:lastModifiedBy>
  <cp:revision>99</cp:revision>
  <dcterms:created xsi:type="dcterms:W3CDTF">2022-08-26T11:47:57Z</dcterms:created>
  <dcterms:modified xsi:type="dcterms:W3CDTF">2025-10-08T19:46:49Z</dcterms:modified>
</cp:coreProperties>
</file>
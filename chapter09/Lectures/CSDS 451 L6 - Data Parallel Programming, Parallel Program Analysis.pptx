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8"/>
  </p:notesMasterIdLst>
  <p:sldIdLst>
    <p:sldId id="256" r:id="rId2"/>
    <p:sldId id="1550" r:id="rId3"/>
    <p:sldId id="1551" r:id="rId4"/>
    <p:sldId id="1492" r:id="rId5"/>
    <p:sldId id="1491" r:id="rId6"/>
    <p:sldId id="1252" r:id="rId7"/>
    <p:sldId id="1257" r:id="rId8"/>
    <p:sldId id="1258" r:id="rId9"/>
    <p:sldId id="1259" r:id="rId10"/>
    <p:sldId id="1260" r:id="rId11"/>
    <p:sldId id="1261" r:id="rId12"/>
    <p:sldId id="1435" r:id="rId13"/>
    <p:sldId id="1436" r:id="rId14"/>
    <p:sldId id="1437" r:id="rId15"/>
    <p:sldId id="1438" r:id="rId16"/>
    <p:sldId id="1439" r:id="rId17"/>
    <p:sldId id="1453" r:id="rId18"/>
    <p:sldId id="1494" r:id="rId19"/>
    <p:sldId id="1495" r:id="rId20"/>
    <p:sldId id="1498" r:id="rId21"/>
    <p:sldId id="1499" r:id="rId22"/>
    <p:sldId id="1500" r:id="rId23"/>
    <p:sldId id="1501" r:id="rId24"/>
    <p:sldId id="1502" r:id="rId25"/>
    <p:sldId id="1503" r:id="rId26"/>
    <p:sldId id="1504" r:id="rId27"/>
    <p:sldId id="1505" r:id="rId28"/>
    <p:sldId id="1555" r:id="rId29"/>
    <p:sldId id="1556" r:id="rId30"/>
    <p:sldId id="1558" r:id="rId31"/>
    <p:sldId id="1557" r:id="rId32"/>
    <p:sldId id="1559" r:id="rId33"/>
    <p:sldId id="1560" r:id="rId34"/>
    <p:sldId id="1507" r:id="rId35"/>
    <p:sldId id="1561" r:id="rId36"/>
    <p:sldId id="1253" r:id="rId37"/>
    <p:sldId id="1254" r:id="rId38"/>
    <p:sldId id="1255" r:id="rId39"/>
    <p:sldId id="1256" r:id="rId40"/>
    <p:sldId id="1262" r:id="rId41"/>
    <p:sldId id="1520" r:id="rId42"/>
    <p:sldId id="1521" r:id="rId43"/>
    <p:sldId id="1526" r:id="rId44"/>
    <p:sldId id="1527" r:id="rId45"/>
    <p:sldId id="1529" r:id="rId46"/>
    <p:sldId id="1530" r:id="rId47"/>
    <p:sldId id="1528" r:id="rId48"/>
    <p:sldId id="1531" r:id="rId49"/>
    <p:sldId id="1532" r:id="rId50"/>
    <p:sldId id="1534" r:id="rId51"/>
    <p:sldId id="1535" r:id="rId52"/>
    <p:sldId id="1536" r:id="rId53"/>
    <p:sldId id="1537" r:id="rId54"/>
    <p:sldId id="1538" r:id="rId55"/>
    <p:sldId id="1539" r:id="rId56"/>
    <p:sldId id="1540" r:id="rId57"/>
    <p:sldId id="1541" r:id="rId58"/>
    <p:sldId id="1542" r:id="rId59"/>
    <p:sldId id="1543" r:id="rId60"/>
    <p:sldId id="1544" r:id="rId61"/>
    <p:sldId id="1545" r:id="rId62"/>
    <p:sldId id="1546" r:id="rId63"/>
    <p:sldId id="1269" r:id="rId64"/>
    <p:sldId id="1562" r:id="rId65"/>
    <p:sldId id="261" r:id="rId66"/>
    <p:sldId id="382" r:id="rId67"/>
    <p:sldId id="1233" r:id="rId68"/>
    <p:sldId id="1238" r:id="rId69"/>
    <p:sldId id="316" r:id="rId70"/>
    <p:sldId id="319" r:id="rId71"/>
    <p:sldId id="320" r:id="rId72"/>
    <p:sldId id="437" r:id="rId73"/>
    <p:sldId id="438" r:id="rId74"/>
    <p:sldId id="439" r:id="rId75"/>
    <p:sldId id="1229" r:id="rId76"/>
    <p:sldId id="384" r:id="rId77"/>
    <p:sldId id="404" r:id="rId78"/>
    <p:sldId id="441" r:id="rId79"/>
    <p:sldId id="1232" r:id="rId80"/>
    <p:sldId id="385" r:id="rId81"/>
    <p:sldId id="450" r:id="rId82"/>
    <p:sldId id="418" r:id="rId83"/>
    <p:sldId id="1230" r:id="rId84"/>
    <p:sldId id="419" r:id="rId85"/>
    <p:sldId id="1563" r:id="rId86"/>
    <p:sldId id="1548" r:id="rId87"/>
    <p:sldId id="363" r:id="rId88"/>
    <p:sldId id="311" r:id="rId89"/>
    <p:sldId id="312" r:id="rId90"/>
    <p:sldId id="313" r:id="rId91"/>
    <p:sldId id="371" r:id="rId92"/>
    <p:sldId id="367" r:id="rId93"/>
    <p:sldId id="372" r:id="rId94"/>
    <p:sldId id="1547" r:id="rId95"/>
    <p:sldId id="390" r:id="rId96"/>
    <p:sldId id="391" r:id="rId9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325" autoAdjust="0"/>
  </p:normalViewPr>
  <p:slideViewPr>
    <p:cSldViewPr snapToGrid="0">
      <p:cViewPr varScale="1">
        <p:scale>
          <a:sx n="79" d="100"/>
          <a:sy n="79" d="100"/>
        </p:scale>
        <p:origin x="50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modSp mod">
        <pc:chgData name="Sanmukh Kuppannagari" userId="ad215094-da36-4b66-9c79-369a17aea26b" providerId="ADAL" clId="{5FCC71F3-C825-43C2-BB90-7A89A27DA80B}" dt="2024-08-27T12:44:58.871" v="21" actId="20577"/>
        <pc:sldMkLst>
          <pc:docMk/>
          <pc:sldMk cId="728785357" sldId="256"/>
        </pc:sldMkLst>
      </pc:sldChg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D5264D65-6749-46FB-A42B-B538352913ED}"/>
    <pc:docChg chg="custSel addSld delSld modSld">
      <pc:chgData name="Sanmukh Kuppannagari" userId="ad215094-da36-4b66-9c79-369a17aea26b" providerId="ADAL" clId="{D5264D65-6749-46FB-A42B-B538352913ED}" dt="2025-09-11T15:46:21.606" v="746" actId="20577"/>
      <pc:docMkLst>
        <pc:docMk/>
      </pc:docMkLst>
      <pc:sldChg chg="modSp mod">
        <pc:chgData name="Sanmukh Kuppannagari" userId="ad215094-da36-4b66-9c79-369a17aea26b" providerId="ADAL" clId="{D5264D65-6749-46FB-A42B-B538352913ED}" dt="2025-09-10T22:36:48.908" v="2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D5264D65-6749-46FB-A42B-B538352913ED}" dt="2025-09-10T22:36:48.908" v="2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D5264D65-6749-46FB-A42B-B538352913ED}" dt="2025-09-10T23:06:28.259" v="467" actId="20577"/>
        <pc:sldMkLst>
          <pc:docMk/>
          <pc:sldMk cId="2017305151" sldId="261"/>
        </pc:sldMkLst>
        <pc:spChg chg="mod">
          <ac:chgData name="Sanmukh Kuppannagari" userId="ad215094-da36-4b66-9c79-369a17aea26b" providerId="ADAL" clId="{D5264D65-6749-46FB-A42B-B538352913ED}" dt="2025-09-10T23:06:28.259" v="467" actId="20577"/>
          <ac:spMkLst>
            <pc:docMk/>
            <pc:sldMk cId="2017305151" sldId="261"/>
            <ac:spMk id="3" creationId="{D61E7643-79A8-EFA8-035B-07E3457DA90C}"/>
          </ac:spMkLst>
        </pc:spChg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3934877374" sldId="311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4187268836" sldId="311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3948882311" sldId="312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900292229" sldId="313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1792375850" sldId="316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068819567" sldId="319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1050363261" sldId="320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492042211" sldId="354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4027598911" sldId="363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3862547967" sldId="367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3860408076" sldId="371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4086263254" sldId="371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1689515720" sldId="372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834613010" sldId="372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1138363999" sldId="382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3276596942" sldId="384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448897429" sldId="385"/>
        </pc:sldMkLst>
      </pc:sldChg>
      <pc:sldChg chg="modSp mod">
        <pc:chgData name="Sanmukh Kuppannagari" userId="ad215094-da36-4b66-9c79-369a17aea26b" providerId="ADAL" clId="{D5264D65-6749-46FB-A42B-B538352913ED}" dt="2025-09-10T23:05:06.399" v="458" actId="20577"/>
        <pc:sldMkLst>
          <pc:docMk/>
          <pc:sldMk cId="3837875043" sldId="390"/>
        </pc:sldMkLst>
        <pc:spChg chg="mod">
          <ac:chgData name="Sanmukh Kuppannagari" userId="ad215094-da36-4b66-9c79-369a17aea26b" providerId="ADAL" clId="{D5264D65-6749-46FB-A42B-B538352913ED}" dt="2025-09-10T23:05:06.399" v="458" actId="20577"/>
          <ac:spMkLst>
            <pc:docMk/>
            <pc:sldMk cId="3837875043" sldId="390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723334491" sldId="404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1591707136" sldId="418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319194896" sldId="418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960352853" sldId="419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217257073" sldId="437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213531832" sldId="438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736426824" sldId="438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866383142" sldId="439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1088400427" sldId="441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275163260" sldId="450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678674455" sldId="450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491181849" sldId="1229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3699708138" sldId="1229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1637347087" sldId="1230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3850505590" sldId="1232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977426158" sldId="1233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1479534324" sldId="1233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415101111" sldId="1238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98821804" sldId="1252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845386772" sldId="1252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165850574" sldId="1252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597049400" sldId="1253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683670839" sldId="1253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046013639" sldId="1253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145424200" sldId="1254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737508368" sldId="1254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787861397" sldId="1255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168956462" sldId="1255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188446032" sldId="1255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689973910" sldId="1256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706379635" sldId="1256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452986395" sldId="1256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148605205" sldId="1257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188572601" sldId="1257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816017855" sldId="1257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264548591" sldId="1258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911274223" sldId="1258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101850939" sldId="1258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322520264" sldId="1259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605325959" sldId="1259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707449045" sldId="1260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225422294" sldId="1260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321271280" sldId="1261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696076742" sldId="1261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468428163" sldId="1261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962306419" sldId="1262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948517564" sldId="1262"/>
        </pc:sldMkLst>
      </pc:sldChg>
      <pc:sldChg chg="add del">
        <pc:chgData name="Sanmukh Kuppannagari" userId="ad215094-da36-4b66-9c79-369a17aea26b" providerId="ADAL" clId="{D5264D65-6749-46FB-A42B-B538352913ED}" dt="2025-09-10T22:53:01.864" v="112" actId="47"/>
        <pc:sldMkLst>
          <pc:docMk/>
          <pc:sldMk cId="1103459217" sldId="1263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4163333809" sldId="1263"/>
        </pc:sldMkLst>
      </pc:sldChg>
      <pc:sldChg chg="add del">
        <pc:chgData name="Sanmukh Kuppannagari" userId="ad215094-da36-4b66-9c79-369a17aea26b" providerId="ADAL" clId="{D5264D65-6749-46FB-A42B-B538352913ED}" dt="2025-09-10T22:52:37.336" v="111" actId="47"/>
        <pc:sldMkLst>
          <pc:docMk/>
          <pc:sldMk cId="1644012802" sldId="1264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061059533" sldId="1264"/>
        </pc:sldMkLst>
      </pc:sldChg>
      <pc:sldChg chg="add del">
        <pc:chgData name="Sanmukh Kuppannagari" userId="ad215094-da36-4b66-9c79-369a17aea26b" providerId="ADAL" clId="{D5264D65-6749-46FB-A42B-B538352913ED}" dt="2025-09-10T22:52:37.336" v="111" actId="47"/>
        <pc:sldMkLst>
          <pc:docMk/>
          <pc:sldMk cId="1110455577" sldId="1265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1496660" sldId="1266"/>
        </pc:sldMkLst>
      </pc:sldChg>
      <pc:sldChg chg="add del">
        <pc:chgData name="Sanmukh Kuppannagari" userId="ad215094-da36-4b66-9c79-369a17aea26b" providerId="ADAL" clId="{D5264D65-6749-46FB-A42B-B538352913ED}" dt="2025-09-10T22:52:37.336" v="111" actId="47"/>
        <pc:sldMkLst>
          <pc:docMk/>
          <pc:sldMk cId="3989448097" sldId="1266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949417311" sldId="1267"/>
        </pc:sldMkLst>
      </pc:sldChg>
      <pc:sldChg chg="add del">
        <pc:chgData name="Sanmukh Kuppannagari" userId="ad215094-da36-4b66-9c79-369a17aea26b" providerId="ADAL" clId="{D5264D65-6749-46FB-A42B-B538352913ED}" dt="2025-09-10T22:52:37.336" v="111" actId="47"/>
        <pc:sldMkLst>
          <pc:docMk/>
          <pc:sldMk cId="3169208756" sldId="1267"/>
        </pc:sldMkLst>
      </pc:sldChg>
      <pc:sldChg chg="add del">
        <pc:chgData name="Sanmukh Kuppannagari" userId="ad215094-da36-4b66-9c79-369a17aea26b" providerId="ADAL" clId="{D5264D65-6749-46FB-A42B-B538352913ED}" dt="2025-09-10T22:52:37.336" v="111" actId="47"/>
        <pc:sldMkLst>
          <pc:docMk/>
          <pc:sldMk cId="854143597" sldId="1268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87788205" sldId="1269"/>
        </pc:sldMkLst>
      </pc:sldChg>
      <pc:sldChg chg="delSp modSp add del mod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706860889" sldId="1269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031928718" sldId="1269"/>
        </pc:sldMkLst>
      </pc:sldChg>
      <pc:sldChg chg="add del">
        <pc:chgData name="Sanmukh Kuppannagari" userId="ad215094-da36-4b66-9c79-369a17aea26b" providerId="ADAL" clId="{D5264D65-6749-46FB-A42B-B538352913ED}" dt="2025-09-10T22:56:57.540" v="358" actId="47"/>
        <pc:sldMkLst>
          <pc:docMk/>
          <pc:sldMk cId="2956120002" sldId="1270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224902270" sldId="1270"/>
        </pc:sldMkLst>
      </pc:sldChg>
      <pc:sldChg chg="add del">
        <pc:chgData name="Sanmukh Kuppannagari" userId="ad215094-da36-4b66-9c79-369a17aea26b" providerId="ADAL" clId="{D5264D65-6749-46FB-A42B-B538352913ED}" dt="2025-09-10T22:56:57.540" v="358" actId="47"/>
        <pc:sldMkLst>
          <pc:docMk/>
          <pc:sldMk cId="1812121994" sldId="1271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564167782" sldId="1272"/>
        </pc:sldMkLst>
      </pc:sldChg>
      <pc:sldChg chg="add del">
        <pc:chgData name="Sanmukh Kuppannagari" userId="ad215094-da36-4b66-9c79-369a17aea26b" providerId="ADAL" clId="{D5264D65-6749-46FB-A42B-B538352913ED}" dt="2025-09-10T22:56:57.540" v="358" actId="47"/>
        <pc:sldMkLst>
          <pc:docMk/>
          <pc:sldMk cId="3521633014" sldId="1272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926195366" sldId="1273"/>
        </pc:sldMkLst>
      </pc:sldChg>
      <pc:sldChg chg="add del">
        <pc:chgData name="Sanmukh Kuppannagari" userId="ad215094-da36-4b66-9c79-369a17aea26b" providerId="ADAL" clId="{D5264D65-6749-46FB-A42B-B538352913ED}" dt="2025-09-10T22:56:57.540" v="358" actId="47"/>
        <pc:sldMkLst>
          <pc:docMk/>
          <pc:sldMk cId="3253862243" sldId="1273"/>
        </pc:sldMkLst>
      </pc:sldChg>
      <pc:sldChg chg="add del">
        <pc:chgData name="Sanmukh Kuppannagari" userId="ad215094-da36-4b66-9c79-369a17aea26b" providerId="ADAL" clId="{D5264D65-6749-46FB-A42B-B538352913ED}" dt="2025-09-10T22:56:57.540" v="358" actId="47"/>
        <pc:sldMkLst>
          <pc:docMk/>
          <pc:sldMk cId="1180512117" sldId="1274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4115725712" sldId="1274"/>
        </pc:sldMkLst>
      </pc:sldChg>
      <pc:sldChg chg="add del">
        <pc:chgData name="Sanmukh Kuppannagari" userId="ad215094-da36-4b66-9c79-369a17aea26b" providerId="ADAL" clId="{D5264D65-6749-46FB-A42B-B538352913ED}" dt="2025-09-10T22:56:57.540" v="358" actId="47"/>
        <pc:sldMkLst>
          <pc:docMk/>
          <pc:sldMk cId="942695811" sldId="1275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906755194" sldId="1371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1343333752" sldId="1376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421149001" sldId="1419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986795981" sldId="1420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650456059" sldId="1421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4117821889" sldId="1427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904943760" sldId="1428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33693675" sldId="1432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594595350" sldId="1433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429203707" sldId="1435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895113626" sldId="1435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008884569" sldId="1436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065455456" sldId="1436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553036157" sldId="1437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4249774978" sldId="1437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116751454" sldId="1438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744848553" sldId="1438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00706830" sldId="1439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448580318" sldId="1447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909101289" sldId="1448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002584918" sldId="1452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66141272" sldId="1453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407279723" sldId="1453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204688627" sldId="1454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637042343" sldId="1454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1125019376" sldId="1455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601611775" sldId="1456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3072072675" sldId="1456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432978893" sldId="1457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4162351877" sldId="1457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48027006" sldId="1458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026247998" sldId="1459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3066544899" sldId="1459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1832169234" sldId="1460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428985795" sldId="1461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3571166016" sldId="1461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1944018917" sldId="1462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373048709" sldId="1463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2353109274" sldId="1463"/>
        </pc:sldMkLst>
      </pc:sldChg>
      <pc:sldChg chg="add del">
        <pc:chgData name="Sanmukh Kuppannagari" userId="ad215094-da36-4b66-9c79-369a17aea26b" providerId="ADAL" clId="{D5264D65-6749-46FB-A42B-B538352913ED}" dt="2025-09-10T22:40:59.538" v="108" actId="47"/>
        <pc:sldMkLst>
          <pc:docMk/>
          <pc:sldMk cId="2600013151" sldId="1464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872022406" sldId="1465"/>
        </pc:sldMkLst>
      </pc:sldChg>
      <pc:sldChg chg="add del">
        <pc:chgData name="Sanmukh Kuppannagari" userId="ad215094-da36-4b66-9c79-369a17aea26b" providerId="ADAL" clId="{D5264D65-6749-46FB-A42B-B538352913ED}" dt="2025-09-10T22:41:03.404" v="109" actId="47"/>
        <pc:sldMkLst>
          <pc:docMk/>
          <pc:sldMk cId="3858424326" sldId="1465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185928593" sldId="1469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3714976936" sldId="1470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4190536048" sldId="1470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566887623" sldId="1471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84454124" sldId="1472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2491429860" sldId="1472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095382800" sldId="1473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2487626268" sldId="1473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403300793" sldId="1474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702332589" sldId="1474"/>
        </pc:sldMkLst>
      </pc:sldChg>
      <pc:sldChg chg="add del">
        <pc:chgData name="Sanmukh Kuppannagari" userId="ad215094-da36-4b66-9c79-369a17aea26b" providerId="ADAL" clId="{D5264D65-6749-46FB-A42B-B538352913ED}" dt="2025-09-10T22:40:21.722" v="107" actId="47"/>
        <pc:sldMkLst>
          <pc:docMk/>
          <pc:sldMk cId="1411035613" sldId="1475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957084145" sldId="1475"/>
        </pc:sldMkLst>
      </pc:sldChg>
      <pc:sldChg chg="del">
        <pc:chgData name="Sanmukh Kuppannagari" userId="ad215094-da36-4b66-9c79-369a17aea26b" providerId="ADAL" clId="{D5264D65-6749-46FB-A42B-B538352913ED}" dt="2025-09-10T22:37:50.221" v="102" actId="47"/>
        <pc:sldMkLst>
          <pc:docMk/>
          <pc:sldMk cId="1153323968" sldId="1476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074744528" sldId="1477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542375889" sldId="1478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212228027" sldId="1479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464363143" sldId="1480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4098051160" sldId="1481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085705961" sldId="1482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553304078" sldId="1483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599459913" sldId="1484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876298692" sldId="1485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4022472247" sldId="1486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727045602" sldId="1488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826709794" sldId="1489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631647593" sldId="1490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916295574" sldId="1491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201173000" sldId="1491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645953309" sldId="1491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293627064" sldId="1492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4228356453" sldId="1492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048702013" sldId="1494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059895228" sldId="1494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83901888" sldId="1495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308347359" sldId="1495"/>
        </pc:sldMkLst>
      </pc:sldChg>
      <pc:sldChg chg="add del">
        <pc:chgData name="Sanmukh Kuppannagari" userId="ad215094-da36-4b66-9c79-369a17aea26b" providerId="ADAL" clId="{D5264D65-6749-46FB-A42B-B538352913ED}" dt="2025-09-10T23:16:12.319" v="584" actId="47"/>
        <pc:sldMkLst>
          <pc:docMk/>
          <pc:sldMk cId="1253810203" sldId="1496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607590641" sldId="1496"/>
        </pc:sldMkLst>
      </pc:sldChg>
      <pc:sldChg chg="add del">
        <pc:chgData name="Sanmukh Kuppannagari" userId="ad215094-da36-4b66-9c79-369a17aea26b" providerId="ADAL" clId="{D5264D65-6749-46FB-A42B-B538352913ED}" dt="2025-09-10T23:12:26.454" v="583" actId="47"/>
        <pc:sldMkLst>
          <pc:docMk/>
          <pc:sldMk cId="688188963" sldId="1497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416366971" sldId="1497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652514167" sldId="1498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466822053" sldId="1498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318329734" sldId="1499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715567127" sldId="1499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26655840" sldId="1500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356971427" sldId="1500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7212678" sldId="1501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4018545262" sldId="1501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077529277" sldId="1502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635305440" sldId="1502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62232055" sldId="1503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450447005" sldId="1503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591644866" sldId="1504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227760560" sldId="1504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3212071811" sldId="1505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4226465458" sldId="1505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598018404" sldId="1506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571495037" sldId="1506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101638297" sldId="1507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267279555" sldId="1507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170564833" sldId="1518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3299013440" sldId="1518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363376498" sldId="1520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642895397" sldId="1520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829791837" sldId="1521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3053644715" sldId="1521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878398838" sldId="1526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3478953036" sldId="1526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827224132" sldId="1527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3748655273" sldId="1527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97830899" sldId="1528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759786652" sldId="1528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863297826" sldId="1529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191244788" sldId="1529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967293412" sldId="1530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983326334" sldId="1530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897297747" sldId="1531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003019850" sldId="1531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72806902" sldId="1532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356911560" sldId="1532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504945781" sldId="1534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4249077636" sldId="1534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35340187" sldId="1535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817724723" sldId="1535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563148363" sldId="1536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131741157" sldId="1536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388022651" sldId="1537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4060344090" sldId="1537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76475451" sldId="1538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917529413" sldId="1538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364603884" sldId="1539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673207567" sldId="1539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896873436" sldId="1540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018889183" sldId="1540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873707918" sldId="1541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072620163" sldId="1541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969073321" sldId="1542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634998908" sldId="1542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104520475" sldId="1543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327029584" sldId="1543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081662651" sldId="1544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963799951" sldId="1544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64679798" sldId="1545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145827830" sldId="1545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378971665" sldId="1546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051093672" sldId="1546"/>
        </pc:sldMkLst>
      </pc:sldChg>
      <pc:sldChg chg="modSp new mod">
        <pc:chgData name="Sanmukh Kuppannagari" userId="ad215094-da36-4b66-9c79-369a17aea26b" providerId="ADAL" clId="{D5264D65-6749-46FB-A42B-B538352913ED}" dt="2025-09-10T23:08:40.455" v="582" actId="20577"/>
        <pc:sldMkLst>
          <pc:docMk/>
          <pc:sldMk cId="3930430491" sldId="1547"/>
        </pc:sldMkLst>
        <pc:spChg chg="mod">
          <ac:chgData name="Sanmukh Kuppannagari" userId="ad215094-da36-4b66-9c79-369a17aea26b" providerId="ADAL" clId="{D5264D65-6749-46FB-A42B-B538352913ED}" dt="2025-09-10T22:57:38.253" v="396" actId="20577"/>
          <ac:spMkLst>
            <pc:docMk/>
            <pc:sldMk cId="3930430491" sldId="1547"/>
            <ac:spMk id="2" creationId="{38972897-3FB9-3D9C-6E72-CEBC7B016CC7}"/>
          </ac:spMkLst>
        </pc:spChg>
        <pc:spChg chg="mod">
          <ac:chgData name="Sanmukh Kuppannagari" userId="ad215094-da36-4b66-9c79-369a17aea26b" providerId="ADAL" clId="{D5264D65-6749-46FB-A42B-B538352913ED}" dt="2025-09-10T23:08:40.455" v="582" actId="20577"/>
          <ac:spMkLst>
            <pc:docMk/>
            <pc:sldMk cId="3930430491" sldId="1547"/>
            <ac:spMk id="3" creationId="{AF51878A-9501-240E-5420-CE531558180D}"/>
          </ac:spMkLst>
        </pc:spChg>
      </pc:sldChg>
      <pc:sldChg chg="add del">
        <pc:chgData name="Sanmukh Kuppannagari" userId="ad215094-da36-4b66-9c79-369a17aea26b" providerId="ADAL" clId="{D5264D65-6749-46FB-A42B-B538352913ED}" dt="2025-09-10T23:03:24.568" v="438" actId="47"/>
        <pc:sldMkLst>
          <pc:docMk/>
          <pc:sldMk cId="2055355578" sldId="1548"/>
        </pc:sldMkLst>
      </pc:sldChg>
      <pc:sldChg chg="add del">
        <pc:chgData name="Sanmukh Kuppannagari" userId="ad215094-da36-4b66-9c79-369a17aea26b" providerId="ADAL" clId="{D5264D65-6749-46FB-A42B-B538352913ED}" dt="2025-09-10T23:03:18.620" v="437" actId="47"/>
        <pc:sldMkLst>
          <pc:docMk/>
          <pc:sldMk cId="3972000199" sldId="1549"/>
        </pc:sldMkLst>
      </pc:sldChg>
      <pc:sldChg chg="modSp add mod">
        <pc:chgData name="Sanmukh Kuppannagari" userId="ad215094-da36-4b66-9c79-369a17aea26b" providerId="ADAL" clId="{D5264D65-6749-46FB-A42B-B538352913ED}" dt="2025-09-10T23:06:47.502" v="473"/>
        <pc:sldMkLst>
          <pc:docMk/>
          <pc:sldMk cId="881403126" sldId="1550"/>
        </pc:sldMkLst>
        <pc:spChg chg="mod">
          <ac:chgData name="Sanmukh Kuppannagari" userId="ad215094-da36-4b66-9c79-369a17aea26b" providerId="ADAL" clId="{D5264D65-6749-46FB-A42B-B538352913ED}" dt="2025-09-10T23:06:47.502" v="473"/>
          <ac:spMkLst>
            <pc:docMk/>
            <pc:sldMk cId="881403126" sldId="1550"/>
            <ac:spMk id="3" creationId="{B4E4496E-1B99-6288-D0C9-F1662103E37C}"/>
          </ac:spMkLst>
        </pc:spChg>
      </pc:sldChg>
      <pc:sldChg chg="modSp add mod">
        <pc:chgData name="Sanmukh Kuppannagari" userId="ad215094-da36-4b66-9c79-369a17aea26b" providerId="ADAL" clId="{D5264D65-6749-46FB-A42B-B538352913ED}" dt="2025-09-10T23:07:07.367" v="480" actId="207"/>
        <pc:sldMkLst>
          <pc:docMk/>
          <pc:sldMk cId="835336268" sldId="1551"/>
        </pc:sldMkLst>
        <pc:spChg chg="mod">
          <ac:chgData name="Sanmukh Kuppannagari" userId="ad215094-da36-4b66-9c79-369a17aea26b" providerId="ADAL" clId="{D5264D65-6749-46FB-A42B-B538352913ED}" dt="2025-09-10T23:07:07.367" v="480" actId="207"/>
          <ac:spMkLst>
            <pc:docMk/>
            <pc:sldMk cId="835336268" sldId="1551"/>
            <ac:spMk id="3" creationId="{B6B332E1-3391-B310-AC95-49120E75F0DF}"/>
          </ac:spMkLst>
        </pc:spChg>
      </pc:sldChg>
      <pc:sldChg chg="modSp new mod">
        <pc:chgData name="Sanmukh Kuppannagari" userId="ad215094-da36-4b66-9c79-369a17aea26b" providerId="ADAL" clId="{D5264D65-6749-46FB-A42B-B538352913ED}" dt="2025-09-11T15:46:21.606" v="746" actId="20577"/>
        <pc:sldMkLst>
          <pc:docMk/>
          <pc:sldMk cId="1646034839" sldId="1552"/>
        </pc:sldMkLst>
        <pc:spChg chg="mod">
          <ac:chgData name="Sanmukh Kuppannagari" userId="ad215094-da36-4b66-9c79-369a17aea26b" providerId="ADAL" clId="{D5264D65-6749-46FB-A42B-B538352913ED}" dt="2025-09-11T15:42:37.696" v="598" actId="20577"/>
          <ac:spMkLst>
            <pc:docMk/>
            <pc:sldMk cId="1646034839" sldId="1552"/>
            <ac:spMk id="2" creationId="{28BFE64F-1E89-4C38-B204-BF514611ED72}"/>
          </ac:spMkLst>
        </pc:spChg>
        <pc:spChg chg="mod">
          <ac:chgData name="Sanmukh Kuppannagari" userId="ad215094-da36-4b66-9c79-369a17aea26b" providerId="ADAL" clId="{D5264D65-6749-46FB-A42B-B538352913ED}" dt="2025-09-11T15:46:21.606" v="746" actId="20577"/>
          <ac:spMkLst>
            <pc:docMk/>
            <pc:sldMk cId="1646034839" sldId="1552"/>
            <ac:spMk id="3" creationId="{E8475099-3787-A229-83F4-4633611A7F32}"/>
          </ac:spMkLst>
        </pc:spChg>
      </pc:sldChg>
      <pc:sldMasterChg chg="delSldLayout">
        <pc:chgData name="Sanmukh Kuppannagari" userId="ad215094-da36-4b66-9c79-369a17aea26b" providerId="ADAL" clId="{D5264D65-6749-46FB-A42B-B538352913ED}" dt="2025-09-10T23:06:04.027" v="461" actId="2696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D5264D65-6749-46FB-A42B-B538352913ED}" dt="2025-09-10T23:06:04.027" v="461" actId="2696"/>
          <pc:sldLayoutMkLst>
            <pc:docMk/>
            <pc:sldMasterMk cId="1728476084" sldId="2147483648"/>
            <pc:sldLayoutMk cId="3609125640" sldId="2147483660"/>
          </pc:sldLayoutMkLst>
        </pc:sldLayoutChg>
      </pc:sldMaster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CFA3EDFF-FC1B-4308-BDA8-618996672508}"/>
    <pc:docChg chg="undo custSel addSld delSld modSld">
      <pc:chgData name="Sanmukh Kuppannagari" userId="ad215094-da36-4b66-9c79-369a17aea26b" providerId="ADAL" clId="{CFA3EDFF-FC1B-4308-BDA8-618996672508}" dt="2025-09-11T17:21:12.493" v="1862" actId="20577"/>
      <pc:docMkLst>
        <pc:docMk/>
      </pc:docMkLst>
      <pc:sldChg chg="modSp mod">
        <pc:chgData name="Sanmukh Kuppannagari" userId="ad215094-da36-4b66-9c79-369a17aea26b" providerId="ADAL" clId="{CFA3EDFF-FC1B-4308-BDA8-618996672508}" dt="2025-09-11T17:18:39.615" v="1825" actId="20577"/>
        <pc:sldMkLst>
          <pc:docMk/>
          <pc:sldMk cId="3862547967" sldId="367"/>
        </pc:sldMkLst>
        <pc:spChg chg="mod">
          <ac:chgData name="Sanmukh Kuppannagari" userId="ad215094-da36-4b66-9c79-369a17aea26b" providerId="ADAL" clId="{CFA3EDFF-FC1B-4308-BDA8-618996672508}" dt="2025-09-11T17:18:39.615" v="1825" actId="20577"/>
          <ac:spMkLst>
            <pc:docMk/>
            <pc:sldMk cId="3862547967" sldId="367"/>
            <ac:spMk id="3" creationId="{8E13CE25-236C-9E0A-A555-F7DCDF134DA5}"/>
          </ac:spMkLst>
        </pc:spChg>
      </pc:sldChg>
      <pc:sldChg chg="modSp mod">
        <pc:chgData name="Sanmukh Kuppannagari" userId="ad215094-da36-4b66-9c79-369a17aea26b" providerId="ADAL" clId="{CFA3EDFF-FC1B-4308-BDA8-618996672508}" dt="2025-09-11T17:21:12.493" v="1862" actId="20577"/>
        <pc:sldMkLst>
          <pc:docMk/>
          <pc:sldMk cId="1689515720" sldId="372"/>
        </pc:sldMkLst>
        <pc:spChg chg="mod">
          <ac:chgData name="Sanmukh Kuppannagari" userId="ad215094-da36-4b66-9c79-369a17aea26b" providerId="ADAL" clId="{CFA3EDFF-FC1B-4308-BDA8-618996672508}" dt="2025-09-11T17:21:12.493" v="1862" actId="20577"/>
          <ac:spMkLst>
            <pc:docMk/>
            <pc:sldMk cId="1689515720" sldId="372"/>
            <ac:spMk id="33" creationId="{DCEC2E18-671F-45B1-382F-D38DBE958CED}"/>
          </ac:spMkLst>
        </pc:spChg>
      </pc:sldChg>
      <pc:sldChg chg="modSp mod">
        <pc:chgData name="Sanmukh Kuppannagari" userId="ad215094-da36-4b66-9c79-369a17aea26b" providerId="ADAL" clId="{CFA3EDFF-FC1B-4308-BDA8-618996672508}" dt="2025-09-11T17:09:27.485" v="1811" actId="20577"/>
        <pc:sldMkLst>
          <pc:docMk/>
          <pc:sldMk cId="2723334491" sldId="404"/>
        </pc:sldMkLst>
        <pc:spChg chg="mod">
          <ac:chgData name="Sanmukh Kuppannagari" userId="ad215094-da36-4b66-9c79-369a17aea26b" providerId="ADAL" clId="{CFA3EDFF-FC1B-4308-BDA8-618996672508}" dt="2025-09-11T17:09:12.941" v="1789" actId="20577"/>
          <ac:spMkLst>
            <pc:docMk/>
            <pc:sldMk cId="2723334491" sldId="404"/>
            <ac:spMk id="17" creationId="{00000000-0000-0000-0000-000000000000}"/>
          </ac:spMkLst>
        </pc:spChg>
        <pc:spChg chg="mod">
          <ac:chgData name="Sanmukh Kuppannagari" userId="ad215094-da36-4b66-9c79-369a17aea26b" providerId="ADAL" clId="{CFA3EDFF-FC1B-4308-BDA8-618996672508}" dt="2025-09-11T17:09:21.798" v="1803" actId="20577"/>
          <ac:spMkLst>
            <pc:docMk/>
            <pc:sldMk cId="2723334491" sldId="404"/>
            <ac:spMk id="50" creationId="{00000000-0000-0000-0000-000000000000}"/>
          </ac:spMkLst>
        </pc:spChg>
        <pc:spChg chg="mod">
          <ac:chgData name="Sanmukh Kuppannagari" userId="ad215094-da36-4b66-9c79-369a17aea26b" providerId="ADAL" clId="{CFA3EDFF-FC1B-4308-BDA8-618996672508}" dt="2025-09-11T17:09:27.485" v="1811" actId="20577"/>
          <ac:spMkLst>
            <pc:docMk/>
            <pc:sldMk cId="2723334491" sldId="404"/>
            <ac:spMk id="80" creationId="{00000000-0000-0000-0000-000000000000}"/>
          </ac:spMkLst>
        </pc:spChg>
      </pc:sldChg>
      <pc:sldChg chg="addSp modSp mod">
        <pc:chgData name="Sanmukh Kuppannagari" userId="ad215094-da36-4b66-9c79-369a17aea26b" providerId="ADAL" clId="{CFA3EDFF-FC1B-4308-BDA8-618996672508}" dt="2025-09-11T17:12:24.030" v="1820" actId="167"/>
        <pc:sldMkLst>
          <pc:docMk/>
          <pc:sldMk cId="1637347087" sldId="1230"/>
        </pc:sldMkLst>
        <pc:cxnChg chg="add mod ord">
          <ac:chgData name="Sanmukh Kuppannagari" userId="ad215094-da36-4b66-9c79-369a17aea26b" providerId="ADAL" clId="{CFA3EDFF-FC1B-4308-BDA8-618996672508}" dt="2025-09-11T17:12:24.030" v="1820" actId="167"/>
          <ac:cxnSpMkLst>
            <pc:docMk/>
            <pc:sldMk cId="1637347087" sldId="1230"/>
            <ac:cxnSpMk id="5" creationId="{793F05E3-835E-C5BB-02EB-0D10CE6FD97E}"/>
          </ac:cxnSpMkLst>
        </pc:cxnChg>
        <pc:cxnChg chg="add mod ord">
          <ac:chgData name="Sanmukh Kuppannagari" userId="ad215094-da36-4b66-9c79-369a17aea26b" providerId="ADAL" clId="{CFA3EDFF-FC1B-4308-BDA8-618996672508}" dt="2025-09-11T17:12:24.030" v="1820" actId="167"/>
          <ac:cxnSpMkLst>
            <pc:docMk/>
            <pc:sldMk cId="1637347087" sldId="1230"/>
            <ac:cxnSpMk id="6" creationId="{8D15CE72-1786-AC85-05B8-C4843AB3A358}"/>
          </ac:cxnSpMkLst>
        </pc:cxnChg>
        <pc:cxnChg chg="add mod ord">
          <ac:chgData name="Sanmukh Kuppannagari" userId="ad215094-da36-4b66-9c79-369a17aea26b" providerId="ADAL" clId="{CFA3EDFF-FC1B-4308-BDA8-618996672508}" dt="2025-09-11T17:12:24.030" v="1820" actId="167"/>
          <ac:cxnSpMkLst>
            <pc:docMk/>
            <pc:sldMk cId="1637347087" sldId="1230"/>
            <ac:cxnSpMk id="7" creationId="{6995C6A1-85EC-E699-2DCC-D58B6AE01394}"/>
          </ac:cxnSpMkLst>
        </pc:cxnChg>
        <pc:cxnChg chg="add mod ord">
          <ac:chgData name="Sanmukh Kuppannagari" userId="ad215094-da36-4b66-9c79-369a17aea26b" providerId="ADAL" clId="{CFA3EDFF-FC1B-4308-BDA8-618996672508}" dt="2025-09-11T17:12:24.030" v="1820" actId="167"/>
          <ac:cxnSpMkLst>
            <pc:docMk/>
            <pc:sldMk cId="1637347087" sldId="1230"/>
            <ac:cxnSpMk id="8" creationId="{139CB017-A9FA-95CA-520B-063A47446C7D}"/>
          </ac:cxnSpMkLst>
        </pc:cxnChg>
      </pc:sldChg>
      <pc:sldChg chg="modSp mod">
        <pc:chgData name="Sanmukh Kuppannagari" userId="ad215094-da36-4b66-9c79-369a17aea26b" providerId="ADAL" clId="{CFA3EDFF-FC1B-4308-BDA8-618996672508}" dt="2025-09-11T16:20:55.933" v="230" actId="20577"/>
        <pc:sldMkLst>
          <pc:docMk/>
          <pc:sldMk cId="198821804" sldId="1252"/>
        </pc:sldMkLst>
        <pc:spChg chg="mod">
          <ac:chgData name="Sanmukh Kuppannagari" userId="ad215094-da36-4b66-9c79-369a17aea26b" providerId="ADAL" clId="{CFA3EDFF-FC1B-4308-BDA8-618996672508}" dt="2025-09-11T16:20:55.933" v="230" actId="20577"/>
          <ac:spMkLst>
            <pc:docMk/>
            <pc:sldMk cId="198821804" sldId="1252"/>
            <ac:spMk id="3" creationId="{CDE24028-1880-15AC-C13F-BC4526D05E8B}"/>
          </ac:spMkLst>
        </pc:spChg>
      </pc:sldChg>
      <pc:sldChg chg="modSp mod">
        <pc:chgData name="Sanmukh Kuppannagari" userId="ad215094-da36-4b66-9c79-369a17aea26b" providerId="ADAL" clId="{CFA3EDFF-FC1B-4308-BDA8-618996672508}" dt="2025-09-11T16:20:32.120" v="179" actId="207"/>
        <pc:sldMkLst>
          <pc:docMk/>
          <pc:sldMk cId="916295574" sldId="1491"/>
        </pc:sldMkLst>
        <pc:spChg chg="mod">
          <ac:chgData name="Sanmukh Kuppannagari" userId="ad215094-da36-4b66-9c79-369a17aea26b" providerId="ADAL" clId="{CFA3EDFF-FC1B-4308-BDA8-618996672508}" dt="2025-09-11T16:20:32.120" v="179" actId="207"/>
          <ac:spMkLst>
            <pc:docMk/>
            <pc:sldMk cId="916295574" sldId="1491"/>
            <ac:spMk id="3" creationId="{75227DF9-7554-F274-F76D-8CDAFC1F2B7F}"/>
          </ac:spMkLst>
        </pc:spChg>
      </pc:sldChg>
      <pc:sldChg chg="modSp">
        <pc:chgData name="Sanmukh Kuppannagari" userId="ad215094-da36-4b66-9c79-369a17aea26b" providerId="ADAL" clId="{CFA3EDFF-FC1B-4308-BDA8-618996672508}" dt="2025-09-11T16:28:44.882" v="463" actId="20577"/>
        <pc:sldMkLst>
          <pc:docMk/>
          <pc:sldMk cId="1652514167" sldId="1498"/>
        </pc:sldMkLst>
        <pc:spChg chg="mod">
          <ac:chgData name="Sanmukh Kuppannagari" userId="ad215094-da36-4b66-9c79-369a17aea26b" providerId="ADAL" clId="{CFA3EDFF-FC1B-4308-BDA8-618996672508}" dt="2025-09-11T16:28:44.882" v="463" actId="20577"/>
          <ac:spMkLst>
            <pc:docMk/>
            <pc:sldMk cId="1652514167" sldId="1498"/>
            <ac:spMk id="3" creationId="{6C8EC3C6-E6AD-FA41-4577-7BEF523982EE}"/>
          </ac:spMkLst>
        </pc:spChg>
      </pc:sldChg>
      <pc:sldChg chg="addSp modSp mod">
        <pc:chgData name="Sanmukh Kuppannagari" userId="ad215094-da36-4b66-9c79-369a17aea26b" providerId="ADAL" clId="{CFA3EDFF-FC1B-4308-BDA8-618996672508}" dt="2025-09-11T16:31:18.147" v="486" actId="14100"/>
        <pc:sldMkLst>
          <pc:docMk/>
          <pc:sldMk cId="17212678" sldId="1501"/>
        </pc:sldMkLst>
        <pc:spChg chg="add mod">
          <ac:chgData name="Sanmukh Kuppannagari" userId="ad215094-da36-4b66-9c79-369a17aea26b" providerId="ADAL" clId="{CFA3EDFF-FC1B-4308-BDA8-618996672508}" dt="2025-09-11T16:30:50.361" v="477" actId="208"/>
          <ac:spMkLst>
            <pc:docMk/>
            <pc:sldMk cId="17212678" sldId="1501"/>
            <ac:spMk id="19" creationId="{E62B9222-60B9-99E8-6A4D-74337F430A8E}"/>
          </ac:spMkLst>
        </pc:spChg>
        <pc:spChg chg="mod">
          <ac:chgData name="Sanmukh Kuppannagari" userId="ad215094-da36-4b66-9c79-369a17aea26b" providerId="ADAL" clId="{CFA3EDFF-FC1B-4308-BDA8-618996672508}" dt="2025-09-11T16:30:01.760" v="470" actId="1076"/>
          <ac:spMkLst>
            <pc:docMk/>
            <pc:sldMk cId="17212678" sldId="1501"/>
            <ac:spMk id="23" creationId="{CB935183-349E-F17A-9657-624B5096E9AF}"/>
          </ac:spMkLst>
        </pc:spChg>
        <pc:spChg chg="add mod">
          <ac:chgData name="Sanmukh Kuppannagari" userId="ad215094-da36-4b66-9c79-369a17aea26b" providerId="ADAL" clId="{CFA3EDFF-FC1B-4308-BDA8-618996672508}" dt="2025-09-11T16:31:14.945" v="485" actId="1076"/>
          <ac:spMkLst>
            <pc:docMk/>
            <pc:sldMk cId="17212678" sldId="1501"/>
            <ac:spMk id="24" creationId="{36560ED9-E1E2-FD78-3251-246AC83E84EE}"/>
          </ac:spMkLst>
        </pc:spChg>
        <pc:cxnChg chg="add mod">
          <ac:chgData name="Sanmukh Kuppannagari" userId="ad215094-da36-4b66-9c79-369a17aea26b" providerId="ADAL" clId="{CFA3EDFF-FC1B-4308-BDA8-618996672508}" dt="2025-09-11T16:30:38.781" v="474" actId="14100"/>
          <ac:cxnSpMkLst>
            <pc:docMk/>
            <pc:sldMk cId="17212678" sldId="1501"/>
            <ac:cxnSpMk id="4" creationId="{32E025FF-56C1-3FEE-615C-25624E45FEFB}"/>
          </ac:cxnSpMkLst>
        </pc:cxnChg>
        <pc:cxnChg chg="add mod">
          <ac:chgData name="Sanmukh Kuppannagari" userId="ad215094-da36-4b66-9c79-369a17aea26b" providerId="ADAL" clId="{CFA3EDFF-FC1B-4308-BDA8-618996672508}" dt="2025-09-11T16:31:18.147" v="486" actId="14100"/>
          <ac:cxnSpMkLst>
            <pc:docMk/>
            <pc:sldMk cId="17212678" sldId="1501"/>
            <ac:cxnSpMk id="25" creationId="{D7005334-64F6-AE59-BB0D-CB253367E9F4}"/>
          </ac:cxnSpMkLst>
        </pc:cxnChg>
      </pc:sldChg>
      <pc:sldChg chg="addSp modSp mod">
        <pc:chgData name="Sanmukh Kuppannagari" userId="ad215094-da36-4b66-9c79-369a17aea26b" providerId="ADAL" clId="{CFA3EDFF-FC1B-4308-BDA8-618996672508}" dt="2025-09-11T16:32:47.808" v="490" actId="1076"/>
        <pc:sldMkLst>
          <pc:docMk/>
          <pc:sldMk cId="1227760560" sldId="1504"/>
        </pc:sldMkLst>
        <pc:spChg chg="add mod">
          <ac:chgData name="Sanmukh Kuppannagari" userId="ad215094-da36-4b66-9c79-369a17aea26b" providerId="ADAL" clId="{CFA3EDFF-FC1B-4308-BDA8-618996672508}" dt="2025-09-11T16:32:35.345" v="488" actId="1076"/>
          <ac:spMkLst>
            <pc:docMk/>
            <pc:sldMk cId="1227760560" sldId="1504"/>
            <ac:spMk id="4" creationId="{AB5A6838-6099-E135-F659-A5C666BAA07F}"/>
          </ac:spMkLst>
        </pc:spChg>
        <pc:spChg chg="add mod">
          <ac:chgData name="Sanmukh Kuppannagari" userId="ad215094-da36-4b66-9c79-369a17aea26b" providerId="ADAL" clId="{CFA3EDFF-FC1B-4308-BDA8-618996672508}" dt="2025-09-11T16:32:40.585" v="489" actId="1076"/>
          <ac:spMkLst>
            <pc:docMk/>
            <pc:sldMk cId="1227760560" sldId="1504"/>
            <ac:spMk id="5" creationId="{D23F7AAD-A5A0-1F6D-1DDF-85037D4DE9D3}"/>
          </ac:spMkLst>
        </pc:spChg>
        <pc:spChg chg="add mod">
          <ac:chgData name="Sanmukh Kuppannagari" userId="ad215094-da36-4b66-9c79-369a17aea26b" providerId="ADAL" clId="{CFA3EDFF-FC1B-4308-BDA8-618996672508}" dt="2025-09-11T16:32:47.808" v="490" actId="1076"/>
          <ac:spMkLst>
            <pc:docMk/>
            <pc:sldMk cId="1227760560" sldId="1504"/>
            <ac:spMk id="6" creationId="{166783D0-2501-8C84-6F04-9B6768E98093}"/>
          </ac:spMkLst>
        </pc:spChg>
        <pc:cxnChg chg="add mod">
          <ac:chgData name="Sanmukh Kuppannagari" userId="ad215094-da36-4b66-9c79-369a17aea26b" providerId="ADAL" clId="{CFA3EDFF-FC1B-4308-BDA8-618996672508}" dt="2025-09-11T16:32:47.808" v="490" actId="1076"/>
          <ac:cxnSpMkLst>
            <pc:docMk/>
            <pc:sldMk cId="1227760560" sldId="1504"/>
            <ac:cxnSpMk id="7" creationId="{96358980-6A81-5700-8380-AD7197671FE0}"/>
          </ac:cxnSpMkLst>
        </pc:cxnChg>
        <pc:cxnChg chg="add mod">
          <ac:chgData name="Sanmukh Kuppannagari" userId="ad215094-da36-4b66-9c79-369a17aea26b" providerId="ADAL" clId="{CFA3EDFF-FC1B-4308-BDA8-618996672508}" dt="2025-09-11T16:32:47.808" v="490" actId="1076"/>
          <ac:cxnSpMkLst>
            <pc:docMk/>
            <pc:sldMk cId="1227760560" sldId="1504"/>
            <ac:cxnSpMk id="8" creationId="{94F496F9-BEB7-14CF-76CF-24D9FDC03EED}"/>
          </ac:cxnSpMkLst>
        </pc:cxnChg>
        <pc:cxnChg chg="add mod">
          <ac:chgData name="Sanmukh Kuppannagari" userId="ad215094-da36-4b66-9c79-369a17aea26b" providerId="ADAL" clId="{CFA3EDFF-FC1B-4308-BDA8-618996672508}" dt="2025-09-11T16:32:47.808" v="490" actId="1076"/>
          <ac:cxnSpMkLst>
            <pc:docMk/>
            <pc:sldMk cId="1227760560" sldId="1504"/>
            <ac:cxnSpMk id="9" creationId="{03BF8019-799D-1E08-1BEB-CF41C2E4D44B}"/>
          </ac:cxnSpMkLst>
        </pc:cxnChg>
        <pc:cxnChg chg="add mod">
          <ac:chgData name="Sanmukh Kuppannagari" userId="ad215094-da36-4b66-9c79-369a17aea26b" providerId="ADAL" clId="{CFA3EDFF-FC1B-4308-BDA8-618996672508}" dt="2025-09-11T16:32:40.585" v="489" actId="1076"/>
          <ac:cxnSpMkLst>
            <pc:docMk/>
            <pc:sldMk cId="1227760560" sldId="1504"/>
            <ac:cxnSpMk id="10" creationId="{EBC13A95-B63B-51E0-1BBE-050D850481BB}"/>
          </ac:cxnSpMkLst>
        </pc:cxnChg>
        <pc:cxnChg chg="add mod">
          <ac:chgData name="Sanmukh Kuppannagari" userId="ad215094-da36-4b66-9c79-369a17aea26b" providerId="ADAL" clId="{CFA3EDFF-FC1B-4308-BDA8-618996672508}" dt="2025-09-11T16:32:40.585" v="489" actId="1076"/>
          <ac:cxnSpMkLst>
            <pc:docMk/>
            <pc:sldMk cId="1227760560" sldId="1504"/>
            <ac:cxnSpMk id="11" creationId="{AF8A0E65-0E0F-BE2E-9022-8FD84F9D4BF4}"/>
          </ac:cxnSpMkLst>
        </pc:cxnChg>
        <pc:cxnChg chg="add mod">
          <ac:chgData name="Sanmukh Kuppannagari" userId="ad215094-da36-4b66-9c79-369a17aea26b" providerId="ADAL" clId="{CFA3EDFF-FC1B-4308-BDA8-618996672508}" dt="2025-09-11T16:32:40.585" v="489" actId="1076"/>
          <ac:cxnSpMkLst>
            <pc:docMk/>
            <pc:sldMk cId="1227760560" sldId="1504"/>
            <ac:cxnSpMk id="13" creationId="{540E2319-E8EB-7C29-B92E-75407E5F6727}"/>
          </ac:cxnSpMkLst>
        </pc:cxnChg>
      </pc:sldChg>
      <pc:sldChg chg="addSp modSp">
        <pc:chgData name="Sanmukh Kuppannagari" userId="ad215094-da36-4b66-9c79-369a17aea26b" providerId="ADAL" clId="{CFA3EDFF-FC1B-4308-BDA8-618996672508}" dt="2025-09-11T16:32:53.743" v="491"/>
        <pc:sldMkLst>
          <pc:docMk/>
          <pc:sldMk cId="3212071811" sldId="1505"/>
        </pc:sldMkLst>
        <pc:spChg chg="add mod">
          <ac:chgData name="Sanmukh Kuppannagari" userId="ad215094-da36-4b66-9c79-369a17aea26b" providerId="ADAL" clId="{CFA3EDFF-FC1B-4308-BDA8-618996672508}" dt="2025-09-11T16:32:53.743" v="491"/>
          <ac:spMkLst>
            <pc:docMk/>
            <pc:sldMk cId="3212071811" sldId="1505"/>
            <ac:spMk id="4" creationId="{DF7376BC-A266-ED2A-0975-DFAA48CC142A}"/>
          </ac:spMkLst>
        </pc:spChg>
        <pc:spChg chg="add mod">
          <ac:chgData name="Sanmukh Kuppannagari" userId="ad215094-da36-4b66-9c79-369a17aea26b" providerId="ADAL" clId="{CFA3EDFF-FC1B-4308-BDA8-618996672508}" dt="2025-09-11T16:32:53.743" v="491"/>
          <ac:spMkLst>
            <pc:docMk/>
            <pc:sldMk cId="3212071811" sldId="1505"/>
            <ac:spMk id="5" creationId="{37D029C2-0411-B22C-31B4-A71B47DAF0CA}"/>
          </ac:spMkLst>
        </pc:spChg>
        <pc:spChg chg="add mod">
          <ac:chgData name="Sanmukh Kuppannagari" userId="ad215094-da36-4b66-9c79-369a17aea26b" providerId="ADAL" clId="{CFA3EDFF-FC1B-4308-BDA8-618996672508}" dt="2025-09-11T16:32:53.743" v="491"/>
          <ac:spMkLst>
            <pc:docMk/>
            <pc:sldMk cId="3212071811" sldId="1505"/>
            <ac:spMk id="6" creationId="{3D62EE75-40F4-DCFC-F269-9E74E10880B4}"/>
          </ac:spMkLst>
        </pc:spChg>
        <pc:cxnChg chg="add mod">
          <ac:chgData name="Sanmukh Kuppannagari" userId="ad215094-da36-4b66-9c79-369a17aea26b" providerId="ADAL" clId="{CFA3EDFF-FC1B-4308-BDA8-618996672508}" dt="2025-09-11T16:32:53.743" v="491"/>
          <ac:cxnSpMkLst>
            <pc:docMk/>
            <pc:sldMk cId="3212071811" sldId="1505"/>
            <ac:cxnSpMk id="7" creationId="{CDA56E18-B0EA-3092-B03D-49F34D198CE3}"/>
          </ac:cxnSpMkLst>
        </pc:cxnChg>
        <pc:cxnChg chg="add mod">
          <ac:chgData name="Sanmukh Kuppannagari" userId="ad215094-da36-4b66-9c79-369a17aea26b" providerId="ADAL" clId="{CFA3EDFF-FC1B-4308-BDA8-618996672508}" dt="2025-09-11T16:32:53.743" v="491"/>
          <ac:cxnSpMkLst>
            <pc:docMk/>
            <pc:sldMk cId="3212071811" sldId="1505"/>
            <ac:cxnSpMk id="8" creationId="{C611293C-07EF-4E21-B211-7622A0F0E3B0}"/>
          </ac:cxnSpMkLst>
        </pc:cxnChg>
        <pc:cxnChg chg="add mod">
          <ac:chgData name="Sanmukh Kuppannagari" userId="ad215094-da36-4b66-9c79-369a17aea26b" providerId="ADAL" clId="{CFA3EDFF-FC1B-4308-BDA8-618996672508}" dt="2025-09-11T16:32:53.743" v="491"/>
          <ac:cxnSpMkLst>
            <pc:docMk/>
            <pc:sldMk cId="3212071811" sldId="1505"/>
            <ac:cxnSpMk id="9" creationId="{8214A5F1-DE6C-779D-7B10-5C1E9DE275E3}"/>
          </ac:cxnSpMkLst>
        </pc:cxnChg>
        <pc:cxnChg chg="add mod">
          <ac:chgData name="Sanmukh Kuppannagari" userId="ad215094-da36-4b66-9c79-369a17aea26b" providerId="ADAL" clId="{CFA3EDFF-FC1B-4308-BDA8-618996672508}" dt="2025-09-11T16:32:53.743" v="491"/>
          <ac:cxnSpMkLst>
            <pc:docMk/>
            <pc:sldMk cId="3212071811" sldId="1505"/>
            <ac:cxnSpMk id="10" creationId="{1DE3651C-FB14-40C1-3475-81BB2EBF3F7F}"/>
          </ac:cxnSpMkLst>
        </pc:cxnChg>
        <pc:cxnChg chg="add mod">
          <ac:chgData name="Sanmukh Kuppannagari" userId="ad215094-da36-4b66-9c79-369a17aea26b" providerId="ADAL" clId="{CFA3EDFF-FC1B-4308-BDA8-618996672508}" dt="2025-09-11T16:32:53.743" v="491"/>
          <ac:cxnSpMkLst>
            <pc:docMk/>
            <pc:sldMk cId="3212071811" sldId="1505"/>
            <ac:cxnSpMk id="11" creationId="{2499C59A-2C80-E606-ACE5-1FA296BBA9C6}"/>
          </ac:cxnSpMkLst>
        </pc:cxnChg>
        <pc:cxnChg chg="add mod">
          <ac:chgData name="Sanmukh Kuppannagari" userId="ad215094-da36-4b66-9c79-369a17aea26b" providerId="ADAL" clId="{CFA3EDFF-FC1B-4308-BDA8-618996672508}" dt="2025-09-11T16:32:53.743" v="491"/>
          <ac:cxnSpMkLst>
            <pc:docMk/>
            <pc:sldMk cId="3212071811" sldId="1505"/>
            <ac:cxnSpMk id="13" creationId="{6362D31B-052E-8C84-597B-0F75191A4CA5}"/>
          </ac:cxnSpMkLst>
        </pc:cxnChg>
      </pc:sldChg>
      <pc:sldChg chg="del">
        <pc:chgData name="Sanmukh Kuppannagari" userId="ad215094-da36-4b66-9c79-369a17aea26b" providerId="ADAL" clId="{CFA3EDFF-FC1B-4308-BDA8-618996672508}" dt="2025-09-11T16:39:53.052" v="631" actId="47"/>
        <pc:sldMkLst>
          <pc:docMk/>
          <pc:sldMk cId="598018404" sldId="1506"/>
        </pc:sldMkLst>
      </pc:sldChg>
      <pc:sldChg chg="addSp modSp mod">
        <pc:chgData name="Sanmukh Kuppannagari" userId="ad215094-da36-4b66-9c79-369a17aea26b" providerId="ADAL" clId="{CFA3EDFF-FC1B-4308-BDA8-618996672508}" dt="2025-09-11T16:44:23.705" v="955" actId="20577"/>
        <pc:sldMkLst>
          <pc:docMk/>
          <pc:sldMk cId="1101638297" sldId="1507"/>
        </pc:sldMkLst>
        <pc:spChg chg="add mod">
          <ac:chgData name="Sanmukh Kuppannagari" userId="ad215094-da36-4b66-9c79-369a17aea26b" providerId="ADAL" clId="{CFA3EDFF-FC1B-4308-BDA8-618996672508}" dt="2025-09-11T16:44:03.389" v="951" actId="1076"/>
          <ac:spMkLst>
            <pc:docMk/>
            <pc:sldMk cId="1101638297" sldId="1507"/>
            <ac:spMk id="18" creationId="{F1EC85A3-10E6-01B4-A323-7F310724BE35}"/>
          </ac:spMkLst>
        </pc:spChg>
        <pc:spChg chg="mod">
          <ac:chgData name="Sanmukh Kuppannagari" userId="ad215094-da36-4b66-9c79-369a17aea26b" providerId="ADAL" clId="{CFA3EDFF-FC1B-4308-BDA8-618996672508}" dt="2025-09-11T16:44:23.705" v="955" actId="20577"/>
          <ac:spMkLst>
            <pc:docMk/>
            <pc:sldMk cId="1101638297" sldId="1507"/>
            <ac:spMk id="23" creationId="{CB935183-349E-F17A-9657-624B5096E9AF}"/>
          </ac:spMkLst>
        </pc:spChg>
        <pc:spChg chg="add mod">
          <ac:chgData name="Sanmukh Kuppannagari" userId="ad215094-da36-4b66-9c79-369a17aea26b" providerId="ADAL" clId="{CFA3EDFF-FC1B-4308-BDA8-618996672508}" dt="2025-09-11T16:44:03.389" v="951" actId="1076"/>
          <ac:spMkLst>
            <pc:docMk/>
            <pc:sldMk cId="1101638297" sldId="1507"/>
            <ac:spMk id="27" creationId="{9A4A7189-7ACB-E4BF-F1E4-6292DD03C606}"/>
          </ac:spMkLst>
        </pc:spChg>
        <pc:spChg chg="add mod">
          <ac:chgData name="Sanmukh Kuppannagari" userId="ad215094-da36-4b66-9c79-369a17aea26b" providerId="ADAL" clId="{CFA3EDFF-FC1B-4308-BDA8-618996672508}" dt="2025-09-11T16:44:03.389" v="951" actId="1076"/>
          <ac:spMkLst>
            <pc:docMk/>
            <pc:sldMk cId="1101638297" sldId="1507"/>
            <ac:spMk id="30" creationId="{324A878F-B236-EFD1-78A0-BABC4925EA0C}"/>
          </ac:spMkLst>
        </pc:spChg>
        <pc:spChg chg="add mod">
          <ac:chgData name="Sanmukh Kuppannagari" userId="ad215094-da36-4b66-9c79-369a17aea26b" providerId="ADAL" clId="{CFA3EDFF-FC1B-4308-BDA8-618996672508}" dt="2025-09-11T16:44:03.389" v="951" actId="1076"/>
          <ac:spMkLst>
            <pc:docMk/>
            <pc:sldMk cId="1101638297" sldId="1507"/>
            <ac:spMk id="31" creationId="{B03574C3-49B1-5791-8B00-EF265EFF4D92}"/>
          </ac:spMkLst>
        </pc:spChg>
        <pc:spChg chg="add mod">
          <ac:chgData name="Sanmukh Kuppannagari" userId="ad215094-da36-4b66-9c79-369a17aea26b" providerId="ADAL" clId="{CFA3EDFF-FC1B-4308-BDA8-618996672508}" dt="2025-09-11T16:44:03.389" v="951" actId="1076"/>
          <ac:spMkLst>
            <pc:docMk/>
            <pc:sldMk cId="1101638297" sldId="1507"/>
            <ac:spMk id="39" creationId="{4A3F2A0D-E6DD-E7D7-8E9F-4ACD98F58C45}"/>
          </ac:spMkLst>
        </pc:spChg>
        <pc:spChg chg="add mod">
          <ac:chgData name="Sanmukh Kuppannagari" userId="ad215094-da36-4b66-9c79-369a17aea26b" providerId="ADAL" clId="{CFA3EDFF-FC1B-4308-BDA8-618996672508}" dt="2025-09-11T16:44:03.389" v="951" actId="1076"/>
          <ac:spMkLst>
            <pc:docMk/>
            <pc:sldMk cId="1101638297" sldId="1507"/>
            <ac:spMk id="44" creationId="{E5F9C7EE-01E1-89E0-9BBC-FF5178AD5390}"/>
          </ac:spMkLst>
        </pc:spChg>
        <pc:spChg chg="add mod">
          <ac:chgData name="Sanmukh Kuppannagari" userId="ad215094-da36-4b66-9c79-369a17aea26b" providerId="ADAL" clId="{CFA3EDFF-FC1B-4308-BDA8-618996672508}" dt="2025-09-11T16:44:03.389" v="951" actId="1076"/>
          <ac:spMkLst>
            <pc:docMk/>
            <pc:sldMk cId="1101638297" sldId="1507"/>
            <ac:spMk id="50" creationId="{C11E760F-8970-B6B8-EF6C-5590274AF803}"/>
          </ac:spMkLst>
        </pc:spChg>
        <pc:spChg chg="add mod">
          <ac:chgData name="Sanmukh Kuppannagari" userId="ad215094-da36-4b66-9c79-369a17aea26b" providerId="ADAL" clId="{CFA3EDFF-FC1B-4308-BDA8-618996672508}" dt="2025-09-11T16:44:03.389" v="951" actId="1076"/>
          <ac:spMkLst>
            <pc:docMk/>
            <pc:sldMk cId="1101638297" sldId="1507"/>
            <ac:spMk id="51" creationId="{6060195D-AC6D-7D57-2123-B43A45B901A0}"/>
          </ac:spMkLst>
        </pc:spChg>
        <pc:spChg chg="add mod">
          <ac:chgData name="Sanmukh Kuppannagari" userId="ad215094-da36-4b66-9c79-369a17aea26b" providerId="ADAL" clId="{CFA3EDFF-FC1B-4308-BDA8-618996672508}" dt="2025-09-11T16:44:03.389" v="951" actId="1076"/>
          <ac:spMkLst>
            <pc:docMk/>
            <pc:sldMk cId="1101638297" sldId="1507"/>
            <ac:spMk id="52" creationId="{66BA8D95-D731-D6BE-19F2-74D3AD2D87B8}"/>
          </ac:spMkLst>
        </pc:spChg>
        <pc:spChg chg="add mod">
          <ac:chgData name="Sanmukh Kuppannagari" userId="ad215094-da36-4b66-9c79-369a17aea26b" providerId="ADAL" clId="{CFA3EDFF-FC1B-4308-BDA8-618996672508}" dt="2025-09-11T16:44:03.389" v="951" actId="1076"/>
          <ac:spMkLst>
            <pc:docMk/>
            <pc:sldMk cId="1101638297" sldId="1507"/>
            <ac:spMk id="58" creationId="{3E422796-726D-B7C3-BB1B-F5C8A818B228}"/>
          </ac:spMkLst>
        </pc:spChg>
        <pc:cxnChg chg="mod">
          <ac:chgData name="Sanmukh Kuppannagari" userId="ad215094-da36-4b66-9c79-369a17aea26b" providerId="ADAL" clId="{CFA3EDFF-FC1B-4308-BDA8-618996672508}" dt="2025-09-11T16:44:17.773" v="954" actId="14100"/>
          <ac:cxnSpMkLst>
            <pc:docMk/>
            <pc:sldMk cId="1101638297" sldId="1507"/>
            <ac:cxnSpMk id="19" creationId="{F74C646E-C08B-7DF7-EE1B-07FE878E4E6D}"/>
          </ac:cxnSpMkLst>
        </pc:cxnChg>
        <pc:cxnChg chg="mod">
          <ac:chgData name="Sanmukh Kuppannagari" userId="ad215094-da36-4b66-9c79-369a17aea26b" providerId="ADAL" clId="{CFA3EDFF-FC1B-4308-BDA8-618996672508}" dt="2025-09-11T16:44:11.994" v="953" actId="14100"/>
          <ac:cxnSpMkLst>
            <pc:docMk/>
            <pc:sldMk cId="1101638297" sldId="1507"/>
            <ac:cxnSpMk id="24" creationId="{868F2AED-8376-D5AD-8817-94E0F2CC1EA0}"/>
          </ac:cxnSpMkLst>
        </pc:cxnChg>
      </pc:sldChg>
      <pc:sldChg chg="del">
        <pc:chgData name="Sanmukh Kuppannagari" userId="ad215094-da36-4b66-9c79-369a17aea26b" providerId="ADAL" clId="{CFA3EDFF-FC1B-4308-BDA8-618996672508}" dt="2025-09-11T17:13:28.232" v="1821" actId="47"/>
        <pc:sldMkLst>
          <pc:docMk/>
          <pc:sldMk cId="3299013440" sldId="1518"/>
        </pc:sldMkLst>
      </pc:sldChg>
      <pc:sldChg chg="modSp mod">
        <pc:chgData name="Sanmukh Kuppannagari" userId="ad215094-da36-4b66-9c79-369a17aea26b" providerId="ADAL" clId="{CFA3EDFF-FC1B-4308-BDA8-618996672508}" dt="2025-09-11T16:49:21.282" v="1542" actId="20577"/>
        <pc:sldMkLst>
          <pc:docMk/>
          <pc:sldMk cId="1642895397" sldId="1520"/>
        </pc:sldMkLst>
        <pc:spChg chg="mod">
          <ac:chgData name="Sanmukh Kuppannagari" userId="ad215094-da36-4b66-9c79-369a17aea26b" providerId="ADAL" clId="{CFA3EDFF-FC1B-4308-BDA8-618996672508}" dt="2025-09-11T16:49:21.282" v="1542" actId="20577"/>
          <ac:spMkLst>
            <pc:docMk/>
            <pc:sldMk cId="1642895397" sldId="1520"/>
            <ac:spMk id="3" creationId="{1B7743F8-6B44-AC9E-2D9F-B64AD4E8DB43}"/>
          </ac:spMkLst>
        </pc:spChg>
      </pc:sldChg>
      <pc:sldChg chg="modSp mod">
        <pc:chgData name="Sanmukh Kuppannagari" userId="ad215094-da36-4b66-9c79-369a17aea26b" providerId="ADAL" clId="{CFA3EDFF-FC1B-4308-BDA8-618996672508}" dt="2025-09-11T17:03:51.281" v="1701" actId="20577"/>
        <pc:sldMkLst>
          <pc:docMk/>
          <pc:sldMk cId="4051093672" sldId="1546"/>
        </pc:sldMkLst>
        <pc:spChg chg="mod">
          <ac:chgData name="Sanmukh Kuppannagari" userId="ad215094-da36-4b66-9c79-369a17aea26b" providerId="ADAL" clId="{CFA3EDFF-FC1B-4308-BDA8-618996672508}" dt="2025-09-11T17:02:58.597" v="1554" actId="20577"/>
          <ac:spMkLst>
            <pc:docMk/>
            <pc:sldMk cId="4051093672" sldId="1546"/>
            <ac:spMk id="2" creationId="{DB7C915F-B393-A5E0-6DB4-A68EAE1A23B3}"/>
          </ac:spMkLst>
        </pc:spChg>
        <pc:spChg chg="mod">
          <ac:chgData name="Sanmukh Kuppannagari" userId="ad215094-da36-4b66-9c79-369a17aea26b" providerId="ADAL" clId="{CFA3EDFF-FC1B-4308-BDA8-618996672508}" dt="2025-09-11T17:03:51.281" v="1701" actId="20577"/>
          <ac:spMkLst>
            <pc:docMk/>
            <pc:sldMk cId="4051093672" sldId="1546"/>
            <ac:spMk id="3" creationId="{C4286F2D-1EE2-B2EB-E4D4-837E02785833}"/>
          </ac:spMkLst>
        </pc:spChg>
      </pc:sldChg>
      <pc:sldChg chg="add">
        <pc:chgData name="Sanmukh Kuppannagari" userId="ad215094-da36-4b66-9c79-369a17aea26b" providerId="ADAL" clId="{CFA3EDFF-FC1B-4308-BDA8-618996672508}" dt="2025-09-11T17:14:46.959" v="1822"/>
        <pc:sldMkLst>
          <pc:docMk/>
          <pc:sldMk cId="3972000199" sldId="1548"/>
        </pc:sldMkLst>
      </pc:sldChg>
      <pc:sldChg chg="modSp mod">
        <pc:chgData name="Sanmukh Kuppannagari" userId="ad215094-da36-4b66-9c79-369a17aea26b" providerId="ADAL" clId="{CFA3EDFF-FC1B-4308-BDA8-618996672508}" dt="2025-09-11T16:27:10.657" v="455" actId="20577"/>
        <pc:sldMkLst>
          <pc:docMk/>
          <pc:sldMk cId="1646034839" sldId="1552"/>
        </pc:sldMkLst>
        <pc:spChg chg="mod">
          <ac:chgData name="Sanmukh Kuppannagari" userId="ad215094-da36-4b66-9c79-369a17aea26b" providerId="ADAL" clId="{CFA3EDFF-FC1B-4308-BDA8-618996672508}" dt="2025-09-11T16:27:10.657" v="455" actId="20577"/>
          <ac:spMkLst>
            <pc:docMk/>
            <pc:sldMk cId="1646034839" sldId="1552"/>
            <ac:spMk id="3" creationId="{E8475099-3787-A229-83F4-4633611A7F32}"/>
          </ac:spMkLst>
        </pc:spChg>
      </pc:sldChg>
      <pc:sldChg chg="modSp new mod">
        <pc:chgData name="Sanmukh Kuppannagari" userId="ad215094-da36-4b66-9c79-369a17aea26b" providerId="ADAL" clId="{CFA3EDFF-FC1B-4308-BDA8-618996672508}" dt="2025-09-11T16:17:36.773" v="38" actId="20577"/>
        <pc:sldMkLst>
          <pc:docMk/>
          <pc:sldMk cId="2799768644" sldId="1553"/>
        </pc:sldMkLst>
        <pc:spChg chg="mod">
          <ac:chgData name="Sanmukh Kuppannagari" userId="ad215094-da36-4b66-9c79-369a17aea26b" providerId="ADAL" clId="{CFA3EDFF-FC1B-4308-BDA8-618996672508}" dt="2025-09-11T16:17:36.773" v="38" actId="20577"/>
          <ac:spMkLst>
            <pc:docMk/>
            <pc:sldMk cId="2799768644" sldId="1553"/>
            <ac:spMk id="2" creationId="{624C65C1-2950-AFC6-D14A-548EAC95433B}"/>
          </ac:spMkLst>
        </pc:spChg>
      </pc:sldChg>
      <pc:sldChg chg="addSp delSp modSp add mod">
        <pc:chgData name="Sanmukh Kuppannagari" userId="ad215094-da36-4b66-9c79-369a17aea26b" providerId="ADAL" clId="{CFA3EDFF-FC1B-4308-BDA8-618996672508}" dt="2025-09-11T16:19:50.369" v="156" actId="1076"/>
        <pc:sldMkLst>
          <pc:docMk/>
          <pc:sldMk cId="1671836130" sldId="1554"/>
        </pc:sldMkLst>
        <pc:spChg chg="add mod">
          <ac:chgData name="Sanmukh Kuppannagari" userId="ad215094-da36-4b66-9c79-369a17aea26b" providerId="ADAL" clId="{CFA3EDFF-FC1B-4308-BDA8-618996672508}" dt="2025-09-11T16:19:46.138" v="155" actId="1076"/>
          <ac:spMkLst>
            <pc:docMk/>
            <pc:sldMk cId="1671836130" sldId="1554"/>
            <ac:spMk id="10" creationId="{60FC7B3D-A087-F6DC-D307-AD11DDC8C17E}"/>
          </ac:spMkLst>
        </pc:spChg>
        <pc:picChg chg="add mod modCrop">
          <ac:chgData name="Sanmukh Kuppannagari" userId="ad215094-da36-4b66-9c79-369a17aea26b" providerId="ADAL" clId="{CFA3EDFF-FC1B-4308-BDA8-618996672508}" dt="2025-09-11T16:19:50.369" v="156" actId="1076"/>
          <ac:picMkLst>
            <pc:docMk/>
            <pc:sldMk cId="1671836130" sldId="1554"/>
            <ac:picMk id="5" creationId="{4DA09F7B-BA45-2C3D-2B6B-A43778ECECED}"/>
          </ac:picMkLst>
        </pc:picChg>
        <pc:picChg chg="add mod modCrop">
          <ac:chgData name="Sanmukh Kuppannagari" userId="ad215094-da36-4b66-9c79-369a17aea26b" providerId="ADAL" clId="{CFA3EDFF-FC1B-4308-BDA8-618996672508}" dt="2025-09-11T16:18:27.481" v="53" actId="1076"/>
          <ac:picMkLst>
            <pc:docMk/>
            <pc:sldMk cId="1671836130" sldId="1554"/>
            <ac:picMk id="7" creationId="{16BC1FC0-DA18-636D-0F95-CE5448D070F3}"/>
          </ac:picMkLst>
        </pc:picChg>
        <pc:picChg chg="add mod">
          <ac:chgData name="Sanmukh Kuppannagari" userId="ad215094-da36-4b66-9c79-369a17aea26b" providerId="ADAL" clId="{CFA3EDFF-FC1B-4308-BDA8-618996672508}" dt="2025-09-11T16:19:10.723" v="66" actId="1076"/>
          <ac:picMkLst>
            <pc:docMk/>
            <pc:sldMk cId="1671836130" sldId="1554"/>
            <ac:picMk id="9" creationId="{AC3229E5-5DFD-815B-E30D-CC0435EB5277}"/>
          </ac:picMkLst>
        </pc:picChg>
      </pc:sldChg>
      <pc:sldChg chg="addSp delSp modSp new mod">
        <pc:chgData name="Sanmukh Kuppannagari" userId="ad215094-da36-4b66-9c79-369a17aea26b" providerId="ADAL" clId="{CFA3EDFF-FC1B-4308-BDA8-618996672508}" dt="2025-09-11T16:41:56.561" v="732" actId="14100"/>
        <pc:sldMkLst>
          <pc:docMk/>
          <pc:sldMk cId="3865655179" sldId="1555"/>
        </pc:sldMkLst>
        <pc:spChg chg="mod">
          <ac:chgData name="Sanmukh Kuppannagari" userId="ad215094-da36-4b66-9c79-369a17aea26b" providerId="ADAL" clId="{CFA3EDFF-FC1B-4308-BDA8-618996672508}" dt="2025-09-11T16:34:14.772" v="493"/>
          <ac:spMkLst>
            <pc:docMk/>
            <pc:sldMk cId="3865655179" sldId="1555"/>
            <ac:spMk id="2" creationId="{96024A4F-5C84-5C1F-5C17-5C3CE21B52C9}"/>
          </ac:spMkLst>
        </pc:spChg>
        <pc:spChg chg="add mod">
          <ac:chgData name="Sanmukh Kuppannagari" userId="ad215094-da36-4b66-9c79-369a17aea26b" providerId="ADAL" clId="{CFA3EDFF-FC1B-4308-BDA8-618996672508}" dt="2025-09-11T16:35:36.203" v="514" actId="1076"/>
          <ac:spMkLst>
            <pc:docMk/>
            <pc:sldMk cId="3865655179" sldId="1555"/>
            <ac:spMk id="4" creationId="{F2131418-6FBB-6A17-7428-18FD293F0896}"/>
          </ac:spMkLst>
        </pc:spChg>
        <pc:spChg chg="add mod">
          <ac:chgData name="Sanmukh Kuppannagari" userId="ad215094-da36-4b66-9c79-369a17aea26b" providerId="ADAL" clId="{CFA3EDFF-FC1B-4308-BDA8-618996672508}" dt="2025-09-11T16:35:36.203" v="514" actId="1076"/>
          <ac:spMkLst>
            <pc:docMk/>
            <pc:sldMk cId="3865655179" sldId="1555"/>
            <ac:spMk id="5" creationId="{8579E28B-8683-8C13-CE57-45D399F96296}"/>
          </ac:spMkLst>
        </pc:spChg>
        <pc:spChg chg="add mod">
          <ac:chgData name="Sanmukh Kuppannagari" userId="ad215094-da36-4b66-9c79-369a17aea26b" providerId="ADAL" clId="{CFA3EDFF-FC1B-4308-BDA8-618996672508}" dt="2025-09-11T16:35:36.203" v="514" actId="1076"/>
          <ac:spMkLst>
            <pc:docMk/>
            <pc:sldMk cId="3865655179" sldId="1555"/>
            <ac:spMk id="6" creationId="{CFD8C5F7-3946-B541-F64D-76022241EFD6}"/>
          </ac:spMkLst>
        </pc:spChg>
        <pc:spChg chg="add mod">
          <ac:chgData name="Sanmukh Kuppannagari" userId="ad215094-da36-4b66-9c79-369a17aea26b" providerId="ADAL" clId="{CFA3EDFF-FC1B-4308-BDA8-618996672508}" dt="2025-09-11T16:35:36.203" v="514" actId="1076"/>
          <ac:spMkLst>
            <pc:docMk/>
            <pc:sldMk cId="3865655179" sldId="1555"/>
            <ac:spMk id="13" creationId="{F4369514-290A-AB8A-D4C3-AF48FFFDEE72}"/>
          </ac:spMkLst>
        </pc:spChg>
        <pc:spChg chg="add mod">
          <ac:chgData name="Sanmukh Kuppannagari" userId="ad215094-da36-4b66-9c79-369a17aea26b" providerId="ADAL" clId="{CFA3EDFF-FC1B-4308-BDA8-618996672508}" dt="2025-09-11T16:35:36.203" v="514" actId="1076"/>
          <ac:spMkLst>
            <pc:docMk/>
            <pc:sldMk cId="3865655179" sldId="1555"/>
            <ac:spMk id="14" creationId="{F9ACBC19-4748-45DE-EE4D-610400E5C33B}"/>
          </ac:spMkLst>
        </pc:spChg>
        <pc:spChg chg="add mod">
          <ac:chgData name="Sanmukh Kuppannagari" userId="ad215094-da36-4b66-9c79-369a17aea26b" providerId="ADAL" clId="{CFA3EDFF-FC1B-4308-BDA8-618996672508}" dt="2025-09-11T16:35:36.203" v="514" actId="1076"/>
          <ac:spMkLst>
            <pc:docMk/>
            <pc:sldMk cId="3865655179" sldId="1555"/>
            <ac:spMk id="15" creationId="{5C47B15F-28FD-C4F4-6BF9-5870BB0718E7}"/>
          </ac:spMkLst>
        </pc:spChg>
        <pc:spChg chg="add mod">
          <ac:chgData name="Sanmukh Kuppannagari" userId="ad215094-da36-4b66-9c79-369a17aea26b" providerId="ADAL" clId="{CFA3EDFF-FC1B-4308-BDA8-618996672508}" dt="2025-09-11T16:35:28.115" v="513" actId="20577"/>
          <ac:spMkLst>
            <pc:docMk/>
            <pc:sldMk cId="3865655179" sldId="1555"/>
            <ac:spMk id="16" creationId="{F89C486E-D51C-C874-68EA-D35E73D66BB6}"/>
          </ac:spMkLst>
        </pc:spChg>
        <pc:spChg chg="add mod">
          <ac:chgData name="Sanmukh Kuppannagari" userId="ad215094-da36-4b66-9c79-369a17aea26b" providerId="ADAL" clId="{CFA3EDFF-FC1B-4308-BDA8-618996672508}" dt="2025-09-11T16:36:13.921" v="524" actId="1076"/>
          <ac:spMkLst>
            <pc:docMk/>
            <pc:sldMk cId="3865655179" sldId="1555"/>
            <ac:spMk id="17" creationId="{41AB21BF-DC10-411E-475E-941C461DE86A}"/>
          </ac:spMkLst>
        </pc:spChg>
        <pc:spChg chg="add mod">
          <ac:chgData name="Sanmukh Kuppannagari" userId="ad215094-da36-4b66-9c79-369a17aea26b" providerId="ADAL" clId="{CFA3EDFF-FC1B-4308-BDA8-618996672508}" dt="2025-09-11T16:36:55.505" v="527" actId="1076"/>
          <ac:spMkLst>
            <pc:docMk/>
            <pc:sldMk cId="3865655179" sldId="1555"/>
            <ac:spMk id="23" creationId="{B00550DF-1A52-CA68-D0FB-B0F4B57B1A68}"/>
          </ac:spMkLst>
        </pc:spChg>
        <pc:spChg chg="add mod">
          <ac:chgData name="Sanmukh Kuppannagari" userId="ad215094-da36-4b66-9c79-369a17aea26b" providerId="ADAL" clId="{CFA3EDFF-FC1B-4308-BDA8-618996672508}" dt="2025-09-11T16:37:08.353" v="529" actId="1076"/>
          <ac:spMkLst>
            <pc:docMk/>
            <pc:sldMk cId="3865655179" sldId="1555"/>
            <ac:spMk id="24" creationId="{C19DBFD5-2D2E-EAEE-E21D-35BEBFE396AB}"/>
          </ac:spMkLst>
        </pc:spChg>
        <pc:spChg chg="add mod">
          <ac:chgData name="Sanmukh Kuppannagari" userId="ad215094-da36-4b66-9c79-369a17aea26b" providerId="ADAL" clId="{CFA3EDFF-FC1B-4308-BDA8-618996672508}" dt="2025-09-11T16:37:14.810" v="531" actId="1076"/>
          <ac:spMkLst>
            <pc:docMk/>
            <pc:sldMk cId="3865655179" sldId="1555"/>
            <ac:spMk id="25" creationId="{7BC66404-9091-B121-CD11-F380BB9A2CBC}"/>
          </ac:spMkLst>
        </pc:spChg>
        <pc:spChg chg="add mod">
          <ac:chgData name="Sanmukh Kuppannagari" userId="ad215094-da36-4b66-9c79-369a17aea26b" providerId="ADAL" clId="{CFA3EDFF-FC1B-4308-BDA8-618996672508}" dt="2025-09-11T16:37:14.810" v="531" actId="1076"/>
          <ac:spMkLst>
            <pc:docMk/>
            <pc:sldMk cId="3865655179" sldId="1555"/>
            <ac:spMk id="26" creationId="{E550428A-F718-D5BD-68F7-E097BC282C1B}"/>
          </ac:spMkLst>
        </pc:spChg>
        <pc:spChg chg="add mod">
          <ac:chgData name="Sanmukh Kuppannagari" userId="ad215094-da36-4b66-9c79-369a17aea26b" providerId="ADAL" clId="{CFA3EDFF-FC1B-4308-BDA8-618996672508}" dt="2025-09-11T16:37:20.826" v="533" actId="1076"/>
          <ac:spMkLst>
            <pc:docMk/>
            <pc:sldMk cId="3865655179" sldId="1555"/>
            <ac:spMk id="27" creationId="{94A0EB64-888F-F1D3-4CF5-5312D66FE308}"/>
          </ac:spMkLst>
        </pc:spChg>
        <pc:spChg chg="add mod">
          <ac:chgData name="Sanmukh Kuppannagari" userId="ad215094-da36-4b66-9c79-369a17aea26b" providerId="ADAL" clId="{CFA3EDFF-FC1B-4308-BDA8-618996672508}" dt="2025-09-11T16:37:20.826" v="533" actId="1076"/>
          <ac:spMkLst>
            <pc:docMk/>
            <pc:sldMk cId="3865655179" sldId="1555"/>
            <ac:spMk id="28" creationId="{69A70B01-9640-1B25-9262-330A6003B5FF}"/>
          </ac:spMkLst>
        </pc:spChg>
        <pc:spChg chg="add mod">
          <ac:chgData name="Sanmukh Kuppannagari" userId="ad215094-da36-4b66-9c79-369a17aea26b" providerId="ADAL" clId="{CFA3EDFF-FC1B-4308-BDA8-618996672508}" dt="2025-09-11T16:37:20.826" v="533" actId="1076"/>
          <ac:spMkLst>
            <pc:docMk/>
            <pc:sldMk cId="3865655179" sldId="1555"/>
            <ac:spMk id="29" creationId="{AE7B7FCE-F643-A2BA-FE7A-33D3113FBA5C}"/>
          </ac:spMkLst>
        </pc:spChg>
        <pc:spChg chg="add mod">
          <ac:chgData name="Sanmukh Kuppannagari" userId="ad215094-da36-4b66-9c79-369a17aea26b" providerId="ADAL" clId="{CFA3EDFF-FC1B-4308-BDA8-618996672508}" dt="2025-09-11T16:37:20.826" v="533" actId="1076"/>
          <ac:spMkLst>
            <pc:docMk/>
            <pc:sldMk cId="3865655179" sldId="1555"/>
            <ac:spMk id="30" creationId="{B619E0BA-4A2D-42C8-7600-E1B15E073EDC}"/>
          </ac:spMkLst>
        </pc:spChg>
        <pc:spChg chg="add mod">
          <ac:chgData name="Sanmukh Kuppannagari" userId="ad215094-da36-4b66-9c79-369a17aea26b" providerId="ADAL" clId="{CFA3EDFF-FC1B-4308-BDA8-618996672508}" dt="2025-09-11T16:37:29.650" v="535" actId="1076"/>
          <ac:spMkLst>
            <pc:docMk/>
            <pc:sldMk cId="3865655179" sldId="1555"/>
            <ac:spMk id="31" creationId="{4D257A4F-4DA5-B09B-462B-A215D9BD881F}"/>
          </ac:spMkLst>
        </pc:spChg>
        <pc:spChg chg="add mod">
          <ac:chgData name="Sanmukh Kuppannagari" userId="ad215094-da36-4b66-9c79-369a17aea26b" providerId="ADAL" clId="{CFA3EDFF-FC1B-4308-BDA8-618996672508}" dt="2025-09-11T16:37:29.650" v="535" actId="1076"/>
          <ac:spMkLst>
            <pc:docMk/>
            <pc:sldMk cId="3865655179" sldId="1555"/>
            <ac:spMk id="32" creationId="{0DC56B74-4071-1E33-3920-BA9157183EDE}"/>
          </ac:spMkLst>
        </pc:spChg>
        <pc:spChg chg="add mod">
          <ac:chgData name="Sanmukh Kuppannagari" userId="ad215094-da36-4b66-9c79-369a17aea26b" providerId="ADAL" clId="{CFA3EDFF-FC1B-4308-BDA8-618996672508}" dt="2025-09-11T16:37:29.650" v="535" actId="1076"/>
          <ac:spMkLst>
            <pc:docMk/>
            <pc:sldMk cId="3865655179" sldId="1555"/>
            <ac:spMk id="33" creationId="{28027A1B-29A7-54CA-5F80-F8C4987564F5}"/>
          </ac:spMkLst>
        </pc:spChg>
        <pc:spChg chg="add mod">
          <ac:chgData name="Sanmukh Kuppannagari" userId="ad215094-da36-4b66-9c79-369a17aea26b" providerId="ADAL" clId="{CFA3EDFF-FC1B-4308-BDA8-618996672508}" dt="2025-09-11T16:37:29.650" v="535" actId="1076"/>
          <ac:spMkLst>
            <pc:docMk/>
            <pc:sldMk cId="3865655179" sldId="1555"/>
            <ac:spMk id="34" creationId="{5CF5D6DE-FEDE-0767-AEC3-2BE337CCAECB}"/>
          </ac:spMkLst>
        </pc:spChg>
        <pc:spChg chg="add mod">
          <ac:chgData name="Sanmukh Kuppannagari" userId="ad215094-da36-4b66-9c79-369a17aea26b" providerId="ADAL" clId="{CFA3EDFF-FC1B-4308-BDA8-618996672508}" dt="2025-09-11T16:37:29.650" v="535" actId="1076"/>
          <ac:spMkLst>
            <pc:docMk/>
            <pc:sldMk cId="3865655179" sldId="1555"/>
            <ac:spMk id="35" creationId="{6B3B0B51-F29E-4C98-C366-69C88F29F4B2}"/>
          </ac:spMkLst>
        </pc:spChg>
        <pc:spChg chg="add mod">
          <ac:chgData name="Sanmukh Kuppannagari" userId="ad215094-da36-4b66-9c79-369a17aea26b" providerId="ADAL" clId="{CFA3EDFF-FC1B-4308-BDA8-618996672508}" dt="2025-09-11T16:37:29.650" v="535" actId="1076"/>
          <ac:spMkLst>
            <pc:docMk/>
            <pc:sldMk cId="3865655179" sldId="1555"/>
            <ac:spMk id="36" creationId="{0488030B-EB11-7860-43E0-1976D111CCB4}"/>
          </ac:spMkLst>
        </pc:spChg>
        <pc:spChg chg="add mod">
          <ac:chgData name="Sanmukh Kuppannagari" userId="ad215094-da36-4b66-9c79-369a17aea26b" providerId="ADAL" clId="{CFA3EDFF-FC1B-4308-BDA8-618996672508}" dt="2025-09-11T16:37:29.650" v="535" actId="1076"/>
          <ac:spMkLst>
            <pc:docMk/>
            <pc:sldMk cId="3865655179" sldId="1555"/>
            <ac:spMk id="37" creationId="{BB279EF7-0C10-F2E0-3D7C-07784FB19425}"/>
          </ac:spMkLst>
        </pc:spChg>
        <pc:spChg chg="add mod">
          <ac:chgData name="Sanmukh Kuppannagari" userId="ad215094-da36-4b66-9c79-369a17aea26b" providerId="ADAL" clId="{CFA3EDFF-FC1B-4308-BDA8-618996672508}" dt="2025-09-11T16:37:29.650" v="535" actId="1076"/>
          <ac:spMkLst>
            <pc:docMk/>
            <pc:sldMk cId="3865655179" sldId="1555"/>
            <ac:spMk id="38" creationId="{1A58BF42-708A-0675-4065-CA4839D8FC54}"/>
          </ac:spMkLst>
        </pc:spChg>
        <pc:spChg chg="add mod">
          <ac:chgData name="Sanmukh Kuppannagari" userId="ad215094-da36-4b66-9c79-369a17aea26b" providerId="ADAL" clId="{CFA3EDFF-FC1B-4308-BDA8-618996672508}" dt="2025-09-11T16:37:33.394" v="537" actId="1076"/>
          <ac:spMkLst>
            <pc:docMk/>
            <pc:sldMk cId="3865655179" sldId="1555"/>
            <ac:spMk id="39" creationId="{394C5147-0734-073C-012F-B9B37B1ECCDD}"/>
          </ac:spMkLst>
        </pc:spChg>
        <pc:spChg chg="add mod">
          <ac:chgData name="Sanmukh Kuppannagari" userId="ad215094-da36-4b66-9c79-369a17aea26b" providerId="ADAL" clId="{CFA3EDFF-FC1B-4308-BDA8-618996672508}" dt="2025-09-11T16:37:33.394" v="537" actId="1076"/>
          <ac:spMkLst>
            <pc:docMk/>
            <pc:sldMk cId="3865655179" sldId="1555"/>
            <ac:spMk id="40" creationId="{7819E220-F9BD-9897-9C01-BB464BFD3045}"/>
          </ac:spMkLst>
        </pc:spChg>
        <pc:spChg chg="add mod">
          <ac:chgData name="Sanmukh Kuppannagari" userId="ad215094-da36-4b66-9c79-369a17aea26b" providerId="ADAL" clId="{CFA3EDFF-FC1B-4308-BDA8-618996672508}" dt="2025-09-11T16:37:33.394" v="537" actId="1076"/>
          <ac:spMkLst>
            <pc:docMk/>
            <pc:sldMk cId="3865655179" sldId="1555"/>
            <ac:spMk id="41" creationId="{CC012583-9ECA-661A-4FDA-9219EC42F778}"/>
          </ac:spMkLst>
        </pc:spChg>
        <pc:spChg chg="add mod">
          <ac:chgData name="Sanmukh Kuppannagari" userId="ad215094-da36-4b66-9c79-369a17aea26b" providerId="ADAL" clId="{CFA3EDFF-FC1B-4308-BDA8-618996672508}" dt="2025-09-11T16:37:33.394" v="537" actId="1076"/>
          <ac:spMkLst>
            <pc:docMk/>
            <pc:sldMk cId="3865655179" sldId="1555"/>
            <ac:spMk id="42" creationId="{C3A99F33-0D18-615D-7B02-561E68B6CEE7}"/>
          </ac:spMkLst>
        </pc:spChg>
        <pc:spChg chg="add mod">
          <ac:chgData name="Sanmukh Kuppannagari" userId="ad215094-da36-4b66-9c79-369a17aea26b" providerId="ADAL" clId="{CFA3EDFF-FC1B-4308-BDA8-618996672508}" dt="2025-09-11T16:37:33.394" v="537" actId="1076"/>
          <ac:spMkLst>
            <pc:docMk/>
            <pc:sldMk cId="3865655179" sldId="1555"/>
            <ac:spMk id="43" creationId="{0E518BED-93A4-FE45-7663-2F7CBCA9C746}"/>
          </ac:spMkLst>
        </pc:spChg>
        <pc:spChg chg="add mod">
          <ac:chgData name="Sanmukh Kuppannagari" userId="ad215094-da36-4b66-9c79-369a17aea26b" providerId="ADAL" clId="{CFA3EDFF-FC1B-4308-BDA8-618996672508}" dt="2025-09-11T16:37:33.394" v="537" actId="1076"/>
          <ac:spMkLst>
            <pc:docMk/>
            <pc:sldMk cId="3865655179" sldId="1555"/>
            <ac:spMk id="44" creationId="{8EB78FDB-3B0B-F59A-DAEC-0E15A5B2CF9B}"/>
          </ac:spMkLst>
        </pc:spChg>
        <pc:spChg chg="add mod">
          <ac:chgData name="Sanmukh Kuppannagari" userId="ad215094-da36-4b66-9c79-369a17aea26b" providerId="ADAL" clId="{CFA3EDFF-FC1B-4308-BDA8-618996672508}" dt="2025-09-11T16:37:33.394" v="537" actId="1076"/>
          <ac:spMkLst>
            <pc:docMk/>
            <pc:sldMk cId="3865655179" sldId="1555"/>
            <ac:spMk id="45" creationId="{AB9CB1FF-679C-B2B0-CF7B-8E32E49A58F9}"/>
          </ac:spMkLst>
        </pc:spChg>
        <pc:spChg chg="add mod">
          <ac:chgData name="Sanmukh Kuppannagari" userId="ad215094-da36-4b66-9c79-369a17aea26b" providerId="ADAL" clId="{CFA3EDFF-FC1B-4308-BDA8-618996672508}" dt="2025-09-11T16:37:33.394" v="537" actId="1076"/>
          <ac:spMkLst>
            <pc:docMk/>
            <pc:sldMk cId="3865655179" sldId="1555"/>
            <ac:spMk id="46" creationId="{2F9C2479-6E67-1F13-CC6F-8FC92CB61258}"/>
          </ac:spMkLst>
        </pc:spChg>
        <pc:spChg chg="add mod">
          <ac:chgData name="Sanmukh Kuppannagari" userId="ad215094-da36-4b66-9c79-369a17aea26b" providerId="ADAL" clId="{CFA3EDFF-FC1B-4308-BDA8-618996672508}" dt="2025-09-11T16:37:38.234" v="539" actId="1076"/>
          <ac:spMkLst>
            <pc:docMk/>
            <pc:sldMk cId="3865655179" sldId="1555"/>
            <ac:spMk id="47" creationId="{6A11E74F-480C-FCAF-4DB7-3806344E618D}"/>
          </ac:spMkLst>
        </pc:spChg>
        <pc:spChg chg="add mod">
          <ac:chgData name="Sanmukh Kuppannagari" userId="ad215094-da36-4b66-9c79-369a17aea26b" providerId="ADAL" clId="{CFA3EDFF-FC1B-4308-BDA8-618996672508}" dt="2025-09-11T16:37:38.234" v="539" actId="1076"/>
          <ac:spMkLst>
            <pc:docMk/>
            <pc:sldMk cId="3865655179" sldId="1555"/>
            <ac:spMk id="48" creationId="{6F6A7751-74AB-52CF-4EDB-D6CA16989315}"/>
          </ac:spMkLst>
        </pc:spChg>
        <pc:spChg chg="add mod">
          <ac:chgData name="Sanmukh Kuppannagari" userId="ad215094-da36-4b66-9c79-369a17aea26b" providerId="ADAL" clId="{CFA3EDFF-FC1B-4308-BDA8-618996672508}" dt="2025-09-11T16:37:38.234" v="539" actId="1076"/>
          <ac:spMkLst>
            <pc:docMk/>
            <pc:sldMk cId="3865655179" sldId="1555"/>
            <ac:spMk id="49" creationId="{307D9887-C792-E9FF-1EF4-8633C6130528}"/>
          </ac:spMkLst>
        </pc:spChg>
        <pc:spChg chg="add mod">
          <ac:chgData name="Sanmukh Kuppannagari" userId="ad215094-da36-4b66-9c79-369a17aea26b" providerId="ADAL" clId="{CFA3EDFF-FC1B-4308-BDA8-618996672508}" dt="2025-09-11T16:37:38.234" v="539" actId="1076"/>
          <ac:spMkLst>
            <pc:docMk/>
            <pc:sldMk cId="3865655179" sldId="1555"/>
            <ac:spMk id="50" creationId="{3BC52912-33CF-78C6-3068-F587142C87E4}"/>
          </ac:spMkLst>
        </pc:spChg>
        <pc:spChg chg="add mod">
          <ac:chgData name="Sanmukh Kuppannagari" userId="ad215094-da36-4b66-9c79-369a17aea26b" providerId="ADAL" clId="{CFA3EDFF-FC1B-4308-BDA8-618996672508}" dt="2025-09-11T16:37:38.234" v="539" actId="1076"/>
          <ac:spMkLst>
            <pc:docMk/>
            <pc:sldMk cId="3865655179" sldId="1555"/>
            <ac:spMk id="51" creationId="{B729DE1B-2903-0DC0-A0C3-DC5FE150A8C9}"/>
          </ac:spMkLst>
        </pc:spChg>
        <pc:spChg chg="add mod">
          <ac:chgData name="Sanmukh Kuppannagari" userId="ad215094-da36-4b66-9c79-369a17aea26b" providerId="ADAL" clId="{CFA3EDFF-FC1B-4308-BDA8-618996672508}" dt="2025-09-11T16:37:38.234" v="539" actId="1076"/>
          <ac:spMkLst>
            <pc:docMk/>
            <pc:sldMk cId="3865655179" sldId="1555"/>
            <ac:spMk id="52" creationId="{B9B600BD-E6C5-8EFE-1456-7561CF013DEB}"/>
          </ac:spMkLst>
        </pc:spChg>
        <pc:spChg chg="add mod">
          <ac:chgData name="Sanmukh Kuppannagari" userId="ad215094-da36-4b66-9c79-369a17aea26b" providerId="ADAL" clId="{CFA3EDFF-FC1B-4308-BDA8-618996672508}" dt="2025-09-11T16:37:38.234" v="539" actId="1076"/>
          <ac:spMkLst>
            <pc:docMk/>
            <pc:sldMk cId="3865655179" sldId="1555"/>
            <ac:spMk id="53" creationId="{47D28A70-6414-88DC-256A-575F7BEF5984}"/>
          </ac:spMkLst>
        </pc:spChg>
        <pc:spChg chg="add mod">
          <ac:chgData name="Sanmukh Kuppannagari" userId="ad215094-da36-4b66-9c79-369a17aea26b" providerId="ADAL" clId="{CFA3EDFF-FC1B-4308-BDA8-618996672508}" dt="2025-09-11T16:37:38.234" v="539" actId="1076"/>
          <ac:spMkLst>
            <pc:docMk/>
            <pc:sldMk cId="3865655179" sldId="1555"/>
            <ac:spMk id="54" creationId="{D4596DAE-4615-DCDA-3E2E-BD56A61EEAE8}"/>
          </ac:spMkLst>
        </pc:spChg>
        <pc:spChg chg="add mod">
          <ac:chgData name="Sanmukh Kuppannagari" userId="ad215094-da36-4b66-9c79-369a17aea26b" providerId="ADAL" clId="{CFA3EDFF-FC1B-4308-BDA8-618996672508}" dt="2025-09-11T16:37:46.004" v="543" actId="1076"/>
          <ac:spMkLst>
            <pc:docMk/>
            <pc:sldMk cId="3865655179" sldId="1555"/>
            <ac:spMk id="55" creationId="{F7F30DBF-D0A6-A2D8-C9D8-5BA23FDE00CC}"/>
          </ac:spMkLst>
        </pc:spChg>
        <pc:spChg chg="add mod">
          <ac:chgData name="Sanmukh Kuppannagari" userId="ad215094-da36-4b66-9c79-369a17aea26b" providerId="ADAL" clId="{CFA3EDFF-FC1B-4308-BDA8-618996672508}" dt="2025-09-11T16:37:46.004" v="543" actId="1076"/>
          <ac:spMkLst>
            <pc:docMk/>
            <pc:sldMk cId="3865655179" sldId="1555"/>
            <ac:spMk id="56" creationId="{3BA346A3-BBCB-5BC7-76CE-DE43B7344E6D}"/>
          </ac:spMkLst>
        </pc:spChg>
        <pc:spChg chg="add mod">
          <ac:chgData name="Sanmukh Kuppannagari" userId="ad215094-da36-4b66-9c79-369a17aea26b" providerId="ADAL" clId="{CFA3EDFF-FC1B-4308-BDA8-618996672508}" dt="2025-09-11T16:37:46.004" v="543" actId="1076"/>
          <ac:spMkLst>
            <pc:docMk/>
            <pc:sldMk cId="3865655179" sldId="1555"/>
            <ac:spMk id="57" creationId="{DB5DD737-F033-2790-A8BB-F9E0BC29F84F}"/>
          </ac:spMkLst>
        </pc:spChg>
        <pc:spChg chg="add mod">
          <ac:chgData name="Sanmukh Kuppannagari" userId="ad215094-da36-4b66-9c79-369a17aea26b" providerId="ADAL" clId="{CFA3EDFF-FC1B-4308-BDA8-618996672508}" dt="2025-09-11T16:37:46.004" v="543" actId="1076"/>
          <ac:spMkLst>
            <pc:docMk/>
            <pc:sldMk cId="3865655179" sldId="1555"/>
            <ac:spMk id="58" creationId="{2DD6FE87-A4D1-AB80-156B-AF57FFCB095D}"/>
          </ac:spMkLst>
        </pc:spChg>
        <pc:spChg chg="add mod">
          <ac:chgData name="Sanmukh Kuppannagari" userId="ad215094-da36-4b66-9c79-369a17aea26b" providerId="ADAL" clId="{CFA3EDFF-FC1B-4308-BDA8-618996672508}" dt="2025-09-11T16:37:46.004" v="543" actId="1076"/>
          <ac:spMkLst>
            <pc:docMk/>
            <pc:sldMk cId="3865655179" sldId="1555"/>
            <ac:spMk id="59" creationId="{088630CB-0B08-0266-9114-956848E58229}"/>
          </ac:spMkLst>
        </pc:spChg>
        <pc:spChg chg="add mod">
          <ac:chgData name="Sanmukh Kuppannagari" userId="ad215094-da36-4b66-9c79-369a17aea26b" providerId="ADAL" clId="{CFA3EDFF-FC1B-4308-BDA8-618996672508}" dt="2025-09-11T16:37:46.004" v="543" actId="1076"/>
          <ac:spMkLst>
            <pc:docMk/>
            <pc:sldMk cId="3865655179" sldId="1555"/>
            <ac:spMk id="60" creationId="{47C202C9-F9A0-EE65-74E8-B682DBB5C49E}"/>
          </ac:spMkLst>
        </pc:spChg>
        <pc:spChg chg="add mod">
          <ac:chgData name="Sanmukh Kuppannagari" userId="ad215094-da36-4b66-9c79-369a17aea26b" providerId="ADAL" clId="{CFA3EDFF-FC1B-4308-BDA8-618996672508}" dt="2025-09-11T16:37:46.004" v="543" actId="1076"/>
          <ac:spMkLst>
            <pc:docMk/>
            <pc:sldMk cId="3865655179" sldId="1555"/>
            <ac:spMk id="61" creationId="{17721F7B-FFA0-DDBF-E749-1DC956D82F90}"/>
          </ac:spMkLst>
        </pc:spChg>
        <pc:spChg chg="add mod">
          <ac:chgData name="Sanmukh Kuppannagari" userId="ad215094-da36-4b66-9c79-369a17aea26b" providerId="ADAL" clId="{CFA3EDFF-FC1B-4308-BDA8-618996672508}" dt="2025-09-11T16:37:46.004" v="543" actId="1076"/>
          <ac:spMkLst>
            <pc:docMk/>
            <pc:sldMk cId="3865655179" sldId="1555"/>
            <ac:spMk id="62" creationId="{32228A94-3C9D-3B66-D847-FC7220116ED7}"/>
          </ac:spMkLst>
        </pc:spChg>
        <pc:spChg chg="add mod">
          <ac:chgData name="Sanmukh Kuppannagari" userId="ad215094-da36-4b66-9c79-369a17aea26b" providerId="ADAL" clId="{CFA3EDFF-FC1B-4308-BDA8-618996672508}" dt="2025-09-11T16:38:20.982" v="586" actId="207"/>
          <ac:spMkLst>
            <pc:docMk/>
            <pc:sldMk cId="3865655179" sldId="1555"/>
            <ac:spMk id="63" creationId="{CF3C3799-9295-737D-38E5-44421A8359EB}"/>
          </ac:spMkLst>
        </pc:spChg>
        <pc:spChg chg="add mod">
          <ac:chgData name="Sanmukh Kuppannagari" userId="ad215094-da36-4b66-9c79-369a17aea26b" providerId="ADAL" clId="{CFA3EDFF-FC1B-4308-BDA8-618996672508}" dt="2025-09-11T16:41:40.596" v="726" actId="1076"/>
          <ac:spMkLst>
            <pc:docMk/>
            <pc:sldMk cId="3865655179" sldId="1555"/>
            <ac:spMk id="66" creationId="{CB2633DD-E63E-697B-E3CB-BC1524AF1355}"/>
          </ac:spMkLst>
        </pc:spChg>
        <pc:spChg chg="add mod">
          <ac:chgData name="Sanmukh Kuppannagari" userId="ad215094-da36-4b66-9c79-369a17aea26b" providerId="ADAL" clId="{CFA3EDFF-FC1B-4308-BDA8-618996672508}" dt="2025-09-11T16:41:40.596" v="726" actId="1076"/>
          <ac:spMkLst>
            <pc:docMk/>
            <pc:sldMk cId="3865655179" sldId="1555"/>
            <ac:spMk id="67" creationId="{50FFFE00-40F2-FDE9-3068-7F513486A127}"/>
          </ac:spMkLst>
        </pc:spChg>
        <pc:spChg chg="add mod">
          <ac:chgData name="Sanmukh Kuppannagari" userId="ad215094-da36-4b66-9c79-369a17aea26b" providerId="ADAL" clId="{CFA3EDFF-FC1B-4308-BDA8-618996672508}" dt="2025-09-11T16:41:40.596" v="726" actId="1076"/>
          <ac:spMkLst>
            <pc:docMk/>
            <pc:sldMk cId="3865655179" sldId="1555"/>
            <ac:spMk id="70" creationId="{CD453CCF-CF6D-367B-1F5A-4B3FED5876B9}"/>
          </ac:spMkLst>
        </pc:spChg>
        <pc:spChg chg="add mod">
          <ac:chgData name="Sanmukh Kuppannagari" userId="ad215094-da36-4b66-9c79-369a17aea26b" providerId="ADAL" clId="{CFA3EDFF-FC1B-4308-BDA8-618996672508}" dt="2025-09-11T16:41:40.596" v="726" actId="1076"/>
          <ac:spMkLst>
            <pc:docMk/>
            <pc:sldMk cId="3865655179" sldId="1555"/>
            <ac:spMk id="78" creationId="{9BAFFB5D-A090-FBD1-A48B-A11DA1928C20}"/>
          </ac:spMkLst>
        </pc:spChg>
        <pc:spChg chg="add mod">
          <ac:chgData name="Sanmukh Kuppannagari" userId="ad215094-da36-4b66-9c79-369a17aea26b" providerId="ADAL" clId="{CFA3EDFF-FC1B-4308-BDA8-618996672508}" dt="2025-09-11T16:41:40.596" v="726" actId="1076"/>
          <ac:spMkLst>
            <pc:docMk/>
            <pc:sldMk cId="3865655179" sldId="1555"/>
            <ac:spMk id="80" creationId="{71A292B2-5A14-1FB4-FE5E-A678E03F86A1}"/>
          </ac:spMkLst>
        </pc:spChg>
        <pc:spChg chg="add mod">
          <ac:chgData name="Sanmukh Kuppannagari" userId="ad215094-da36-4b66-9c79-369a17aea26b" providerId="ADAL" clId="{CFA3EDFF-FC1B-4308-BDA8-618996672508}" dt="2025-09-11T16:41:40.596" v="726" actId="1076"/>
          <ac:spMkLst>
            <pc:docMk/>
            <pc:sldMk cId="3865655179" sldId="1555"/>
            <ac:spMk id="84" creationId="{965D5676-F990-8BEC-F42D-BF7BADECAAB6}"/>
          </ac:spMkLst>
        </pc:spChg>
        <pc:spChg chg="add mod">
          <ac:chgData name="Sanmukh Kuppannagari" userId="ad215094-da36-4b66-9c79-369a17aea26b" providerId="ADAL" clId="{CFA3EDFF-FC1B-4308-BDA8-618996672508}" dt="2025-09-11T16:41:40.596" v="726" actId="1076"/>
          <ac:spMkLst>
            <pc:docMk/>
            <pc:sldMk cId="3865655179" sldId="1555"/>
            <ac:spMk id="86" creationId="{7990764B-8EF9-986C-E2F9-D395A20980F7}"/>
          </ac:spMkLst>
        </pc:spChg>
        <pc:spChg chg="add mod">
          <ac:chgData name="Sanmukh Kuppannagari" userId="ad215094-da36-4b66-9c79-369a17aea26b" providerId="ADAL" clId="{CFA3EDFF-FC1B-4308-BDA8-618996672508}" dt="2025-09-11T16:41:40.596" v="726" actId="1076"/>
          <ac:spMkLst>
            <pc:docMk/>
            <pc:sldMk cId="3865655179" sldId="1555"/>
            <ac:spMk id="93" creationId="{FB08E5CA-33C0-4198-045B-A6A0D0086B74}"/>
          </ac:spMkLst>
        </pc:spChg>
        <pc:spChg chg="add mod">
          <ac:chgData name="Sanmukh Kuppannagari" userId="ad215094-da36-4b66-9c79-369a17aea26b" providerId="ADAL" clId="{CFA3EDFF-FC1B-4308-BDA8-618996672508}" dt="2025-09-11T16:41:40.596" v="726" actId="1076"/>
          <ac:spMkLst>
            <pc:docMk/>
            <pc:sldMk cId="3865655179" sldId="1555"/>
            <ac:spMk id="96" creationId="{FD1D7D16-3453-24ED-9B62-31748F3E70CE}"/>
          </ac:spMkLst>
        </pc:spChg>
        <pc:spChg chg="add mod">
          <ac:chgData name="Sanmukh Kuppannagari" userId="ad215094-da36-4b66-9c79-369a17aea26b" providerId="ADAL" clId="{CFA3EDFF-FC1B-4308-BDA8-618996672508}" dt="2025-09-11T16:41:40.596" v="726" actId="1076"/>
          <ac:spMkLst>
            <pc:docMk/>
            <pc:sldMk cId="3865655179" sldId="1555"/>
            <ac:spMk id="98" creationId="{FBA0BDE3-1660-3D07-15F3-9DA8E452BB5D}"/>
          </ac:spMkLst>
        </pc:spChg>
        <pc:cxnChg chg="add mod">
          <ac:chgData name="Sanmukh Kuppannagari" userId="ad215094-da36-4b66-9c79-369a17aea26b" providerId="ADAL" clId="{CFA3EDFF-FC1B-4308-BDA8-618996672508}" dt="2025-09-11T16:34:33.514" v="496" actId="1076"/>
          <ac:cxnSpMkLst>
            <pc:docMk/>
            <pc:sldMk cId="3865655179" sldId="1555"/>
            <ac:cxnSpMk id="7" creationId="{D9B37852-388B-ECC0-4D2B-145EBCB824B9}"/>
          </ac:cxnSpMkLst>
        </pc:cxnChg>
        <pc:cxnChg chg="add mod">
          <ac:chgData name="Sanmukh Kuppannagari" userId="ad215094-da36-4b66-9c79-369a17aea26b" providerId="ADAL" clId="{CFA3EDFF-FC1B-4308-BDA8-618996672508}" dt="2025-09-11T16:35:36.203" v="514" actId="1076"/>
          <ac:cxnSpMkLst>
            <pc:docMk/>
            <pc:sldMk cId="3865655179" sldId="1555"/>
            <ac:cxnSpMk id="8" creationId="{2059A8F2-5175-0DB7-3FCD-19DC4A3E5B7F}"/>
          </ac:cxnSpMkLst>
        </pc:cxnChg>
        <pc:cxnChg chg="add mod">
          <ac:chgData name="Sanmukh Kuppannagari" userId="ad215094-da36-4b66-9c79-369a17aea26b" providerId="ADAL" clId="{CFA3EDFF-FC1B-4308-BDA8-618996672508}" dt="2025-09-11T16:35:36.203" v="514" actId="1076"/>
          <ac:cxnSpMkLst>
            <pc:docMk/>
            <pc:sldMk cId="3865655179" sldId="1555"/>
            <ac:cxnSpMk id="9" creationId="{562403BC-4259-51A2-2816-264C137AAFF0}"/>
          </ac:cxnSpMkLst>
        </pc:cxnChg>
        <pc:cxnChg chg="add mod">
          <ac:chgData name="Sanmukh Kuppannagari" userId="ad215094-da36-4b66-9c79-369a17aea26b" providerId="ADAL" clId="{CFA3EDFF-FC1B-4308-BDA8-618996672508}" dt="2025-09-11T16:35:36.203" v="514" actId="1076"/>
          <ac:cxnSpMkLst>
            <pc:docMk/>
            <pc:sldMk cId="3865655179" sldId="1555"/>
            <ac:cxnSpMk id="10" creationId="{81702044-522B-CDAD-1FB7-10B4E405EB68}"/>
          </ac:cxnSpMkLst>
        </pc:cxnChg>
        <pc:cxnChg chg="add mod">
          <ac:chgData name="Sanmukh Kuppannagari" userId="ad215094-da36-4b66-9c79-369a17aea26b" providerId="ADAL" clId="{CFA3EDFF-FC1B-4308-BDA8-618996672508}" dt="2025-09-11T16:34:33.514" v="496" actId="1076"/>
          <ac:cxnSpMkLst>
            <pc:docMk/>
            <pc:sldMk cId="3865655179" sldId="1555"/>
            <ac:cxnSpMk id="11" creationId="{24BCE1AF-79A3-9602-682D-EED251A2D855}"/>
          </ac:cxnSpMkLst>
        </pc:cxnChg>
        <pc:cxnChg chg="add mod">
          <ac:chgData name="Sanmukh Kuppannagari" userId="ad215094-da36-4b66-9c79-369a17aea26b" providerId="ADAL" clId="{CFA3EDFF-FC1B-4308-BDA8-618996672508}" dt="2025-09-11T16:35:36.203" v="514" actId="1076"/>
          <ac:cxnSpMkLst>
            <pc:docMk/>
            <pc:sldMk cId="3865655179" sldId="1555"/>
            <ac:cxnSpMk id="12" creationId="{5418ACC9-24B0-F7F7-75F0-C873FD59F9EB}"/>
          </ac:cxnSpMkLst>
        </pc:cxnChg>
        <pc:cxnChg chg="add mod">
          <ac:chgData name="Sanmukh Kuppannagari" userId="ad215094-da36-4b66-9c79-369a17aea26b" providerId="ADAL" clId="{CFA3EDFF-FC1B-4308-BDA8-618996672508}" dt="2025-09-11T16:36:16.658" v="525" actId="14100"/>
          <ac:cxnSpMkLst>
            <pc:docMk/>
            <pc:sldMk cId="3865655179" sldId="1555"/>
            <ac:cxnSpMk id="19" creationId="{633B337E-4557-65DC-3F69-DD95BE92F749}"/>
          </ac:cxnSpMkLst>
        </pc:cxnChg>
        <pc:cxnChg chg="add mod">
          <ac:chgData name="Sanmukh Kuppannagari" userId="ad215094-da36-4b66-9c79-369a17aea26b" providerId="ADAL" clId="{CFA3EDFF-FC1B-4308-BDA8-618996672508}" dt="2025-09-11T16:36:13.339" v="523" actId="14100"/>
          <ac:cxnSpMkLst>
            <pc:docMk/>
            <pc:sldMk cId="3865655179" sldId="1555"/>
            <ac:cxnSpMk id="20" creationId="{A70541ED-FE09-C88A-8DEB-7263846FB0D6}"/>
          </ac:cxnSpMkLst>
        </pc:cxnChg>
        <pc:cxnChg chg="add mod">
          <ac:chgData name="Sanmukh Kuppannagari" userId="ad215094-da36-4b66-9c79-369a17aea26b" providerId="ADAL" clId="{CFA3EDFF-FC1B-4308-BDA8-618996672508}" dt="2025-09-11T16:41:48.441" v="729" actId="14100"/>
          <ac:cxnSpMkLst>
            <pc:docMk/>
            <pc:sldMk cId="3865655179" sldId="1555"/>
            <ac:cxnSpMk id="105" creationId="{964E630E-4231-0015-757A-31FE166024BF}"/>
          </ac:cxnSpMkLst>
        </pc:cxnChg>
        <pc:cxnChg chg="add mod">
          <ac:chgData name="Sanmukh Kuppannagari" userId="ad215094-da36-4b66-9c79-369a17aea26b" providerId="ADAL" clId="{CFA3EDFF-FC1B-4308-BDA8-618996672508}" dt="2025-09-11T16:41:56.561" v="732" actId="14100"/>
          <ac:cxnSpMkLst>
            <pc:docMk/>
            <pc:sldMk cId="3865655179" sldId="1555"/>
            <ac:cxnSpMk id="107" creationId="{E14CBE39-FFB6-0A92-BA56-8AD87E868A08}"/>
          </ac:cxnSpMkLst>
        </pc:cxnChg>
      </pc:sldChg>
      <pc:sldChg chg="addSp modSp add mod">
        <pc:chgData name="Sanmukh Kuppannagari" userId="ad215094-da36-4b66-9c79-369a17aea26b" providerId="ADAL" clId="{CFA3EDFF-FC1B-4308-BDA8-618996672508}" dt="2025-09-11T16:42:08.047" v="733"/>
        <pc:sldMkLst>
          <pc:docMk/>
          <pc:sldMk cId="3315746954" sldId="1556"/>
        </pc:sldMkLst>
        <pc:spChg chg="mod">
          <ac:chgData name="Sanmukh Kuppannagari" userId="ad215094-da36-4b66-9c79-369a17aea26b" providerId="ADAL" clId="{CFA3EDFF-FC1B-4308-BDA8-618996672508}" dt="2025-09-11T16:39:22.231" v="617" actId="6549"/>
          <ac:spMkLst>
            <pc:docMk/>
            <pc:sldMk cId="3315746954" sldId="1556"/>
            <ac:spMk id="63" creationId="{011AD606-903E-997D-A6B1-496971C2A233}"/>
          </ac:spMkLst>
        </pc:spChg>
        <pc:spChg chg="add mod">
          <ac:chgData name="Sanmukh Kuppannagari" userId="ad215094-da36-4b66-9c79-369a17aea26b" providerId="ADAL" clId="{CFA3EDFF-FC1B-4308-BDA8-618996672508}" dt="2025-09-11T16:42:08.047" v="733"/>
          <ac:spMkLst>
            <pc:docMk/>
            <pc:sldMk cId="3315746954" sldId="1556"/>
            <ac:spMk id="65" creationId="{E7E6D4EE-FD70-0F51-AEAC-218B4DF94DF5}"/>
          </ac:spMkLst>
        </pc:spChg>
        <pc:spChg chg="add mod">
          <ac:chgData name="Sanmukh Kuppannagari" userId="ad215094-da36-4b66-9c79-369a17aea26b" providerId="ADAL" clId="{CFA3EDFF-FC1B-4308-BDA8-618996672508}" dt="2025-09-11T16:42:08.047" v="733"/>
          <ac:spMkLst>
            <pc:docMk/>
            <pc:sldMk cId="3315746954" sldId="1556"/>
            <ac:spMk id="68" creationId="{3265B284-70CC-5E1A-9F6B-34EF22B67423}"/>
          </ac:spMkLst>
        </pc:spChg>
        <pc:spChg chg="add mod">
          <ac:chgData name="Sanmukh Kuppannagari" userId="ad215094-da36-4b66-9c79-369a17aea26b" providerId="ADAL" clId="{CFA3EDFF-FC1B-4308-BDA8-618996672508}" dt="2025-09-11T16:42:08.047" v="733"/>
          <ac:spMkLst>
            <pc:docMk/>
            <pc:sldMk cId="3315746954" sldId="1556"/>
            <ac:spMk id="69" creationId="{C31F10A9-5C4F-FA53-5B12-402E4C0409D0}"/>
          </ac:spMkLst>
        </pc:spChg>
        <pc:spChg chg="add mod">
          <ac:chgData name="Sanmukh Kuppannagari" userId="ad215094-da36-4b66-9c79-369a17aea26b" providerId="ADAL" clId="{CFA3EDFF-FC1B-4308-BDA8-618996672508}" dt="2025-09-11T16:42:08.047" v="733"/>
          <ac:spMkLst>
            <pc:docMk/>
            <pc:sldMk cId="3315746954" sldId="1556"/>
            <ac:spMk id="70" creationId="{98CB85C1-A7BB-642C-2ADD-86748156D4EE}"/>
          </ac:spMkLst>
        </pc:spChg>
        <pc:spChg chg="add mod">
          <ac:chgData name="Sanmukh Kuppannagari" userId="ad215094-da36-4b66-9c79-369a17aea26b" providerId="ADAL" clId="{CFA3EDFF-FC1B-4308-BDA8-618996672508}" dt="2025-09-11T16:42:08.047" v="733"/>
          <ac:spMkLst>
            <pc:docMk/>
            <pc:sldMk cId="3315746954" sldId="1556"/>
            <ac:spMk id="82" creationId="{B39ADC94-40EE-BD8D-6442-116EE93B3087}"/>
          </ac:spMkLst>
        </pc:spChg>
        <pc:spChg chg="add mod">
          <ac:chgData name="Sanmukh Kuppannagari" userId="ad215094-da36-4b66-9c79-369a17aea26b" providerId="ADAL" clId="{CFA3EDFF-FC1B-4308-BDA8-618996672508}" dt="2025-09-11T16:42:08.047" v="733"/>
          <ac:spMkLst>
            <pc:docMk/>
            <pc:sldMk cId="3315746954" sldId="1556"/>
            <ac:spMk id="87" creationId="{2D7392AB-003A-BDE4-9C92-FD07656A267E}"/>
          </ac:spMkLst>
        </pc:spChg>
        <pc:spChg chg="add mod">
          <ac:chgData name="Sanmukh Kuppannagari" userId="ad215094-da36-4b66-9c79-369a17aea26b" providerId="ADAL" clId="{CFA3EDFF-FC1B-4308-BDA8-618996672508}" dt="2025-09-11T16:42:08.047" v="733"/>
          <ac:spMkLst>
            <pc:docMk/>
            <pc:sldMk cId="3315746954" sldId="1556"/>
            <ac:spMk id="90" creationId="{8542224F-7BB6-C4E0-55DF-15714215B4CF}"/>
          </ac:spMkLst>
        </pc:spChg>
        <pc:spChg chg="add mod">
          <ac:chgData name="Sanmukh Kuppannagari" userId="ad215094-da36-4b66-9c79-369a17aea26b" providerId="ADAL" clId="{CFA3EDFF-FC1B-4308-BDA8-618996672508}" dt="2025-09-11T16:42:08.047" v="733"/>
          <ac:spMkLst>
            <pc:docMk/>
            <pc:sldMk cId="3315746954" sldId="1556"/>
            <ac:spMk id="91" creationId="{7E31FE44-D9FB-8C9E-8F4C-F06F81974953}"/>
          </ac:spMkLst>
        </pc:spChg>
        <pc:spChg chg="add mod">
          <ac:chgData name="Sanmukh Kuppannagari" userId="ad215094-da36-4b66-9c79-369a17aea26b" providerId="ADAL" clId="{CFA3EDFF-FC1B-4308-BDA8-618996672508}" dt="2025-09-11T16:42:08.047" v="733"/>
          <ac:spMkLst>
            <pc:docMk/>
            <pc:sldMk cId="3315746954" sldId="1556"/>
            <ac:spMk id="96" creationId="{8DCCAA0A-9759-765E-D2D0-1B141F67AC1B}"/>
          </ac:spMkLst>
        </pc:spChg>
        <pc:spChg chg="add mod">
          <ac:chgData name="Sanmukh Kuppannagari" userId="ad215094-da36-4b66-9c79-369a17aea26b" providerId="ADAL" clId="{CFA3EDFF-FC1B-4308-BDA8-618996672508}" dt="2025-09-11T16:42:08.047" v="733"/>
          <ac:spMkLst>
            <pc:docMk/>
            <pc:sldMk cId="3315746954" sldId="1556"/>
            <ac:spMk id="97" creationId="{A53610AB-01F6-B4A7-A99A-83D0E50BFF68}"/>
          </ac:spMkLst>
        </pc:spChg>
      </pc:sldChg>
      <pc:sldChg chg="addSp modSp add">
        <pc:chgData name="Sanmukh Kuppannagari" userId="ad215094-da36-4b66-9c79-369a17aea26b" providerId="ADAL" clId="{CFA3EDFF-FC1B-4308-BDA8-618996672508}" dt="2025-09-11T16:42:12.398" v="735"/>
        <pc:sldMkLst>
          <pc:docMk/>
          <pc:sldMk cId="2119507333" sldId="1557"/>
        </pc:sldMkLst>
        <pc:spChg chg="mod">
          <ac:chgData name="Sanmukh Kuppannagari" userId="ad215094-da36-4b66-9c79-369a17aea26b" providerId="ADAL" clId="{CFA3EDFF-FC1B-4308-BDA8-618996672508}" dt="2025-09-11T16:39:29.835" v="625" actId="20577"/>
          <ac:spMkLst>
            <pc:docMk/>
            <pc:sldMk cId="2119507333" sldId="1557"/>
            <ac:spMk id="63" creationId="{DABC4201-7707-4CFA-ADD9-FC5012113DF7}"/>
          </ac:spMkLst>
        </pc:spChg>
        <pc:spChg chg="add mod">
          <ac:chgData name="Sanmukh Kuppannagari" userId="ad215094-da36-4b66-9c79-369a17aea26b" providerId="ADAL" clId="{CFA3EDFF-FC1B-4308-BDA8-618996672508}" dt="2025-09-11T16:42:12.398" v="735"/>
          <ac:spMkLst>
            <pc:docMk/>
            <pc:sldMk cId="2119507333" sldId="1557"/>
            <ac:spMk id="66" creationId="{39A2529F-DC06-76A3-DA2D-EDB93887D6B5}"/>
          </ac:spMkLst>
        </pc:spChg>
        <pc:spChg chg="add mod">
          <ac:chgData name="Sanmukh Kuppannagari" userId="ad215094-da36-4b66-9c79-369a17aea26b" providerId="ADAL" clId="{CFA3EDFF-FC1B-4308-BDA8-618996672508}" dt="2025-09-11T16:42:12.398" v="735"/>
          <ac:spMkLst>
            <pc:docMk/>
            <pc:sldMk cId="2119507333" sldId="1557"/>
            <ac:spMk id="68" creationId="{E49CEAFF-C835-998A-41E0-611EC15707F2}"/>
          </ac:spMkLst>
        </pc:spChg>
        <pc:spChg chg="add mod">
          <ac:chgData name="Sanmukh Kuppannagari" userId="ad215094-da36-4b66-9c79-369a17aea26b" providerId="ADAL" clId="{CFA3EDFF-FC1B-4308-BDA8-618996672508}" dt="2025-09-11T16:42:12.398" v="735"/>
          <ac:spMkLst>
            <pc:docMk/>
            <pc:sldMk cId="2119507333" sldId="1557"/>
            <ac:spMk id="72" creationId="{8128EFD3-C6DF-F6C3-37B9-BF669E503A51}"/>
          </ac:spMkLst>
        </pc:spChg>
        <pc:spChg chg="add mod">
          <ac:chgData name="Sanmukh Kuppannagari" userId="ad215094-da36-4b66-9c79-369a17aea26b" providerId="ADAL" clId="{CFA3EDFF-FC1B-4308-BDA8-618996672508}" dt="2025-09-11T16:42:12.398" v="735"/>
          <ac:spMkLst>
            <pc:docMk/>
            <pc:sldMk cId="2119507333" sldId="1557"/>
            <ac:spMk id="79" creationId="{A8DA373A-3D25-79AF-257F-3E3C32F96429}"/>
          </ac:spMkLst>
        </pc:spChg>
        <pc:spChg chg="add mod">
          <ac:chgData name="Sanmukh Kuppannagari" userId="ad215094-da36-4b66-9c79-369a17aea26b" providerId="ADAL" clId="{CFA3EDFF-FC1B-4308-BDA8-618996672508}" dt="2025-09-11T16:42:12.398" v="735"/>
          <ac:spMkLst>
            <pc:docMk/>
            <pc:sldMk cId="2119507333" sldId="1557"/>
            <ac:spMk id="83" creationId="{4BC56A60-949F-0170-E33D-D6C28E1594BB}"/>
          </ac:spMkLst>
        </pc:spChg>
        <pc:spChg chg="add mod">
          <ac:chgData name="Sanmukh Kuppannagari" userId="ad215094-da36-4b66-9c79-369a17aea26b" providerId="ADAL" clId="{CFA3EDFF-FC1B-4308-BDA8-618996672508}" dt="2025-09-11T16:42:12.398" v="735"/>
          <ac:spMkLst>
            <pc:docMk/>
            <pc:sldMk cId="2119507333" sldId="1557"/>
            <ac:spMk id="90" creationId="{E440BB98-B3CF-EB06-E566-C1C707A6450E}"/>
          </ac:spMkLst>
        </pc:spChg>
        <pc:spChg chg="add mod">
          <ac:chgData name="Sanmukh Kuppannagari" userId="ad215094-da36-4b66-9c79-369a17aea26b" providerId="ADAL" clId="{CFA3EDFF-FC1B-4308-BDA8-618996672508}" dt="2025-09-11T16:42:12.398" v="735"/>
          <ac:spMkLst>
            <pc:docMk/>
            <pc:sldMk cId="2119507333" sldId="1557"/>
            <ac:spMk id="93" creationId="{82B381D7-357D-F4CB-5BDF-7AA65B6C266B}"/>
          </ac:spMkLst>
        </pc:spChg>
        <pc:spChg chg="add mod">
          <ac:chgData name="Sanmukh Kuppannagari" userId="ad215094-da36-4b66-9c79-369a17aea26b" providerId="ADAL" clId="{CFA3EDFF-FC1B-4308-BDA8-618996672508}" dt="2025-09-11T16:42:12.398" v="735"/>
          <ac:spMkLst>
            <pc:docMk/>
            <pc:sldMk cId="2119507333" sldId="1557"/>
            <ac:spMk id="96" creationId="{0DAD4DE3-942C-B986-ED36-C290F0D2D27F}"/>
          </ac:spMkLst>
        </pc:spChg>
        <pc:spChg chg="add mod">
          <ac:chgData name="Sanmukh Kuppannagari" userId="ad215094-da36-4b66-9c79-369a17aea26b" providerId="ADAL" clId="{CFA3EDFF-FC1B-4308-BDA8-618996672508}" dt="2025-09-11T16:42:12.398" v="735"/>
          <ac:spMkLst>
            <pc:docMk/>
            <pc:sldMk cId="2119507333" sldId="1557"/>
            <ac:spMk id="97" creationId="{33DE2186-0B04-CC15-E25C-F3571220EE01}"/>
          </ac:spMkLst>
        </pc:spChg>
        <pc:spChg chg="add mod">
          <ac:chgData name="Sanmukh Kuppannagari" userId="ad215094-da36-4b66-9c79-369a17aea26b" providerId="ADAL" clId="{CFA3EDFF-FC1B-4308-BDA8-618996672508}" dt="2025-09-11T16:42:12.398" v="735"/>
          <ac:spMkLst>
            <pc:docMk/>
            <pc:sldMk cId="2119507333" sldId="1557"/>
            <ac:spMk id="100" creationId="{E4AB14AB-5B58-38FC-98B2-F5B65DA9FBF8}"/>
          </ac:spMkLst>
        </pc:spChg>
      </pc:sldChg>
      <pc:sldChg chg="addSp modSp add mod">
        <pc:chgData name="Sanmukh Kuppannagari" userId="ad215094-da36-4b66-9c79-369a17aea26b" providerId="ADAL" clId="{CFA3EDFF-FC1B-4308-BDA8-618996672508}" dt="2025-09-11T16:42:10.480" v="734"/>
        <pc:sldMkLst>
          <pc:docMk/>
          <pc:sldMk cId="539525944" sldId="1558"/>
        </pc:sldMkLst>
        <pc:spChg chg="add mod">
          <ac:chgData name="Sanmukh Kuppannagari" userId="ad215094-da36-4b66-9c79-369a17aea26b" providerId="ADAL" clId="{CFA3EDFF-FC1B-4308-BDA8-618996672508}" dt="2025-09-11T16:42:10.480" v="734"/>
          <ac:spMkLst>
            <pc:docMk/>
            <pc:sldMk cId="539525944" sldId="1558"/>
            <ac:spMk id="3" creationId="{F88275F6-0C73-263A-5036-C1A0B9280120}"/>
          </ac:spMkLst>
        </pc:spChg>
        <pc:spChg chg="mod">
          <ac:chgData name="Sanmukh Kuppannagari" userId="ad215094-da36-4b66-9c79-369a17aea26b" providerId="ADAL" clId="{CFA3EDFF-FC1B-4308-BDA8-618996672508}" dt="2025-09-11T16:39:45.938" v="630" actId="207"/>
          <ac:spMkLst>
            <pc:docMk/>
            <pc:sldMk cId="539525944" sldId="1558"/>
            <ac:spMk id="63" creationId="{7B077F1D-0857-0DFE-D7D0-56EE9F62E10D}"/>
          </ac:spMkLst>
        </pc:spChg>
        <pc:spChg chg="add mod">
          <ac:chgData name="Sanmukh Kuppannagari" userId="ad215094-da36-4b66-9c79-369a17aea26b" providerId="ADAL" clId="{CFA3EDFF-FC1B-4308-BDA8-618996672508}" dt="2025-09-11T16:42:10.480" v="734"/>
          <ac:spMkLst>
            <pc:docMk/>
            <pc:sldMk cId="539525944" sldId="1558"/>
            <ac:spMk id="66" creationId="{A701CA62-4AF7-4166-BF69-F8862B857E41}"/>
          </ac:spMkLst>
        </pc:spChg>
        <pc:spChg chg="add mod">
          <ac:chgData name="Sanmukh Kuppannagari" userId="ad215094-da36-4b66-9c79-369a17aea26b" providerId="ADAL" clId="{CFA3EDFF-FC1B-4308-BDA8-618996672508}" dt="2025-09-11T16:42:10.480" v="734"/>
          <ac:spMkLst>
            <pc:docMk/>
            <pc:sldMk cId="539525944" sldId="1558"/>
            <ac:spMk id="68" creationId="{3A281B68-2F5E-45CF-5A64-D81A9C968A0E}"/>
          </ac:spMkLst>
        </pc:spChg>
        <pc:spChg chg="add mod">
          <ac:chgData name="Sanmukh Kuppannagari" userId="ad215094-da36-4b66-9c79-369a17aea26b" providerId="ADAL" clId="{CFA3EDFF-FC1B-4308-BDA8-618996672508}" dt="2025-09-11T16:42:10.480" v="734"/>
          <ac:spMkLst>
            <pc:docMk/>
            <pc:sldMk cId="539525944" sldId="1558"/>
            <ac:spMk id="72" creationId="{655DD51F-B55E-4C0D-D712-097D0F2DAB21}"/>
          </ac:spMkLst>
        </pc:spChg>
        <pc:spChg chg="add mod">
          <ac:chgData name="Sanmukh Kuppannagari" userId="ad215094-da36-4b66-9c79-369a17aea26b" providerId="ADAL" clId="{CFA3EDFF-FC1B-4308-BDA8-618996672508}" dt="2025-09-11T16:42:10.480" v="734"/>
          <ac:spMkLst>
            <pc:docMk/>
            <pc:sldMk cId="539525944" sldId="1558"/>
            <ac:spMk id="84" creationId="{89834189-4075-7CA7-B06A-D8A803AD96F3}"/>
          </ac:spMkLst>
        </pc:spChg>
        <pc:spChg chg="add mod">
          <ac:chgData name="Sanmukh Kuppannagari" userId="ad215094-da36-4b66-9c79-369a17aea26b" providerId="ADAL" clId="{CFA3EDFF-FC1B-4308-BDA8-618996672508}" dt="2025-09-11T16:42:10.480" v="734"/>
          <ac:spMkLst>
            <pc:docMk/>
            <pc:sldMk cId="539525944" sldId="1558"/>
            <ac:spMk id="87" creationId="{381D1E9C-983F-E875-D591-F1345E7043DD}"/>
          </ac:spMkLst>
        </pc:spChg>
        <pc:spChg chg="add mod">
          <ac:chgData name="Sanmukh Kuppannagari" userId="ad215094-da36-4b66-9c79-369a17aea26b" providerId="ADAL" clId="{CFA3EDFF-FC1B-4308-BDA8-618996672508}" dt="2025-09-11T16:42:10.480" v="734"/>
          <ac:spMkLst>
            <pc:docMk/>
            <pc:sldMk cId="539525944" sldId="1558"/>
            <ac:spMk id="89" creationId="{22AEF77D-C4EB-9D58-978A-F61AABC3596D}"/>
          </ac:spMkLst>
        </pc:spChg>
        <pc:spChg chg="add mod">
          <ac:chgData name="Sanmukh Kuppannagari" userId="ad215094-da36-4b66-9c79-369a17aea26b" providerId="ADAL" clId="{CFA3EDFF-FC1B-4308-BDA8-618996672508}" dt="2025-09-11T16:42:10.480" v="734"/>
          <ac:spMkLst>
            <pc:docMk/>
            <pc:sldMk cId="539525944" sldId="1558"/>
            <ac:spMk id="91" creationId="{56B474B7-EDA8-AD19-F99E-E1B104F9F70F}"/>
          </ac:spMkLst>
        </pc:spChg>
        <pc:spChg chg="add mod">
          <ac:chgData name="Sanmukh Kuppannagari" userId="ad215094-da36-4b66-9c79-369a17aea26b" providerId="ADAL" clId="{CFA3EDFF-FC1B-4308-BDA8-618996672508}" dt="2025-09-11T16:42:10.480" v="734"/>
          <ac:spMkLst>
            <pc:docMk/>
            <pc:sldMk cId="539525944" sldId="1558"/>
            <ac:spMk id="94" creationId="{98DEB027-806A-FAE1-44CF-C8A0C5EAB114}"/>
          </ac:spMkLst>
        </pc:spChg>
        <pc:spChg chg="add mod">
          <ac:chgData name="Sanmukh Kuppannagari" userId="ad215094-da36-4b66-9c79-369a17aea26b" providerId="ADAL" clId="{CFA3EDFF-FC1B-4308-BDA8-618996672508}" dt="2025-09-11T16:42:10.480" v="734"/>
          <ac:spMkLst>
            <pc:docMk/>
            <pc:sldMk cId="539525944" sldId="1558"/>
            <ac:spMk id="95" creationId="{FA9455BA-2E4E-B492-B185-B9F7EA195A6B}"/>
          </ac:spMkLst>
        </pc:spChg>
      </pc:sldChg>
      <pc:sldChg chg="addSp modSp add mod">
        <pc:chgData name="Sanmukh Kuppannagari" userId="ad215094-da36-4b66-9c79-369a17aea26b" providerId="ADAL" clId="{CFA3EDFF-FC1B-4308-BDA8-618996672508}" dt="2025-09-11T16:42:14.530" v="736"/>
        <pc:sldMkLst>
          <pc:docMk/>
          <pc:sldMk cId="3123141350" sldId="1559"/>
        </pc:sldMkLst>
        <pc:spChg chg="add mod">
          <ac:chgData name="Sanmukh Kuppannagari" userId="ad215094-da36-4b66-9c79-369a17aea26b" providerId="ADAL" clId="{CFA3EDFF-FC1B-4308-BDA8-618996672508}" dt="2025-09-11T16:42:14.530" v="736"/>
          <ac:spMkLst>
            <pc:docMk/>
            <pc:sldMk cId="3123141350" sldId="1559"/>
            <ac:spMk id="21" creationId="{4A6C799A-A86C-C5A2-7658-7DD834F99CB3}"/>
          </ac:spMkLst>
        </pc:spChg>
        <pc:spChg chg="mod">
          <ac:chgData name="Sanmukh Kuppannagari" userId="ad215094-da36-4b66-9c79-369a17aea26b" providerId="ADAL" clId="{CFA3EDFF-FC1B-4308-BDA8-618996672508}" dt="2025-09-11T16:40:38.941" v="704" actId="207"/>
          <ac:spMkLst>
            <pc:docMk/>
            <pc:sldMk cId="3123141350" sldId="1559"/>
            <ac:spMk id="63" creationId="{3FDA1FEB-CADD-272F-5984-27E0621D477F}"/>
          </ac:spMkLst>
        </pc:spChg>
        <pc:spChg chg="add mod">
          <ac:chgData name="Sanmukh Kuppannagari" userId="ad215094-da36-4b66-9c79-369a17aea26b" providerId="ADAL" clId="{CFA3EDFF-FC1B-4308-BDA8-618996672508}" dt="2025-09-11T16:42:14.530" v="736"/>
          <ac:spMkLst>
            <pc:docMk/>
            <pc:sldMk cId="3123141350" sldId="1559"/>
            <ac:spMk id="67" creationId="{D87A70AC-06A4-A91E-9451-1AC0D861309C}"/>
          </ac:spMkLst>
        </pc:spChg>
        <pc:spChg chg="add mod">
          <ac:chgData name="Sanmukh Kuppannagari" userId="ad215094-da36-4b66-9c79-369a17aea26b" providerId="ADAL" clId="{CFA3EDFF-FC1B-4308-BDA8-618996672508}" dt="2025-09-11T16:42:14.530" v="736"/>
          <ac:spMkLst>
            <pc:docMk/>
            <pc:sldMk cId="3123141350" sldId="1559"/>
            <ac:spMk id="77" creationId="{688E09BF-34A0-C289-33D5-4885190FE961}"/>
          </ac:spMkLst>
        </pc:spChg>
        <pc:spChg chg="add mod">
          <ac:chgData name="Sanmukh Kuppannagari" userId="ad215094-da36-4b66-9c79-369a17aea26b" providerId="ADAL" clId="{CFA3EDFF-FC1B-4308-BDA8-618996672508}" dt="2025-09-11T16:42:14.530" v="736"/>
          <ac:spMkLst>
            <pc:docMk/>
            <pc:sldMk cId="3123141350" sldId="1559"/>
            <ac:spMk id="79" creationId="{DC3E85C1-7F63-BFA2-320C-82DD0573CA0B}"/>
          </ac:spMkLst>
        </pc:spChg>
        <pc:spChg chg="add mod">
          <ac:chgData name="Sanmukh Kuppannagari" userId="ad215094-da36-4b66-9c79-369a17aea26b" providerId="ADAL" clId="{CFA3EDFF-FC1B-4308-BDA8-618996672508}" dt="2025-09-11T16:42:14.530" v="736"/>
          <ac:spMkLst>
            <pc:docMk/>
            <pc:sldMk cId="3123141350" sldId="1559"/>
            <ac:spMk id="81" creationId="{381EA6C1-8622-7D44-177F-D866F5414939}"/>
          </ac:spMkLst>
        </pc:spChg>
        <pc:spChg chg="add mod">
          <ac:chgData name="Sanmukh Kuppannagari" userId="ad215094-da36-4b66-9c79-369a17aea26b" providerId="ADAL" clId="{CFA3EDFF-FC1B-4308-BDA8-618996672508}" dt="2025-09-11T16:42:14.530" v="736"/>
          <ac:spMkLst>
            <pc:docMk/>
            <pc:sldMk cId="3123141350" sldId="1559"/>
            <ac:spMk id="88" creationId="{1F315E27-1BD5-F870-5CEB-BC5ED08C3844}"/>
          </ac:spMkLst>
        </pc:spChg>
        <pc:spChg chg="add mod">
          <ac:chgData name="Sanmukh Kuppannagari" userId="ad215094-da36-4b66-9c79-369a17aea26b" providerId="ADAL" clId="{CFA3EDFF-FC1B-4308-BDA8-618996672508}" dt="2025-09-11T16:42:14.530" v="736"/>
          <ac:spMkLst>
            <pc:docMk/>
            <pc:sldMk cId="3123141350" sldId="1559"/>
            <ac:spMk id="90" creationId="{1EA3557B-91A7-29F5-30FA-B715DD208230}"/>
          </ac:spMkLst>
        </pc:spChg>
        <pc:spChg chg="add mod">
          <ac:chgData name="Sanmukh Kuppannagari" userId="ad215094-da36-4b66-9c79-369a17aea26b" providerId="ADAL" clId="{CFA3EDFF-FC1B-4308-BDA8-618996672508}" dt="2025-09-11T16:42:14.530" v="736"/>
          <ac:spMkLst>
            <pc:docMk/>
            <pc:sldMk cId="3123141350" sldId="1559"/>
            <ac:spMk id="91" creationId="{8E7B48F3-EC3C-4A52-1996-8190A4D3C9F5}"/>
          </ac:spMkLst>
        </pc:spChg>
        <pc:spChg chg="add mod">
          <ac:chgData name="Sanmukh Kuppannagari" userId="ad215094-da36-4b66-9c79-369a17aea26b" providerId="ADAL" clId="{CFA3EDFF-FC1B-4308-BDA8-618996672508}" dt="2025-09-11T16:42:14.530" v="736"/>
          <ac:spMkLst>
            <pc:docMk/>
            <pc:sldMk cId="3123141350" sldId="1559"/>
            <ac:spMk id="93" creationId="{06ED69F9-E2C0-2BC2-4E0F-7FC348FC0CC0}"/>
          </ac:spMkLst>
        </pc:spChg>
        <pc:spChg chg="add mod">
          <ac:chgData name="Sanmukh Kuppannagari" userId="ad215094-da36-4b66-9c79-369a17aea26b" providerId="ADAL" clId="{CFA3EDFF-FC1B-4308-BDA8-618996672508}" dt="2025-09-11T16:42:14.530" v="736"/>
          <ac:spMkLst>
            <pc:docMk/>
            <pc:sldMk cId="3123141350" sldId="1559"/>
            <ac:spMk id="96" creationId="{55E83014-F471-8A6F-2E55-94363FE81485}"/>
          </ac:spMkLst>
        </pc:spChg>
      </pc:sldChg>
      <pc:sldChg chg="addSp modSp add mod">
        <pc:chgData name="Sanmukh Kuppannagari" userId="ad215094-da36-4b66-9c79-369a17aea26b" providerId="ADAL" clId="{CFA3EDFF-FC1B-4308-BDA8-618996672508}" dt="2025-09-11T16:43:37.729" v="949" actId="1076"/>
        <pc:sldMkLst>
          <pc:docMk/>
          <pc:sldMk cId="1691093609" sldId="1560"/>
        </pc:sldMkLst>
        <pc:spChg chg="add mod">
          <ac:chgData name="Sanmukh Kuppannagari" userId="ad215094-da36-4b66-9c79-369a17aea26b" providerId="ADAL" clId="{CFA3EDFF-FC1B-4308-BDA8-618996672508}" dt="2025-09-11T16:42:19.978" v="737"/>
          <ac:spMkLst>
            <pc:docMk/>
            <pc:sldMk cId="1691093609" sldId="1560"/>
            <ac:spMk id="18" creationId="{1DE9F88A-098A-F6D4-458B-00217A50FC74}"/>
          </ac:spMkLst>
        </pc:spChg>
        <pc:spChg chg="add mod">
          <ac:chgData name="Sanmukh Kuppannagari" userId="ad215094-da36-4b66-9c79-369a17aea26b" providerId="ADAL" clId="{CFA3EDFF-FC1B-4308-BDA8-618996672508}" dt="2025-09-11T16:42:19.978" v="737"/>
          <ac:spMkLst>
            <pc:docMk/>
            <pc:sldMk cId="1691093609" sldId="1560"/>
            <ac:spMk id="21" creationId="{3F3B590C-1BB1-7933-327C-879003419EFE}"/>
          </ac:spMkLst>
        </pc:spChg>
        <pc:spChg chg="mod">
          <ac:chgData name="Sanmukh Kuppannagari" userId="ad215094-da36-4b66-9c79-369a17aea26b" providerId="ADAL" clId="{CFA3EDFF-FC1B-4308-BDA8-618996672508}" dt="2025-09-11T16:41:06.377" v="724" actId="14100"/>
          <ac:spMkLst>
            <pc:docMk/>
            <pc:sldMk cId="1691093609" sldId="1560"/>
            <ac:spMk id="63" creationId="{61AA515D-16A5-582C-C923-F747CC5DC8F8}"/>
          </ac:spMkLst>
        </pc:spChg>
        <pc:spChg chg="add mod">
          <ac:chgData name="Sanmukh Kuppannagari" userId="ad215094-da36-4b66-9c79-369a17aea26b" providerId="ADAL" clId="{CFA3EDFF-FC1B-4308-BDA8-618996672508}" dt="2025-09-11T16:42:19.978" v="737"/>
          <ac:spMkLst>
            <pc:docMk/>
            <pc:sldMk cId="1691093609" sldId="1560"/>
            <ac:spMk id="64" creationId="{A7549A5D-AEF6-4C2B-47B6-C7BDC06A4FE3}"/>
          </ac:spMkLst>
        </pc:spChg>
        <pc:spChg chg="add mod">
          <ac:chgData name="Sanmukh Kuppannagari" userId="ad215094-da36-4b66-9c79-369a17aea26b" providerId="ADAL" clId="{CFA3EDFF-FC1B-4308-BDA8-618996672508}" dt="2025-09-11T16:42:19.978" v="737"/>
          <ac:spMkLst>
            <pc:docMk/>
            <pc:sldMk cId="1691093609" sldId="1560"/>
            <ac:spMk id="65" creationId="{3D96AAFC-299A-E785-BBFE-0D3A1B88DCD8}"/>
          </ac:spMkLst>
        </pc:spChg>
        <pc:spChg chg="add mod">
          <ac:chgData name="Sanmukh Kuppannagari" userId="ad215094-da36-4b66-9c79-369a17aea26b" providerId="ADAL" clId="{CFA3EDFF-FC1B-4308-BDA8-618996672508}" dt="2025-09-11T16:42:19.978" v="737"/>
          <ac:spMkLst>
            <pc:docMk/>
            <pc:sldMk cId="1691093609" sldId="1560"/>
            <ac:spMk id="66" creationId="{2EB688CA-2126-B33A-BB4D-DFB8736A3BA4}"/>
          </ac:spMkLst>
        </pc:spChg>
        <pc:spChg chg="add mod">
          <ac:chgData name="Sanmukh Kuppannagari" userId="ad215094-da36-4b66-9c79-369a17aea26b" providerId="ADAL" clId="{CFA3EDFF-FC1B-4308-BDA8-618996672508}" dt="2025-09-11T16:42:19.978" v="737"/>
          <ac:spMkLst>
            <pc:docMk/>
            <pc:sldMk cId="1691093609" sldId="1560"/>
            <ac:spMk id="68" creationId="{65B206DD-46A4-D04E-03F5-5D4610EE2835}"/>
          </ac:spMkLst>
        </pc:spChg>
        <pc:spChg chg="add mod">
          <ac:chgData name="Sanmukh Kuppannagari" userId="ad215094-da36-4b66-9c79-369a17aea26b" providerId="ADAL" clId="{CFA3EDFF-FC1B-4308-BDA8-618996672508}" dt="2025-09-11T16:42:19.978" v="737"/>
          <ac:spMkLst>
            <pc:docMk/>
            <pc:sldMk cId="1691093609" sldId="1560"/>
            <ac:spMk id="72" creationId="{1A4C5970-077D-62F7-49F8-F39F0FF3EA25}"/>
          </ac:spMkLst>
        </pc:spChg>
        <pc:spChg chg="add mod">
          <ac:chgData name="Sanmukh Kuppannagari" userId="ad215094-da36-4b66-9c79-369a17aea26b" providerId="ADAL" clId="{CFA3EDFF-FC1B-4308-BDA8-618996672508}" dt="2025-09-11T16:42:19.978" v="737"/>
          <ac:spMkLst>
            <pc:docMk/>
            <pc:sldMk cId="1691093609" sldId="1560"/>
            <ac:spMk id="90" creationId="{B0FEE217-7C5D-A943-9B0C-0300C902CA67}"/>
          </ac:spMkLst>
        </pc:spChg>
        <pc:spChg chg="add mod">
          <ac:chgData name="Sanmukh Kuppannagari" userId="ad215094-da36-4b66-9c79-369a17aea26b" providerId="ADAL" clId="{CFA3EDFF-FC1B-4308-BDA8-618996672508}" dt="2025-09-11T16:42:19.978" v="737"/>
          <ac:spMkLst>
            <pc:docMk/>
            <pc:sldMk cId="1691093609" sldId="1560"/>
            <ac:spMk id="93" creationId="{96A10AE4-D6F4-B6AC-FD69-72BDDD425D02}"/>
          </ac:spMkLst>
        </pc:spChg>
        <pc:spChg chg="add mod">
          <ac:chgData name="Sanmukh Kuppannagari" userId="ad215094-da36-4b66-9c79-369a17aea26b" providerId="ADAL" clId="{CFA3EDFF-FC1B-4308-BDA8-618996672508}" dt="2025-09-11T16:42:19.978" v="737"/>
          <ac:spMkLst>
            <pc:docMk/>
            <pc:sldMk cId="1691093609" sldId="1560"/>
            <ac:spMk id="99" creationId="{71A556B8-1B30-982C-65DB-9CFC4C43029B}"/>
          </ac:spMkLst>
        </pc:spChg>
        <pc:spChg chg="add mod">
          <ac:chgData name="Sanmukh Kuppannagari" userId="ad215094-da36-4b66-9c79-369a17aea26b" providerId="ADAL" clId="{CFA3EDFF-FC1B-4308-BDA8-618996672508}" dt="2025-09-11T16:43:37.729" v="949" actId="1076"/>
          <ac:spMkLst>
            <pc:docMk/>
            <pc:sldMk cId="1691093609" sldId="1560"/>
            <ac:spMk id="103" creationId="{694A5B5B-1691-D5CE-DABC-1B099139826A}"/>
          </ac:spMkLst>
        </pc:spChg>
      </pc:sldChg>
      <pc:sldChg chg="delSp modSp add mod">
        <pc:chgData name="Sanmukh Kuppannagari" userId="ad215094-da36-4b66-9c79-369a17aea26b" providerId="ADAL" clId="{CFA3EDFF-FC1B-4308-BDA8-618996672508}" dt="2025-09-11T16:48:26.679" v="1525" actId="20577"/>
        <pc:sldMkLst>
          <pc:docMk/>
          <pc:sldMk cId="1479754735" sldId="1561"/>
        </pc:sldMkLst>
        <pc:spChg chg="mod">
          <ac:chgData name="Sanmukh Kuppannagari" userId="ad215094-da36-4b66-9c79-369a17aea26b" providerId="ADAL" clId="{CFA3EDFF-FC1B-4308-BDA8-618996672508}" dt="2025-09-11T16:48:26.679" v="1525" actId="20577"/>
          <ac:spMkLst>
            <pc:docMk/>
            <pc:sldMk cId="1479754735" sldId="1561"/>
            <ac:spMk id="3" creationId="{B2D9CA32-6B68-369A-E253-873A7549407C}"/>
          </ac:spMkLst>
        </pc:spChg>
      </pc:sldChg>
      <pc:sldChg chg="modSp new mod">
        <pc:chgData name="Sanmukh Kuppannagari" userId="ad215094-da36-4b66-9c79-369a17aea26b" providerId="ADAL" clId="{CFA3EDFF-FC1B-4308-BDA8-618996672508}" dt="2025-09-11T17:04:41.459" v="1778" actId="20577"/>
        <pc:sldMkLst>
          <pc:docMk/>
          <pc:sldMk cId="2776038813" sldId="1562"/>
        </pc:sldMkLst>
        <pc:spChg chg="mod">
          <ac:chgData name="Sanmukh Kuppannagari" userId="ad215094-da36-4b66-9c79-369a17aea26b" providerId="ADAL" clId="{CFA3EDFF-FC1B-4308-BDA8-618996672508}" dt="2025-09-11T17:04:32.004" v="1720" actId="20577"/>
          <ac:spMkLst>
            <pc:docMk/>
            <pc:sldMk cId="2776038813" sldId="1562"/>
            <ac:spMk id="2" creationId="{8A1116AD-212C-28A9-EF34-530BEFECF3DC}"/>
          </ac:spMkLst>
        </pc:spChg>
        <pc:spChg chg="mod">
          <ac:chgData name="Sanmukh Kuppannagari" userId="ad215094-da36-4b66-9c79-369a17aea26b" providerId="ADAL" clId="{CFA3EDFF-FC1B-4308-BDA8-618996672508}" dt="2025-09-11T17:04:41.459" v="1778" actId="20577"/>
          <ac:spMkLst>
            <pc:docMk/>
            <pc:sldMk cId="2776038813" sldId="1562"/>
            <ac:spMk id="3" creationId="{BE53C26B-281E-8715-781C-09D8EA7165A9}"/>
          </ac:spMkLst>
        </pc:spChg>
      </pc:sldChg>
      <pc:sldChg chg="modSp add mod">
        <pc:chgData name="Sanmukh Kuppannagari" userId="ad215094-da36-4b66-9c79-369a17aea26b" providerId="ADAL" clId="{CFA3EDFF-FC1B-4308-BDA8-618996672508}" dt="2025-09-11T17:15:46.886" v="1824" actId="27636"/>
        <pc:sldMkLst>
          <pc:docMk/>
          <pc:sldMk cId="2055355578" sldId="1563"/>
        </pc:sldMkLst>
        <pc:spChg chg="mod">
          <ac:chgData name="Sanmukh Kuppannagari" userId="ad215094-da36-4b66-9c79-369a17aea26b" providerId="ADAL" clId="{CFA3EDFF-FC1B-4308-BDA8-618996672508}" dt="2025-09-11T17:15:46.886" v="1824" actId="27636"/>
          <ac:spMkLst>
            <pc:docMk/>
            <pc:sldMk cId="2055355578" sldId="1563"/>
            <ac:spMk id="3" creationId="{3DB63779-2D0A-0E27-B487-90C5C9981D18}"/>
          </ac:spMkLst>
        </pc:spChg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0:54:53.692" v="3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CB24E3B9-6C37-4362-9284-D752EC06246D}"/>
    <pc:docChg chg="undo custSel addSld delSld modSld sldOrd">
      <pc:chgData name="Sanmukh Kuppannagari" userId="ad215094-da36-4b66-9c79-369a17aea26b" providerId="ADAL" clId="{CB24E3B9-6C37-4362-9284-D752EC06246D}" dt="2025-09-02T02:49:59.964" v="2509" actId="14100"/>
      <pc:docMkLst>
        <pc:docMk/>
      </pc:docMkLst>
      <pc:sldChg chg="modSp mod">
        <pc:chgData name="Sanmukh Kuppannagari" userId="ad215094-da36-4b66-9c79-369a17aea26b" providerId="ADAL" clId="{CB24E3B9-6C37-4362-9284-D752EC06246D}" dt="2025-09-02T01:29:34.227" v="1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CB24E3B9-6C37-4362-9284-D752EC06246D}" dt="2025-09-02T01:29:34.227" v="1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CB24E3B9-6C37-4362-9284-D752EC06246D}" dt="2025-09-02T01:54:32.592" v="413" actId="20577"/>
        <pc:sldMkLst>
          <pc:docMk/>
          <pc:sldMk cId="4158598040" sldId="394"/>
        </pc:sldMkLst>
      </pc:sldChg>
      <pc:sldChg chg="modSp mod">
        <pc:chgData name="Sanmukh Kuppannagari" userId="ad215094-da36-4b66-9c79-369a17aea26b" providerId="ADAL" clId="{CB24E3B9-6C37-4362-9284-D752EC06246D}" dt="2025-09-02T01:55:54.936" v="539" actId="20577"/>
        <pc:sldMkLst>
          <pc:docMk/>
          <pc:sldMk cId="854907447" sldId="395"/>
        </pc:sldMkLst>
      </pc:sldChg>
      <pc:sldChg chg="modSp">
        <pc:chgData name="Sanmukh Kuppannagari" userId="ad215094-da36-4b66-9c79-369a17aea26b" providerId="ADAL" clId="{CB24E3B9-6C37-4362-9284-D752EC06246D}" dt="2025-09-02T01:57:24.524" v="570"/>
        <pc:sldMkLst>
          <pc:docMk/>
          <pc:sldMk cId="3473456708" sldId="1344"/>
        </pc:sldMkLst>
      </pc:sldChg>
      <pc:sldChg chg="modSp">
        <pc:chgData name="Sanmukh Kuppannagari" userId="ad215094-da36-4b66-9c79-369a17aea26b" providerId="ADAL" clId="{CB24E3B9-6C37-4362-9284-D752EC06246D}" dt="2025-09-02T01:57:28.360" v="571"/>
        <pc:sldMkLst>
          <pc:docMk/>
          <pc:sldMk cId="3462074433" sldId="1345"/>
        </pc:sldMkLst>
      </pc:sldChg>
      <pc:sldChg chg="modSp">
        <pc:chgData name="Sanmukh Kuppannagari" userId="ad215094-da36-4b66-9c79-369a17aea26b" providerId="ADAL" clId="{CB24E3B9-6C37-4362-9284-D752EC06246D}" dt="2025-09-02T01:57:32.113" v="572"/>
        <pc:sldMkLst>
          <pc:docMk/>
          <pc:sldMk cId="3585318733" sldId="1346"/>
        </pc:sldMkLst>
      </pc:sldChg>
      <pc:sldChg chg="modSp mod">
        <pc:chgData name="Sanmukh Kuppannagari" userId="ad215094-da36-4b66-9c79-369a17aea26b" providerId="ADAL" clId="{CB24E3B9-6C37-4362-9284-D752EC06246D}" dt="2025-09-02T02:08:39.470" v="1010" actId="20577"/>
        <pc:sldMkLst>
          <pc:docMk/>
          <pc:sldMk cId="3890367929" sldId="1347"/>
        </pc:sldMkLst>
      </pc:sldChg>
      <pc:sldChg chg="modSp mod">
        <pc:chgData name="Sanmukh Kuppannagari" userId="ad215094-da36-4b66-9c79-369a17aea26b" providerId="ADAL" clId="{CB24E3B9-6C37-4362-9284-D752EC06246D}" dt="2025-09-02T02:09:16.682" v="1013" actId="20577"/>
        <pc:sldMkLst>
          <pc:docMk/>
          <pc:sldMk cId="1799099576" sldId="1348"/>
        </pc:sldMkLst>
      </pc:sldChg>
      <pc:sldChg chg="modSp">
        <pc:chgData name="Sanmukh Kuppannagari" userId="ad215094-da36-4b66-9c79-369a17aea26b" providerId="ADAL" clId="{CB24E3B9-6C37-4362-9284-D752EC06246D}" dt="2025-09-02T01:57:36.778" v="573"/>
        <pc:sldMkLst>
          <pc:docMk/>
          <pc:sldMk cId="4227676260" sldId="1349"/>
        </pc:sldMkLst>
      </pc:sldChg>
      <pc:sldChg chg="delSp modSp mod">
        <pc:chgData name="Sanmukh Kuppannagari" userId="ad215094-da36-4b66-9c79-369a17aea26b" providerId="ADAL" clId="{CB24E3B9-6C37-4362-9284-D752EC06246D}" dt="2025-09-02T02:44:01.946" v="2246" actId="478"/>
        <pc:sldMkLst>
          <pc:docMk/>
          <pc:sldMk cId="2262656913" sldId="1352"/>
        </pc:sldMkLst>
      </pc:sldChg>
      <pc:sldChg chg="addSp delSp modSp mod">
        <pc:chgData name="Sanmukh Kuppannagari" userId="ad215094-da36-4b66-9c79-369a17aea26b" providerId="ADAL" clId="{CB24E3B9-6C37-4362-9284-D752EC06246D}" dt="2025-09-02T02:44:32.999" v="2250" actId="478"/>
        <pc:sldMkLst>
          <pc:docMk/>
          <pc:sldMk cId="167355194" sldId="1353"/>
        </pc:sldMkLst>
      </pc:sldChg>
      <pc:sldChg chg="modSp">
        <pc:chgData name="Sanmukh Kuppannagari" userId="ad215094-da36-4b66-9c79-369a17aea26b" providerId="ADAL" clId="{CB24E3B9-6C37-4362-9284-D752EC06246D}" dt="2025-09-02T02:35:09.305" v="1898"/>
        <pc:sldMkLst>
          <pc:docMk/>
          <pc:sldMk cId="2804131373" sldId="1354"/>
        </pc:sldMkLst>
      </pc:sldChg>
      <pc:sldChg chg="modSp mod">
        <pc:chgData name="Sanmukh Kuppannagari" userId="ad215094-da36-4b66-9c79-369a17aea26b" providerId="ADAL" clId="{CB24E3B9-6C37-4362-9284-D752EC06246D}" dt="2025-09-02T02:49:05.744" v="2506" actId="20577"/>
        <pc:sldMkLst>
          <pc:docMk/>
          <pc:sldMk cId="3834269155" sldId="1355"/>
        </pc:sldMkLst>
      </pc:sldChg>
      <pc:sldChg chg="add del">
        <pc:chgData name="Sanmukh Kuppannagari" userId="ad215094-da36-4b66-9c79-369a17aea26b" providerId="ADAL" clId="{CB24E3B9-6C37-4362-9284-D752EC06246D}" dt="2025-09-02T02:48:42.567" v="2410" actId="47"/>
        <pc:sldMkLst>
          <pc:docMk/>
          <pc:sldMk cId="1967107891" sldId="1356"/>
        </pc:sldMkLst>
      </pc:sldChg>
      <pc:sldChg chg="modSp mod">
        <pc:chgData name="Sanmukh Kuppannagari" userId="ad215094-da36-4b66-9c79-369a17aea26b" providerId="ADAL" clId="{CB24E3B9-6C37-4362-9284-D752EC06246D}" dt="2025-09-02T01:56:24.016" v="566" actId="20577"/>
        <pc:sldMkLst>
          <pc:docMk/>
          <pc:sldMk cId="518010934" sldId="1373"/>
        </pc:sldMkLst>
      </pc:sldChg>
      <pc:sldChg chg="modSp mod">
        <pc:chgData name="Sanmukh Kuppannagari" userId="ad215094-da36-4b66-9c79-369a17aea26b" providerId="ADAL" clId="{CB24E3B9-6C37-4362-9284-D752EC06246D}" dt="2025-09-02T01:57:18.986" v="569" actId="20577"/>
        <pc:sldMkLst>
          <pc:docMk/>
          <pc:sldMk cId="2532106449" sldId="1374"/>
        </pc:sldMkLst>
      </pc:sldChg>
      <pc:sldChg chg="modSp mod">
        <pc:chgData name="Sanmukh Kuppannagari" userId="ad215094-da36-4b66-9c79-369a17aea26b" providerId="ADAL" clId="{CB24E3B9-6C37-4362-9284-D752EC06246D}" dt="2025-09-02T02:49:59.964" v="2509" actId="14100"/>
        <pc:sldMkLst>
          <pc:docMk/>
          <pc:sldMk cId="2155445605" sldId="1376"/>
        </pc:sldMkLst>
      </pc:sldChg>
      <pc:sldChg chg="modSp mod">
        <pc:chgData name="Sanmukh Kuppannagari" userId="ad215094-da36-4b66-9c79-369a17aea26b" providerId="ADAL" clId="{CB24E3B9-6C37-4362-9284-D752EC06246D}" dt="2025-09-02T01:31:37.470" v="28" actId="20577"/>
        <pc:sldMkLst>
          <pc:docMk/>
          <pc:sldMk cId="2646681002" sldId="1418"/>
        </pc:sldMkLst>
      </pc:sldChg>
      <pc:sldChg chg="modSp new mod ord">
        <pc:chgData name="Sanmukh Kuppannagari" userId="ad215094-da36-4b66-9c79-369a17aea26b" providerId="ADAL" clId="{CB24E3B9-6C37-4362-9284-D752EC06246D}" dt="2025-09-02T02:08:02.671" v="1005" actId="113"/>
        <pc:sldMkLst>
          <pc:docMk/>
          <pc:sldMk cId="1421149001" sldId="1419"/>
        </pc:sldMkLst>
      </pc:sldChg>
      <pc:sldChg chg="del">
        <pc:chgData name="Sanmukh Kuppannagari" userId="ad215094-da36-4b66-9c79-369a17aea26b" providerId="ADAL" clId="{CB24E3B9-6C37-4362-9284-D752EC06246D}" dt="2025-09-02T01:31:15.028" v="9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CB24E3B9-6C37-4362-9284-D752EC06246D}" dt="2025-09-02T01:31:09.493" v="7" actId="47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CB24E3B9-6C37-4362-9284-D752EC06246D}" dt="2025-09-02T02:19:14.736" v="1240" actId="20577"/>
        <pc:sldMkLst>
          <pc:docMk/>
          <pc:sldMk cId="3986795981" sldId="1420"/>
        </pc:sldMkLst>
      </pc:sldChg>
      <pc:sldChg chg="modSp new mod">
        <pc:chgData name="Sanmukh Kuppannagari" userId="ad215094-da36-4b66-9c79-369a17aea26b" providerId="ADAL" clId="{CB24E3B9-6C37-4362-9284-D752EC06246D}" dt="2025-09-02T02:34:50.033" v="1875" actId="20577"/>
        <pc:sldMkLst>
          <pc:docMk/>
          <pc:sldMk cId="2650456059" sldId="1421"/>
        </pc:sldMkLst>
      </pc:sldChg>
      <pc:sldChg chg="del">
        <pc:chgData name="Sanmukh Kuppannagari" userId="ad215094-da36-4b66-9c79-369a17aea26b" providerId="ADAL" clId="{CB24E3B9-6C37-4362-9284-D752EC06246D}" dt="2025-09-02T01:31:12.502" v="8" actId="47"/>
        <pc:sldMkLst>
          <pc:docMk/>
          <pc:sldMk cId="3752423486" sldId="1421"/>
        </pc:sldMkLst>
      </pc:sldChg>
      <pc:sldChg chg="modSp new mod">
        <pc:chgData name="Sanmukh Kuppannagari" userId="ad215094-da36-4b66-9c79-369a17aea26b" providerId="ADAL" clId="{CB24E3B9-6C37-4362-9284-D752EC06246D}" dt="2025-09-02T02:42:19.442" v="2150" actId="20577"/>
        <pc:sldMkLst>
          <pc:docMk/>
          <pc:sldMk cId="4197653838" sldId="1422"/>
        </pc:sldMkLst>
      </pc:sldChg>
      <pc:sldChg chg="delSp add mod">
        <pc:chgData name="Sanmukh Kuppannagari" userId="ad215094-da36-4b66-9c79-369a17aea26b" providerId="ADAL" clId="{CB24E3B9-6C37-4362-9284-D752EC06246D}" dt="2025-09-02T02:43:57.913" v="2245" actId="478"/>
        <pc:sldMkLst>
          <pc:docMk/>
          <pc:sldMk cId="638052932" sldId="1423"/>
        </pc:sldMkLst>
      </pc:sldChg>
      <pc:sldChg chg="delSp modSp add mod">
        <pc:chgData name="Sanmukh Kuppannagari" userId="ad215094-da36-4b66-9c79-369a17aea26b" providerId="ADAL" clId="{CB24E3B9-6C37-4362-9284-D752EC06246D}" dt="2025-09-02T02:44:12.399" v="2248" actId="478"/>
        <pc:sldMkLst>
          <pc:docMk/>
          <pc:sldMk cId="3770645963" sldId="1424"/>
        </pc:sldMkLst>
      </pc:sldChg>
      <pc:sldChg chg="modSp add mod">
        <pc:chgData name="Sanmukh Kuppannagari" userId="ad215094-da36-4b66-9c79-369a17aea26b" providerId="ADAL" clId="{CB24E3B9-6C37-4362-9284-D752EC06246D}" dt="2025-09-02T02:45:01.810" v="2253" actId="20577"/>
        <pc:sldMkLst>
          <pc:docMk/>
          <pc:sldMk cId="3081440398" sldId="1425"/>
        </pc:sldMkLst>
      </pc:sldChg>
      <pc:sldChg chg="modSp add mod">
        <pc:chgData name="Sanmukh Kuppannagari" userId="ad215094-da36-4b66-9c79-369a17aea26b" providerId="ADAL" clId="{CB24E3B9-6C37-4362-9284-D752EC06246D}" dt="2025-09-02T02:45:21.156" v="2257" actId="20577"/>
        <pc:sldMkLst>
          <pc:docMk/>
          <pc:sldMk cId="1955316302" sldId="1426"/>
        </pc:sldMkLst>
      </pc:sldChg>
    </pc:docChg>
  </pc:docChgLst>
  <pc:docChgLst>
    <pc:chgData name="Sanmukh Kuppannagari" userId="ad215094-da36-4b66-9c79-369a17aea26b" providerId="ADAL" clId="{93B406D5-EE8D-4CDE-8CB7-43222512F7C5}"/>
    <pc:docChg chg="undo custSel modSld">
      <pc:chgData name="Sanmukh Kuppannagari" userId="ad215094-da36-4b66-9c79-369a17aea26b" providerId="ADAL" clId="{93B406D5-EE8D-4CDE-8CB7-43222512F7C5}" dt="2025-09-16T01:48:54.566" v="2" actId="1076"/>
      <pc:docMkLst>
        <pc:docMk/>
      </pc:docMkLst>
      <pc:sldChg chg="modSp mod">
        <pc:chgData name="Sanmukh Kuppannagari" userId="ad215094-da36-4b66-9c79-369a17aea26b" providerId="ADAL" clId="{93B406D5-EE8D-4CDE-8CB7-43222512F7C5}" dt="2025-09-16T01:48:54.566" v="2" actId="1076"/>
        <pc:sldMkLst>
          <pc:docMk/>
          <pc:sldMk cId="1356911560" sldId="1532"/>
        </pc:sldMkLst>
        <pc:spChg chg="mod">
          <ac:chgData name="Sanmukh Kuppannagari" userId="ad215094-da36-4b66-9c79-369a17aea26b" providerId="ADAL" clId="{93B406D5-EE8D-4CDE-8CB7-43222512F7C5}" dt="2025-09-16T01:48:54.566" v="2" actId="1076"/>
          <ac:spMkLst>
            <pc:docMk/>
            <pc:sldMk cId="1356911560" sldId="1532"/>
            <ac:spMk id="24" creationId="{D72D5B52-010F-459F-10E4-26DFAEA2698F}"/>
          </ac:spMkLst>
        </pc:spChg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modSp mod">
        <pc:chgData name="Sanmukh Kuppannagari" userId="ad215094-da36-4b66-9c79-369a17aea26b" providerId="ADAL" clId="{11171A05-B6FC-4395-9957-15FB24B3E448}" dt="2024-08-29T02:48:13.037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D5E25D0F-35C1-45CD-9B25-657D6CF8E654}"/>
    <pc:docChg chg="custSel addSld delSld modSld">
      <pc:chgData name="Sanmukh Kuppannagari" userId="ad215094-da36-4b66-9c79-369a17aea26b" providerId="ADAL" clId="{D5E25D0F-35C1-45CD-9B25-657D6CF8E654}" dt="2025-09-04T14:33:06.038" v="1748" actId="20577"/>
      <pc:docMkLst>
        <pc:docMk/>
      </pc:docMkLst>
      <pc:sldChg chg="modSp mod">
        <pc:chgData name="Sanmukh Kuppannagari" userId="ad215094-da36-4b66-9c79-369a17aea26b" providerId="ADAL" clId="{D5E25D0F-35C1-45CD-9B25-657D6CF8E654}" dt="2025-09-04T12:46:44.620" v="29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D5E25D0F-35C1-45CD-9B25-657D6CF8E654}" dt="2025-09-04T12:46:44.620" v="29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D5E25D0F-35C1-45CD-9B25-657D6CF8E654}" dt="2025-09-04T12:47:11.046" v="34"/>
        <pc:sldMkLst>
          <pc:docMk/>
          <pc:sldMk cId="2017305151" sldId="261"/>
        </pc:sldMkLst>
        <pc:spChg chg="mod">
          <ac:chgData name="Sanmukh Kuppannagari" userId="ad215094-da36-4b66-9c79-369a17aea26b" providerId="ADAL" clId="{D5E25D0F-35C1-45CD-9B25-657D6CF8E654}" dt="2025-09-04T12:47:11.046" v="34"/>
          <ac:spMkLst>
            <pc:docMk/>
            <pc:sldMk cId="2017305151" sldId="261"/>
            <ac:spMk id="3" creationId="{D61E7643-79A8-EFA8-035B-07E3457DA90C}"/>
          </ac:spMkLst>
        </pc:spChg>
      </pc:sldChg>
      <pc:sldChg chg="del">
        <pc:chgData name="Sanmukh Kuppannagari" userId="ad215094-da36-4b66-9c79-369a17aea26b" providerId="ADAL" clId="{D5E25D0F-35C1-45CD-9B25-657D6CF8E654}" dt="2025-09-04T12:47:57.975" v="40" actId="47"/>
        <pc:sldMkLst>
          <pc:docMk/>
          <pc:sldMk cId="276729432" sldId="309"/>
        </pc:sldMkLst>
      </pc:sldChg>
      <pc:sldChg chg="add del">
        <pc:chgData name="Sanmukh Kuppannagari" userId="ad215094-da36-4b66-9c79-369a17aea26b" providerId="ADAL" clId="{D5E25D0F-35C1-45CD-9B25-657D6CF8E654}" dt="2025-09-04T12:50:30.522" v="47"/>
        <pc:sldMkLst>
          <pc:docMk/>
          <pc:sldMk cId="2950079441" sldId="328"/>
        </pc:sldMkLst>
      </pc:sldChg>
      <pc:sldChg chg="add del">
        <pc:chgData name="Sanmukh Kuppannagari" userId="ad215094-da36-4b66-9c79-369a17aea26b" providerId="ADAL" clId="{D5E25D0F-35C1-45CD-9B25-657D6CF8E654}" dt="2025-09-04T12:51:31.198" v="49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D5E25D0F-35C1-45CD-9B25-657D6CF8E654}" dt="2025-09-04T13:02:21.434" v="164" actId="20577"/>
        <pc:sldMkLst>
          <pc:docMk/>
          <pc:sldMk cId="3837875043" sldId="390"/>
        </pc:sldMkLst>
        <pc:spChg chg="mod">
          <ac:chgData name="Sanmukh Kuppannagari" userId="ad215094-da36-4b66-9c79-369a17aea26b" providerId="ADAL" clId="{D5E25D0F-35C1-45CD-9B25-657D6CF8E654}" dt="2025-09-04T13:02:21.434" v="164" actId="20577"/>
          <ac:spMkLst>
            <pc:docMk/>
            <pc:sldMk cId="3837875043" sldId="390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D5E25D0F-35C1-45CD-9B25-657D6CF8E654}" dt="2025-09-04T12:47:55.626" v="39" actId="47"/>
        <pc:sldMkLst>
          <pc:docMk/>
          <pc:sldMk cId="2314761624" sldId="392"/>
        </pc:sldMkLst>
      </pc:sldChg>
      <pc:sldChg chg="modSp mod">
        <pc:chgData name="Sanmukh Kuppannagari" userId="ad215094-da36-4b66-9c79-369a17aea26b" providerId="ADAL" clId="{D5E25D0F-35C1-45CD-9B25-657D6CF8E654}" dt="2025-09-04T13:07:31.950" v="226" actId="2057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D5E25D0F-35C1-45CD-9B25-657D6CF8E654}" dt="2025-09-04T12:48:24.788" v="42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D5E25D0F-35C1-45CD-9B25-657D6CF8E654}" dt="2025-09-04T12:48:24.788" v="42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D5E25D0F-35C1-45CD-9B25-657D6CF8E654}" dt="2025-09-04T12:48:24.788" v="42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D5E25D0F-35C1-45CD-9B25-657D6CF8E654}" dt="2025-09-04T12:48:24.788" v="42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D5E25D0F-35C1-45CD-9B25-657D6CF8E654}" dt="2025-09-04T13:56:38.746" v="434" actId="47"/>
        <pc:sldMkLst>
          <pc:docMk/>
          <pc:sldMk cId="284771599" sldId="1370"/>
        </pc:sldMkLst>
      </pc:sldChg>
      <pc:sldChg chg="modSp mod">
        <pc:chgData name="Sanmukh Kuppannagari" userId="ad215094-da36-4b66-9c79-369a17aea26b" providerId="ADAL" clId="{D5E25D0F-35C1-45CD-9B25-657D6CF8E654}" dt="2025-09-04T14:04:35.630" v="535" actId="27636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D5E25D0F-35C1-45CD-9B25-657D6CF8E654}" dt="2025-09-04T12:48:12.621" v="41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D5E25D0F-35C1-45CD-9B25-657D6CF8E654}" dt="2025-09-04T12:48:24.788" v="42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63097358" sldId="1375"/>
        </pc:sldMkLst>
      </pc:sldChg>
      <pc:sldChg chg="add del">
        <pc:chgData name="Sanmukh Kuppannagari" userId="ad215094-da36-4b66-9c79-369a17aea26b" providerId="ADAL" clId="{D5E25D0F-35C1-45CD-9B25-657D6CF8E654}" dt="2025-09-04T12:56:20.161" v="88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D5E25D0F-35C1-45CD-9B25-657D6CF8E654}" dt="2025-09-04T12:53:59.399" v="87" actId="47"/>
        <pc:sldMkLst>
          <pc:docMk/>
          <pc:sldMk cId="1406617072" sldId="1388"/>
        </pc:sldMkLst>
      </pc:sldChg>
      <pc:sldChg chg="add del">
        <pc:chgData name="Sanmukh Kuppannagari" userId="ad215094-da36-4b66-9c79-369a17aea26b" providerId="ADAL" clId="{D5E25D0F-35C1-45CD-9B25-657D6CF8E654}" dt="2025-09-04T12:52:10.730" v="50"/>
        <pc:sldMkLst>
          <pc:docMk/>
          <pc:sldMk cId="15178750" sldId="1389"/>
        </pc:sldMkLst>
      </pc:sldChg>
      <pc:sldChg chg="modSp mod">
        <pc:chgData name="Sanmukh Kuppannagari" userId="ad215094-da36-4b66-9c79-369a17aea26b" providerId="ADAL" clId="{D5E25D0F-35C1-45CD-9B25-657D6CF8E654}" dt="2025-09-04T12:52:37.747" v="83" actId="2057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4100405277" sldId="1402"/>
        </pc:sldMkLst>
      </pc:sldChg>
      <pc:sldChg chg="del">
        <pc:chgData name="Sanmukh Kuppannagari" userId="ad215094-da36-4b66-9c79-369a17aea26b" providerId="ADAL" clId="{D5E25D0F-35C1-45CD-9B25-657D6CF8E654}" dt="2025-09-04T12:47:37.469" v="38" actId="47"/>
        <pc:sldMkLst>
          <pc:docMk/>
          <pc:sldMk cId="2967499912" sldId="1403"/>
        </pc:sldMkLst>
      </pc:sldChg>
      <pc:sldChg chg="modSp mod">
        <pc:chgData name="Sanmukh Kuppannagari" userId="ad215094-da36-4b66-9c79-369a17aea26b" providerId="ADAL" clId="{D5E25D0F-35C1-45CD-9B25-657D6CF8E654}" dt="2025-09-04T13:29:35.654" v="235" actId="2057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D5E25D0F-35C1-45CD-9B25-657D6CF8E654}" dt="2025-09-02T02:52:13.524" v="0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D5E25D0F-35C1-45CD-9B25-657D6CF8E654}" dt="2025-09-04T13:56:38.746" v="434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D5E25D0F-35C1-45CD-9B25-657D6CF8E654}" dt="2025-09-04T13:56:38.746" v="434" actId="47"/>
        <pc:sldMkLst>
          <pc:docMk/>
          <pc:sldMk cId="2077281943" sldId="1417"/>
        </pc:sldMkLst>
      </pc:sldChg>
      <pc:sldChg chg="modSp del mod">
        <pc:chgData name="Sanmukh Kuppannagari" userId="ad215094-da36-4b66-9c79-369a17aea26b" providerId="ADAL" clId="{D5E25D0F-35C1-45CD-9B25-657D6CF8E654}" dt="2025-09-04T12:47:24.548" v="35" actId="4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D5E25D0F-35C1-45CD-9B25-657D6CF8E654}" dt="2025-09-04T13:08:14.476" v="229" actId="20577"/>
        <pc:sldMkLst>
          <pc:docMk/>
          <pc:sldMk cId="1421149001" sldId="1419"/>
        </pc:sldMkLst>
      </pc:sldChg>
      <pc:sldChg chg="modSp add del mod">
        <pc:chgData name="Sanmukh Kuppannagari" userId="ad215094-da36-4b66-9c79-369a17aea26b" providerId="ADAL" clId="{D5E25D0F-35C1-45CD-9B25-657D6CF8E654}" dt="2025-09-04T13:08:34.711" v="234" actId="20577"/>
        <pc:sldMkLst>
          <pc:docMk/>
          <pc:sldMk cId="3986795981" sldId="1420"/>
        </pc:sldMkLst>
      </pc:sldChg>
      <pc:sldChg chg="add del">
        <pc:chgData name="Sanmukh Kuppannagari" userId="ad215094-da36-4b66-9c79-369a17aea26b" providerId="ADAL" clId="{D5E25D0F-35C1-45CD-9B25-657D6CF8E654}" dt="2025-09-04T12:49:50.587" v="46"/>
        <pc:sldMkLst>
          <pc:docMk/>
          <pc:sldMk cId="2650456059" sldId="1421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4197653838" sldId="1422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638052932" sldId="1423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770645963" sldId="1424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081440398" sldId="1425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955316302" sldId="1426"/>
        </pc:sldMkLst>
      </pc:sldChg>
      <pc:sldChg chg="modSp add mod">
        <pc:chgData name="Sanmukh Kuppannagari" userId="ad215094-da36-4b66-9c79-369a17aea26b" providerId="ADAL" clId="{D5E25D0F-35C1-45CD-9B25-657D6CF8E654}" dt="2025-09-04T12:47:34.501" v="37" actId="207"/>
        <pc:sldMkLst>
          <pc:docMk/>
          <pc:sldMk cId="4117821889" sldId="1427"/>
        </pc:sldMkLst>
      </pc:sldChg>
      <pc:sldChg chg="add">
        <pc:chgData name="Sanmukh Kuppannagari" userId="ad215094-da36-4b66-9c79-369a17aea26b" providerId="ADAL" clId="{D5E25D0F-35C1-45CD-9B25-657D6CF8E654}" dt="2025-09-04T12:51:31.198" v="49"/>
        <pc:sldMkLst>
          <pc:docMk/>
          <pc:sldMk cId="1904943760" sldId="1428"/>
        </pc:sldMkLst>
      </pc:sldChg>
      <pc:sldChg chg="add">
        <pc:chgData name="Sanmukh Kuppannagari" userId="ad215094-da36-4b66-9c79-369a17aea26b" providerId="ADAL" clId="{D5E25D0F-35C1-45CD-9B25-657D6CF8E654}" dt="2025-09-04T12:51:18.035" v="48"/>
        <pc:sldMkLst>
          <pc:docMk/>
          <pc:sldMk cId="133693675" sldId="1432"/>
        </pc:sldMkLst>
      </pc:sldChg>
      <pc:sldChg chg="modSp add mod">
        <pc:chgData name="Sanmukh Kuppannagari" userId="ad215094-da36-4b66-9c79-369a17aea26b" providerId="ADAL" clId="{D5E25D0F-35C1-45CD-9B25-657D6CF8E654}" dt="2025-09-04T12:53:56.672" v="86" actId="207"/>
        <pc:sldMkLst>
          <pc:docMk/>
          <pc:sldMk cId="3594595350" sldId="1433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435438658" sldId="1445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528700108" sldId="1446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448580318" sldId="1447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596653468" sldId="1448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880408666" sldId="1449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4060134973" sldId="1450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002584918" sldId="1452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66141272" sldId="1453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637042343" sldId="1454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077584720" sldId="1455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601611775" sldId="1456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432978893" sldId="1457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977200157" sldId="1458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026247998" sldId="1459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306065322" sldId="1460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428985795" sldId="1461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519324463" sldId="1462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373048709" sldId="1463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075436054" sldId="1464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872022406" sldId="1465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913176791" sldId="1469"/>
        </pc:sldMkLst>
      </pc:sldChg>
      <pc:sldChg chg="modSp add mod">
        <pc:chgData name="Sanmukh Kuppannagari" userId="ad215094-da36-4b66-9c79-369a17aea26b" providerId="ADAL" clId="{D5E25D0F-35C1-45CD-9B25-657D6CF8E654}" dt="2025-09-04T14:29:29.876" v="1353" actId="2057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D5E25D0F-35C1-45CD-9B25-657D6CF8E654}" dt="2025-09-04T14:29:46.372" v="1368" actId="14100"/>
        <pc:sldMkLst>
          <pc:docMk/>
          <pc:sldMk cId="2020050802" sldId="1471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84454124" sldId="1472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095382800" sldId="1473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702332589" sldId="1474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D5E25D0F-35C1-45CD-9B25-657D6CF8E654}" dt="2025-09-04T12:56:40.294" v="90" actId="207"/>
        <pc:sldMkLst>
          <pc:docMk/>
          <pc:sldMk cId="1153323968" sldId="1476"/>
        </pc:sldMkLst>
      </pc:sldChg>
      <pc:sldChg chg="delSp modSp add mod">
        <pc:chgData name="Sanmukh Kuppannagari" userId="ad215094-da36-4b66-9c79-369a17aea26b" providerId="ADAL" clId="{D5E25D0F-35C1-45CD-9B25-657D6CF8E654}" dt="2025-09-04T13:30:10.032" v="239" actId="478"/>
        <pc:sldMkLst>
          <pc:docMk/>
          <pc:sldMk cId="1074744528" sldId="1477"/>
        </pc:sldMkLst>
      </pc:sldChg>
      <pc:sldChg chg="modSp add mod">
        <pc:chgData name="Sanmukh Kuppannagari" userId="ad215094-da36-4b66-9c79-369a17aea26b" providerId="ADAL" clId="{D5E25D0F-35C1-45CD-9B25-657D6CF8E654}" dt="2025-09-04T13:30:45.382" v="270" actId="207"/>
        <pc:sldMkLst>
          <pc:docMk/>
          <pc:sldMk cId="3542375889" sldId="1478"/>
        </pc:sldMkLst>
      </pc:sldChg>
      <pc:sldChg chg="addSp modSp add mod">
        <pc:chgData name="Sanmukh Kuppannagari" userId="ad215094-da36-4b66-9c79-369a17aea26b" providerId="ADAL" clId="{D5E25D0F-35C1-45CD-9B25-657D6CF8E654}" dt="2025-09-04T13:38:53.458" v="274" actId="1076"/>
        <pc:sldMkLst>
          <pc:docMk/>
          <pc:sldMk cId="1212228027" sldId="1479"/>
        </pc:sldMkLst>
      </pc:sldChg>
      <pc:sldChg chg="addSp modSp add mod">
        <pc:chgData name="Sanmukh Kuppannagari" userId="ad215094-da36-4b66-9c79-369a17aea26b" providerId="ADAL" clId="{D5E25D0F-35C1-45CD-9B25-657D6CF8E654}" dt="2025-09-04T13:43:44.034" v="287" actId="207"/>
        <pc:sldMkLst>
          <pc:docMk/>
          <pc:sldMk cId="1464363143" sldId="1480"/>
        </pc:sldMkLst>
      </pc:sldChg>
      <pc:sldChg chg="addSp delSp modSp add mod">
        <pc:chgData name="Sanmukh Kuppannagari" userId="ad215094-da36-4b66-9c79-369a17aea26b" providerId="ADAL" clId="{D5E25D0F-35C1-45CD-9B25-657D6CF8E654}" dt="2025-09-04T13:48:18.402" v="400" actId="478"/>
        <pc:sldMkLst>
          <pc:docMk/>
          <pc:sldMk cId="4098051160" sldId="1481"/>
        </pc:sldMkLst>
      </pc:sldChg>
      <pc:sldChg chg="delSp modSp add mod">
        <pc:chgData name="Sanmukh Kuppannagari" userId="ad215094-da36-4b66-9c79-369a17aea26b" providerId="ADAL" clId="{D5E25D0F-35C1-45CD-9B25-657D6CF8E654}" dt="2025-09-04T13:49:14.796" v="407" actId="478"/>
        <pc:sldMkLst>
          <pc:docMk/>
          <pc:sldMk cId="1085705961" sldId="1482"/>
        </pc:sldMkLst>
      </pc:sldChg>
      <pc:sldChg chg="delSp modSp add mod">
        <pc:chgData name="Sanmukh Kuppannagari" userId="ad215094-da36-4b66-9c79-369a17aea26b" providerId="ADAL" clId="{D5E25D0F-35C1-45CD-9B25-657D6CF8E654}" dt="2025-09-04T13:49:55.043" v="414" actId="478"/>
        <pc:sldMkLst>
          <pc:docMk/>
          <pc:sldMk cId="3553304078" sldId="1483"/>
        </pc:sldMkLst>
      </pc:sldChg>
      <pc:sldChg chg="delSp modSp add mod">
        <pc:chgData name="Sanmukh Kuppannagari" userId="ad215094-da36-4b66-9c79-369a17aea26b" providerId="ADAL" clId="{D5E25D0F-35C1-45CD-9B25-657D6CF8E654}" dt="2025-09-04T13:55:13.850" v="415" actId="207"/>
        <pc:sldMkLst>
          <pc:docMk/>
          <pc:sldMk cId="3599459913" sldId="1484"/>
        </pc:sldMkLst>
      </pc:sldChg>
      <pc:sldChg chg="modSp add">
        <pc:chgData name="Sanmukh Kuppannagari" userId="ad215094-da36-4b66-9c79-369a17aea26b" providerId="ADAL" clId="{D5E25D0F-35C1-45CD-9B25-657D6CF8E654}" dt="2025-09-04T13:56:26.311" v="433" actId="20577"/>
        <pc:sldMkLst>
          <pc:docMk/>
          <pc:sldMk cId="2876298692" sldId="1485"/>
        </pc:sldMkLst>
      </pc:sldChg>
      <pc:sldChg chg="modSp add mod">
        <pc:chgData name="Sanmukh Kuppannagari" userId="ad215094-da36-4b66-9c79-369a17aea26b" providerId="ADAL" clId="{D5E25D0F-35C1-45CD-9B25-657D6CF8E654}" dt="2025-09-04T13:57:38.116" v="448" actId="207"/>
        <pc:sldMkLst>
          <pc:docMk/>
          <pc:sldMk cId="4022472247" sldId="1486"/>
        </pc:sldMkLst>
      </pc:sldChg>
      <pc:sldChg chg="add del">
        <pc:chgData name="Sanmukh Kuppannagari" userId="ad215094-da36-4b66-9c79-369a17aea26b" providerId="ADAL" clId="{D5E25D0F-35C1-45CD-9B25-657D6CF8E654}" dt="2025-09-04T14:05:04.129" v="547" actId="47"/>
        <pc:sldMkLst>
          <pc:docMk/>
          <pc:sldMk cId="3413993542" sldId="1487"/>
        </pc:sldMkLst>
      </pc:sldChg>
      <pc:sldChg chg="modSp add mod">
        <pc:chgData name="Sanmukh Kuppannagari" userId="ad215094-da36-4b66-9c79-369a17aea26b" providerId="ADAL" clId="{D5E25D0F-35C1-45CD-9B25-657D6CF8E654}" dt="2025-09-04T14:04:56.658" v="546" actId="207"/>
        <pc:sldMkLst>
          <pc:docMk/>
          <pc:sldMk cId="1727045602" sldId="1488"/>
        </pc:sldMkLst>
      </pc:sldChg>
      <pc:sldChg chg="modSp new mod">
        <pc:chgData name="Sanmukh Kuppannagari" userId="ad215094-da36-4b66-9c79-369a17aea26b" providerId="ADAL" clId="{D5E25D0F-35C1-45CD-9B25-657D6CF8E654}" dt="2025-09-04T14:12:57.758" v="889" actId="20577"/>
        <pc:sldMkLst>
          <pc:docMk/>
          <pc:sldMk cId="1826709794" sldId="1489"/>
        </pc:sldMkLst>
      </pc:sldChg>
      <pc:sldChg chg="modSp new mod">
        <pc:chgData name="Sanmukh Kuppannagari" userId="ad215094-da36-4b66-9c79-369a17aea26b" providerId="ADAL" clId="{D5E25D0F-35C1-45CD-9B25-657D6CF8E654}" dt="2025-09-04T14:21:03.270" v="1352" actId="313"/>
        <pc:sldMkLst>
          <pc:docMk/>
          <pc:sldMk cId="1631647593" sldId="1490"/>
        </pc:sldMkLst>
      </pc:sldChg>
      <pc:sldChg chg="modSp new mod">
        <pc:chgData name="Sanmukh Kuppannagari" userId="ad215094-da36-4b66-9c79-369a17aea26b" providerId="ADAL" clId="{D5E25D0F-35C1-45CD-9B25-657D6CF8E654}" dt="2025-09-04T14:33:06.038" v="1748" actId="20577"/>
        <pc:sldMkLst>
          <pc:docMk/>
          <pc:sldMk cId="1645953309" sldId="149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S=0.05</c:v>
          </c:tx>
          <c:marker>
            <c:symbol val="none"/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1.9047619047619047</c:v>
                </c:pt>
                <c:pt idx="2">
                  <c:v>3.4782608695652177</c:v>
                </c:pt>
                <c:pt idx="3">
                  <c:v>5.9259259259259256</c:v>
                </c:pt>
                <c:pt idx="4">
                  <c:v>9.1428571428571423</c:v>
                </c:pt>
                <c:pt idx="5">
                  <c:v>12.549019607843139</c:v>
                </c:pt>
                <c:pt idx="6">
                  <c:v>15.42168674698795</c:v>
                </c:pt>
                <c:pt idx="7">
                  <c:v>17.414965986394556</c:v>
                </c:pt>
                <c:pt idx="8">
                  <c:v>18.618181818181817</c:v>
                </c:pt>
                <c:pt idx="9">
                  <c:v>19.284369114877588</c:v>
                </c:pt>
                <c:pt idx="10">
                  <c:v>19.635666347075741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D57-4F4E-A9BE-E6EBE344403B}"/>
            </c:ext>
          </c:extLst>
        </c:ser>
        <c:ser>
          <c:idx val="1"/>
          <c:order val="1"/>
          <c:tx>
            <c:v>S=0.1</c:v>
          </c:tx>
          <c:marker>
            <c:symbol val="none"/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xVal>
          <c:yVal>
            <c:numRef>
              <c:f>Sheet1!$C$2:$C$12</c:f>
              <c:numCache>
                <c:formatCode>General</c:formatCode>
                <c:ptCount val="11"/>
                <c:pt idx="0">
                  <c:v>1</c:v>
                </c:pt>
                <c:pt idx="1">
                  <c:v>1.8181818181818181</c:v>
                </c:pt>
                <c:pt idx="2">
                  <c:v>3.0769230769230766</c:v>
                </c:pt>
                <c:pt idx="3">
                  <c:v>4.7058823529411757</c:v>
                </c:pt>
                <c:pt idx="4">
                  <c:v>6.4</c:v>
                </c:pt>
                <c:pt idx="5">
                  <c:v>7.8048780487804867</c:v>
                </c:pt>
                <c:pt idx="6">
                  <c:v>8.7671232876712324</c:v>
                </c:pt>
                <c:pt idx="7">
                  <c:v>9.3430656934306562</c:v>
                </c:pt>
                <c:pt idx="8">
                  <c:v>9.6603773584905657</c:v>
                </c:pt>
                <c:pt idx="9">
                  <c:v>9.8272552783109397</c:v>
                </c:pt>
                <c:pt idx="10">
                  <c:v>9.9128751210067758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D57-4F4E-A9BE-E6EBE344403B}"/>
            </c:ext>
          </c:extLst>
        </c:ser>
        <c:ser>
          <c:idx val="2"/>
          <c:order val="2"/>
          <c:tx>
            <c:v>S=0.5</c:v>
          </c:tx>
          <c:marker>
            <c:symbol val="none"/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xVal>
          <c:yVal>
            <c:numRef>
              <c:f>Sheet1!$D$2:$D$12</c:f>
              <c:numCache>
                <c:formatCode>General</c:formatCode>
                <c:ptCount val="11"/>
                <c:pt idx="0">
                  <c:v>1</c:v>
                </c:pt>
                <c:pt idx="1">
                  <c:v>1.3333333333333333</c:v>
                </c:pt>
                <c:pt idx="2">
                  <c:v>1.6</c:v>
                </c:pt>
                <c:pt idx="3">
                  <c:v>1.7777777777777777</c:v>
                </c:pt>
                <c:pt idx="4">
                  <c:v>1.8823529411764706</c:v>
                </c:pt>
                <c:pt idx="5">
                  <c:v>1.9393939393939394</c:v>
                </c:pt>
                <c:pt idx="6">
                  <c:v>1.9692307692307693</c:v>
                </c:pt>
                <c:pt idx="7">
                  <c:v>1.9844961240310077</c:v>
                </c:pt>
                <c:pt idx="8">
                  <c:v>1.9922178988326849</c:v>
                </c:pt>
                <c:pt idx="9">
                  <c:v>1.996101364522417</c:v>
                </c:pt>
                <c:pt idx="10">
                  <c:v>1.9980487804878049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BD57-4F4E-A9BE-E6EBE344403B}"/>
            </c:ext>
          </c:extLst>
        </c:ser>
        <c:ser>
          <c:idx val="3"/>
          <c:order val="3"/>
          <c:tx>
            <c:v>S=0.75</c:v>
          </c:tx>
          <c:marker>
            <c:symbol val="none"/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xVal>
          <c:yVal>
            <c:numRef>
              <c:f>Sheet1!$E$2:$E$12</c:f>
              <c:numCache>
                <c:formatCode>General</c:formatCode>
                <c:ptCount val="11"/>
                <c:pt idx="0">
                  <c:v>1</c:v>
                </c:pt>
                <c:pt idx="1">
                  <c:v>1.1428571428571428</c:v>
                </c:pt>
                <c:pt idx="2">
                  <c:v>1.2307692307692308</c:v>
                </c:pt>
                <c:pt idx="3">
                  <c:v>1.28</c:v>
                </c:pt>
                <c:pt idx="4">
                  <c:v>1.3061224489795917</c:v>
                </c:pt>
                <c:pt idx="5">
                  <c:v>1.3195876288659794</c:v>
                </c:pt>
                <c:pt idx="6">
                  <c:v>1.3264248704663213</c:v>
                </c:pt>
                <c:pt idx="7">
                  <c:v>1.3298701298701299</c:v>
                </c:pt>
                <c:pt idx="8">
                  <c:v>1.3315994798439532</c:v>
                </c:pt>
                <c:pt idx="9">
                  <c:v>1.332465842550423</c:v>
                </c:pt>
                <c:pt idx="10">
                  <c:v>1.3328994467946631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BD57-4F4E-A9BE-E6EBE34440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635904"/>
        <c:axId val="51636480"/>
      </c:scatterChart>
      <c:valAx>
        <c:axId val="51635904"/>
        <c:scaling>
          <c:orientation val="minMax"/>
          <c:max val="1024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1636480"/>
        <c:crosses val="autoZero"/>
        <c:crossBetween val="midCat"/>
        <c:majorUnit val="100"/>
        <c:minorUnit val="50"/>
      </c:valAx>
      <c:valAx>
        <c:axId val="51636480"/>
        <c:scaling>
          <c:orientation val="minMax"/>
        </c:scaling>
        <c:delete val="0"/>
        <c:axPos val="l"/>
        <c:majorGridlines>
          <c:spPr>
            <a:ln>
              <a:solidFill>
                <a:schemeClr val="bg2">
                  <a:lumMod val="10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1635904"/>
        <c:crosses val="autoZero"/>
        <c:crossBetween val="midCat"/>
      </c:valAx>
    </c:plotArea>
    <c:legend>
      <c:legendPos val="r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>
          <a:solidFill>
            <a:schemeClr val="bg2">
              <a:lumMod val="10000"/>
            </a:schemeClr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S'=0.0</c:v>
          </c:tx>
          <c:marker>
            <c:symbol val="none"/>
          </c:marker>
          <c:xVal>
            <c:numRef>
              <c:f>Sheet1!$A$15:$A$25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xVal>
          <c:yVal>
            <c:numRef>
              <c:f>Sheet1!$B$15:$B$25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08F-4B91-8431-56178854260C}"/>
            </c:ext>
          </c:extLst>
        </c:ser>
        <c:ser>
          <c:idx val="1"/>
          <c:order val="1"/>
          <c:tx>
            <c:v>S'=0.1</c:v>
          </c:tx>
          <c:marker>
            <c:symbol val="none"/>
          </c:marker>
          <c:xVal>
            <c:numRef>
              <c:f>Sheet1!$A$15:$A$25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xVal>
          <c:yVal>
            <c:numRef>
              <c:f>Sheet1!$C$15:$C$25</c:f>
              <c:numCache>
                <c:formatCode>General</c:formatCode>
                <c:ptCount val="11"/>
                <c:pt idx="0">
                  <c:v>1</c:v>
                </c:pt>
                <c:pt idx="1">
                  <c:v>1.9000000000000001</c:v>
                </c:pt>
                <c:pt idx="2">
                  <c:v>3.7</c:v>
                </c:pt>
                <c:pt idx="3">
                  <c:v>7.3</c:v>
                </c:pt>
                <c:pt idx="4">
                  <c:v>14.5</c:v>
                </c:pt>
                <c:pt idx="5">
                  <c:v>28.900000000000002</c:v>
                </c:pt>
                <c:pt idx="6">
                  <c:v>57.7</c:v>
                </c:pt>
                <c:pt idx="7">
                  <c:v>115.3</c:v>
                </c:pt>
                <c:pt idx="8">
                  <c:v>230.5</c:v>
                </c:pt>
                <c:pt idx="9">
                  <c:v>460.90000000000003</c:v>
                </c:pt>
                <c:pt idx="10">
                  <c:v>921.7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08F-4B91-8431-56178854260C}"/>
            </c:ext>
          </c:extLst>
        </c:ser>
        <c:ser>
          <c:idx val="2"/>
          <c:order val="2"/>
          <c:tx>
            <c:v>S'=0.5</c:v>
          </c:tx>
          <c:marker>
            <c:symbol val="none"/>
          </c:marker>
          <c:xVal>
            <c:numRef>
              <c:f>Sheet1!$A$15:$A$25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xVal>
          <c:yVal>
            <c:numRef>
              <c:f>Sheet1!$D$15:$D$25</c:f>
              <c:numCache>
                <c:formatCode>General</c:formatCode>
                <c:ptCount val="11"/>
                <c:pt idx="0">
                  <c:v>1</c:v>
                </c:pt>
                <c:pt idx="1">
                  <c:v>1.5</c:v>
                </c:pt>
                <c:pt idx="2">
                  <c:v>2.5</c:v>
                </c:pt>
                <c:pt idx="3">
                  <c:v>4.5</c:v>
                </c:pt>
                <c:pt idx="4">
                  <c:v>8.5</c:v>
                </c:pt>
                <c:pt idx="5">
                  <c:v>16.5</c:v>
                </c:pt>
                <c:pt idx="6">
                  <c:v>32.5</c:v>
                </c:pt>
                <c:pt idx="7">
                  <c:v>64.5</c:v>
                </c:pt>
                <c:pt idx="8">
                  <c:v>128.5</c:v>
                </c:pt>
                <c:pt idx="9">
                  <c:v>256.5</c:v>
                </c:pt>
                <c:pt idx="10">
                  <c:v>512.5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308F-4B91-8431-5617885426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638784"/>
        <c:axId val="51109184"/>
      </c:scatterChart>
      <c:valAx>
        <c:axId val="51638784"/>
        <c:scaling>
          <c:orientation val="minMax"/>
          <c:max val="1024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1109184"/>
        <c:crosses val="autoZero"/>
        <c:crossBetween val="midCat"/>
        <c:majorUnit val="256"/>
      </c:valAx>
      <c:valAx>
        <c:axId val="51109184"/>
        <c:scaling>
          <c:orientation val="minMax"/>
          <c:max val="1280"/>
        </c:scaling>
        <c:delete val="0"/>
        <c:axPos val="l"/>
        <c:majorGridlines>
          <c:spPr>
            <a:ln>
              <a:solidFill>
                <a:schemeClr val="tx1">
                  <a:lumMod val="50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1638784"/>
        <c:crosses val="autoZero"/>
        <c:crossBetween val="midCat"/>
        <c:majorUnit val="256"/>
      </c:valAx>
    </c:plotArea>
    <c:legend>
      <c:legendPos val="r"/>
      <c:layout>
        <c:manualLayout>
          <c:xMode val="edge"/>
          <c:yMode val="edge"/>
          <c:x val="0.85478660700911147"/>
          <c:y val="0.1506271344578575"/>
          <c:w val="0.1328064451000697"/>
          <c:h val="0.4998209156899262"/>
        </c:manualLayout>
      </c:layout>
      <c:overlay val="0"/>
      <c:txPr>
        <a:bodyPr/>
        <a:lstStyle/>
        <a:p>
          <a:pPr>
            <a:defRPr sz="14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>
          <a:solidFill>
            <a:schemeClr val="bg2">
              <a:lumMod val="10000"/>
            </a:schemeClr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hpc-wiki.info</a:t>
            </a:r>
            <a:r>
              <a:rPr lang="en-US" dirty="0"/>
              <a:t>/</a:t>
            </a:r>
            <a:r>
              <a:rPr lang="en-US" dirty="0" err="1"/>
              <a:t>hpc</a:t>
            </a:r>
            <a:r>
              <a:rPr lang="en-US" dirty="0"/>
              <a:t>/</a:t>
            </a:r>
            <a:r>
              <a:rPr lang="en-US" dirty="0" err="1"/>
              <a:t>Scaling_tests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97EBC63-0C6F-0546-B082-2721BA22FA3D}" type="slidenum">
              <a:rPr lang="en-US" smtClean="0"/>
              <a:pPr>
                <a:defRPr/>
              </a:pPr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22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43EFF2-D0A8-44DC-87DC-37A85BF5F408}" type="slidenum">
              <a:rPr lang="en-US" smtClean="0"/>
              <a:pPr>
                <a:defRPr/>
              </a:pPr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82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9926-1E48-441B-9B7A-5850061CF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7986" y="63740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fld id="{768403BB-35EA-4024-B38F-4B7F815A1C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6755FE4-B6B5-394A-B8D4-9228D31048B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3866" y="940672"/>
            <a:ext cx="10406213" cy="502561"/>
          </a:xfrm>
        </p:spPr>
        <p:txBody>
          <a:bodyPr/>
          <a:lstStyle>
            <a:lvl1pPr marL="0" indent="0" algn="ctr">
              <a:buNone/>
              <a:defRPr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C261D9-2424-244A-B686-C0FA90AA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4" y="96529"/>
            <a:ext cx="10406214" cy="9931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010E23B-0DAF-9C4A-8B0B-1C3A9911B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3" y="1443233"/>
            <a:ext cx="11234060" cy="4638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7777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3" Type="http://schemas.openxmlformats.org/officeDocument/2006/relationships/image" Target="../media/image38.png"/><Relationship Id="rId7" Type="http://schemas.openxmlformats.org/officeDocument/2006/relationships/image" Target="../media/image22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5" Type="http://schemas.openxmlformats.org/officeDocument/2006/relationships/image" Target="../media/image52.png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60.png"/><Relationship Id="rId7" Type="http://schemas.openxmlformats.org/officeDocument/2006/relationships/image" Target="../media/image14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0.png"/><Relationship Id="rId5" Type="http://schemas.openxmlformats.org/officeDocument/2006/relationships/image" Target="../media/image1210.png"/><Relationship Id="rId4" Type="http://schemas.openxmlformats.org/officeDocument/2006/relationships/image" Target="../media/image110.png"/><Relationship Id="rId9" Type="http://schemas.openxmlformats.org/officeDocument/2006/relationships/image" Target="../media/image1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image" Target="../media/image311.png"/><Relationship Id="rId7" Type="http://schemas.openxmlformats.org/officeDocument/2006/relationships/image" Target="../media/image221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5" Type="http://schemas.openxmlformats.org/officeDocument/2006/relationships/image" Target="../media/image511.png"/><Relationship Id="rId4" Type="http://schemas.openxmlformats.org/officeDocument/2006/relationships/image" Target="../media/image4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cs.washington.edu/courses/cse332/21sp/lectures/19-ParallelPrefix.pdf" TargetMode="External"/><Relationship Id="rId2" Type="http://schemas.openxmlformats.org/officeDocument/2006/relationships/hyperlink" Target="https://developer.nvidia.com/gpugems/gpugems3/part-vi-gpu-computing/chapter-39-parallel-prefix-sum-scan-cud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201.png"/><Relationship Id="rId18" Type="http://schemas.openxmlformats.org/officeDocument/2006/relationships/image" Target="../media/image25.png"/><Relationship Id="rId3" Type="http://schemas.openxmlformats.org/officeDocument/2006/relationships/image" Target="../media/image100.png"/><Relationship Id="rId7" Type="http://schemas.openxmlformats.org/officeDocument/2006/relationships/image" Target="../media/image142.png"/><Relationship Id="rId12" Type="http://schemas.openxmlformats.org/officeDocument/2006/relationships/image" Target="../media/image190.png"/><Relationship Id="rId17" Type="http://schemas.openxmlformats.org/officeDocument/2006/relationships/image" Target="../media/image24.png"/><Relationship Id="rId2" Type="http://schemas.openxmlformats.org/officeDocument/2006/relationships/image" Target="../media/image90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11" Type="http://schemas.openxmlformats.org/officeDocument/2006/relationships/image" Target="../media/image181.png"/><Relationship Id="rId5" Type="http://schemas.openxmlformats.org/officeDocument/2006/relationships/image" Target="../media/image121.png"/><Relationship Id="rId15" Type="http://schemas.openxmlformats.org/officeDocument/2006/relationships/image" Target="../media/image22.png"/><Relationship Id="rId10" Type="http://schemas.openxmlformats.org/officeDocument/2006/relationships/image" Target="../media/image21.png"/><Relationship Id="rId4" Type="http://schemas.openxmlformats.org/officeDocument/2006/relationships/image" Target="../media/image112.png"/><Relationship Id="rId9" Type="http://schemas.openxmlformats.org/officeDocument/2006/relationships/image" Target="../media/image162.png"/><Relationship Id="rId14" Type="http://schemas.openxmlformats.org/officeDocument/2006/relationships/image" Target="../media/image21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00.png"/><Relationship Id="rId18" Type="http://schemas.openxmlformats.org/officeDocument/2006/relationships/image" Target="../media/image153.png"/><Relationship Id="rId3" Type="http://schemas.openxmlformats.org/officeDocument/2006/relationships/image" Target="../media/image181.png"/><Relationship Id="rId7" Type="http://schemas.openxmlformats.org/officeDocument/2006/relationships/image" Target="../media/image22.png"/><Relationship Id="rId12" Type="http://schemas.openxmlformats.org/officeDocument/2006/relationships/image" Target="../media/image90.png"/><Relationship Id="rId17" Type="http://schemas.openxmlformats.org/officeDocument/2006/relationships/image" Target="../media/image142.png"/><Relationship Id="rId2" Type="http://schemas.openxmlformats.org/officeDocument/2006/relationships/image" Target="../media/image26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.png"/><Relationship Id="rId11" Type="http://schemas.openxmlformats.org/officeDocument/2006/relationships/image" Target="../media/image27.png"/><Relationship Id="rId5" Type="http://schemas.openxmlformats.org/officeDocument/2006/relationships/image" Target="../media/image201.png"/><Relationship Id="rId15" Type="http://schemas.openxmlformats.org/officeDocument/2006/relationships/image" Target="../media/image121.png"/><Relationship Id="rId10" Type="http://schemas.openxmlformats.org/officeDocument/2006/relationships/image" Target="../media/image25.png"/><Relationship Id="rId19" Type="http://schemas.openxmlformats.org/officeDocument/2006/relationships/image" Target="../media/image162.png"/><Relationship Id="rId4" Type="http://schemas.openxmlformats.org/officeDocument/2006/relationships/image" Target="../media/image190.png"/><Relationship Id="rId9" Type="http://schemas.openxmlformats.org/officeDocument/2006/relationships/image" Target="../media/image24.png"/><Relationship Id="rId14" Type="http://schemas.openxmlformats.org/officeDocument/2006/relationships/image" Target="../media/image11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100.png"/><Relationship Id="rId18" Type="http://schemas.openxmlformats.org/officeDocument/2006/relationships/image" Target="../media/image153.png"/><Relationship Id="rId3" Type="http://schemas.openxmlformats.org/officeDocument/2006/relationships/image" Target="../media/image181.png"/><Relationship Id="rId7" Type="http://schemas.openxmlformats.org/officeDocument/2006/relationships/image" Target="../media/image22.png"/><Relationship Id="rId12" Type="http://schemas.openxmlformats.org/officeDocument/2006/relationships/image" Target="../media/image90.png"/><Relationship Id="rId17" Type="http://schemas.openxmlformats.org/officeDocument/2006/relationships/image" Target="../media/image142.png"/><Relationship Id="rId2" Type="http://schemas.openxmlformats.org/officeDocument/2006/relationships/image" Target="../media/image26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2.png"/><Relationship Id="rId5" Type="http://schemas.openxmlformats.org/officeDocument/2006/relationships/image" Target="../media/image201.png"/><Relationship Id="rId15" Type="http://schemas.openxmlformats.org/officeDocument/2006/relationships/image" Target="../media/image121.png"/><Relationship Id="rId10" Type="http://schemas.openxmlformats.org/officeDocument/2006/relationships/image" Target="../media/image31.png"/><Relationship Id="rId19" Type="http://schemas.openxmlformats.org/officeDocument/2006/relationships/image" Target="../media/image162.png"/><Relationship Id="rId4" Type="http://schemas.openxmlformats.org/officeDocument/2006/relationships/image" Target="../media/image28.png"/><Relationship Id="rId9" Type="http://schemas.openxmlformats.org/officeDocument/2006/relationships/image" Target="../media/image24.png"/><Relationship Id="rId14" Type="http://schemas.openxmlformats.org/officeDocument/2006/relationships/image" Target="../media/image11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100.png"/><Relationship Id="rId18" Type="http://schemas.openxmlformats.org/officeDocument/2006/relationships/image" Target="../media/image153.png"/><Relationship Id="rId3" Type="http://schemas.openxmlformats.org/officeDocument/2006/relationships/image" Target="../media/image181.png"/><Relationship Id="rId7" Type="http://schemas.openxmlformats.org/officeDocument/2006/relationships/image" Target="../media/image22.png"/><Relationship Id="rId12" Type="http://schemas.openxmlformats.org/officeDocument/2006/relationships/image" Target="../media/image90.png"/><Relationship Id="rId17" Type="http://schemas.openxmlformats.org/officeDocument/2006/relationships/image" Target="../media/image142.png"/><Relationship Id="rId2" Type="http://schemas.openxmlformats.org/officeDocument/2006/relationships/image" Target="../media/image33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01.png"/><Relationship Id="rId15" Type="http://schemas.openxmlformats.org/officeDocument/2006/relationships/image" Target="../media/image121.png"/><Relationship Id="rId10" Type="http://schemas.openxmlformats.org/officeDocument/2006/relationships/image" Target="../media/image31.png"/><Relationship Id="rId19" Type="http://schemas.openxmlformats.org/officeDocument/2006/relationships/image" Target="../media/image162.png"/><Relationship Id="rId4" Type="http://schemas.openxmlformats.org/officeDocument/2006/relationships/image" Target="../media/image28.png"/><Relationship Id="rId9" Type="http://schemas.openxmlformats.org/officeDocument/2006/relationships/image" Target="../media/image24.png"/><Relationship Id="rId14" Type="http://schemas.openxmlformats.org/officeDocument/2006/relationships/image" Target="../media/image11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153.png"/><Relationship Id="rId3" Type="http://schemas.openxmlformats.org/officeDocument/2006/relationships/image" Target="../media/image181.png"/><Relationship Id="rId7" Type="http://schemas.openxmlformats.org/officeDocument/2006/relationships/image" Target="../media/image22.png"/><Relationship Id="rId12" Type="http://schemas.openxmlformats.org/officeDocument/2006/relationships/image" Target="../media/image90.png"/><Relationship Id="rId17" Type="http://schemas.openxmlformats.org/officeDocument/2006/relationships/image" Target="../media/image37.png"/><Relationship Id="rId2" Type="http://schemas.openxmlformats.org/officeDocument/2006/relationships/image" Target="../media/image33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01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380.png"/><Relationship Id="rId4" Type="http://schemas.openxmlformats.org/officeDocument/2006/relationships/image" Target="../media/image28.png"/><Relationship Id="rId9" Type="http://schemas.openxmlformats.org/officeDocument/2006/relationships/image" Target="../media/image24.png"/><Relationship Id="rId14" Type="http://schemas.openxmlformats.org/officeDocument/2006/relationships/image" Target="../media/image112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03.png"/><Relationship Id="rId18" Type="http://schemas.openxmlformats.org/officeDocument/2006/relationships/image" Target="../media/image153.png"/><Relationship Id="rId3" Type="http://schemas.openxmlformats.org/officeDocument/2006/relationships/image" Target="../media/image181.png"/><Relationship Id="rId7" Type="http://schemas.openxmlformats.org/officeDocument/2006/relationships/image" Target="../media/image22.png"/><Relationship Id="rId12" Type="http://schemas.openxmlformats.org/officeDocument/2006/relationships/image" Target="../media/image90.png"/><Relationship Id="rId17" Type="http://schemas.openxmlformats.org/officeDocument/2006/relationships/image" Target="../media/image422.png"/><Relationship Id="rId2" Type="http://schemas.openxmlformats.org/officeDocument/2006/relationships/image" Target="../media/image26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.png"/><Relationship Id="rId11" Type="http://schemas.openxmlformats.org/officeDocument/2006/relationships/image" Target="../media/image392.png"/><Relationship Id="rId5" Type="http://schemas.openxmlformats.org/officeDocument/2006/relationships/image" Target="../media/image201.png"/><Relationship Id="rId15" Type="http://schemas.openxmlformats.org/officeDocument/2006/relationships/image" Target="../media/image413.png"/><Relationship Id="rId10" Type="http://schemas.openxmlformats.org/officeDocument/2006/relationships/image" Target="../media/image25.png"/><Relationship Id="rId19" Type="http://schemas.openxmlformats.org/officeDocument/2006/relationships/image" Target="../media/image432.png"/><Relationship Id="rId4" Type="http://schemas.openxmlformats.org/officeDocument/2006/relationships/image" Target="../media/image190.png"/><Relationship Id="rId9" Type="http://schemas.openxmlformats.org/officeDocument/2006/relationships/image" Target="../media/image24.png"/><Relationship Id="rId14" Type="http://schemas.openxmlformats.org/officeDocument/2006/relationships/image" Target="../media/image112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03.png"/><Relationship Id="rId18" Type="http://schemas.openxmlformats.org/officeDocument/2006/relationships/image" Target="../media/image153.png"/><Relationship Id="rId3" Type="http://schemas.openxmlformats.org/officeDocument/2006/relationships/image" Target="../media/image181.png"/><Relationship Id="rId7" Type="http://schemas.openxmlformats.org/officeDocument/2006/relationships/image" Target="../media/image22.png"/><Relationship Id="rId12" Type="http://schemas.openxmlformats.org/officeDocument/2006/relationships/image" Target="../media/image90.png"/><Relationship Id="rId17" Type="http://schemas.openxmlformats.org/officeDocument/2006/relationships/image" Target="../media/image422.png"/><Relationship Id="rId2" Type="http://schemas.openxmlformats.org/officeDocument/2006/relationships/image" Target="../media/image26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442.png"/><Relationship Id="rId5" Type="http://schemas.openxmlformats.org/officeDocument/2006/relationships/image" Target="../media/image201.png"/><Relationship Id="rId15" Type="http://schemas.openxmlformats.org/officeDocument/2006/relationships/image" Target="../media/image413.png"/><Relationship Id="rId10" Type="http://schemas.openxmlformats.org/officeDocument/2006/relationships/image" Target="../media/image31.png"/><Relationship Id="rId19" Type="http://schemas.openxmlformats.org/officeDocument/2006/relationships/image" Target="../media/image432.png"/><Relationship Id="rId4" Type="http://schemas.openxmlformats.org/officeDocument/2006/relationships/image" Target="../media/image190.png"/><Relationship Id="rId9" Type="http://schemas.openxmlformats.org/officeDocument/2006/relationships/image" Target="../media/image24.png"/><Relationship Id="rId14" Type="http://schemas.openxmlformats.org/officeDocument/2006/relationships/image" Target="../media/image112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03.png"/><Relationship Id="rId18" Type="http://schemas.openxmlformats.org/officeDocument/2006/relationships/image" Target="../media/image153.png"/><Relationship Id="rId3" Type="http://schemas.openxmlformats.org/officeDocument/2006/relationships/image" Target="../media/image181.png"/><Relationship Id="rId7" Type="http://schemas.openxmlformats.org/officeDocument/2006/relationships/image" Target="../media/image22.png"/><Relationship Id="rId12" Type="http://schemas.openxmlformats.org/officeDocument/2006/relationships/image" Target="../media/image90.png"/><Relationship Id="rId17" Type="http://schemas.openxmlformats.org/officeDocument/2006/relationships/image" Target="../media/image422.png"/><Relationship Id="rId2" Type="http://schemas.openxmlformats.org/officeDocument/2006/relationships/image" Target="../media/image33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452.png"/><Relationship Id="rId5" Type="http://schemas.openxmlformats.org/officeDocument/2006/relationships/image" Target="../media/image201.png"/><Relationship Id="rId15" Type="http://schemas.openxmlformats.org/officeDocument/2006/relationships/image" Target="../media/image413.png"/><Relationship Id="rId10" Type="http://schemas.openxmlformats.org/officeDocument/2006/relationships/image" Target="../media/image31.png"/><Relationship Id="rId19" Type="http://schemas.openxmlformats.org/officeDocument/2006/relationships/image" Target="../media/image432.png"/><Relationship Id="rId4" Type="http://schemas.openxmlformats.org/officeDocument/2006/relationships/image" Target="../media/image190.png"/><Relationship Id="rId9" Type="http://schemas.openxmlformats.org/officeDocument/2006/relationships/image" Target="../media/image24.png"/><Relationship Id="rId14" Type="http://schemas.openxmlformats.org/officeDocument/2006/relationships/image" Target="../media/image112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03.png"/><Relationship Id="rId18" Type="http://schemas.openxmlformats.org/officeDocument/2006/relationships/image" Target="../media/image153.png"/><Relationship Id="rId3" Type="http://schemas.openxmlformats.org/officeDocument/2006/relationships/image" Target="../media/image181.png"/><Relationship Id="rId7" Type="http://schemas.openxmlformats.org/officeDocument/2006/relationships/image" Target="../media/image22.png"/><Relationship Id="rId12" Type="http://schemas.openxmlformats.org/officeDocument/2006/relationships/image" Target="../media/image90.png"/><Relationship Id="rId17" Type="http://schemas.openxmlformats.org/officeDocument/2006/relationships/image" Target="../media/image422.png"/><Relationship Id="rId2" Type="http://schemas.openxmlformats.org/officeDocument/2006/relationships/image" Target="../media/image33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452.png"/><Relationship Id="rId5" Type="http://schemas.openxmlformats.org/officeDocument/2006/relationships/image" Target="../media/image201.png"/><Relationship Id="rId15" Type="http://schemas.openxmlformats.org/officeDocument/2006/relationships/image" Target="../media/image461.png"/><Relationship Id="rId10" Type="http://schemas.openxmlformats.org/officeDocument/2006/relationships/image" Target="../media/image31.png"/><Relationship Id="rId19" Type="http://schemas.openxmlformats.org/officeDocument/2006/relationships/image" Target="../media/image471.png"/><Relationship Id="rId4" Type="http://schemas.openxmlformats.org/officeDocument/2006/relationships/image" Target="../media/image190.png"/><Relationship Id="rId9" Type="http://schemas.openxmlformats.org/officeDocument/2006/relationships/image" Target="../media/image24.png"/><Relationship Id="rId14" Type="http://schemas.openxmlformats.org/officeDocument/2006/relationships/image" Target="../media/image112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03.png"/><Relationship Id="rId18" Type="http://schemas.openxmlformats.org/officeDocument/2006/relationships/image" Target="../media/image153.png"/><Relationship Id="rId3" Type="http://schemas.openxmlformats.org/officeDocument/2006/relationships/image" Target="../media/image181.png"/><Relationship Id="rId7" Type="http://schemas.openxmlformats.org/officeDocument/2006/relationships/image" Target="../media/image22.png"/><Relationship Id="rId12" Type="http://schemas.openxmlformats.org/officeDocument/2006/relationships/image" Target="../media/image90.png"/><Relationship Id="rId17" Type="http://schemas.openxmlformats.org/officeDocument/2006/relationships/image" Target="../media/image422.png"/><Relationship Id="rId2" Type="http://schemas.openxmlformats.org/officeDocument/2006/relationships/image" Target="../media/image26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.png"/><Relationship Id="rId11" Type="http://schemas.openxmlformats.org/officeDocument/2006/relationships/image" Target="../media/image481.png"/><Relationship Id="rId5" Type="http://schemas.openxmlformats.org/officeDocument/2006/relationships/image" Target="../media/image201.png"/><Relationship Id="rId15" Type="http://schemas.openxmlformats.org/officeDocument/2006/relationships/image" Target="../media/image491.png"/><Relationship Id="rId10" Type="http://schemas.openxmlformats.org/officeDocument/2006/relationships/image" Target="../media/image25.png"/><Relationship Id="rId19" Type="http://schemas.openxmlformats.org/officeDocument/2006/relationships/image" Target="../media/image501.png"/><Relationship Id="rId4" Type="http://schemas.openxmlformats.org/officeDocument/2006/relationships/image" Target="../media/image190.png"/><Relationship Id="rId9" Type="http://schemas.openxmlformats.org/officeDocument/2006/relationships/image" Target="../media/image24.png"/><Relationship Id="rId14" Type="http://schemas.openxmlformats.org/officeDocument/2006/relationships/image" Target="../media/image112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03.png"/><Relationship Id="rId18" Type="http://schemas.openxmlformats.org/officeDocument/2006/relationships/image" Target="../media/image153.png"/><Relationship Id="rId3" Type="http://schemas.openxmlformats.org/officeDocument/2006/relationships/image" Target="../media/image181.png"/><Relationship Id="rId7" Type="http://schemas.openxmlformats.org/officeDocument/2006/relationships/image" Target="../media/image22.png"/><Relationship Id="rId12" Type="http://schemas.openxmlformats.org/officeDocument/2006/relationships/image" Target="../media/image90.png"/><Relationship Id="rId17" Type="http://schemas.openxmlformats.org/officeDocument/2006/relationships/image" Target="../media/image422.png"/><Relationship Id="rId2" Type="http://schemas.openxmlformats.org/officeDocument/2006/relationships/image" Target="../media/image26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.png"/><Relationship Id="rId11" Type="http://schemas.openxmlformats.org/officeDocument/2006/relationships/image" Target="../media/image514.png"/><Relationship Id="rId5" Type="http://schemas.openxmlformats.org/officeDocument/2006/relationships/image" Target="../media/image201.png"/><Relationship Id="rId15" Type="http://schemas.openxmlformats.org/officeDocument/2006/relationships/image" Target="../media/image491.png"/><Relationship Id="rId10" Type="http://schemas.openxmlformats.org/officeDocument/2006/relationships/image" Target="../media/image31.png"/><Relationship Id="rId19" Type="http://schemas.openxmlformats.org/officeDocument/2006/relationships/image" Target="../media/image501.png"/><Relationship Id="rId4" Type="http://schemas.openxmlformats.org/officeDocument/2006/relationships/image" Target="../media/image190.png"/><Relationship Id="rId9" Type="http://schemas.openxmlformats.org/officeDocument/2006/relationships/image" Target="../media/image24.png"/><Relationship Id="rId14" Type="http://schemas.openxmlformats.org/officeDocument/2006/relationships/image" Target="../media/image112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03.png"/><Relationship Id="rId18" Type="http://schemas.openxmlformats.org/officeDocument/2006/relationships/image" Target="../media/image153.png"/><Relationship Id="rId3" Type="http://schemas.openxmlformats.org/officeDocument/2006/relationships/image" Target="../media/image181.png"/><Relationship Id="rId7" Type="http://schemas.openxmlformats.org/officeDocument/2006/relationships/image" Target="../media/image22.png"/><Relationship Id="rId12" Type="http://schemas.openxmlformats.org/officeDocument/2006/relationships/image" Target="../media/image90.png"/><Relationship Id="rId17" Type="http://schemas.openxmlformats.org/officeDocument/2006/relationships/image" Target="../media/image422.png"/><Relationship Id="rId2" Type="http://schemas.openxmlformats.org/officeDocument/2006/relationships/image" Target="../media/image33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.png"/><Relationship Id="rId11" Type="http://schemas.openxmlformats.org/officeDocument/2006/relationships/image" Target="../media/image522.png"/><Relationship Id="rId5" Type="http://schemas.openxmlformats.org/officeDocument/2006/relationships/image" Target="../media/image201.png"/><Relationship Id="rId15" Type="http://schemas.openxmlformats.org/officeDocument/2006/relationships/image" Target="../media/image491.png"/><Relationship Id="rId10" Type="http://schemas.openxmlformats.org/officeDocument/2006/relationships/image" Target="../media/image31.png"/><Relationship Id="rId19" Type="http://schemas.openxmlformats.org/officeDocument/2006/relationships/image" Target="../media/image501.png"/><Relationship Id="rId4" Type="http://schemas.openxmlformats.org/officeDocument/2006/relationships/image" Target="../media/image190.png"/><Relationship Id="rId9" Type="http://schemas.openxmlformats.org/officeDocument/2006/relationships/image" Target="../media/image24.png"/><Relationship Id="rId14" Type="http://schemas.openxmlformats.org/officeDocument/2006/relationships/image" Target="../media/image112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03.png"/><Relationship Id="rId18" Type="http://schemas.openxmlformats.org/officeDocument/2006/relationships/image" Target="../media/image153.png"/><Relationship Id="rId3" Type="http://schemas.openxmlformats.org/officeDocument/2006/relationships/image" Target="../media/image181.png"/><Relationship Id="rId7" Type="http://schemas.openxmlformats.org/officeDocument/2006/relationships/image" Target="../media/image22.png"/><Relationship Id="rId12" Type="http://schemas.openxmlformats.org/officeDocument/2006/relationships/image" Target="../media/image90.png"/><Relationship Id="rId17" Type="http://schemas.openxmlformats.org/officeDocument/2006/relationships/image" Target="../media/image422.png"/><Relationship Id="rId2" Type="http://schemas.openxmlformats.org/officeDocument/2006/relationships/image" Target="../media/image33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.png"/><Relationship Id="rId11" Type="http://schemas.openxmlformats.org/officeDocument/2006/relationships/image" Target="../media/image522.png"/><Relationship Id="rId5" Type="http://schemas.openxmlformats.org/officeDocument/2006/relationships/image" Target="../media/image201.png"/><Relationship Id="rId15" Type="http://schemas.openxmlformats.org/officeDocument/2006/relationships/image" Target="../media/image491.png"/><Relationship Id="rId10" Type="http://schemas.openxmlformats.org/officeDocument/2006/relationships/image" Target="../media/image31.png"/><Relationship Id="rId19" Type="http://schemas.openxmlformats.org/officeDocument/2006/relationships/image" Target="../media/image531.png"/><Relationship Id="rId4" Type="http://schemas.openxmlformats.org/officeDocument/2006/relationships/image" Target="../media/image190.png"/><Relationship Id="rId9" Type="http://schemas.openxmlformats.org/officeDocument/2006/relationships/image" Target="../media/image24.png"/><Relationship Id="rId14" Type="http://schemas.openxmlformats.org/officeDocument/2006/relationships/image" Target="../media/image112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40.png"/><Relationship Id="rId7" Type="http://schemas.openxmlformats.org/officeDocument/2006/relationships/image" Target="../media/image180.png"/><Relationship Id="rId12" Type="http://schemas.openxmlformats.org/officeDocument/2006/relationships/image" Target="../media/image12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image" Target="../media/image1100.png"/><Relationship Id="rId5" Type="http://schemas.openxmlformats.org/officeDocument/2006/relationships/image" Target="../media/image1600.png"/><Relationship Id="rId4" Type="http://schemas.openxmlformats.org/officeDocument/2006/relationships/image" Target="../media/image150.png"/><Relationship Id="rId9" Type="http://schemas.openxmlformats.org/officeDocument/2006/relationships/image" Target="../media/image141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7" Type="http://schemas.openxmlformats.org/officeDocument/2006/relationships/image" Target="../media/image230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213.png"/><Relationship Id="rId10" Type="http://schemas.openxmlformats.org/officeDocument/2006/relationships/image" Target="../media/image171.png"/><Relationship Id="rId4" Type="http://schemas.openxmlformats.org/officeDocument/2006/relationships/image" Target="../media/image200.png"/><Relationship Id="rId9" Type="http://schemas.openxmlformats.org/officeDocument/2006/relationships/image" Target="../media/image16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10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1.png"/><Relationship Id="rId13" Type="http://schemas.openxmlformats.org/officeDocument/2006/relationships/image" Target="../media/image460.png"/><Relationship Id="rId3" Type="http://schemas.openxmlformats.org/officeDocument/2006/relationships/image" Target="../media/image400.png"/><Relationship Id="rId7" Type="http://schemas.openxmlformats.org/officeDocument/2006/relationships/image" Target="../media/image441.png"/><Relationship Id="rId12" Type="http://schemas.openxmlformats.org/officeDocument/2006/relationships/image" Target="../media/image401.png"/><Relationship Id="rId17" Type="http://schemas.openxmlformats.org/officeDocument/2006/relationships/image" Target="../media/image450.png"/><Relationship Id="rId2" Type="http://schemas.openxmlformats.org/officeDocument/2006/relationships/image" Target="../media/image391.png"/><Relationship Id="rId16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11" Type="http://schemas.openxmlformats.org/officeDocument/2006/relationships/image" Target="../media/image390.png"/><Relationship Id="rId5" Type="http://schemas.openxmlformats.org/officeDocument/2006/relationships/image" Target="../media/image420.png"/><Relationship Id="rId15" Type="http://schemas.openxmlformats.org/officeDocument/2006/relationships/image" Target="../media/image431.png"/><Relationship Id="rId10" Type="http://schemas.openxmlformats.org/officeDocument/2006/relationships/image" Target="../media/image381.png"/><Relationship Id="rId4" Type="http://schemas.openxmlformats.org/officeDocument/2006/relationships/image" Target="../media/image412.png"/><Relationship Id="rId9" Type="http://schemas.openxmlformats.org/officeDocument/2006/relationships/image" Target="../media/image370.png"/><Relationship Id="rId14" Type="http://schemas.openxmlformats.org/officeDocument/2006/relationships/image" Target="../media/image421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3" Type="http://schemas.openxmlformats.org/officeDocument/2006/relationships/image" Target="../media/image480.png"/><Relationship Id="rId7" Type="http://schemas.openxmlformats.org/officeDocument/2006/relationships/image" Target="../media/image520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2.png"/><Relationship Id="rId5" Type="http://schemas.openxmlformats.org/officeDocument/2006/relationships/image" Target="../media/image500.png"/><Relationship Id="rId4" Type="http://schemas.openxmlformats.org/officeDocument/2006/relationships/image" Target="../media/image490.png"/><Relationship Id="rId9" Type="http://schemas.openxmlformats.org/officeDocument/2006/relationships/image" Target="../media/image540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0.png"/><Relationship Id="rId4" Type="http://schemas.openxmlformats.org/officeDocument/2006/relationships/image" Target="../media/image570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6</a:t>
            </a:r>
          </a:p>
          <a:p>
            <a:r>
              <a:rPr lang="en-US" dirty="0"/>
              <a:t>9/11/2025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14D2-BDCC-95C3-B2DB-B1AE922B5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2E529-E386-99A7-08FD-0122EEF2E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4496E-1B99-6288-D0C9-F1662103E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Parallel Programming</a:t>
            </a:r>
          </a:p>
          <a:p>
            <a:pPr lvl="1"/>
            <a:r>
              <a:rPr lang="en-US" dirty="0"/>
              <a:t>Data Parallel Programming Approaches</a:t>
            </a:r>
          </a:p>
          <a:p>
            <a:r>
              <a:rPr lang="en-US" dirty="0"/>
              <a:t>Parallel Program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403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F5A12-1307-BD53-DCE3-3D38C60F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A88C-1CB7-2F3F-AF28-26BA7D13E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332E1-3391-B310-AC95-49120E75F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Parallel Programming</a:t>
            </a:r>
          </a:p>
          <a:p>
            <a:pPr lvl="1"/>
            <a:r>
              <a:rPr lang="en-US" dirty="0"/>
              <a:t>Data Parallel Programming Approaches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Parallel Program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336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338B3-7EF2-7F6C-5157-414C75F5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0AF62-66AB-F031-AAB1-FE98F68E0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GPU Architectures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5E4C24-06E0-8C09-24E1-BC72F5F4BC3B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09BE877-C261-9726-4BA7-CF2BEC9E97FD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009CC1-F2E7-76C1-B6E2-D95101694CD0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CB5C83-C99F-B862-B1B2-F602577798F5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8EC02E4-1DB3-79CD-986C-9E15DC2AEC58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B0CE1C1-A77D-EC44-E856-DB88434AE463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691205C-B04E-5383-D443-2204991CEE40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0A240AB-F314-D11E-C60C-EE6C1ED177D6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5770260-708E-0E9A-0130-11605D58FD11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B28C947-147D-8A65-7184-26EA0E3C2B75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A1FF49E-D0B8-52D1-A232-90E92D4F1BBF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A9CB51A-464D-628B-EEF9-A262AB8F22F9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3AAB846-2766-7ED8-913F-4631EF7172E4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3094083-D597-D379-638A-8094FBC2992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68AE888-C9F9-B705-4ED6-7C4A4C29AE84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4E269AD-6C9E-82FA-2CBD-123AB7281AB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0BA81BE-E029-B13F-154A-6FDCC1E89070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BAB479D-13B1-C862-8A36-5A5CA413A599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75F3855-C9C9-A9F7-7EE0-C2375CB9698D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199F414-42DE-2BB1-CAC4-C63995627A44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3F7A4F4-6002-39DA-601B-90477A359222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EC68848-6021-52A2-8842-A8F8687BF7ED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CD45968-4F28-ACC6-EF8E-16EAB4774DFC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C631DF8-0071-3C8F-6C64-DF3D51C8C101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4C8497B-BC7E-8263-CEF8-63860A991213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41851C7-6CDD-23A9-DC22-91F57E02F7EB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047980F-EFB1-CD86-BC28-EDF28AEB1E5D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8917EE7-F532-A260-82E4-BE5063A853CC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C287D77-B5AC-5E64-DCAE-F1D14FD92727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59532C9-AD4E-F8C3-1A73-6A1FCE20875B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439E61A-30F4-6341-5B05-8047E2A147FD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6CE2F4F-3B04-DCEA-100E-5E0C9E734B7A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5367FC8-1AFB-25EC-BAF6-371663CAE70E}"/>
              </a:ext>
            </a:extLst>
          </p:cNvPr>
          <p:cNvCxnSpPr>
            <a:stCxn id="7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8D1A3B6-2C49-3944-9969-1E0F482C0BAF}"/>
                  </a:ext>
                </a:extLst>
              </p:cNvPr>
              <p:cNvSpPr txBox="1"/>
              <p:nvPr/>
            </p:nvSpPr>
            <p:spPr>
              <a:xfrm>
                <a:off x="1065791" y="4550273"/>
                <a:ext cx="988884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Blocks can be (in fact should be) greater than the number of SMPs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threads per block need not be equal to the number of compute cores per SMP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It is good to have it as a multiple though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will discuss these considerations when we discuss GPU programming later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 now, assume the simple model above.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Blocks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Threads per block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94E58F-F9C3-E71F-1314-9A3FA6AC2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791" y="4550273"/>
                <a:ext cx="9888842" cy="2308324"/>
              </a:xfrm>
              <a:prstGeom prst="rect">
                <a:avLst/>
              </a:prstGeom>
              <a:blipFill>
                <a:blip r:embed="rId2"/>
                <a:stretch>
                  <a:fillRect l="-432" t="-1319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A196C37D-9F9A-1EEE-6C09-7F055076D31B}"/>
              </a:ext>
            </a:extLst>
          </p:cNvPr>
          <p:cNvSpPr txBox="1"/>
          <p:nvPr/>
        </p:nvSpPr>
        <p:spPr>
          <a:xfrm>
            <a:off x="2071441" y="3824307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23A613-60C1-FE62-9108-8EBFF69022E5}"/>
              </a:ext>
            </a:extLst>
          </p:cNvPr>
          <p:cNvSpPr txBox="1"/>
          <p:nvPr/>
        </p:nvSpPr>
        <p:spPr>
          <a:xfrm>
            <a:off x="2612281" y="3833092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7E687AB-E5B0-79A5-A220-F8662B61853C}"/>
                  </a:ext>
                </a:extLst>
              </p:cNvPr>
              <p:cNvSpPr txBox="1"/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A83ACF8D-B44D-01B8-CB83-E3D66D1DA066}"/>
              </a:ext>
            </a:extLst>
          </p:cNvPr>
          <p:cNvSpPr txBox="1"/>
          <p:nvPr/>
        </p:nvSpPr>
        <p:spPr>
          <a:xfrm>
            <a:off x="5336434" y="3804851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2756AC-A87F-D77E-3252-E59F1B8B8E85}"/>
              </a:ext>
            </a:extLst>
          </p:cNvPr>
          <p:cNvSpPr txBox="1"/>
          <p:nvPr/>
        </p:nvSpPr>
        <p:spPr>
          <a:xfrm>
            <a:off x="5877274" y="3813636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99E1CFC-DAA6-DFF0-8010-DB4315AC2C6E}"/>
                  </a:ext>
                </a:extLst>
              </p:cNvPr>
              <p:cNvSpPr txBox="1"/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2D6025A-0408-5018-371F-52155FBDD8CE}"/>
              </a:ext>
            </a:extLst>
          </p:cNvPr>
          <p:cNvSpPr txBox="1"/>
          <p:nvPr/>
        </p:nvSpPr>
        <p:spPr>
          <a:xfrm>
            <a:off x="8405968" y="3820720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846D7C8-289B-E0B2-141C-DA05711AFAF3}"/>
              </a:ext>
            </a:extLst>
          </p:cNvPr>
          <p:cNvSpPr txBox="1"/>
          <p:nvPr/>
        </p:nvSpPr>
        <p:spPr>
          <a:xfrm>
            <a:off x="8946808" y="3829505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C5CC70F-9A10-2847-2647-0C8535379C90}"/>
                  </a:ext>
                </a:extLst>
              </p:cNvPr>
              <p:cNvSpPr txBox="1"/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5C4A49-550C-B3A1-607C-95CD47334978}"/>
                  </a:ext>
                </a:extLst>
              </p:cNvPr>
              <p:cNvSpPr txBox="1"/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DE359-7F7A-4AAC-2856-CD701D0A4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32E8BB-C6DC-45F6-3D6D-01F7C1A07A38}"/>
                  </a:ext>
                </a:extLst>
              </p:cNvPr>
              <p:cNvSpPr txBox="1"/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B49D-5537-35B6-0DBA-EBFD9E8FD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20B6A2-CF33-4D6E-0BAB-7F1110318751}"/>
                  </a:ext>
                </a:extLst>
              </p:cNvPr>
              <p:cNvSpPr txBox="1"/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5A84A3-2156-9269-F4F8-AC6600CE5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3627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46141-2C1E-0085-0600-444EB6E55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27DF9-7554-F274-F76D-8CDAFC1F2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in terms of what each block computes, and what each thread within a block computes</a:t>
            </a:r>
          </a:p>
          <a:p>
            <a:endParaRPr lang="en-US" dirty="0"/>
          </a:p>
          <a:p>
            <a:r>
              <a:rPr lang="en-US" dirty="0"/>
              <a:t>Each thread on the GPU executes the </a:t>
            </a:r>
            <a:r>
              <a:rPr lang="en-US" i="1" dirty="0"/>
              <a:t>same instructions </a:t>
            </a:r>
            <a:r>
              <a:rPr lang="en-US" dirty="0"/>
              <a:t>on </a:t>
            </a:r>
            <a:r>
              <a:rPr lang="en-US" i="1" dirty="0"/>
              <a:t>different data</a:t>
            </a:r>
          </a:p>
          <a:p>
            <a:endParaRPr lang="en-US" i="1" dirty="0"/>
          </a:p>
          <a:p>
            <a:r>
              <a:rPr lang="en-US" dirty="0"/>
              <a:t>We need to rethink our algorithms in terms of the above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Think Data Parallel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295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CDFF-DD33-414D-671E-64530E374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24028-1880-15AC-C13F-BC4526D05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Partition data into chunks –&gt;  Each chunk should require similar amount of work</a:t>
            </a:r>
          </a:p>
          <a:p>
            <a:pPr lvl="1"/>
            <a:r>
              <a:rPr lang="en-US" dirty="0"/>
              <a:t>Assign tasks to each partition so that they can proceed concurrently	</a:t>
            </a:r>
          </a:p>
          <a:p>
            <a:pPr lvl="1"/>
            <a:endParaRPr lang="en-US" dirty="0"/>
          </a:p>
          <a:p>
            <a:r>
              <a:rPr lang="en-US" dirty="0"/>
              <a:t>Note: data parallelism doesn’t mean each task “need” to perform exact same computations</a:t>
            </a:r>
          </a:p>
          <a:p>
            <a:pPr lvl="1"/>
            <a:r>
              <a:rPr lang="en-US" dirty="0"/>
              <a:t>Usually it is true</a:t>
            </a:r>
          </a:p>
          <a:p>
            <a:endParaRPr lang="en-US" dirty="0"/>
          </a:p>
          <a:p>
            <a:r>
              <a:rPr lang="en-US" dirty="0"/>
              <a:t>SPMD (Single Program Multiple Data) is a special case of data parallelism where same “program” is run on different data</a:t>
            </a:r>
          </a:p>
        </p:txBody>
      </p:sp>
    </p:spTree>
    <p:extLst>
      <p:ext uri="{BB962C8B-B14F-4D97-AF65-F5344CB8AC3E}">
        <p14:creationId xmlns:p14="http://schemas.microsoft.com/office/powerpoint/2010/main" val="198821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5578"/>
          </a:xfrm>
        </p:spPr>
        <p:txBody>
          <a:bodyPr/>
          <a:lstStyle/>
          <a:p>
            <a:r>
              <a:rPr lang="en-US" dirty="0"/>
              <a:t>#1 Partition Output data</a:t>
            </a:r>
          </a:p>
          <a:p>
            <a:pPr lvl="1"/>
            <a:r>
              <a:rPr lang="en-US" dirty="0"/>
              <a:t>Each task is responsible for computing an output 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D9DB8B-B61E-B062-C03E-20178035DEF5}"/>
              </a:ext>
            </a:extLst>
          </p:cNvPr>
          <p:cNvSpPr txBox="1"/>
          <p:nvPr/>
        </p:nvSpPr>
        <p:spPr>
          <a:xfrm>
            <a:off x="1731910" y="3601615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</a:t>
            </a:r>
          </a:p>
        </p:txBody>
      </p:sp>
    </p:spTree>
    <p:extLst>
      <p:ext uri="{BB962C8B-B14F-4D97-AF65-F5344CB8AC3E}">
        <p14:creationId xmlns:p14="http://schemas.microsoft.com/office/powerpoint/2010/main" val="1148605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5578"/>
          </a:xfrm>
        </p:spPr>
        <p:txBody>
          <a:bodyPr/>
          <a:lstStyle/>
          <a:p>
            <a:r>
              <a:rPr lang="en-US" dirty="0"/>
              <a:t>#1 Partition Output data</a:t>
            </a:r>
          </a:p>
          <a:p>
            <a:pPr lvl="1"/>
            <a:r>
              <a:rPr lang="en-US" dirty="0"/>
              <a:t>Each task is responsible for computing an output 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6A1AE6-5321-A0B1-EFE1-87A194EA3782}"/>
              </a:ext>
            </a:extLst>
          </p:cNvPr>
          <p:cNvCxnSpPr/>
          <p:nvPr/>
        </p:nvCxnSpPr>
        <p:spPr>
          <a:xfrm>
            <a:off x="4196551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5A4002-6ABC-A467-2230-5FDF654F5FA3}"/>
              </a:ext>
            </a:extLst>
          </p:cNvPr>
          <p:cNvCxnSpPr/>
          <p:nvPr/>
        </p:nvCxnSpPr>
        <p:spPr>
          <a:xfrm>
            <a:off x="5438964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0A2DEB-9E0F-BE64-7023-038F2C5D4458}"/>
              </a:ext>
            </a:extLst>
          </p:cNvPr>
          <p:cNvCxnSpPr/>
          <p:nvPr/>
        </p:nvCxnSpPr>
        <p:spPr>
          <a:xfrm>
            <a:off x="7510999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7154127-9C7E-9917-DF91-1158E17598A2}"/>
              </a:ext>
            </a:extLst>
          </p:cNvPr>
          <p:cNvSpPr txBox="1"/>
          <p:nvPr/>
        </p:nvSpPr>
        <p:spPr>
          <a:xfrm>
            <a:off x="1731910" y="3601615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</a:t>
            </a:r>
          </a:p>
        </p:txBody>
      </p:sp>
    </p:spTree>
    <p:extLst>
      <p:ext uri="{BB962C8B-B14F-4D97-AF65-F5344CB8AC3E}">
        <p14:creationId xmlns:p14="http://schemas.microsoft.com/office/powerpoint/2010/main" val="1264548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5578"/>
          </a:xfrm>
        </p:spPr>
        <p:txBody>
          <a:bodyPr/>
          <a:lstStyle/>
          <a:p>
            <a:r>
              <a:rPr lang="en-US" dirty="0"/>
              <a:t>#1 Partition Output data</a:t>
            </a:r>
          </a:p>
          <a:p>
            <a:pPr lvl="1"/>
            <a:r>
              <a:rPr lang="en-US" dirty="0"/>
              <a:t>Each task is responsible for computing an output 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6A1AE6-5321-A0B1-EFE1-87A194EA3782}"/>
              </a:ext>
            </a:extLst>
          </p:cNvPr>
          <p:cNvCxnSpPr/>
          <p:nvPr/>
        </p:nvCxnSpPr>
        <p:spPr>
          <a:xfrm>
            <a:off x="4196551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5A4002-6ABC-A467-2230-5FDF654F5FA3}"/>
              </a:ext>
            </a:extLst>
          </p:cNvPr>
          <p:cNvCxnSpPr/>
          <p:nvPr/>
        </p:nvCxnSpPr>
        <p:spPr>
          <a:xfrm>
            <a:off x="5438964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0A2DEB-9E0F-BE64-7023-038F2C5D4458}"/>
              </a:ext>
            </a:extLst>
          </p:cNvPr>
          <p:cNvCxnSpPr/>
          <p:nvPr/>
        </p:nvCxnSpPr>
        <p:spPr>
          <a:xfrm>
            <a:off x="7510999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47F769-9324-BAE6-BCB1-45F88D82B219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3575345" y="4052729"/>
            <a:ext cx="1" cy="89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/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/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/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690BBE-97FC-CB29-2588-31512967C5A4}"/>
              </a:ext>
            </a:extLst>
          </p:cNvPr>
          <p:cNvCxnSpPr>
            <a:cxnSpLocks/>
          </p:cNvCxnSpPr>
          <p:nvPr/>
        </p:nvCxnSpPr>
        <p:spPr>
          <a:xfrm flipH="1" flipV="1">
            <a:off x="4798583" y="4096632"/>
            <a:ext cx="1" cy="89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B58EAF-3B98-01D3-1796-45682634D114}"/>
              </a:ext>
            </a:extLst>
          </p:cNvPr>
          <p:cNvCxnSpPr>
            <a:cxnSpLocks/>
          </p:cNvCxnSpPr>
          <p:nvPr/>
        </p:nvCxnSpPr>
        <p:spPr>
          <a:xfrm flipH="1" flipV="1">
            <a:off x="8021689" y="4053484"/>
            <a:ext cx="1" cy="89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4CA9993-E5D4-BCB5-E815-C088DB48372B}"/>
              </a:ext>
            </a:extLst>
          </p:cNvPr>
          <p:cNvSpPr txBox="1"/>
          <p:nvPr/>
        </p:nvSpPr>
        <p:spPr>
          <a:xfrm>
            <a:off x="1731910" y="3601615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</a:t>
            </a:r>
          </a:p>
        </p:txBody>
      </p:sp>
    </p:spTree>
    <p:extLst>
      <p:ext uri="{BB962C8B-B14F-4D97-AF65-F5344CB8AC3E}">
        <p14:creationId xmlns:p14="http://schemas.microsoft.com/office/powerpoint/2010/main" val="322520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557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#1 Partition Output data</a:t>
            </a:r>
          </a:p>
          <a:p>
            <a:pPr lvl="1"/>
            <a:r>
              <a:rPr lang="en-US" dirty="0"/>
              <a:t>Useful when partitions of output can be computed independently of each other</a:t>
            </a:r>
          </a:p>
          <a:p>
            <a:pPr lvl="1"/>
            <a:r>
              <a:rPr lang="en-US" dirty="0"/>
              <a:t>Example: Blocked Matrix Multiplication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6A1AE6-5321-A0B1-EFE1-87A194EA3782}"/>
              </a:ext>
            </a:extLst>
          </p:cNvPr>
          <p:cNvCxnSpPr/>
          <p:nvPr/>
        </p:nvCxnSpPr>
        <p:spPr>
          <a:xfrm>
            <a:off x="4196551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5A4002-6ABC-A467-2230-5FDF654F5FA3}"/>
              </a:ext>
            </a:extLst>
          </p:cNvPr>
          <p:cNvCxnSpPr/>
          <p:nvPr/>
        </p:nvCxnSpPr>
        <p:spPr>
          <a:xfrm>
            <a:off x="5438964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0A2DEB-9E0F-BE64-7023-038F2C5D4458}"/>
              </a:ext>
            </a:extLst>
          </p:cNvPr>
          <p:cNvCxnSpPr/>
          <p:nvPr/>
        </p:nvCxnSpPr>
        <p:spPr>
          <a:xfrm>
            <a:off x="7510999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47F769-9324-BAE6-BCB1-45F88D82B219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3575345" y="4052729"/>
            <a:ext cx="1" cy="89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/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/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/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690BBE-97FC-CB29-2588-31512967C5A4}"/>
              </a:ext>
            </a:extLst>
          </p:cNvPr>
          <p:cNvCxnSpPr>
            <a:cxnSpLocks/>
          </p:cNvCxnSpPr>
          <p:nvPr/>
        </p:nvCxnSpPr>
        <p:spPr>
          <a:xfrm flipH="1" flipV="1">
            <a:off x="4798583" y="4096632"/>
            <a:ext cx="1" cy="89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B58EAF-3B98-01D3-1796-45682634D114}"/>
              </a:ext>
            </a:extLst>
          </p:cNvPr>
          <p:cNvCxnSpPr>
            <a:cxnSpLocks/>
          </p:cNvCxnSpPr>
          <p:nvPr/>
        </p:nvCxnSpPr>
        <p:spPr>
          <a:xfrm flipH="1" flipV="1">
            <a:off x="8021689" y="4053484"/>
            <a:ext cx="1" cy="89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F9AA493-B9BA-2CA0-E43A-A59A7A319C93}"/>
              </a:ext>
            </a:extLst>
          </p:cNvPr>
          <p:cNvSpPr txBox="1"/>
          <p:nvPr/>
        </p:nvSpPr>
        <p:spPr>
          <a:xfrm>
            <a:off x="1731910" y="3601615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</a:t>
            </a:r>
          </a:p>
        </p:txBody>
      </p:sp>
    </p:spTree>
    <p:extLst>
      <p:ext uri="{BB962C8B-B14F-4D97-AF65-F5344CB8AC3E}">
        <p14:creationId xmlns:p14="http://schemas.microsoft.com/office/powerpoint/2010/main" val="1707449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F60E3-2E4F-7D55-C643-DEB745A6A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–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48ECF-664B-E206-4FD5-E8F7D52C4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35742"/>
          </a:xfrm>
        </p:spPr>
        <p:txBody>
          <a:bodyPr/>
          <a:lstStyle/>
          <a:p>
            <a:r>
              <a:rPr lang="en-US" dirty="0"/>
              <a:t>#1 Partition Output data</a:t>
            </a:r>
          </a:p>
          <a:p>
            <a:pPr lvl="1"/>
            <a:r>
              <a:rPr lang="en-US" dirty="0"/>
              <a:t>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F0513F5-4B39-CF6B-C567-649AEF2AB73C}"/>
                  </a:ext>
                </a:extLst>
              </p:cNvPr>
              <p:cNvSpPr/>
              <p:nvPr/>
            </p:nvSpPr>
            <p:spPr>
              <a:xfrm>
                <a:off x="1199015" y="3333625"/>
                <a:ext cx="726676" cy="76300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F0513F5-4B39-CF6B-C567-649AEF2AB7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015" y="3333625"/>
                <a:ext cx="726676" cy="7630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82CD7E-7ED8-0EB9-5910-813F1B80A7C4}"/>
                  </a:ext>
                </a:extLst>
              </p:cNvPr>
              <p:cNvSpPr/>
              <p:nvPr/>
            </p:nvSpPr>
            <p:spPr>
              <a:xfrm>
                <a:off x="3161038" y="3333625"/>
                <a:ext cx="2373807" cy="4571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0: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82CD7E-7ED8-0EB9-5910-813F1B80A7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038" y="3333625"/>
                <a:ext cx="2373807" cy="4571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56587E3-2EA3-01F0-97EE-E4066E1FE08D}"/>
                  </a:ext>
                </a:extLst>
              </p:cNvPr>
              <p:cNvSpPr/>
              <p:nvPr/>
            </p:nvSpPr>
            <p:spPr>
              <a:xfrm>
                <a:off x="3161038" y="3960382"/>
                <a:ext cx="442061" cy="2077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56587E3-2EA3-01F0-97EE-E4066E1FE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038" y="3960382"/>
                <a:ext cx="442061" cy="2077080"/>
              </a:xfrm>
              <a:prstGeom prst="rect">
                <a:avLst/>
              </a:prstGeom>
              <a:blipFill>
                <a:blip r:embed="rId4"/>
                <a:stretch>
                  <a:fillRect l="-67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ross 6">
            <a:extLst>
              <a:ext uri="{FF2B5EF4-FFF2-40B4-BE49-F238E27FC236}">
                <a16:creationId xmlns:a16="http://schemas.microsoft.com/office/drawing/2014/main" id="{BF23D01F-E459-6DDC-2753-F72757CFF543}"/>
              </a:ext>
            </a:extLst>
          </p:cNvPr>
          <p:cNvSpPr/>
          <p:nvPr/>
        </p:nvSpPr>
        <p:spPr>
          <a:xfrm rot="2703698">
            <a:off x="4178422" y="4559889"/>
            <a:ext cx="545006" cy="551062"/>
          </a:xfrm>
          <a:prstGeom prst="plus">
            <a:avLst>
              <a:gd name="adj" fmla="val 4728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1BDD39A-44DF-FBA3-7898-DD3A1B0E6953}"/>
                  </a:ext>
                </a:extLst>
              </p:cNvPr>
              <p:cNvSpPr/>
              <p:nvPr/>
            </p:nvSpPr>
            <p:spPr>
              <a:xfrm>
                <a:off x="4247013" y="5504567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1BDD39A-44DF-FBA3-7898-DD3A1B0E69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013" y="5504567"/>
                <a:ext cx="591433" cy="53289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61F828C-6A17-7A36-267F-1C61491E9174}"/>
                  </a:ext>
                </a:extLst>
              </p:cNvPr>
              <p:cNvSpPr/>
              <p:nvPr/>
            </p:nvSpPr>
            <p:spPr>
              <a:xfrm>
                <a:off x="7353556" y="3333625"/>
                <a:ext cx="726676" cy="76300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61F828C-6A17-7A36-267F-1C61491E91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556" y="3333625"/>
                <a:ext cx="726676" cy="7630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8565689-A32E-9586-2CE1-C86BC79EB80B}"/>
                  </a:ext>
                </a:extLst>
              </p:cNvPr>
              <p:cNvSpPr/>
              <p:nvPr/>
            </p:nvSpPr>
            <p:spPr>
              <a:xfrm>
                <a:off x="9315579" y="3333625"/>
                <a:ext cx="2373807" cy="4571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0: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8565689-A32E-9586-2CE1-C86BC79EB8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5579" y="3333625"/>
                <a:ext cx="2373807" cy="457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71A77AB-CE73-BE5E-18B8-67A476CD549D}"/>
                  </a:ext>
                </a:extLst>
              </p:cNvPr>
              <p:cNvSpPr/>
              <p:nvPr/>
            </p:nvSpPr>
            <p:spPr>
              <a:xfrm>
                <a:off x="9315579" y="3960382"/>
                <a:ext cx="442061" cy="2077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71A77AB-CE73-BE5E-18B8-67A476CD54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5579" y="3960382"/>
                <a:ext cx="442061" cy="2077080"/>
              </a:xfrm>
              <a:prstGeom prst="rect">
                <a:avLst/>
              </a:prstGeom>
              <a:blipFill>
                <a:blip r:embed="rId8"/>
                <a:stretch>
                  <a:fillRect l="-5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ross 12">
            <a:extLst>
              <a:ext uri="{FF2B5EF4-FFF2-40B4-BE49-F238E27FC236}">
                <a16:creationId xmlns:a16="http://schemas.microsoft.com/office/drawing/2014/main" id="{9793A9D8-6DE2-5F4A-F499-34A3199750C2}"/>
              </a:ext>
            </a:extLst>
          </p:cNvPr>
          <p:cNvSpPr/>
          <p:nvPr/>
        </p:nvSpPr>
        <p:spPr>
          <a:xfrm rot="2703698">
            <a:off x="10332963" y="4559889"/>
            <a:ext cx="545006" cy="551062"/>
          </a:xfrm>
          <a:prstGeom prst="plus">
            <a:avLst>
              <a:gd name="adj" fmla="val 4728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D7FB3E2-EEAE-31CD-F861-A22C66403568}"/>
                  </a:ext>
                </a:extLst>
              </p:cNvPr>
              <p:cNvSpPr/>
              <p:nvPr/>
            </p:nvSpPr>
            <p:spPr>
              <a:xfrm>
                <a:off x="10401554" y="5504567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D7FB3E2-EEAE-31CD-F861-A22C664035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1554" y="5504567"/>
                <a:ext cx="591433" cy="53289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216C881-57D2-6543-F94A-0ABD042BC654}"/>
              </a:ext>
            </a:extLst>
          </p:cNvPr>
          <p:cNvSpPr txBox="1"/>
          <p:nvPr/>
        </p:nvSpPr>
        <p:spPr>
          <a:xfrm>
            <a:off x="5534845" y="4729446"/>
            <a:ext cx="23071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 data maybe shared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 data distinct</a:t>
            </a:r>
          </a:p>
        </p:txBody>
      </p:sp>
    </p:spTree>
    <p:extLst>
      <p:ext uri="{BB962C8B-B14F-4D97-AF65-F5344CB8AC3E}">
        <p14:creationId xmlns:p14="http://schemas.microsoft.com/office/powerpoint/2010/main" val="2321271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E19F3-5CD8-C7A8-3B24-C317B94E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A24A35-300C-E27A-9354-C9A37CC715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93160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Key Idea: Partition matrices A/B/C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size blocks</a:t>
                </a:r>
              </a:p>
              <a:p>
                <a:r>
                  <a:rPr lang="en-US" dirty="0"/>
                  <a:t>Blocks denoted as A</a:t>
                </a:r>
                <a:r>
                  <a:rPr lang="en-US" baseline="30000" dirty="0"/>
                  <a:t>b</a:t>
                </a:r>
                <a:r>
                  <a:rPr lang="en-US" dirty="0"/>
                  <a:t>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]/ B</a:t>
                </a:r>
                <a:r>
                  <a:rPr lang="en-US" baseline="30000" dirty="0"/>
                  <a:t>b</a:t>
                </a:r>
                <a:r>
                  <a:rPr lang="en-US" dirty="0"/>
                  <a:t>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]/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</a:t>
                </a:r>
              </a:p>
              <a:p>
                <a:endParaRPr lang="en-US" dirty="0"/>
              </a:p>
              <a:p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 = </a:t>
                </a:r>
                <a:r>
                  <a:rPr lang="en-US" dirty="0" err="1"/>
                  <a:t>BlockedMM</a:t>
                </a:r>
                <a:r>
                  <a:rPr lang="en-US" dirty="0"/>
                  <a:t>(</a:t>
                </a:r>
                <a:r>
                  <a:rPr lang="en-US" sz="2800" dirty="0"/>
                  <a:t>A</a:t>
                </a:r>
                <a:r>
                  <a:rPr lang="en-US" sz="2800" baseline="30000" dirty="0"/>
                  <a:t>b</a:t>
                </a:r>
                <a:r>
                  <a:rPr lang="en-US" sz="2800" dirty="0"/>
                  <a:t>[</a:t>
                </a:r>
                <a:r>
                  <a:rPr lang="en-US" sz="2800" dirty="0" err="1"/>
                  <a:t>i</a:t>
                </a:r>
                <a:r>
                  <a:rPr lang="en-US" sz="2800" dirty="0"/>
                  <a:t>][:], B</a:t>
                </a:r>
                <a:r>
                  <a:rPr lang="en-US" sz="2800" baseline="30000" dirty="0"/>
                  <a:t>b</a:t>
                </a:r>
                <a:r>
                  <a:rPr lang="en-US" sz="2800" dirty="0"/>
                  <a:t>[:][j]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Fetch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</a:t>
                </a:r>
              </a:p>
              <a:p>
                <a:pPr lvl="1"/>
                <a:r>
                  <a:rPr lang="en-US" dirty="0"/>
                  <a:t>Matrix Multiply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 and Accumulate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A24A35-300C-E27A-9354-C9A37CC715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931602"/>
              </a:xfrm>
              <a:blipFill>
                <a:blip r:embed="rId2"/>
                <a:stretch>
                  <a:fillRect l="-928" t="-5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18">
            <a:extLst>
              <a:ext uri="{FF2B5EF4-FFF2-40B4-BE49-F238E27FC236}">
                <a16:creationId xmlns:a16="http://schemas.microsoft.com/office/drawing/2014/main" id="{A7FF2338-4A5B-35EB-1553-1FA587500C5F}"/>
              </a:ext>
            </a:extLst>
          </p:cNvPr>
          <p:cNvGrpSpPr/>
          <p:nvPr/>
        </p:nvGrpSpPr>
        <p:grpSpPr>
          <a:xfrm>
            <a:off x="9380819" y="5036568"/>
            <a:ext cx="1502106" cy="1563500"/>
            <a:chOff x="2312193" y="4191000"/>
            <a:chExt cx="1150938" cy="1295400"/>
          </a:xfrm>
        </p:grpSpPr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F66D39D9-4E9F-4C83-775B-F286E235A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88C9F3A-5BCA-F803-4B43-7F6886E80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15">
                  <a:extLst>
                    <a:ext uri="{FF2B5EF4-FFF2-40B4-BE49-F238E27FC236}">
                      <a16:creationId xmlns:a16="http://schemas.microsoft.com/office/drawing/2014/main" id="{ED23083A-7C62-7CC7-94D3-22D8A00E65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Rectangle 6">
            <a:extLst>
              <a:ext uri="{FF2B5EF4-FFF2-40B4-BE49-F238E27FC236}">
                <a16:creationId xmlns:a16="http://schemas.microsoft.com/office/drawing/2014/main" id="{53EA2A51-30FE-FFC6-838E-F877A3E19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4120" y="5036568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F563578C-7874-24E7-81B0-4AA669C06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0819" y="3183781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976BDAC7-7246-0FC1-FA78-1D62D6F01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4120" y="5721511"/>
            <a:ext cx="1502107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133802AE-F35C-24EA-9141-079ABFDA4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7329" y="3183781"/>
            <a:ext cx="348977" cy="1563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7">
                <a:extLst>
                  <a:ext uri="{FF2B5EF4-FFF2-40B4-BE49-F238E27FC236}">
                    <a16:creationId xmlns:a16="http://schemas.microsoft.com/office/drawing/2014/main" id="{51E547A8-6B38-F89F-4279-906290FF55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32835" y="5297699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 xmlns="">
          <p:sp>
            <p:nvSpPr>
              <p:cNvPr id="18" name="Text Box 17">
                <a:extLst>
                  <a:ext uri="{FF2B5EF4-FFF2-40B4-BE49-F238E27FC236}">
                    <a16:creationId xmlns:a16="http://schemas.microsoft.com/office/drawing/2014/main" id="{51E547A8-6B38-F89F-4279-906290FF5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32835" y="5297699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8">
                <a:extLst>
                  <a:ext uri="{FF2B5EF4-FFF2-40B4-BE49-F238E27FC236}">
                    <a16:creationId xmlns:a16="http://schemas.microsoft.com/office/drawing/2014/main" id="{FD3A3E6B-1A8D-B336-7771-642AFDC940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01774" y="3781647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 xmlns="">
          <p:sp>
            <p:nvSpPr>
              <p:cNvPr id="19" name="Text Box 18">
                <a:extLst>
                  <a:ext uri="{FF2B5EF4-FFF2-40B4-BE49-F238E27FC236}">
                    <a16:creationId xmlns:a16="http://schemas.microsoft.com/office/drawing/2014/main" id="{FD3A3E6B-1A8D-B336-7771-642AFDC94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01774" y="3781647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b="-1923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0ABA5C-4450-32F3-A38A-FE310A9BB875}"/>
              </a:ext>
            </a:extLst>
          </p:cNvPr>
          <p:cNvCxnSpPr/>
          <p:nvPr/>
        </p:nvCxnSpPr>
        <p:spPr>
          <a:xfrm>
            <a:off x="9837329" y="355906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BBB93C9-B658-B375-9BCA-CE4D30B01153}"/>
              </a:ext>
            </a:extLst>
          </p:cNvPr>
          <p:cNvCxnSpPr/>
          <p:nvPr/>
        </p:nvCxnSpPr>
        <p:spPr>
          <a:xfrm>
            <a:off x="9837329" y="395530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4D790F3-FA0B-0E8C-B4BE-AF233214D41B}"/>
              </a:ext>
            </a:extLst>
          </p:cNvPr>
          <p:cNvCxnSpPr/>
          <p:nvPr/>
        </p:nvCxnSpPr>
        <p:spPr>
          <a:xfrm>
            <a:off x="9837329" y="4375251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2B2463-1EBC-9362-82B7-8BFEB4649503}"/>
              </a:ext>
            </a:extLst>
          </p:cNvPr>
          <p:cNvCxnSpPr>
            <a:cxnSpLocks/>
          </p:cNvCxnSpPr>
          <p:nvPr/>
        </p:nvCxnSpPr>
        <p:spPr>
          <a:xfrm>
            <a:off x="7835809" y="5721511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D1100F7-08CE-FBED-F8FC-91F509C5256F}"/>
              </a:ext>
            </a:extLst>
          </p:cNvPr>
          <p:cNvCxnSpPr>
            <a:cxnSpLocks/>
          </p:cNvCxnSpPr>
          <p:nvPr/>
        </p:nvCxnSpPr>
        <p:spPr>
          <a:xfrm>
            <a:off x="8272689" y="5721511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399137-6167-7D95-5925-C425D13AD4A4}"/>
              </a:ext>
            </a:extLst>
          </p:cNvPr>
          <p:cNvCxnSpPr>
            <a:cxnSpLocks/>
          </p:cNvCxnSpPr>
          <p:nvPr/>
        </p:nvCxnSpPr>
        <p:spPr>
          <a:xfrm>
            <a:off x="8671238" y="5721511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203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5B0A-7022-E48D-AD1D-F5FBCA50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grpSp>
        <p:nvGrpSpPr>
          <p:cNvPr id="6" name="组合 18">
            <a:extLst>
              <a:ext uri="{FF2B5EF4-FFF2-40B4-BE49-F238E27FC236}">
                <a16:creationId xmlns:a16="http://schemas.microsoft.com/office/drawing/2014/main" id="{D517CD10-9B58-3729-9543-7A8CD7957A5A}"/>
              </a:ext>
            </a:extLst>
          </p:cNvPr>
          <p:cNvGrpSpPr/>
          <p:nvPr/>
        </p:nvGrpSpPr>
        <p:grpSpPr>
          <a:xfrm>
            <a:off x="5615642" y="4169232"/>
            <a:ext cx="1502106" cy="1563500"/>
            <a:chOff x="2312193" y="4191000"/>
            <a:chExt cx="1150938" cy="1295400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78A9016A-A2BC-8133-F888-2A98080E5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7D299E-B6B4-BE0F-2DA8-082ED8BEE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CA935EAD-4108-D434-2352-4CD697C248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6">
            <a:extLst>
              <a:ext uri="{FF2B5EF4-FFF2-40B4-BE49-F238E27FC236}">
                <a16:creationId xmlns:a16="http://schemas.microsoft.com/office/drawing/2014/main" id="{77F7E7DE-3DD6-6D2A-2189-907417856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169232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FD5CE0AA-0300-D241-0073-4FD8C06E9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642" y="2316445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BA46DA20-AC47-48C0-4990-1DFAA9CE5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854175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D63E2BE7-B17D-3DE5-3F2C-C1F5699C0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52" y="2316445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 xmlns="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 xmlns="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226E53-12A6-2C94-69E8-1AAE75C140EE}"/>
              </a:ext>
            </a:extLst>
          </p:cNvPr>
          <p:cNvCxnSpPr/>
          <p:nvPr/>
        </p:nvCxnSpPr>
        <p:spPr>
          <a:xfrm>
            <a:off x="6072152" y="269172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FDCCBB-2BF3-3968-1827-3093E7947F76}"/>
              </a:ext>
            </a:extLst>
          </p:cNvPr>
          <p:cNvCxnSpPr/>
          <p:nvPr/>
        </p:nvCxnSpPr>
        <p:spPr>
          <a:xfrm>
            <a:off x="6072152" y="308796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ACBCE4-986C-4C02-0D1E-2B42321C3F64}"/>
              </a:ext>
            </a:extLst>
          </p:cNvPr>
          <p:cNvCxnSpPr/>
          <p:nvPr/>
        </p:nvCxnSpPr>
        <p:spPr>
          <a:xfrm>
            <a:off x="6072152" y="350791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8392D1-D11B-8690-754C-C395E5D67F78}"/>
              </a:ext>
            </a:extLst>
          </p:cNvPr>
          <p:cNvCxnSpPr>
            <a:cxnSpLocks/>
          </p:cNvCxnSpPr>
          <p:nvPr/>
        </p:nvCxnSpPr>
        <p:spPr>
          <a:xfrm>
            <a:off x="407063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56B7CC-71E5-33D4-D764-8A6BCD498494}"/>
              </a:ext>
            </a:extLst>
          </p:cNvPr>
          <p:cNvCxnSpPr>
            <a:cxnSpLocks/>
          </p:cNvCxnSpPr>
          <p:nvPr/>
        </p:nvCxnSpPr>
        <p:spPr>
          <a:xfrm>
            <a:off x="450751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30B94C-0163-7CFE-4842-2863DB95CC61}"/>
              </a:ext>
            </a:extLst>
          </p:cNvPr>
          <p:cNvCxnSpPr>
            <a:cxnSpLocks/>
          </p:cNvCxnSpPr>
          <p:nvPr/>
        </p:nvCxnSpPr>
        <p:spPr>
          <a:xfrm>
            <a:off x="4906061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19AC4F8-A8EE-6FE2-14D8-3CEFCBB39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372" y="2321722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B1F2B2-A1B6-13AD-3200-6E66D2BB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995" y="4857799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19F3F3-363E-436A-72CE-32E61A8A411C}"/>
              </a:ext>
            </a:extLst>
          </p:cNvPr>
          <p:cNvSpPr txBox="1"/>
          <p:nvPr/>
        </p:nvSpPr>
        <p:spPr>
          <a:xfrm>
            <a:off x="8673353" y="3507915"/>
            <a:ext cx="227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 Matrix Multiplication of these two blocks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051A10-4465-473B-09F9-867F855EDDA1}"/>
              </a:ext>
            </a:extLst>
          </p:cNvPr>
          <p:cNvCxnSpPr>
            <a:stCxn id="24" idx="1"/>
            <a:endCxn id="22" idx="3"/>
          </p:cNvCxnSpPr>
          <p:nvPr/>
        </p:nvCxnSpPr>
        <p:spPr>
          <a:xfrm flipH="1" flipV="1">
            <a:off x="6434186" y="2503545"/>
            <a:ext cx="2239167" cy="146603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E343BB-2E0D-7336-4B38-FAF7BCE4B252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4214555" y="3969580"/>
            <a:ext cx="4458798" cy="106168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9A4FAED-0BA9-8485-870B-C620EAB80F28}"/>
              </a:ext>
            </a:extLst>
          </p:cNvPr>
          <p:cNvCxnSpPr/>
          <p:nvPr/>
        </p:nvCxnSpPr>
        <p:spPr>
          <a:xfrm>
            <a:off x="3778550" y="4922614"/>
            <a:ext cx="436005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6BAEF07-6981-F4E9-3FEC-FE67B528C2DC}"/>
              </a:ext>
            </a:extLst>
          </p:cNvPr>
          <p:cNvCxnSpPr>
            <a:cxnSpLocks/>
          </p:cNvCxnSpPr>
          <p:nvPr/>
        </p:nvCxnSpPr>
        <p:spPr>
          <a:xfrm>
            <a:off x="6119848" y="2340867"/>
            <a:ext cx="0" cy="306045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8B8E26C6-F9D1-10F2-7932-526DAADC8066}"/>
              </a:ext>
            </a:extLst>
          </p:cNvPr>
          <p:cNvSpPr/>
          <p:nvPr/>
        </p:nvSpPr>
        <p:spPr>
          <a:xfrm>
            <a:off x="6057372" y="4843693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84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5B0A-7022-E48D-AD1D-F5FBCA50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grpSp>
        <p:nvGrpSpPr>
          <p:cNvPr id="6" name="组合 18">
            <a:extLst>
              <a:ext uri="{FF2B5EF4-FFF2-40B4-BE49-F238E27FC236}">
                <a16:creationId xmlns:a16="http://schemas.microsoft.com/office/drawing/2014/main" id="{D517CD10-9B58-3729-9543-7A8CD7957A5A}"/>
              </a:ext>
            </a:extLst>
          </p:cNvPr>
          <p:cNvGrpSpPr/>
          <p:nvPr/>
        </p:nvGrpSpPr>
        <p:grpSpPr>
          <a:xfrm>
            <a:off x="5615642" y="4169232"/>
            <a:ext cx="1502106" cy="1563500"/>
            <a:chOff x="2312193" y="4191000"/>
            <a:chExt cx="1150938" cy="1295400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78A9016A-A2BC-8133-F888-2A98080E5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7D299E-B6B4-BE0F-2DA8-082ED8BEE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CA935EAD-4108-D434-2352-4CD697C248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6">
            <a:extLst>
              <a:ext uri="{FF2B5EF4-FFF2-40B4-BE49-F238E27FC236}">
                <a16:creationId xmlns:a16="http://schemas.microsoft.com/office/drawing/2014/main" id="{77F7E7DE-3DD6-6D2A-2189-907417856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169232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FD5CE0AA-0300-D241-0073-4FD8C06E9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642" y="2316445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BA46DA20-AC47-48C0-4990-1DFAA9CE5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854175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D63E2BE7-B17D-3DE5-3F2C-C1F5699C0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52" y="2316445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 xmlns="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 xmlns="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226E53-12A6-2C94-69E8-1AAE75C140EE}"/>
              </a:ext>
            </a:extLst>
          </p:cNvPr>
          <p:cNvCxnSpPr/>
          <p:nvPr/>
        </p:nvCxnSpPr>
        <p:spPr>
          <a:xfrm>
            <a:off x="6072152" y="269172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FDCCBB-2BF3-3968-1827-3093E7947F76}"/>
              </a:ext>
            </a:extLst>
          </p:cNvPr>
          <p:cNvCxnSpPr/>
          <p:nvPr/>
        </p:nvCxnSpPr>
        <p:spPr>
          <a:xfrm>
            <a:off x="6072152" y="308796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ACBCE4-986C-4C02-0D1E-2B42321C3F64}"/>
              </a:ext>
            </a:extLst>
          </p:cNvPr>
          <p:cNvCxnSpPr/>
          <p:nvPr/>
        </p:nvCxnSpPr>
        <p:spPr>
          <a:xfrm>
            <a:off x="6072152" y="350791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8392D1-D11B-8690-754C-C395E5D67F78}"/>
              </a:ext>
            </a:extLst>
          </p:cNvPr>
          <p:cNvCxnSpPr>
            <a:cxnSpLocks/>
          </p:cNvCxnSpPr>
          <p:nvPr/>
        </p:nvCxnSpPr>
        <p:spPr>
          <a:xfrm>
            <a:off x="407063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56B7CC-71E5-33D4-D764-8A6BCD498494}"/>
              </a:ext>
            </a:extLst>
          </p:cNvPr>
          <p:cNvCxnSpPr>
            <a:cxnSpLocks/>
          </p:cNvCxnSpPr>
          <p:nvPr/>
        </p:nvCxnSpPr>
        <p:spPr>
          <a:xfrm>
            <a:off x="450751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30B94C-0163-7CFE-4842-2863DB95CC61}"/>
              </a:ext>
            </a:extLst>
          </p:cNvPr>
          <p:cNvCxnSpPr>
            <a:cxnSpLocks/>
          </p:cNvCxnSpPr>
          <p:nvPr/>
        </p:nvCxnSpPr>
        <p:spPr>
          <a:xfrm>
            <a:off x="4906061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19AC4F8-A8EE-6FE2-14D8-3CEFCBB39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372" y="2697725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B1F2B2-A1B6-13AD-3200-6E66D2BB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500" y="4868144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19F3F3-363E-436A-72CE-32E61A8A411C}"/>
              </a:ext>
            </a:extLst>
          </p:cNvPr>
          <p:cNvSpPr txBox="1"/>
          <p:nvPr/>
        </p:nvSpPr>
        <p:spPr>
          <a:xfrm>
            <a:off x="8673353" y="3507915"/>
            <a:ext cx="227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 Matrix Multiplication of these two blocks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051A10-4465-473B-09F9-867F855EDDA1}"/>
              </a:ext>
            </a:extLst>
          </p:cNvPr>
          <p:cNvCxnSpPr>
            <a:stCxn id="24" idx="1"/>
            <a:endCxn id="22" idx="3"/>
          </p:cNvCxnSpPr>
          <p:nvPr/>
        </p:nvCxnSpPr>
        <p:spPr>
          <a:xfrm flipH="1" flipV="1">
            <a:off x="6434186" y="2879548"/>
            <a:ext cx="2239167" cy="109003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E343BB-2E0D-7336-4B38-FAF7BCE4B252}"/>
              </a:ext>
            </a:extLst>
          </p:cNvPr>
          <p:cNvCxnSpPr>
            <a:cxnSpLocks/>
            <a:stCxn id="24" idx="1"/>
            <a:endCxn id="23" idx="3"/>
          </p:cNvCxnSpPr>
          <p:nvPr/>
        </p:nvCxnSpPr>
        <p:spPr>
          <a:xfrm flipH="1">
            <a:off x="4458314" y="3969580"/>
            <a:ext cx="4215039" cy="108038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430695BE-4663-004C-72BA-145B543A196F}"/>
              </a:ext>
            </a:extLst>
          </p:cNvPr>
          <p:cNvSpPr/>
          <p:nvPr/>
        </p:nvSpPr>
        <p:spPr>
          <a:xfrm>
            <a:off x="6057372" y="4843693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9A69464-398D-B884-81DF-420812177F9B}"/>
              </a:ext>
            </a:extLst>
          </p:cNvPr>
          <p:cNvCxnSpPr/>
          <p:nvPr/>
        </p:nvCxnSpPr>
        <p:spPr>
          <a:xfrm>
            <a:off x="4070632" y="4921537"/>
            <a:ext cx="436005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8248C7A-8E73-5775-9711-64B197FACC2B}"/>
              </a:ext>
            </a:extLst>
          </p:cNvPr>
          <p:cNvCxnSpPr>
            <a:cxnSpLocks/>
          </p:cNvCxnSpPr>
          <p:nvPr/>
        </p:nvCxnSpPr>
        <p:spPr>
          <a:xfrm>
            <a:off x="6112846" y="2726525"/>
            <a:ext cx="0" cy="306045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036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5B0A-7022-E48D-AD1D-F5FBCA50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grpSp>
        <p:nvGrpSpPr>
          <p:cNvPr id="6" name="组合 18">
            <a:extLst>
              <a:ext uri="{FF2B5EF4-FFF2-40B4-BE49-F238E27FC236}">
                <a16:creationId xmlns:a16="http://schemas.microsoft.com/office/drawing/2014/main" id="{D517CD10-9B58-3729-9543-7A8CD7957A5A}"/>
              </a:ext>
            </a:extLst>
          </p:cNvPr>
          <p:cNvGrpSpPr/>
          <p:nvPr/>
        </p:nvGrpSpPr>
        <p:grpSpPr>
          <a:xfrm>
            <a:off x="5615642" y="4169232"/>
            <a:ext cx="1502106" cy="1563500"/>
            <a:chOff x="2312193" y="4191000"/>
            <a:chExt cx="1150938" cy="1295400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78A9016A-A2BC-8133-F888-2A98080E5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7D299E-B6B4-BE0F-2DA8-082ED8BEE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CA935EAD-4108-D434-2352-4CD697C248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6">
            <a:extLst>
              <a:ext uri="{FF2B5EF4-FFF2-40B4-BE49-F238E27FC236}">
                <a16:creationId xmlns:a16="http://schemas.microsoft.com/office/drawing/2014/main" id="{77F7E7DE-3DD6-6D2A-2189-907417856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169232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FD5CE0AA-0300-D241-0073-4FD8C06E9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642" y="2316445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BA46DA20-AC47-48C0-4990-1DFAA9CE5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854175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D63E2BE7-B17D-3DE5-3F2C-C1F5699C0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52" y="2316445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 xmlns="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 xmlns="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226E53-12A6-2C94-69E8-1AAE75C140EE}"/>
              </a:ext>
            </a:extLst>
          </p:cNvPr>
          <p:cNvCxnSpPr/>
          <p:nvPr/>
        </p:nvCxnSpPr>
        <p:spPr>
          <a:xfrm>
            <a:off x="6072152" y="269172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FDCCBB-2BF3-3968-1827-3093E7947F76}"/>
              </a:ext>
            </a:extLst>
          </p:cNvPr>
          <p:cNvCxnSpPr/>
          <p:nvPr/>
        </p:nvCxnSpPr>
        <p:spPr>
          <a:xfrm>
            <a:off x="6072152" y="308796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ACBCE4-986C-4C02-0D1E-2B42321C3F64}"/>
              </a:ext>
            </a:extLst>
          </p:cNvPr>
          <p:cNvCxnSpPr/>
          <p:nvPr/>
        </p:nvCxnSpPr>
        <p:spPr>
          <a:xfrm>
            <a:off x="6072152" y="350791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8392D1-D11B-8690-754C-C395E5D67F78}"/>
              </a:ext>
            </a:extLst>
          </p:cNvPr>
          <p:cNvCxnSpPr>
            <a:cxnSpLocks/>
          </p:cNvCxnSpPr>
          <p:nvPr/>
        </p:nvCxnSpPr>
        <p:spPr>
          <a:xfrm>
            <a:off x="407063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56B7CC-71E5-33D4-D764-8A6BCD498494}"/>
              </a:ext>
            </a:extLst>
          </p:cNvPr>
          <p:cNvCxnSpPr>
            <a:cxnSpLocks/>
          </p:cNvCxnSpPr>
          <p:nvPr/>
        </p:nvCxnSpPr>
        <p:spPr>
          <a:xfrm>
            <a:off x="450751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30B94C-0163-7CFE-4842-2863DB95CC61}"/>
              </a:ext>
            </a:extLst>
          </p:cNvPr>
          <p:cNvCxnSpPr>
            <a:cxnSpLocks/>
          </p:cNvCxnSpPr>
          <p:nvPr/>
        </p:nvCxnSpPr>
        <p:spPr>
          <a:xfrm>
            <a:off x="4906061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19AC4F8-A8EE-6FE2-14D8-3CEFCBB39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372" y="3111675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B1F2B2-A1B6-13AD-3200-6E66D2BB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137" y="4854174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19F3F3-363E-436A-72CE-32E61A8A411C}"/>
              </a:ext>
            </a:extLst>
          </p:cNvPr>
          <p:cNvSpPr txBox="1"/>
          <p:nvPr/>
        </p:nvSpPr>
        <p:spPr>
          <a:xfrm>
            <a:off x="8673353" y="3507915"/>
            <a:ext cx="227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 Matrix Multiplication of these two blocks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051A10-4465-473B-09F9-867F855EDDA1}"/>
              </a:ext>
            </a:extLst>
          </p:cNvPr>
          <p:cNvCxnSpPr>
            <a:stCxn id="24" idx="1"/>
            <a:endCxn id="22" idx="3"/>
          </p:cNvCxnSpPr>
          <p:nvPr/>
        </p:nvCxnSpPr>
        <p:spPr>
          <a:xfrm flipH="1" flipV="1">
            <a:off x="6434186" y="3293498"/>
            <a:ext cx="2239167" cy="67608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E343BB-2E0D-7336-4B38-FAF7BCE4B252}"/>
              </a:ext>
            </a:extLst>
          </p:cNvPr>
          <p:cNvCxnSpPr>
            <a:cxnSpLocks/>
            <a:stCxn id="24" idx="1"/>
            <a:endCxn id="23" idx="3"/>
          </p:cNvCxnSpPr>
          <p:nvPr/>
        </p:nvCxnSpPr>
        <p:spPr>
          <a:xfrm flipH="1">
            <a:off x="4879951" y="3969580"/>
            <a:ext cx="3793402" cy="106641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A5A75626-E46B-5F55-4E95-6DF3EDB9F097}"/>
              </a:ext>
            </a:extLst>
          </p:cNvPr>
          <p:cNvSpPr/>
          <p:nvPr/>
        </p:nvSpPr>
        <p:spPr>
          <a:xfrm>
            <a:off x="6057372" y="4843693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62911D6-E121-EA35-3A50-EB4EABD4EC62}"/>
              </a:ext>
            </a:extLst>
          </p:cNvPr>
          <p:cNvCxnSpPr/>
          <p:nvPr/>
        </p:nvCxnSpPr>
        <p:spPr>
          <a:xfrm>
            <a:off x="4503137" y="4922615"/>
            <a:ext cx="436005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8FE42B2-D8A3-3B61-5B4F-9216494CB3EE}"/>
              </a:ext>
            </a:extLst>
          </p:cNvPr>
          <p:cNvCxnSpPr>
            <a:cxnSpLocks/>
          </p:cNvCxnSpPr>
          <p:nvPr/>
        </p:nvCxnSpPr>
        <p:spPr>
          <a:xfrm>
            <a:off x="6142462" y="3120691"/>
            <a:ext cx="0" cy="306045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751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5B0A-7022-E48D-AD1D-F5FBCA50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grpSp>
        <p:nvGrpSpPr>
          <p:cNvPr id="6" name="组合 18">
            <a:extLst>
              <a:ext uri="{FF2B5EF4-FFF2-40B4-BE49-F238E27FC236}">
                <a16:creationId xmlns:a16="http://schemas.microsoft.com/office/drawing/2014/main" id="{D517CD10-9B58-3729-9543-7A8CD7957A5A}"/>
              </a:ext>
            </a:extLst>
          </p:cNvPr>
          <p:cNvGrpSpPr/>
          <p:nvPr/>
        </p:nvGrpSpPr>
        <p:grpSpPr>
          <a:xfrm>
            <a:off x="5615642" y="4169232"/>
            <a:ext cx="1502106" cy="1563500"/>
            <a:chOff x="2312193" y="4191000"/>
            <a:chExt cx="1150938" cy="1295400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78A9016A-A2BC-8133-F888-2A98080E5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7D299E-B6B4-BE0F-2DA8-082ED8BEE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CA935EAD-4108-D434-2352-4CD697C248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6">
            <a:extLst>
              <a:ext uri="{FF2B5EF4-FFF2-40B4-BE49-F238E27FC236}">
                <a16:creationId xmlns:a16="http://schemas.microsoft.com/office/drawing/2014/main" id="{77F7E7DE-3DD6-6D2A-2189-907417856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169232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FD5CE0AA-0300-D241-0073-4FD8C06E9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642" y="2316445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BA46DA20-AC47-48C0-4990-1DFAA9CE5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854175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D63E2BE7-B17D-3DE5-3F2C-C1F5699C0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52" y="2316445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 xmlns="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 xmlns="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226E53-12A6-2C94-69E8-1AAE75C140EE}"/>
              </a:ext>
            </a:extLst>
          </p:cNvPr>
          <p:cNvCxnSpPr/>
          <p:nvPr/>
        </p:nvCxnSpPr>
        <p:spPr>
          <a:xfrm>
            <a:off x="6072152" y="269172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FDCCBB-2BF3-3968-1827-3093E7947F76}"/>
              </a:ext>
            </a:extLst>
          </p:cNvPr>
          <p:cNvCxnSpPr/>
          <p:nvPr/>
        </p:nvCxnSpPr>
        <p:spPr>
          <a:xfrm>
            <a:off x="6072152" y="308796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ACBCE4-986C-4C02-0D1E-2B42321C3F64}"/>
              </a:ext>
            </a:extLst>
          </p:cNvPr>
          <p:cNvCxnSpPr/>
          <p:nvPr/>
        </p:nvCxnSpPr>
        <p:spPr>
          <a:xfrm>
            <a:off x="6072152" y="350791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8392D1-D11B-8690-754C-C395E5D67F78}"/>
              </a:ext>
            </a:extLst>
          </p:cNvPr>
          <p:cNvCxnSpPr>
            <a:cxnSpLocks/>
          </p:cNvCxnSpPr>
          <p:nvPr/>
        </p:nvCxnSpPr>
        <p:spPr>
          <a:xfrm>
            <a:off x="407063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56B7CC-71E5-33D4-D764-8A6BCD498494}"/>
              </a:ext>
            </a:extLst>
          </p:cNvPr>
          <p:cNvCxnSpPr>
            <a:cxnSpLocks/>
          </p:cNvCxnSpPr>
          <p:nvPr/>
        </p:nvCxnSpPr>
        <p:spPr>
          <a:xfrm>
            <a:off x="450751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30B94C-0163-7CFE-4842-2863DB95CC61}"/>
              </a:ext>
            </a:extLst>
          </p:cNvPr>
          <p:cNvCxnSpPr>
            <a:cxnSpLocks/>
          </p:cNvCxnSpPr>
          <p:nvPr/>
        </p:nvCxnSpPr>
        <p:spPr>
          <a:xfrm>
            <a:off x="4906061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19AC4F8-A8EE-6FE2-14D8-3CEFCBB39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372" y="3498789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B1F2B2-A1B6-13AD-3200-6E66D2BB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4268" y="4854174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19F3F3-363E-436A-72CE-32E61A8A411C}"/>
              </a:ext>
            </a:extLst>
          </p:cNvPr>
          <p:cNvSpPr txBox="1"/>
          <p:nvPr/>
        </p:nvSpPr>
        <p:spPr>
          <a:xfrm>
            <a:off x="8673353" y="3507915"/>
            <a:ext cx="227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 Matrix Multiplication of these two blocks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051A10-4465-473B-09F9-867F855EDDA1}"/>
              </a:ext>
            </a:extLst>
          </p:cNvPr>
          <p:cNvCxnSpPr>
            <a:stCxn id="24" idx="1"/>
            <a:endCxn id="22" idx="3"/>
          </p:cNvCxnSpPr>
          <p:nvPr/>
        </p:nvCxnSpPr>
        <p:spPr>
          <a:xfrm flipH="1" flipV="1">
            <a:off x="6434186" y="3680612"/>
            <a:ext cx="2239167" cy="28896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E343BB-2E0D-7336-4B38-FAF7BCE4B252}"/>
              </a:ext>
            </a:extLst>
          </p:cNvPr>
          <p:cNvCxnSpPr>
            <a:cxnSpLocks/>
            <a:stCxn id="24" idx="1"/>
            <a:endCxn id="23" idx="3"/>
          </p:cNvCxnSpPr>
          <p:nvPr/>
        </p:nvCxnSpPr>
        <p:spPr>
          <a:xfrm flipH="1">
            <a:off x="5321082" y="3969580"/>
            <a:ext cx="3352271" cy="106641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EDB6A474-C604-156E-07FB-9BF792627FB4}"/>
              </a:ext>
            </a:extLst>
          </p:cNvPr>
          <p:cNvSpPr/>
          <p:nvPr/>
        </p:nvSpPr>
        <p:spPr>
          <a:xfrm>
            <a:off x="6057372" y="4843693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DEBCACC-DA0E-3E4F-CCA1-C8B1F527439E}"/>
              </a:ext>
            </a:extLst>
          </p:cNvPr>
          <p:cNvCxnSpPr/>
          <p:nvPr/>
        </p:nvCxnSpPr>
        <p:spPr>
          <a:xfrm>
            <a:off x="4906061" y="4922615"/>
            <a:ext cx="436005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5340C22-52F2-F957-F2AE-F8F7376E6082}"/>
              </a:ext>
            </a:extLst>
          </p:cNvPr>
          <p:cNvCxnSpPr>
            <a:cxnSpLocks/>
          </p:cNvCxnSpPr>
          <p:nvPr/>
        </p:nvCxnSpPr>
        <p:spPr>
          <a:xfrm>
            <a:off x="6138760" y="3556389"/>
            <a:ext cx="0" cy="306045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06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D690-DB0F-6799-0CB6-26F51F71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GPU Architectures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6E6375-994E-A5F1-47DE-75C41629A231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EF8471-92A0-1A02-22F9-2F0B6C66273D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97B929-FDA1-E196-6DAD-BF927DB54DF1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CAA978-20D9-E37C-E20F-96FC94888E01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615633-F424-F9A1-01E6-0783F7EBDD1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673A518-B87F-4BC2-3980-230754811616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B21B8C2-72C5-6B59-168B-0759EC651090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15918E6-5C3C-D053-8F16-96CD93AC3D50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0B2E37D-4CB6-1734-629D-6F8A3C70CE9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4ECBB29-F35F-8DDC-EAEC-878583E15A16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D42CB6-DB01-722A-DF69-9B01E76364DC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1A9434-1C0A-F2A8-F20B-773028E38C49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CF8708D-895F-A94D-A2A5-E7A2A23A496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8FEC92-83AF-2D4B-E683-82301F53B27D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FBC5F90-409D-F340-9329-19B91BE5EBBF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C0F9A2-3579-566E-B6AF-772825F18C58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A04A625-F954-5F87-00CF-4B5E71FA5D1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3F44C5E-4257-E736-99CB-C5E333EE925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20C50A8-6C47-1E49-4B8D-AD50FDD3DFFB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7CB1C2-6AB2-C860-38E0-E6EBD6F2747A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60983D-DA7A-C2CA-B723-5DDFBF18EDAB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A2CCE9-CE64-2124-7078-14ADE340D0B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833FBDE-0BBB-80AB-1B21-063E7E562C7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8BD2C0-662E-22E4-8200-52223888C2F1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FCB4161-2145-1225-BF71-E0FDA053498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84958F-C94C-E6C2-F425-D6B30F6F004C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F10CDC6-4158-34C9-983A-94DF6810874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758A461-F76F-5C66-B6DC-BDE45F916F30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ABF4D5-88F6-C8D1-69B7-70EEAD48E0D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4157695-9B6B-E2E5-2FE5-7089B89F937D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B13D04-5CD7-9339-F82C-043B7799AE22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E564CA-4BEA-C2A6-BE66-728287DC7F79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63B2071-4F6C-9DCB-4C95-C451B28BC50B}"/>
              </a:ext>
            </a:extLst>
          </p:cNvPr>
          <p:cNvCxnSpPr>
            <a:stCxn id="7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94E58F-F9C3-E71F-1314-9A3FA6AC22B9}"/>
                  </a:ext>
                </a:extLst>
              </p:cNvPr>
              <p:cNvSpPr txBox="1"/>
              <p:nvPr/>
            </p:nvSpPr>
            <p:spPr>
              <a:xfrm>
                <a:off x="1065791" y="4550273"/>
                <a:ext cx="98888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Blocks (I will call them SMPs in the next few slides to avoid confusion with Blocks of matrices)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Threads per block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94E58F-F9C3-E71F-1314-9A3FA6AC2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791" y="4550273"/>
                <a:ext cx="9888842" cy="646331"/>
              </a:xfrm>
              <a:prstGeom prst="rect">
                <a:avLst/>
              </a:prstGeom>
              <a:blipFill>
                <a:blip r:embed="rId2"/>
                <a:stretch>
                  <a:fillRect l="-432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794761D9-CAE8-5775-8836-BC4143F66BA6}"/>
              </a:ext>
            </a:extLst>
          </p:cNvPr>
          <p:cNvSpPr txBox="1"/>
          <p:nvPr/>
        </p:nvSpPr>
        <p:spPr>
          <a:xfrm>
            <a:off x="2071441" y="3824307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70C5DA-E164-C541-3A09-90C4099B431F}"/>
              </a:ext>
            </a:extLst>
          </p:cNvPr>
          <p:cNvSpPr txBox="1"/>
          <p:nvPr/>
        </p:nvSpPr>
        <p:spPr>
          <a:xfrm>
            <a:off x="2612281" y="3833092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/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1CB6495C-D038-FB44-220F-A7C9C85D99A5}"/>
              </a:ext>
            </a:extLst>
          </p:cNvPr>
          <p:cNvSpPr txBox="1"/>
          <p:nvPr/>
        </p:nvSpPr>
        <p:spPr>
          <a:xfrm>
            <a:off x="5336434" y="3804851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993E18-75D6-4213-8F37-9603C36B1BB7}"/>
              </a:ext>
            </a:extLst>
          </p:cNvPr>
          <p:cNvSpPr txBox="1"/>
          <p:nvPr/>
        </p:nvSpPr>
        <p:spPr>
          <a:xfrm>
            <a:off x="5877274" y="3813636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/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732C5A9-CDDA-DBB1-A299-E94DAC5F6FA0}"/>
              </a:ext>
            </a:extLst>
          </p:cNvPr>
          <p:cNvSpPr txBox="1"/>
          <p:nvPr/>
        </p:nvSpPr>
        <p:spPr>
          <a:xfrm>
            <a:off x="8405968" y="3820720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0EBAD1-3896-DAFC-2771-996CAC1F370B}"/>
              </a:ext>
            </a:extLst>
          </p:cNvPr>
          <p:cNvSpPr txBox="1"/>
          <p:nvPr/>
        </p:nvSpPr>
        <p:spPr>
          <a:xfrm>
            <a:off x="8946808" y="3829505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/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DE359-7F7A-4AAC-2856-CD701D0A413C}"/>
                  </a:ext>
                </a:extLst>
              </p:cNvPr>
              <p:cNvSpPr txBox="1"/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DE359-7F7A-4AAC-2856-CD701D0A4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B49D-5537-35B6-0DBA-EBFD9E8FD630}"/>
                  </a:ext>
                </a:extLst>
              </p:cNvPr>
              <p:cNvSpPr txBox="1"/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B49D-5537-35B6-0DBA-EBFD9E8FD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5A84A3-2156-9269-F4F8-AC6600CE5929}"/>
                  </a:ext>
                </a:extLst>
              </p:cNvPr>
              <p:cNvSpPr txBox="1"/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5A84A3-2156-9269-F4F8-AC6600CE5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7279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BA7A-B74D-971E-5DD1-3DCD04D2D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D889B-9D4E-701C-9E25-697652E54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What is a natural way to split the computations of Matrix Multiplication to the SMPs of GPUs?</a:t>
            </a:r>
          </a:p>
        </p:txBody>
      </p:sp>
    </p:spTree>
    <p:extLst>
      <p:ext uri="{BB962C8B-B14F-4D97-AF65-F5344CB8AC3E}">
        <p14:creationId xmlns:p14="http://schemas.microsoft.com/office/powerpoint/2010/main" val="4059895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BA7A-B74D-971E-5DD1-3DCD04D2D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3D889B-9D4E-701C-9E25-697652E543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a natural way to split the computations of Matrix Multiplication to the SMPs of GPUs?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Assign each output block </a:t>
                </a:r>
                <a:r>
                  <a:rPr lang="en-US" dirty="0" err="1">
                    <a:solidFill>
                      <a:srgbClr val="C00000"/>
                    </a:solidFill>
                  </a:rPr>
                  <a:t>C</a:t>
                </a:r>
                <a:r>
                  <a:rPr lang="en-US" baseline="30000" dirty="0" err="1">
                    <a:solidFill>
                      <a:srgbClr val="C00000"/>
                    </a:solidFill>
                  </a:rPr>
                  <a:t>b</a:t>
                </a:r>
                <a:r>
                  <a:rPr lang="en-US" dirty="0">
                    <a:solidFill>
                      <a:srgbClr val="C00000"/>
                    </a:solidFill>
                  </a:rPr>
                  <a:t>[</a:t>
                </a:r>
                <a:r>
                  <a:rPr lang="en-US" dirty="0" err="1">
                    <a:solidFill>
                      <a:srgbClr val="C00000"/>
                    </a:solidFill>
                  </a:rPr>
                  <a:t>i</a:t>
                </a:r>
                <a:r>
                  <a:rPr lang="en-US" dirty="0">
                    <a:solidFill>
                      <a:srgbClr val="C00000"/>
                    </a:solidFill>
                  </a:rPr>
                  <a:t>][j] to an SMP</a:t>
                </a: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Use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threads to 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block matrix multiplication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3D889B-9D4E-701C-9E25-697652E543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347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0F73A-92C9-85F2-BC99-732B55BE8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8EC3C6-E6AD-FA41-4577-7BEF52398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415623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 SMPs</a:t>
                </a:r>
              </a:p>
              <a:p>
                <a:pPr lvl="1"/>
                <a:r>
                  <a:rPr lang="en-US" dirty="0"/>
                  <a:t>With block IDs: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threads</a:t>
                </a:r>
              </a:p>
              <a:p>
                <a:pPr lvl="1"/>
                <a:r>
                  <a:rPr lang="en-US" dirty="0"/>
                  <a:t>With thread IDs: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Need to convert the following into GPU model:</a:t>
                </a:r>
              </a:p>
              <a:p>
                <a:endParaRPr lang="en-US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Fetch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</a:t>
                </a:r>
              </a:p>
              <a:p>
                <a:pPr lvl="1"/>
                <a:r>
                  <a:rPr lang="en-US" dirty="0"/>
                  <a:t>Matrix Multiply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 and Accumulate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8EC3C6-E6AD-FA41-4577-7BEF52398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415623" cy="4351338"/>
              </a:xfrm>
              <a:blipFill>
                <a:blip r:embed="rId2"/>
                <a:stretch>
                  <a:fillRect l="-1151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E25B3EB-9CA7-0E6D-91E0-007A3F905BFA}"/>
              </a:ext>
            </a:extLst>
          </p:cNvPr>
          <p:cNvCxnSpPr>
            <a:cxnSpLocks/>
          </p:cNvCxnSpPr>
          <p:nvPr/>
        </p:nvCxnSpPr>
        <p:spPr>
          <a:xfrm>
            <a:off x="9816175" y="1417017"/>
            <a:ext cx="123534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14067F-9FD2-72ED-37C6-C3C3DC930860}"/>
              </a:ext>
            </a:extLst>
          </p:cNvPr>
          <p:cNvCxnSpPr>
            <a:cxnSpLocks/>
          </p:cNvCxnSpPr>
          <p:nvPr/>
        </p:nvCxnSpPr>
        <p:spPr>
          <a:xfrm>
            <a:off x="9816175" y="1417017"/>
            <a:ext cx="0" cy="8831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7F1EEB-126A-A381-ECF5-FC3EBE05DB7D}"/>
                  </a:ext>
                </a:extLst>
              </p:cNvPr>
              <p:cNvSpPr txBox="1"/>
              <p:nvPr/>
            </p:nvSpPr>
            <p:spPr>
              <a:xfrm>
                <a:off x="9773785" y="999855"/>
                <a:ext cx="12777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7F1EEB-126A-A381-ECF5-FC3EBE05D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785" y="999855"/>
                <a:ext cx="127773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192793-D3A2-97E7-1836-0BADE1A685DE}"/>
                  </a:ext>
                </a:extLst>
              </p:cNvPr>
              <p:cNvSpPr txBox="1"/>
              <p:nvPr/>
            </p:nvSpPr>
            <p:spPr>
              <a:xfrm>
                <a:off x="8842227" y="1613498"/>
                <a:ext cx="1277738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192793-D3A2-97E7-1836-0BADE1A68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227" y="1613498"/>
                <a:ext cx="1277738" cy="391261"/>
              </a:xfrm>
              <a:prstGeom prst="rect">
                <a:avLst/>
              </a:prstGeom>
              <a:blipFill>
                <a:blip r:embed="rId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203DCA-C81E-A36A-F94F-C9A29102DA8A}"/>
              </a:ext>
            </a:extLst>
          </p:cNvPr>
          <p:cNvCxnSpPr>
            <a:cxnSpLocks/>
          </p:cNvCxnSpPr>
          <p:nvPr/>
        </p:nvCxnSpPr>
        <p:spPr>
          <a:xfrm>
            <a:off x="9816175" y="3458773"/>
            <a:ext cx="123534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0FFE8C-2C00-032E-6233-0E77263C6EB7}"/>
              </a:ext>
            </a:extLst>
          </p:cNvPr>
          <p:cNvCxnSpPr>
            <a:cxnSpLocks/>
          </p:cNvCxnSpPr>
          <p:nvPr/>
        </p:nvCxnSpPr>
        <p:spPr>
          <a:xfrm>
            <a:off x="9816175" y="3458773"/>
            <a:ext cx="0" cy="8831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FB735C-7D64-C131-8BB8-9B9F95F06859}"/>
                  </a:ext>
                </a:extLst>
              </p:cNvPr>
              <p:cNvSpPr txBox="1"/>
              <p:nvPr/>
            </p:nvSpPr>
            <p:spPr>
              <a:xfrm>
                <a:off x="9773785" y="3041611"/>
                <a:ext cx="12777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FB735C-7D64-C131-8BB8-9B9F95F06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785" y="3041611"/>
                <a:ext cx="127773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3A3BB3-88D7-A499-ABE7-09DD14DCB88B}"/>
                  </a:ext>
                </a:extLst>
              </p:cNvPr>
              <p:cNvSpPr txBox="1"/>
              <p:nvPr/>
            </p:nvSpPr>
            <p:spPr>
              <a:xfrm>
                <a:off x="8842227" y="3655254"/>
                <a:ext cx="1277738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3A3BB3-88D7-A499-ABE7-09DD14DCB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227" y="3655254"/>
                <a:ext cx="1277738" cy="391261"/>
              </a:xfrm>
              <a:prstGeom prst="rect">
                <a:avLst/>
              </a:prstGeom>
              <a:blipFill>
                <a:blip r:embed="rId6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2514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FB59-E221-E652-3735-4DA8840A1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3E5FB7-2FCF-77F2-9023-CB8A6B789F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98441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{</a:t>
                </a:r>
              </a:p>
              <a:p>
                <a:endParaRPr lang="en-US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Read A[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][k*N/b+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lvl="1"/>
                <a:r>
                  <a:rPr lang="en-US" dirty="0"/>
                  <a:t>Read B[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lvl="1"/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pPr lvl="1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= 0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:r>
                  <a:rPr lang="en-US" dirty="0"/>
                  <a:t>C[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 += </a:t>
                </a:r>
              </a:p>
              <a:p>
                <a:pPr lvl="2"/>
                <a:r>
                  <a:rPr lang="en-US" dirty="0"/>
                  <a:t>A[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][k*N/b+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]* B[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][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lvl="1"/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r>
                  <a:rPr lang="en-US" dirty="0"/>
                  <a:t>Store C[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 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3E5FB7-2FCF-77F2-9023-CB8A6B789F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98441" cy="4351338"/>
              </a:xfrm>
              <a:blipFill>
                <a:blip r:embed="rId2"/>
                <a:stretch>
                  <a:fillRect l="-1378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18">
            <a:extLst>
              <a:ext uri="{FF2B5EF4-FFF2-40B4-BE49-F238E27FC236}">
                <a16:creationId xmlns:a16="http://schemas.microsoft.com/office/drawing/2014/main" id="{F50479CA-34B6-63BD-365C-32640C489CB5}"/>
              </a:ext>
            </a:extLst>
          </p:cNvPr>
          <p:cNvGrpSpPr/>
          <p:nvPr/>
        </p:nvGrpSpPr>
        <p:grpSpPr>
          <a:xfrm>
            <a:off x="7815936" y="3543475"/>
            <a:ext cx="3907762" cy="2805648"/>
            <a:chOff x="912547" y="4191000"/>
            <a:chExt cx="2994191" cy="232455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F1D6F5B-EF1F-3C3A-A2C3-1BD9B82DE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A811872-2A62-1D89-E22A-B8630AD6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15">
                  <a:extLst>
                    <a:ext uri="{FF2B5EF4-FFF2-40B4-BE49-F238E27FC236}">
                      <a16:creationId xmlns:a16="http://schemas.microsoft.com/office/drawing/2014/main" id="{CE79B641-00E4-C285-1691-EF01211C0C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2547" y="6053893"/>
                  <a:ext cx="2994191" cy="4616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400" dirty="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SMP 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𝐵𝑖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  <m:t>𝑦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,</m:t>
                      </m:r>
                      <m:r>
                        <a:rPr lang="en-US" altLang="zh-CN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𝐵𝑖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  <m:t>𝑥</m:t>
                          </m:r>
                        </m:sub>
                      </m:sSub>
                    </m:oMath>
                  </a14:m>
                  <a:r>
                    <a:rPr lang="en-US" altLang="zh-CN" sz="1400" dirty="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 produces the output block 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𝐵𝑖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  <m:t>𝑦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,</m:t>
                      </m:r>
                      <m:r>
                        <a:rPr lang="en-US" altLang="zh-CN" sz="1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𝐵𝑖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  <m:t>𝑥</m:t>
                          </m:r>
                        </m:sub>
                      </m:sSub>
                    </m:oMath>
                  </a14:m>
                  <a:endParaRPr lang="en-US" altLang="zh-CN" sz="1400" dirty="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endParaRPr>
                </a:p>
              </p:txBody>
            </p:sp>
          </mc:Choice>
          <mc:Fallback xmlns="">
            <p:sp>
              <p:nvSpPr>
                <p:cNvPr id="7" name="Text Box 15">
                  <a:extLst>
                    <a:ext uri="{FF2B5EF4-FFF2-40B4-BE49-F238E27FC236}">
                      <a16:creationId xmlns:a16="http://schemas.microsoft.com/office/drawing/2014/main" id="{CE79B641-00E4-C285-1691-EF01211C0C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12547" y="6053893"/>
                  <a:ext cx="2994191" cy="461658"/>
                </a:xfrm>
                <a:prstGeom prst="rect">
                  <a:avLst/>
                </a:prstGeom>
                <a:blipFill>
                  <a:blip r:embed="rId3"/>
                  <a:stretch>
                    <a:fillRect l="-468" t="-108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Rectangle 6">
            <a:extLst>
              <a:ext uri="{FF2B5EF4-FFF2-40B4-BE49-F238E27FC236}">
                <a16:creationId xmlns:a16="http://schemas.microsoft.com/office/drawing/2014/main" id="{16BA6FC6-9A5F-BA65-8276-1550EA873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5936" y="3543475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70BF480E-4DFB-6CAB-C0D2-1A7108608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2635" y="1690688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A5431617-6178-54A2-1F21-5FA812661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5936" y="4228418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9FDA9296-DED5-BBF0-5A3D-50FB0112B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9145" y="1690688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F5B6EB-E085-5D6C-48AD-4DEE8BDC4222}"/>
              </a:ext>
            </a:extLst>
          </p:cNvPr>
          <p:cNvCxnSpPr/>
          <p:nvPr/>
        </p:nvCxnSpPr>
        <p:spPr>
          <a:xfrm>
            <a:off x="10099145" y="206597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DCE19D-A83B-3258-C5C5-5954ADE7229A}"/>
              </a:ext>
            </a:extLst>
          </p:cNvPr>
          <p:cNvCxnSpPr/>
          <p:nvPr/>
        </p:nvCxnSpPr>
        <p:spPr>
          <a:xfrm>
            <a:off x="10099145" y="246221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866A8EF-0F3E-1C78-8248-172E3B089299}"/>
              </a:ext>
            </a:extLst>
          </p:cNvPr>
          <p:cNvCxnSpPr/>
          <p:nvPr/>
        </p:nvCxnSpPr>
        <p:spPr>
          <a:xfrm>
            <a:off x="10099145" y="288215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82C097-32E0-E640-DA63-B71CEC65D628}"/>
              </a:ext>
            </a:extLst>
          </p:cNvPr>
          <p:cNvCxnSpPr>
            <a:cxnSpLocks/>
          </p:cNvCxnSpPr>
          <p:nvPr/>
        </p:nvCxnSpPr>
        <p:spPr>
          <a:xfrm>
            <a:off x="8097625" y="422841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B5BA839-7598-60EF-A488-F0997CF5993F}"/>
              </a:ext>
            </a:extLst>
          </p:cNvPr>
          <p:cNvCxnSpPr>
            <a:cxnSpLocks/>
          </p:cNvCxnSpPr>
          <p:nvPr/>
        </p:nvCxnSpPr>
        <p:spPr>
          <a:xfrm>
            <a:off x="8534505" y="422841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601017-202A-BC1A-D4E3-C647F8C9CB43}"/>
              </a:ext>
            </a:extLst>
          </p:cNvPr>
          <p:cNvCxnSpPr>
            <a:cxnSpLocks/>
          </p:cNvCxnSpPr>
          <p:nvPr/>
        </p:nvCxnSpPr>
        <p:spPr>
          <a:xfrm>
            <a:off x="8933054" y="422841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9421501-7C0C-78B5-3E72-B0AD3549E91A}"/>
              </a:ext>
            </a:extLst>
          </p:cNvPr>
          <p:cNvSpPr txBox="1"/>
          <p:nvPr/>
        </p:nvSpPr>
        <p:spPr>
          <a:xfrm>
            <a:off x="7564737" y="3129859"/>
            <a:ext cx="58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124DC4-AAD8-7B7D-28E0-6E41C80BDBCB}"/>
              </a:ext>
            </a:extLst>
          </p:cNvPr>
          <p:cNvSpPr txBox="1"/>
          <p:nvPr/>
        </p:nvSpPr>
        <p:spPr>
          <a:xfrm>
            <a:off x="9110437" y="1663828"/>
            <a:ext cx="58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4D52E5-1A7B-44A2-0E0E-580A348F1E2B}"/>
              </a:ext>
            </a:extLst>
          </p:cNvPr>
          <p:cNvSpPr txBox="1"/>
          <p:nvPr/>
        </p:nvSpPr>
        <p:spPr>
          <a:xfrm>
            <a:off x="11063783" y="4822659"/>
            <a:ext cx="58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715567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F216-7C30-4F14-30F5-2C56E001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FE7578-1C0B-4363-953F-32E2246A4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2113" y="3729591"/>
            <a:ext cx="1502106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55AC1D-8D56-8165-C724-2DD2DB64D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0512" y="4395158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5876BFDA-E1EA-0F98-3547-0BA4F45985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6879" y="6300796"/>
                <a:ext cx="5726593" cy="3247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400" dirty="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SMP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𝐵𝑖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𝑑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𝑦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𝐵𝑖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𝑑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 produces the output block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𝐵𝑖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𝑑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𝑦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𝐵𝑖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𝑑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𝑥</m:t>
                        </m:r>
                      </m:sub>
                    </m:sSub>
                  </m:oMath>
                </a14:m>
                <a:endParaRPr lang="en-US" altLang="zh-CN" sz="1400" dirty="0">
                  <a:solidFill>
                    <a:schemeClr val="bg2">
                      <a:lumMod val="10000"/>
                    </a:schemeClr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5876BFDA-E1EA-0F98-3547-0BA4F4598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6879" y="6300796"/>
                <a:ext cx="5726593" cy="324769"/>
              </a:xfrm>
              <a:prstGeom prst="rect">
                <a:avLst/>
              </a:prstGeom>
              <a:blipFill>
                <a:blip r:embed="rId2"/>
                <a:stretch>
                  <a:fillRect l="-319" t="-1887" b="-150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6">
            <a:extLst>
              <a:ext uri="{FF2B5EF4-FFF2-40B4-BE49-F238E27FC236}">
                <a16:creationId xmlns:a16="http://schemas.microsoft.com/office/drawing/2014/main" id="{B992E5C9-7C0A-1C96-20ED-7D25CC269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852" y="3729591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4AED815-B72C-7CF4-E3C4-757FD1944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2217" y="1398143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F476BD97-A1FC-9D09-A948-892A55143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852" y="4414534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DCED2E4F-F691-387F-BB7A-BD690779D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727" y="1398143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D15037-3892-6A06-4707-4EDEB6767899}"/>
              </a:ext>
            </a:extLst>
          </p:cNvPr>
          <p:cNvCxnSpPr/>
          <p:nvPr/>
        </p:nvCxnSpPr>
        <p:spPr>
          <a:xfrm>
            <a:off x="5138727" y="1773427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3BC491-7D88-967C-C56F-E89FAAC09DE9}"/>
              </a:ext>
            </a:extLst>
          </p:cNvPr>
          <p:cNvCxnSpPr/>
          <p:nvPr/>
        </p:nvCxnSpPr>
        <p:spPr>
          <a:xfrm>
            <a:off x="5138727" y="2169667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6CB8C8-4E5E-C6F4-787D-F773739B922D}"/>
              </a:ext>
            </a:extLst>
          </p:cNvPr>
          <p:cNvCxnSpPr/>
          <p:nvPr/>
        </p:nvCxnSpPr>
        <p:spPr>
          <a:xfrm>
            <a:off x="5138727" y="2589613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6F4F67F-D758-42C8-9A30-6D5F0994CE07}"/>
              </a:ext>
            </a:extLst>
          </p:cNvPr>
          <p:cNvCxnSpPr>
            <a:cxnSpLocks/>
          </p:cNvCxnSpPr>
          <p:nvPr/>
        </p:nvCxnSpPr>
        <p:spPr>
          <a:xfrm>
            <a:off x="968541" y="441453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60DCEC-0591-CABE-167D-3DDB66667050}"/>
              </a:ext>
            </a:extLst>
          </p:cNvPr>
          <p:cNvCxnSpPr>
            <a:cxnSpLocks/>
          </p:cNvCxnSpPr>
          <p:nvPr/>
        </p:nvCxnSpPr>
        <p:spPr>
          <a:xfrm>
            <a:off x="1405421" y="441453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8BE8164-4FC7-E990-313F-64C8D5A10C98}"/>
              </a:ext>
            </a:extLst>
          </p:cNvPr>
          <p:cNvCxnSpPr>
            <a:cxnSpLocks/>
          </p:cNvCxnSpPr>
          <p:nvPr/>
        </p:nvCxnSpPr>
        <p:spPr>
          <a:xfrm>
            <a:off x="1803970" y="441453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4EE1CD0-D26D-4404-D203-27E86B8AF06C}"/>
              </a:ext>
            </a:extLst>
          </p:cNvPr>
          <p:cNvSpPr txBox="1"/>
          <p:nvPr/>
        </p:nvSpPr>
        <p:spPr>
          <a:xfrm>
            <a:off x="548183" y="3360259"/>
            <a:ext cx="58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D108A1-6644-9C35-74A5-B0AE576EA05E}"/>
              </a:ext>
            </a:extLst>
          </p:cNvPr>
          <p:cNvSpPr txBox="1"/>
          <p:nvPr/>
        </p:nvSpPr>
        <p:spPr>
          <a:xfrm>
            <a:off x="6184219" y="1362726"/>
            <a:ext cx="58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0E817E-A165-C97D-6F64-C53E5286FE5F}"/>
              </a:ext>
            </a:extLst>
          </p:cNvPr>
          <p:cNvSpPr txBox="1"/>
          <p:nvPr/>
        </p:nvSpPr>
        <p:spPr>
          <a:xfrm>
            <a:off x="6184219" y="5029841"/>
            <a:ext cx="58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935183-349E-F17A-9657-624B5096E9AF}"/>
                  </a:ext>
                </a:extLst>
              </p:cNvPr>
              <p:cNvSpPr txBox="1"/>
              <p:nvPr/>
            </p:nvSpPr>
            <p:spPr>
              <a:xfrm>
                <a:off x="7460857" y="1869260"/>
                <a:ext cx="3649508" cy="668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What are the elements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that will be output by SMP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935183-349E-F17A-9657-624B5096E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857" y="1869260"/>
                <a:ext cx="3649508" cy="668260"/>
              </a:xfrm>
              <a:prstGeom prst="rect">
                <a:avLst/>
              </a:prstGeom>
              <a:blipFill>
                <a:blip r:embed="rId3"/>
                <a:stretch>
                  <a:fillRect l="-1503" t="-5505" r="-501" b="-11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655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F216-7C30-4F14-30F5-2C56E001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FE7578-1C0B-4363-953F-32E2246A4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2113" y="3729591"/>
            <a:ext cx="1502106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55AC1D-8D56-8165-C724-2DD2DB64D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0512" y="4395158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5876BFDA-E1EA-0F98-3547-0BA4F45985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6879" y="6300796"/>
                <a:ext cx="5726593" cy="3247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400" dirty="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SMP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𝐵𝑖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𝑑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𝑦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𝐵𝑖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𝑑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 produces the output block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𝐵𝑖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𝑑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𝑦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𝐵𝑖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𝑑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𝑥</m:t>
                        </m:r>
                      </m:sub>
                    </m:sSub>
                  </m:oMath>
                </a14:m>
                <a:endParaRPr lang="en-US" altLang="zh-CN" sz="1400" dirty="0">
                  <a:solidFill>
                    <a:schemeClr val="bg2">
                      <a:lumMod val="10000"/>
                    </a:schemeClr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5876BFDA-E1EA-0F98-3547-0BA4F4598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6879" y="6300796"/>
                <a:ext cx="5726593" cy="324769"/>
              </a:xfrm>
              <a:prstGeom prst="rect">
                <a:avLst/>
              </a:prstGeom>
              <a:blipFill>
                <a:blip r:embed="rId2"/>
                <a:stretch>
                  <a:fillRect l="-319" t="-1887" b="-150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6">
            <a:extLst>
              <a:ext uri="{FF2B5EF4-FFF2-40B4-BE49-F238E27FC236}">
                <a16:creationId xmlns:a16="http://schemas.microsoft.com/office/drawing/2014/main" id="{B992E5C9-7C0A-1C96-20ED-7D25CC269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852" y="3729591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4AED815-B72C-7CF4-E3C4-757FD1944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2217" y="1398143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F476BD97-A1FC-9D09-A948-892A55143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852" y="4414534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DCED2E4F-F691-387F-BB7A-BD690779D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727" y="1398143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D15037-3892-6A06-4707-4EDEB6767899}"/>
              </a:ext>
            </a:extLst>
          </p:cNvPr>
          <p:cNvCxnSpPr/>
          <p:nvPr/>
        </p:nvCxnSpPr>
        <p:spPr>
          <a:xfrm>
            <a:off x="5138727" y="1773427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3BC491-7D88-967C-C56F-E89FAAC09DE9}"/>
              </a:ext>
            </a:extLst>
          </p:cNvPr>
          <p:cNvCxnSpPr/>
          <p:nvPr/>
        </p:nvCxnSpPr>
        <p:spPr>
          <a:xfrm>
            <a:off x="5138727" y="2169667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6CB8C8-4E5E-C6F4-787D-F773739B922D}"/>
              </a:ext>
            </a:extLst>
          </p:cNvPr>
          <p:cNvCxnSpPr/>
          <p:nvPr/>
        </p:nvCxnSpPr>
        <p:spPr>
          <a:xfrm>
            <a:off x="5138727" y="2589613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6F4F67F-D758-42C8-9A30-6D5F0994CE07}"/>
              </a:ext>
            </a:extLst>
          </p:cNvPr>
          <p:cNvCxnSpPr>
            <a:cxnSpLocks/>
          </p:cNvCxnSpPr>
          <p:nvPr/>
        </p:nvCxnSpPr>
        <p:spPr>
          <a:xfrm>
            <a:off x="968541" y="441453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60DCEC-0591-CABE-167D-3DDB66667050}"/>
              </a:ext>
            </a:extLst>
          </p:cNvPr>
          <p:cNvCxnSpPr>
            <a:cxnSpLocks/>
          </p:cNvCxnSpPr>
          <p:nvPr/>
        </p:nvCxnSpPr>
        <p:spPr>
          <a:xfrm>
            <a:off x="1405421" y="441453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8BE8164-4FC7-E990-313F-64C8D5A10C98}"/>
              </a:ext>
            </a:extLst>
          </p:cNvPr>
          <p:cNvCxnSpPr>
            <a:cxnSpLocks/>
          </p:cNvCxnSpPr>
          <p:nvPr/>
        </p:nvCxnSpPr>
        <p:spPr>
          <a:xfrm>
            <a:off x="1803970" y="441453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4EE1CD0-D26D-4404-D203-27E86B8AF06C}"/>
              </a:ext>
            </a:extLst>
          </p:cNvPr>
          <p:cNvSpPr txBox="1"/>
          <p:nvPr/>
        </p:nvSpPr>
        <p:spPr>
          <a:xfrm>
            <a:off x="548183" y="3360259"/>
            <a:ext cx="58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D108A1-6644-9C35-74A5-B0AE576EA05E}"/>
              </a:ext>
            </a:extLst>
          </p:cNvPr>
          <p:cNvSpPr txBox="1"/>
          <p:nvPr/>
        </p:nvSpPr>
        <p:spPr>
          <a:xfrm>
            <a:off x="6184219" y="1362726"/>
            <a:ext cx="58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0E817E-A165-C97D-6F64-C53E5286FE5F}"/>
              </a:ext>
            </a:extLst>
          </p:cNvPr>
          <p:cNvSpPr txBox="1"/>
          <p:nvPr/>
        </p:nvSpPr>
        <p:spPr>
          <a:xfrm>
            <a:off x="6184219" y="5029841"/>
            <a:ext cx="58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935183-349E-F17A-9657-624B5096E9AF}"/>
                  </a:ext>
                </a:extLst>
              </p:cNvPr>
              <p:cNvSpPr txBox="1"/>
              <p:nvPr/>
            </p:nvSpPr>
            <p:spPr>
              <a:xfrm>
                <a:off x="6853562" y="2589613"/>
                <a:ext cx="5234139" cy="1615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What are the elements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that will be output by SMP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C[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+b-1][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+b-1]</a:t>
                </a:r>
              </a:p>
              <a:p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935183-349E-F17A-9657-624B5096E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562" y="2589613"/>
                <a:ext cx="5234139" cy="1615570"/>
              </a:xfrm>
              <a:prstGeom prst="rect">
                <a:avLst/>
              </a:prstGeom>
              <a:blipFill>
                <a:blip r:embed="rId3"/>
                <a:stretch>
                  <a:fillRect l="-931" t="-2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2E025FF-56C1-3FEE-615C-25624E45FEFB}"/>
              </a:ext>
            </a:extLst>
          </p:cNvPr>
          <p:cNvCxnSpPr>
            <a:cxnSpLocks/>
          </p:cNvCxnSpPr>
          <p:nvPr/>
        </p:nvCxnSpPr>
        <p:spPr>
          <a:xfrm flipH="1">
            <a:off x="5717219" y="3852909"/>
            <a:ext cx="1740024" cy="7279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ight Brace 18">
            <a:extLst>
              <a:ext uri="{FF2B5EF4-FFF2-40B4-BE49-F238E27FC236}">
                <a16:creationId xmlns:a16="http://schemas.microsoft.com/office/drawing/2014/main" id="{E62B9222-60B9-99E8-6A4D-74337F430A8E}"/>
              </a:ext>
            </a:extLst>
          </p:cNvPr>
          <p:cNvSpPr/>
          <p:nvPr/>
        </p:nvSpPr>
        <p:spPr>
          <a:xfrm>
            <a:off x="5487326" y="4395158"/>
            <a:ext cx="221016" cy="36364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36560ED9-E1E2-FD78-3251-246AC83E84EE}"/>
              </a:ext>
            </a:extLst>
          </p:cNvPr>
          <p:cNvSpPr/>
          <p:nvPr/>
        </p:nvSpPr>
        <p:spPr>
          <a:xfrm rot="5400000">
            <a:off x="5188410" y="4688210"/>
            <a:ext cx="221016" cy="36364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7005334-64F6-AE59-BB0D-CB253367E9F4}"/>
              </a:ext>
            </a:extLst>
          </p:cNvPr>
          <p:cNvCxnSpPr>
            <a:cxnSpLocks/>
            <a:endCxn id="24" idx="1"/>
          </p:cNvCxnSpPr>
          <p:nvPr/>
        </p:nvCxnSpPr>
        <p:spPr>
          <a:xfrm flipH="1">
            <a:off x="5298918" y="3868387"/>
            <a:ext cx="5136234" cy="111215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2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FB59-E221-E652-3735-4DA8840A1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3E5FB7-2FCF-77F2-9023-CB8A6B789F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98441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{</a:t>
                </a:r>
              </a:p>
              <a:p>
                <a:endParaRPr lang="en-US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Read A[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][k*N/b+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lvl="1"/>
                <a:r>
                  <a:rPr lang="en-US" dirty="0"/>
                  <a:t>Read B[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lvl="1"/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pPr lvl="1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= 0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:r>
                  <a:rPr lang="en-US" dirty="0"/>
                  <a:t>C[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 += </a:t>
                </a:r>
              </a:p>
              <a:p>
                <a:pPr lvl="2"/>
                <a:r>
                  <a:rPr lang="en-US" dirty="0"/>
                  <a:t>A[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][k*N/b+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]* B[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][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lvl="1"/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Store C[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 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3E5FB7-2FCF-77F2-9023-CB8A6B789F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98441" cy="4351338"/>
              </a:xfrm>
              <a:blipFill>
                <a:blip r:embed="rId2"/>
                <a:stretch>
                  <a:fillRect l="-1378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83B40DF-42D3-0EA7-FFC0-4285F63FE881}"/>
              </a:ext>
            </a:extLst>
          </p:cNvPr>
          <p:cNvSpPr txBox="1"/>
          <p:nvPr/>
        </p:nvSpPr>
        <p:spPr>
          <a:xfrm>
            <a:off x="7460857" y="1869260"/>
            <a:ext cx="36495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Looking at the store instruction of this code, can you explain how this is happening?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529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FB59-E221-E652-3735-4DA8840A1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3E5FB7-2FCF-77F2-9023-CB8A6B789F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98441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{</a:t>
                </a:r>
              </a:p>
              <a:p>
                <a:endParaRPr lang="en-US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Read A[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][k*N/b+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lvl="1"/>
                <a:r>
                  <a:rPr lang="en-US" dirty="0"/>
                  <a:t>Read B[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lvl="1"/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pPr lvl="1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= 0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:r>
                  <a:rPr lang="en-US" dirty="0"/>
                  <a:t>C[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 += </a:t>
                </a:r>
              </a:p>
              <a:p>
                <a:pPr lvl="2"/>
                <a:r>
                  <a:rPr lang="en-US" dirty="0"/>
                  <a:t>A[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][k*N/b+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]* B[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][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lvl="1"/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Store C[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 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3E5FB7-2FCF-77F2-9023-CB8A6B789F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98441" cy="4351338"/>
              </a:xfrm>
              <a:blipFill>
                <a:blip r:embed="rId2"/>
                <a:stretch>
                  <a:fillRect l="-1378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3B40DF-42D3-0EA7-FFC0-4285F63FE881}"/>
                  </a:ext>
                </a:extLst>
              </p:cNvPr>
              <p:cNvSpPr txBox="1"/>
              <p:nvPr/>
            </p:nvSpPr>
            <p:spPr>
              <a:xfrm>
                <a:off x="7460857" y="1869260"/>
                <a:ext cx="3649508" cy="1776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Looking at the store instruction of this code, can you explain how this is happening?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vary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3B40DF-42D3-0EA7-FFC0-4285F63FE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857" y="1869260"/>
                <a:ext cx="3649508" cy="1776255"/>
              </a:xfrm>
              <a:prstGeom prst="rect">
                <a:avLst/>
              </a:prstGeom>
              <a:blipFill>
                <a:blip r:embed="rId3"/>
                <a:stretch>
                  <a:fillRect l="-1503" t="-2062" r="-16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232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FB59-E221-E652-3735-4DA8840A1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3E5FB7-2FCF-77F2-9023-CB8A6B789F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98441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{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en-US" dirty="0"/>
                  <a:t>Read A[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][k*N/b+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lvl="1"/>
                <a:r>
                  <a:rPr lang="en-US" dirty="0"/>
                  <a:t>Read B[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lvl="1"/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pPr lvl="1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= 0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:r>
                  <a:rPr lang="en-US" dirty="0"/>
                  <a:t>C[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 += </a:t>
                </a:r>
              </a:p>
              <a:p>
                <a:pPr lvl="2"/>
                <a:r>
                  <a:rPr lang="en-US" dirty="0"/>
                  <a:t>A[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][k*N/b+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]* B[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][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lvl="1"/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Store C[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][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] 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3E5FB7-2FCF-77F2-9023-CB8A6B789F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98441" cy="4351338"/>
              </a:xfrm>
              <a:blipFill>
                <a:blip r:embed="rId2"/>
                <a:stretch>
                  <a:fillRect l="-1378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83B40DF-42D3-0EA7-FFC0-4285F63FE881}"/>
              </a:ext>
            </a:extLst>
          </p:cNvPr>
          <p:cNvSpPr txBox="1"/>
          <p:nvPr/>
        </p:nvSpPr>
        <p:spPr>
          <a:xfrm>
            <a:off x="7460857" y="1869260"/>
            <a:ext cx="3649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go block by block as before.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5A6838-6099-E135-F659-A5C666BAA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5585" y="5691178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23F7AAD-A5A0-1F6D-1DDF-85037D4DE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3183" y="5691178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166783D0-2501-8C84-6F04-9B6768E98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5585" y="3821628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358980-6A81-5700-8380-AD7197671FE0}"/>
              </a:ext>
            </a:extLst>
          </p:cNvPr>
          <p:cNvCxnSpPr/>
          <p:nvPr/>
        </p:nvCxnSpPr>
        <p:spPr>
          <a:xfrm>
            <a:off x="11325585" y="419691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F496F9-BEB7-14CF-76CF-24D9FDC03EED}"/>
              </a:ext>
            </a:extLst>
          </p:cNvPr>
          <p:cNvCxnSpPr/>
          <p:nvPr/>
        </p:nvCxnSpPr>
        <p:spPr>
          <a:xfrm>
            <a:off x="11325585" y="459315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BF8019-799D-1E08-1BEB-CF41C2E4D44B}"/>
              </a:ext>
            </a:extLst>
          </p:cNvPr>
          <p:cNvCxnSpPr/>
          <p:nvPr/>
        </p:nvCxnSpPr>
        <p:spPr>
          <a:xfrm>
            <a:off x="11325585" y="501309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C13A95-B63B-51E0-1BBE-050D850481BB}"/>
              </a:ext>
            </a:extLst>
          </p:cNvPr>
          <p:cNvCxnSpPr>
            <a:cxnSpLocks/>
          </p:cNvCxnSpPr>
          <p:nvPr/>
        </p:nvCxnSpPr>
        <p:spPr>
          <a:xfrm>
            <a:off x="9704872" y="569117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8A0E65-0E0F-BE2E-9022-8FD84F9D4BF4}"/>
              </a:ext>
            </a:extLst>
          </p:cNvPr>
          <p:cNvCxnSpPr>
            <a:cxnSpLocks/>
          </p:cNvCxnSpPr>
          <p:nvPr/>
        </p:nvCxnSpPr>
        <p:spPr>
          <a:xfrm>
            <a:off x="10141752" y="569117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0E2319-E8EB-7C29-B92E-75407E5F6727}"/>
              </a:ext>
            </a:extLst>
          </p:cNvPr>
          <p:cNvCxnSpPr>
            <a:cxnSpLocks/>
          </p:cNvCxnSpPr>
          <p:nvPr/>
        </p:nvCxnSpPr>
        <p:spPr>
          <a:xfrm>
            <a:off x="10540301" y="569117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760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FB59-E221-E652-3735-4DA8840A1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3E5FB7-2FCF-77F2-9023-CB8A6B789F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98441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{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Read A[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][k*N/b+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Read B[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</a:p>
              <a:p>
                <a:pPr lvl="1"/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pPr lvl="1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= 0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:r>
                  <a:rPr lang="en-US" dirty="0"/>
                  <a:t>C[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 += </a:t>
                </a:r>
              </a:p>
              <a:p>
                <a:pPr lvl="2"/>
                <a:r>
                  <a:rPr lang="en-US" dirty="0"/>
                  <a:t>A[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][k*N/b+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]* B[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][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pPr lvl="1"/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Store C[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][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] 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3E5FB7-2FCF-77F2-9023-CB8A6B789F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98441" cy="4351338"/>
              </a:xfrm>
              <a:blipFill>
                <a:blip r:embed="rId2"/>
                <a:stretch>
                  <a:fillRect l="-1378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3B40DF-42D3-0EA7-FFC0-4285F63FE881}"/>
                  </a:ext>
                </a:extLst>
              </p:cNvPr>
              <p:cNvSpPr txBox="1"/>
              <p:nvPr/>
            </p:nvSpPr>
            <p:spPr>
              <a:xfrm>
                <a:off x="7460857" y="1869260"/>
                <a:ext cx="364950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we fetch the blocks of A and B first before performing computations </a:t>
                </a:r>
              </a:p>
              <a:p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3B40DF-42D3-0EA7-FFC0-4285F63FE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857" y="1869260"/>
                <a:ext cx="3649508" cy="1200329"/>
              </a:xfrm>
              <a:prstGeom prst="rect">
                <a:avLst/>
              </a:prstGeom>
              <a:blipFill>
                <a:blip r:embed="rId3"/>
                <a:stretch>
                  <a:fillRect l="-1503" t="-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F7376BC-A266-ED2A-0975-DFAA48CC1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5585" y="5691178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7D029C2-0411-B22C-31B4-A71B47DAF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3183" y="5691178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3D62EE75-40F4-DCFC-F269-9E74E108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5585" y="3821628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A56E18-B0EA-3092-B03D-49F34D198CE3}"/>
              </a:ext>
            </a:extLst>
          </p:cNvPr>
          <p:cNvCxnSpPr/>
          <p:nvPr/>
        </p:nvCxnSpPr>
        <p:spPr>
          <a:xfrm>
            <a:off x="11325585" y="419691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11293C-07EF-4E21-B211-7622A0F0E3B0}"/>
              </a:ext>
            </a:extLst>
          </p:cNvPr>
          <p:cNvCxnSpPr/>
          <p:nvPr/>
        </p:nvCxnSpPr>
        <p:spPr>
          <a:xfrm>
            <a:off x="11325585" y="459315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14A5F1-DE6C-779D-7B10-5C1E9DE275E3}"/>
              </a:ext>
            </a:extLst>
          </p:cNvPr>
          <p:cNvCxnSpPr/>
          <p:nvPr/>
        </p:nvCxnSpPr>
        <p:spPr>
          <a:xfrm>
            <a:off x="11325585" y="501309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E3651C-FB14-40C1-3475-81BB2EBF3F7F}"/>
              </a:ext>
            </a:extLst>
          </p:cNvPr>
          <p:cNvCxnSpPr>
            <a:cxnSpLocks/>
          </p:cNvCxnSpPr>
          <p:nvPr/>
        </p:nvCxnSpPr>
        <p:spPr>
          <a:xfrm>
            <a:off x="9704872" y="569117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99C59A-2C80-E606-ACE5-1FA296BBA9C6}"/>
              </a:ext>
            </a:extLst>
          </p:cNvPr>
          <p:cNvCxnSpPr>
            <a:cxnSpLocks/>
          </p:cNvCxnSpPr>
          <p:nvPr/>
        </p:nvCxnSpPr>
        <p:spPr>
          <a:xfrm>
            <a:off x="10141752" y="569117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62D31B-052E-8C84-597B-0F75191A4CA5}"/>
              </a:ext>
            </a:extLst>
          </p:cNvPr>
          <p:cNvCxnSpPr>
            <a:cxnSpLocks/>
          </p:cNvCxnSpPr>
          <p:nvPr/>
        </p:nvCxnSpPr>
        <p:spPr>
          <a:xfrm>
            <a:off x="10540301" y="569117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071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24A4F-5C84-5C1F-5C17-5C3CE21B5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131418-6FBB-6A17-7428-18FD293F0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378" y="3560238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8579E28B-8683-8C13-CE57-45D399F96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2976" y="3560238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CFD8C5F7-3946-B541-F64D-76022241E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378" y="1690688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B37852-388B-ECC0-4D2B-145EBCB824B9}"/>
              </a:ext>
            </a:extLst>
          </p:cNvPr>
          <p:cNvCxnSpPr/>
          <p:nvPr/>
        </p:nvCxnSpPr>
        <p:spPr>
          <a:xfrm>
            <a:off x="3575378" y="206597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59A8F2-5175-0DB7-3FCD-19DC4A3E5B7F}"/>
              </a:ext>
            </a:extLst>
          </p:cNvPr>
          <p:cNvCxnSpPr/>
          <p:nvPr/>
        </p:nvCxnSpPr>
        <p:spPr>
          <a:xfrm>
            <a:off x="3575378" y="246221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2403BC-4259-51A2-2816-264C137AAFF0}"/>
              </a:ext>
            </a:extLst>
          </p:cNvPr>
          <p:cNvCxnSpPr/>
          <p:nvPr/>
        </p:nvCxnSpPr>
        <p:spPr>
          <a:xfrm>
            <a:off x="3575378" y="288215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702044-522B-CDAD-1FB7-10B4E405EB68}"/>
              </a:ext>
            </a:extLst>
          </p:cNvPr>
          <p:cNvCxnSpPr>
            <a:cxnSpLocks/>
          </p:cNvCxnSpPr>
          <p:nvPr/>
        </p:nvCxnSpPr>
        <p:spPr>
          <a:xfrm>
            <a:off x="1954665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BCE1AF-79A3-9602-682D-EED251A2D855}"/>
              </a:ext>
            </a:extLst>
          </p:cNvPr>
          <p:cNvCxnSpPr>
            <a:cxnSpLocks/>
          </p:cNvCxnSpPr>
          <p:nvPr/>
        </p:nvCxnSpPr>
        <p:spPr>
          <a:xfrm>
            <a:off x="2391545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18ACC9-24B0-F7F7-75F0-C873FD59F9EB}"/>
              </a:ext>
            </a:extLst>
          </p:cNvPr>
          <p:cNvCxnSpPr>
            <a:cxnSpLocks/>
          </p:cNvCxnSpPr>
          <p:nvPr/>
        </p:nvCxnSpPr>
        <p:spPr>
          <a:xfrm>
            <a:off x="2790094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4369514-290A-AB8A-D4C3-AF48FFFDEE72}"/>
              </a:ext>
            </a:extLst>
          </p:cNvPr>
          <p:cNvSpPr/>
          <p:nvPr/>
        </p:nvSpPr>
        <p:spPr>
          <a:xfrm>
            <a:off x="1954664" y="3560238"/>
            <a:ext cx="450437" cy="363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ACBC19-4748-45DE-EE4D-610400E5C33B}"/>
              </a:ext>
            </a:extLst>
          </p:cNvPr>
          <p:cNvSpPr/>
          <p:nvPr/>
        </p:nvSpPr>
        <p:spPr>
          <a:xfrm>
            <a:off x="3596312" y="2090183"/>
            <a:ext cx="327769" cy="363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47B15F-28FD-C4F4-6BF9-5870BB0718E7}"/>
                  </a:ext>
                </a:extLst>
              </p:cNvPr>
              <p:cNvSpPr txBox="1"/>
              <p:nvPr/>
            </p:nvSpPr>
            <p:spPr>
              <a:xfrm>
                <a:off x="2068496" y="2689634"/>
                <a:ext cx="80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47B15F-28FD-C4F4-6BF9-5870BB071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496" y="2689634"/>
                <a:ext cx="8005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9C486E-D51C-C874-68EA-D35E73D66BB6}"/>
                  </a:ext>
                </a:extLst>
              </p:cNvPr>
              <p:cNvSpPr txBox="1"/>
              <p:nvPr/>
            </p:nvSpPr>
            <p:spPr>
              <a:xfrm>
                <a:off x="7256772" y="1442413"/>
                <a:ext cx="4684197" cy="19869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For a given K, each thread fetches exactly 1 element from A and B blocks</a:t>
                </a:r>
              </a:p>
              <a:p>
                <a:endParaRPr lang="en-US" dirty="0"/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Read A[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][k*N/b+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Read B[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9C486E-D51C-C874-68EA-D35E73D66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772" y="1442413"/>
                <a:ext cx="4684197" cy="1986954"/>
              </a:xfrm>
              <a:prstGeom prst="rect">
                <a:avLst/>
              </a:prstGeom>
              <a:blipFill>
                <a:blip r:embed="rId3"/>
                <a:stretch>
                  <a:fillRect l="-1040" t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41AB21BF-DC10-411E-475E-941C461DE86A}"/>
              </a:ext>
            </a:extLst>
          </p:cNvPr>
          <p:cNvSpPr/>
          <p:nvPr/>
        </p:nvSpPr>
        <p:spPr>
          <a:xfrm>
            <a:off x="1606111" y="4857203"/>
            <a:ext cx="1597980" cy="15979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3B337E-4557-65DC-3F69-DD95BE92F749}"/>
              </a:ext>
            </a:extLst>
          </p:cNvPr>
          <p:cNvCxnSpPr>
            <a:cxnSpLocks/>
          </p:cNvCxnSpPr>
          <p:nvPr/>
        </p:nvCxnSpPr>
        <p:spPr>
          <a:xfrm flipH="1">
            <a:off x="1592306" y="3923883"/>
            <a:ext cx="362358" cy="93332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70541ED-FE09-C88A-8DEB-7263846FB0D6}"/>
              </a:ext>
            </a:extLst>
          </p:cNvPr>
          <p:cNvCxnSpPr>
            <a:cxnSpLocks/>
          </p:cNvCxnSpPr>
          <p:nvPr/>
        </p:nvCxnSpPr>
        <p:spPr>
          <a:xfrm>
            <a:off x="2422058" y="3923883"/>
            <a:ext cx="774831" cy="93332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00550DF-1A52-CA68-D0FB-B0F4B57B1A68}"/>
              </a:ext>
            </a:extLst>
          </p:cNvPr>
          <p:cNvSpPr/>
          <p:nvPr/>
        </p:nvSpPr>
        <p:spPr>
          <a:xfrm>
            <a:off x="1711009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19DBFD5-2D2E-EAEE-E21D-35BEBFE396AB}"/>
              </a:ext>
            </a:extLst>
          </p:cNvPr>
          <p:cNvSpPr/>
          <p:nvPr/>
        </p:nvSpPr>
        <p:spPr>
          <a:xfrm>
            <a:off x="1892188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BC66404-9091-B121-CD11-F380BB9A2CBC}"/>
              </a:ext>
            </a:extLst>
          </p:cNvPr>
          <p:cNvSpPr/>
          <p:nvPr/>
        </p:nvSpPr>
        <p:spPr>
          <a:xfrm>
            <a:off x="2095192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550428A-F718-D5BD-68F7-E097BC282C1B}"/>
              </a:ext>
            </a:extLst>
          </p:cNvPr>
          <p:cNvSpPr/>
          <p:nvPr/>
        </p:nvSpPr>
        <p:spPr>
          <a:xfrm>
            <a:off x="2276371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4A0EB64-888F-F1D3-4CF5-5312D66FE308}"/>
              </a:ext>
            </a:extLst>
          </p:cNvPr>
          <p:cNvSpPr/>
          <p:nvPr/>
        </p:nvSpPr>
        <p:spPr>
          <a:xfrm>
            <a:off x="2473009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9A70B01-9640-1B25-9262-330A6003B5FF}"/>
              </a:ext>
            </a:extLst>
          </p:cNvPr>
          <p:cNvSpPr/>
          <p:nvPr/>
        </p:nvSpPr>
        <p:spPr>
          <a:xfrm>
            <a:off x="2654188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E7B7FCE-F643-A2BA-FE7A-33D3113FBA5C}"/>
              </a:ext>
            </a:extLst>
          </p:cNvPr>
          <p:cNvSpPr/>
          <p:nvPr/>
        </p:nvSpPr>
        <p:spPr>
          <a:xfrm>
            <a:off x="2857192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19E0BA-4A2D-42C8-7600-E1B15E073EDC}"/>
              </a:ext>
            </a:extLst>
          </p:cNvPr>
          <p:cNvSpPr/>
          <p:nvPr/>
        </p:nvSpPr>
        <p:spPr>
          <a:xfrm>
            <a:off x="3038371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D257A4F-4DA5-B09B-462B-A215D9BD881F}"/>
              </a:ext>
            </a:extLst>
          </p:cNvPr>
          <p:cNvSpPr/>
          <p:nvPr/>
        </p:nvSpPr>
        <p:spPr>
          <a:xfrm>
            <a:off x="1711009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DC56B74-4071-1E33-3920-BA9157183EDE}"/>
              </a:ext>
            </a:extLst>
          </p:cNvPr>
          <p:cNvSpPr/>
          <p:nvPr/>
        </p:nvSpPr>
        <p:spPr>
          <a:xfrm>
            <a:off x="1892188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8027A1B-29A7-54CA-5F80-F8C4987564F5}"/>
              </a:ext>
            </a:extLst>
          </p:cNvPr>
          <p:cNvSpPr/>
          <p:nvPr/>
        </p:nvSpPr>
        <p:spPr>
          <a:xfrm>
            <a:off x="2095192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CF5D6DE-FEDE-0767-AEC3-2BE337CCAECB}"/>
              </a:ext>
            </a:extLst>
          </p:cNvPr>
          <p:cNvSpPr/>
          <p:nvPr/>
        </p:nvSpPr>
        <p:spPr>
          <a:xfrm>
            <a:off x="2276371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B3B0B51-F29E-4C98-C366-69C88F29F4B2}"/>
              </a:ext>
            </a:extLst>
          </p:cNvPr>
          <p:cNvSpPr/>
          <p:nvPr/>
        </p:nvSpPr>
        <p:spPr>
          <a:xfrm>
            <a:off x="2473009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488030B-EB11-7860-43E0-1976D111CCB4}"/>
              </a:ext>
            </a:extLst>
          </p:cNvPr>
          <p:cNvSpPr/>
          <p:nvPr/>
        </p:nvSpPr>
        <p:spPr>
          <a:xfrm>
            <a:off x="2654188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B279EF7-0C10-F2E0-3D7C-07784FB19425}"/>
              </a:ext>
            </a:extLst>
          </p:cNvPr>
          <p:cNvSpPr/>
          <p:nvPr/>
        </p:nvSpPr>
        <p:spPr>
          <a:xfrm>
            <a:off x="2857192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A58BF42-708A-0675-4065-CA4839D8FC54}"/>
              </a:ext>
            </a:extLst>
          </p:cNvPr>
          <p:cNvSpPr/>
          <p:nvPr/>
        </p:nvSpPr>
        <p:spPr>
          <a:xfrm>
            <a:off x="3038371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94C5147-0734-073C-012F-B9B37B1ECCDD}"/>
              </a:ext>
            </a:extLst>
          </p:cNvPr>
          <p:cNvSpPr/>
          <p:nvPr/>
        </p:nvSpPr>
        <p:spPr>
          <a:xfrm>
            <a:off x="1711009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819E220-F9BD-9897-9C01-BB464BFD3045}"/>
              </a:ext>
            </a:extLst>
          </p:cNvPr>
          <p:cNvSpPr/>
          <p:nvPr/>
        </p:nvSpPr>
        <p:spPr>
          <a:xfrm>
            <a:off x="1892188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C012583-9ECA-661A-4FDA-9219EC42F778}"/>
              </a:ext>
            </a:extLst>
          </p:cNvPr>
          <p:cNvSpPr/>
          <p:nvPr/>
        </p:nvSpPr>
        <p:spPr>
          <a:xfrm>
            <a:off x="2095192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A99F33-0D18-615D-7B02-561E68B6CEE7}"/>
              </a:ext>
            </a:extLst>
          </p:cNvPr>
          <p:cNvSpPr/>
          <p:nvPr/>
        </p:nvSpPr>
        <p:spPr>
          <a:xfrm>
            <a:off x="2276371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E518BED-93A4-FE45-7663-2F7CBCA9C746}"/>
              </a:ext>
            </a:extLst>
          </p:cNvPr>
          <p:cNvSpPr/>
          <p:nvPr/>
        </p:nvSpPr>
        <p:spPr>
          <a:xfrm>
            <a:off x="2473009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EB78FDB-3B0B-F59A-DAEC-0E15A5B2CF9B}"/>
              </a:ext>
            </a:extLst>
          </p:cNvPr>
          <p:cNvSpPr/>
          <p:nvPr/>
        </p:nvSpPr>
        <p:spPr>
          <a:xfrm>
            <a:off x="2654188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B9CB1FF-679C-B2B0-CF7B-8E32E49A58F9}"/>
              </a:ext>
            </a:extLst>
          </p:cNvPr>
          <p:cNvSpPr/>
          <p:nvPr/>
        </p:nvSpPr>
        <p:spPr>
          <a:xfrm>
            <a:off x="2857192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F9C2479-6E67-1F13-CC6F-8FC92CB61258}"/>
              </a:ext>
            </a:extLst>
          </p:cNvPr>
          <p:cNvSpPr/>
          <p:nvPr/>
        </p:nvSpPr>
        <p:spPr>
          <a:xfrm>
            <a:off x="3038371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A11E74F-480C-FCAF-4DB7-3806344E618D}"/>
              </a:ext>
            </a:extLst>
          </p:cNvPr>
          <p:cNvSpPr/>
          <p:nvPr/>
        </p:nvSpPr>
        <p:spPr>
          <a:xfrm>
            <a:off x="1711009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F6A7751-74AB-52CF-4EDB-D6CA16989315}"/>
              </a:ext>
            </a:extLst>
          </p:cNvPr>
          <p:cNvSpPr/>
          <p:nvPr/>
        </p:nvSpPr>
        <p:spPr>
          <a:xfrm>
            <a:off x="1892188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07D9887-C792-E9FF-1EF4-8633C6130528}"/>
              </a:ext>
            </a:extLst>
          </p:cNvPr>
          <p:cNvSpPr/>
          <p:nvPr/>
        </p:nvSpPr>
        <p:spPr>
          <a:xfrm>
            <a:off x="2095192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BC52912-33CF-78C6-3068-F587142C87E4}"/>
              </a:ext>
            </a:extLst>
          </p:cNvPr>
          <p:cNvSpPr/>
          <p:nvPr/>
        </p:nvSpPr>
        <p:spPr>
          <a:xfrm>
            <a:off x="2276371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729DE1B-2903-0DC0-A0C3-DC5FE150A8C9}"/>
              </a:ext>
            </a:extLst>
          </p:cNvPr>
          <p:cNvSpPr/>
          <p:nvPr/>
        </p:nvSpPr>
        <p:spPr>
          <a:xfrm>
            <a:off x="2473009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9B600BD-E6C5-8EFE-1456-7561CF013DEB}"/>
              </a:ext>
            </a:extLst>
          </p:cNvPr>
          <p:cNvSpPr/>
          <p:nvPr/>
        </p:nvSpPr>
        <p:spPr>
          <a:xfrm>
            <a:off x="2654188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7D28A70-6414-88DC-256A-575F7BEF5984}"/>
              </a:ext>
            </a:extLst>
          </p:cNvPr>
          <p:cNvSpPr/>
          <p:nvPr/>
        </p:nvSpPr>
        <p:spPr>
          <a:xfrm>
            <a:off x="2857192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4596DAE-4615-DCDA-3E2E-BD56A61EEAE8}"/>
              </a:ext>
            </a:extLst>
          </p:cNvPr>
          <p:cNvSpPr/>
          <p:nvPr/>
        </p:nvSpPr>
        <p:spPr>
          <a:xfrm>
            <a:off x="3038371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7F30DBF-D0A6-A2D8-C9D8-5BA23FDE00CC}"/>
              </a:ext>
            </a:extLst>
          </p:cNvPr>
          <p:cNvSpPr/>
          <p:nvPr/>
        </p:nvSpPr>
        <p:spPr>
          <a:xfrm>
            <a:off x="1711009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BA346A3-BBCB-5BC7-76CE-DE43B7344E6D}"/>
              </a:ext>
            </a:extLst>
          </p:cNvPr>
          <p:cNvSpPr/>
          <p:nvPr/>
        </p:nvSpPr>
        <p:spPr>
          <a:xfrm>
            <a:off x="1892188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B5DD737-F033-2790-A8BB-F9E0BC29F84F}"/>
              </a:ext>
            </a:extLst>
          </p:cNvPr>
          <p:cNvSpPr/>
          <p:nvPr/>
        </p:nvSpPr>
        <p:spPr>
          <a:xfrm>
            <a:off x="2095192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DD6FE87-A4D1-AB80-156B-AF57FFCB095D}"/>
              </a:ext>
            </a:extLst>
          </p:cNvPr>
          <p:cNvSpPr/>
          <p:nvPr/>
        </p:nvSpPr>
        <p:spPr>
          <a:xfrm>
            <a:off x="2276371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88630CB-0B08-0266-9114-956848E58229}"/>
              </a:ext>
            </a:extLst>
          </p:cNvPr>
          <p:cNvSpPr/>
          <p:nvPr/>
        </p:nvSpPr>
        <p:spPr>
          <a:xfrm>
            <a:off x="2473009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7C202C9-F9A0-EE65-74E8-B682DBB5C49E}"/>
              </a:ext>
            </a:extLst>
          </p:cNvPr>
          <p:cNvSpPr/>
          <p:nvPr/>
        </p:nvSpPr>
        <p:spPr>
          <a:xfrm>
            <a:off x="2654188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7721F7B-FFA0-DDBF-E749-1DC956D82F90}"/>
              </a:ext>
            </a:extLst>
          </p:cNvPr>
          <p:cNvSpPr/>
          <p:nvPr/>
        </p:nvSpPr>
        <p:spPr>
          <a:xfrm>
            <a:off x="2857192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2228A94-3C9D-3B66-D847-FC7220116ED7}"/>
              </a:ext>
            </a:extLst>
          </p:cNvPr>
          <p:cNvSpPr/>
          <p:nvPr/>
        </p:nvSpPr>
        <p:spPr>
          <a:xfrm>
            <a:off x="3038371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3C3799-9295-737D-38E5-44421A8359EB}"/>
              </a:ext>
            </a:extLst>
          </p:cNvPr>
          <p:cNvSpPr txBox="1"/>
          <p:nvPr/>
        </p:nvSpPr>
        <p:spPr>
          <a:xfrm>
            <a:off x="3511549" y="5371083"/>
            <a:ext cx="6207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Number of elements in a block?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AFC46AD-7C2D-152E-FCB9-CE49E137BFEE}"/>
              </a:ext>
            </a:extLst>
          </p:cNvPr>
          <p:cNvSpPr/>
          <p:nvPr/>
        </p:nvSpPr>
        <p:spPr>
          <a:xfrm>
            <a:off x="5606214" y="1540978"/>
            <a:ext cx="1597980" cy="15979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18229F0-F32B-85D3-F3A4-C4A42BF8D04B}"/>
              </a:ext>
            </a:extLst>
          </p:cNvPr>
          <p:cNvSpPr/>
          <p:nvPr/>
        </p:nvSpPr>
        <p:spPr>
          <a:xfrm>
            <a:off x="5711112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B2633DD-E63E-697B-E3CB-BC1524AF1355}"/>
              </a:ext>
            </a:extLst>
          </p:cNvPr>
          <p:cNvSpPr/>
          <p:nvPr/>
        </p:nvSpPr>
        <p:spPr>
          <a:xfrm>
            <a:off x="5892291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0FFFE00-40F2-FDE9-3068-7F513486A127}"/>
              </a:ext>
            </a:extLst>
          </p:cNvPr>
          <p:cNvSpPr/>
          <p:nvPr/>
        </p:nvSpPr>
        <p:spPr>
          <a:xfrm>
            <a:off x="6095295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810D0F7-C190-2E81-1646-261DCAB03F47}"/>
              </a:ext>
            </a:extLst>
          </p:cNvPr>
          <p:cNvSpPr/>
          <p:nvPr/>
        </p:nvSpPr>
        <p:spPr>
          <a:xfrm>
            <a:off x="6276474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5ABAE64-B93F-21DE-F0D8-1B694BD96274}"/>
              </a:ext>
            </a:extLst>
          </p:cNvPr>
          <p:cNvSpPr/>
          <p:nvPr/>
        </p:nvSpPr>
        <p:spPr>
          <a:xfrm>
            <a:off x="6473112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D453CCF-CF6D-367B-1F5A-4B3FED5876B9}"/>
              </a:ext>
            </a:extLst>
          </p:cNvPr>
          <p:cNvSpPr/>
          <p:nvPr/>
        </p:nvSpPr>
        <p:spPr>
          <a:xfrm>
            <a:off x="6654291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83139F0-7100-FE8E-95E1-A92977D0D807}"/>
              </a:ext>
            </a:extLst>
          </p:cNvPr>
          <p:cNvSpPr/>
          <p:nvPr/>
        </p:nvSpPr>
        <p:spPr>
          <a:xfrm>
            <a:off x="6857295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F42F526-0CAD-D02A-DA75-DFDEC7352B3E}"/>
              </a:ext>
            </a:extLst>
          </p:cNvPr>
          <p:cNvSpPr/>
          <p:nvPr/>
        </p:nvSpPr>
        <p:spPr>
          <a:xfrm>
            <a:off x="7038474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94FBDAE-D74F-E49B-3EFE-C8C08589835A}"/>
              </a:ext>
            </a:extLst>
          </p:cNvPr>
          <p:cNvSpPr/>
          <p:nvPr/>
        </p:nvSpPr>
        <p:spPr>
          <a:xfrm>
            <a:off x="5711112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8DDDDD9-14C2-149F-A83F-52556EE96ACC}"/>
              </a:ext>
            </a:extLst>
          </p:cNvPr>
          <p:cNvSpPr/>
          <p:nvPr/>
        </p:nvSpPr>
        <p:spPr>
          <a:xfrm>
            <a:off x="5892291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C01587A-5E4B-6125-BF4B-2FA8E3AF12AF}"/>
              </a:ext>
            </a:extLst>
          </p:cNvPr>
          <p:cNvSpPr/>
          <p:nvPr/>
        </p:nvSpPr>
        <p:spPr>
          <a:xfrm>
            <a:off x="6095295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6A9D5F7-6D84-AC44-6462-C2882FF948DB}"/>
              </a:ext>
            </a:extLst>
          </p:cNvPr>
          <p:cNvSpPr/>
          <p:nvPr/>
        </p:nvSpPr>
        <p:spPr>
          <a:xfrm>
            <a:off x="6276474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5D85154-0E0F-5892-6417-07B90D4B4C8A}"/>
              </a:ext>
            </a:extLst>
          </p:cNvPr>
          <p:cNvSpPr/>
          <p:nvPr/>
        </p:nvSpPr>
        <p:spPr>
          <a:xfrm>
            <a:off x="6473112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BAFFB5D-A090-FBD1-A48B-A11DA1928C20}"/>
              </a:ext>
            </a:extLst>
          </p:cNvPr>
          <p:cNvSpPr/>
          <p:nvPr/>
        </p:nvSpPr>
        <p:spPr>
          <a:xfrm>
            <a:off x="6654291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000378A-E679-ABAB-8212-3EA5D3427802}"/>
              </a:ext>
            </a:extLst>
          </p:cNvPr>
          <p:cNvSpPr/>
          <p:nvPr/>
        </p:nvSpPr>
        <p:spPr>
          <a:xfrm>
            <a:off x="6857295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1A292B2-5A14-1FB4-FE5E-A678E03F86A1}"/>
              </a:ext>
            </a:extLst>
          </p:cNvPr>
          <p:cNvSpPr/>
          <p:nvPr/>
        </p:nvSpPr>
        <p:spPr>
          <a:xfrm>
            <a:off x="7038474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28811AD-4556-C47F-6DCD-AFE1DCCBCCEA}"/>
              </a:ext>
            </a:extLst>
          </p:cNvPr>
          <p:cNvSpPr/>
          <p:nvPr/>
        </p:nvSpPr>
        <p:spPr>
          <a:xfrm>
            <a:off x="5711112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CD2CDBC-B21F-E086-C3F6-372C884A3AD4}"/>
              </a:ext>
            </a:extLst>
          </p:cNvPr>
          <p:cNvSpPr/>
          <p:nvPr/>
        </p:nvSpPr>
        <p:spPr>
          <a:xfrm>
            <a:off x="5892291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9465C37-E4FC-8716-A2C8-1B82FB467697}"/>
              </a:ext>
            </a:extLst>
          </p:cNvPr>
          <p:cNvSpPr/>
          <p:nvPr/>
        </p:nvSpPr>
        <p:spPr>
          <a:xfrm>
            <a:off x="6095295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965D5676-F990-8BEC-F42D-BF7BADECAAB6}"/>
              </a:ext>
            </a:extLst>
          </p:cNvPr>
          <p:cNvSpPr/>
          <p:nvPr/>
        </p:nvSpPr>
        <p:spPr>
          <a:xfrm>
            <a:off x="6276474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1487523-544D-35C4-D636-53AA01838394}"/>
              </a:ext>
            </a:extLst>
          </p:cNvPr>
          <p:cNvSpPr/>
          <p:nvPr/>
        </p:nvSpPr>
        <p:spPr>
          <a:xfrm>
            <a:off x="6473112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990764B-8EF9-986C-E2F9-D395A20980F7}"/>
              </a:ext>
            </a:extLst>
          </p:cNvPr>
          <p:cNvSpPr/>
          <p:nvPr/>
        </p:nvSpPr>
        <p:spPr>
          <a:xfrm>
            <a:off x="6654291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D5795377-CABB-0395-5B96-618FC29A0D12}"/>
              </a:ext>
            </a:extLst>
          </p:cNvPr>
          <p:cNvSpPr/>
          <p:nvPr/>
        </p:nvSpPr>
        <p:spPr>
          <a:xfrm>
            <a:off x="6857295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78A8CB5-ECE1-EADA-21A2-F23F90923D7D}"/>
              </a:ext>
            </a:extLst>
          </p:cNvPr>
          <p:cNvSpPr/>
          <p:nvPr/>
        </p:nvSpPr>
        <p:spPr>
          <a:xfrm>
            <a:off x="7038474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AD857FC-DEE1-266A-9EDB-43BD70A0EAD6}"/>
              </a:ext>
            </a:extLst>
          </p:cNvPr>
          <p:cNvSpPr/>
          <p:nvPr/>
        </p:nvSpPr>
        <p:spPr>
          <a:xfrm>
            <a:off x="5711112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9CB78308-A76B-5881-D7A0-7CB066E3D6CD}"/>
              </a:ext>
            </a:extLst>
          </p:cNvPr>
          <p:cNvSpPr/>
          <p:nvPr/>
        </p:nvSpPr>
        <p:spPr>
          <a:xfrm>
            <a:off x="5892291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28DADC0C-A5F2-0924-611D-6FB4819D74AA}"/>
              </a:ext>
            </a:extLst>
          </p:cNvPr>
          <p:cNvSpPr/>
          <p:nvPr/>
        </p:nvSpPr>
        <p:spPr>
          <a:xfrm>
            <a:off x="6095295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9F305D7-ADA0-07AB-C1FA-D6C7351E3934}"/>
              </a:ext>
            </a:extLst>
          </p:cNvPr>
          <p:cNvSpPr/>
          <p:nvPr/>
        </p:nvSpPr>
        <p:spPr>
          <a:xfrm>
            <a:off x="6276474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B08E5CA-33C0-4198-045B-A6A0D0086B74}"/>
              </a:ext>
            </a:extLst>
          </p:cNvPr>
          <p:cNvSpPr/>
          <p:nvPr/>
        </p:nvSpPr>
        <p:spPr>
          <a:xfrm>
            <a:off x="6473112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71725FC-C9E2-9FBD-1915-4CFA66542BC2}"/>
              </a:ext>
            </a:extLst>
          </p:cNvPr>
          <p:cNvSpPr/>
          <p:nvPr/>
        </p:nvSpPr>
        <p:spPr>
          <a:xfrm>
            <a:off x="6654291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B7EEA4BF-E3E1-C22B-2EF7-EFE305C3490D}"/>
              </a:ext>
            </a:extLst>
          </p:cNvPr>
          <p:cNvSpPr/>
          <p:nvPr/>
        </p:nvSpPr>
        <p:spPr>
          <a:xfrm>
            <a:off x="6857295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D1D7D16-3453-24ED-9B62-31748F3E70CE}"/>
              </a:ext>
            </a:extLst>
          </p:cNvPr>
          <p:cNvSpPr/>
          <p:nvPr/>
        </p:nvSpPr>
        <p:spPr>
          <a:xfrm>
            <a:off x="7038474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FEADD9A-392A-A4A5-DC69-78D43931AD4F}"/>
              </a:ext>
            </a:extLst>
          </p:cNvPr>
          <p:cNvSpPr/>
          <p:nvPr/>
        </p:nvSpPr>
        <p:spPr>
          <a:xfrm>
            <a:off x="5711112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FBA0BDE3-1660-3D07-15F3-9DA8E452BB5D}"/>
              </a:ext>
            </a:extLst>
          </p:cNvPr>
          <p:cNvSpPr/>
          <p:nvPr/>
        </p:nvSpPr>
        <p:spPr>
          <a:xfrm>
            <a:off x="5892291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4D268BAA-9916-DF3B-E738-15FE135818C7}"/>
              </a:ext>
            </a:extLst>
          </p:cNvPr>
          <p:cNvSpPr/>
          <p:nvPr/>
        </p:nvSpPr>
        <p:spPr>
          <a:xfrm>
            <a:off x="6095295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63A6075-B350-84AB-BD01-D8FCEAB6DCDE}"/>
              </a:ext>
            </a:extLst>
          </p:cNvPr>
          <p:cNvSpPr/>
          <p:nvPr/>
        </p:nvSpPr>
        <p:spPr>
          <a:xfrm>
            <a:off x="6276474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6CF2C518-2356-7EAD-C20F-39FC276D59F7}"/>
              </a:ext>
            </a:extLst>
          </p:cNvPr>
          <p:cNvSpPr/>
          <p:nvPr/>
        </p:nvSpPr>
        <p:spPr>
          <a:xfrm>
            <a:off x="6473112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57393283-1E98-D44D-C30A-1D9AAB5AE160}"/>
              </a:ext>
            </a:extLst>
          </p:cNvPr>
          <p:cNvSpPr/>
          <p:nvPr/>
        </p:nvSpPr>
        <p:spPr>
          <a:xfrm>
            <a:off x="6654291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3FFDBBD-8290-E0BC-C7B4-BB6557B83C48}"/>
              </a:ext>
            </a:extLst>
          </p:cNvPr>
          <p:cNvSpPr/>
          <p:nvPr/>
        </p:nvSpPr>
        <p:spPr>
          <a:xfrm>
            <a:off x="6857295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E6959102-01D8-9F62-95FF-93277F18372E}"/>
              </a:ext>
            </a:extLst>
          </p:cNvPr>
          <p:cNvSpPr/>
          <p:nvPr/>
        </p:nvSpPr>
        <p:spPr>
          <a:xfrm>
            <a:off x="7038474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964E630E-4231-0015-757A-31FE166024BF}"/>
              </a:ext>
            </a:extLst>
          </p:cNvPr>
          <p:cNvCxnSpPr>
            <a:cxnSpLocks/>
          </p:cNvCxnSpPr>
          <p:nvPr/>
        </p:nvCxnSpPr>
        <p:spPr>
          <a:xfrm flipV="1">
            <a:off x="3928099" y="1609790"/>
            <a:ext cx="1664310" cy="46392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E14CBE39-FFB6-0A92-BA56-8AD87E868A08}"/>
              </a:ext>
            </a:extLst>
          </p:cNvPr>
          <p:cNvCxnSpPr>
            <a:cxnSpLocks/>
          </p:cNvCxnSpPr>
          <p:nvPr/>
        </p:nvCxnSpPr>
        <p:spPr>
          <a:xfrm>
            <a:off x="3899885" y="2472438"/>
            <a:ext cx="1706055" cy="712515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655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8F2BE-D3C6-F7C8-4C06-F442C9195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03E92-5111-056C-646D-208C199AC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08CA81-6A73-CF92-E54A-62B3A02D0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378" y="3560238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7E89551F-7DAD-0FEA-74C3-ADA86A14D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2976" y="3560238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E0C71AB3-A7C9-F5D3-054B-257666DFE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378" y="1690688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59D8A24-8879-8F04-8E51-6F29C6E932D9}"/>
              </a:ext>
            </a:extLst>
          </p:cNvPr>
          <p:cNvCxnSpPr/>
          <p:nvPr/>
        </p:nvCxnSpPr>
        <p:spPr>
          <a:xfrm>
            <a:off x="3575378" y="206597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6559E2-68A8-E585-5B1B-C3A09689469F}"/>
              </a:ext>
            </a:extLst>
          </p:cNvPr>
          <p:cNvCxnSpPr/>
          <p:nvPr/>
        </p:nvCxnSpPr>
        <p:spPr>
          <a:xfrm>
            <a:off x="3575378" y="246221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939843-E1C5-481B-1B03-FDE8741B8543}"/>
              </a:ext>
            </a:extLst>
          </p:cNvPr>
          <p:cNvCxnSpPr/>
          <p:nvPr/>
        </p:nvCxnSpPr>
        <p:spPr>
          <a:xfrm>
            <a:off x="3575378" y="288215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F1E40D-3A91-E78B-6BD4-BFC91D739783}"/>
              </a:ext>
            </a:extLst>
          </p:cNvPr>
          <p:cNvCxnSpPr>
            <a:cxnSpLocks/>
          </p:cNvCxnSpPr>
          <p:nvPr/>
        </p:nvCxnSpPr>
        <p:spPr>
          <a:xfrm>
            <a:off x="1954665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93EFFD-7A09-8BC5-DDCD-E34B3E48DB00}"/>
              </a:ext>
            </a:extLst>
          </p:cNvPr>
          <p:cNvCxnSpPr>
            <a:cxnSpLocks/>
          </p:cNvCxnSpPr>
          <p:nvPr/>
        </p:nvCxnSpPr>
        <p:spPr>
          <a:xfrm>
            <a:off x="2391545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B83F70-E85C-8176-B40C-EC7B6D38FCD0}"/>
              </a:ext>
            </a:extLst>
          </p:cNvPr>
          <p:cNvCxnSpPr>
            <a:cxnSpLocks/>
          </p:cNvCxnSpPr>
          <p:nvPr/>
        </p:nvCxnSpPr>
        <p:spPr>
          <a:xfrm>
            <a:off x="2790094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58C67F0-6BBB-5A51-D559-1B3AF1D2D0D7}"/>
              </a:ext>
            </a:extLst>
          </p:cNvPr>
          <p:cNvSpPr/>
          <p:nvPr/>
        </p:nvSpPr>
        <p:spPr>
          <a:xfrm>
            <a:off x="1954664" y="3560238"/>
            <a:ext cx="450437" cy="363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7BB8F7-2B5E-3212-769E-C705FC79CD30}"/>
              </a:ext>
            </a:extLst>
          </p:cNvPr>
          <p:cNvSpPr/>
          <p:nvPr/>
        </p:nvSpPr>
        <p:spPr>
          <a:xfrm>
            <a:off x="3596312" y="2090183"/>
            <a:ext cx="327769" cy="363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50C66A-2305-F883-9A02-053DB448F350}"/>
                  </a:ext>
                </a:extLst>
              </p:cNvPr>
              <p:cNvSpPr txBox="1"/>
              <p:nvPr/>
            </p:nvSpPr>
            <p:spPr>
              <a:xfrm>
                <a:off x="2068496" y="2689634"/>
                <a:ext cx="80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50C66A-2305-F883-9A02-053DB448F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496" y="2689634"/>
                <a:ext cx="8005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9E68E40-C9AD-0AA4-F43B-420DD7A50863}"/>
                  </a:ext>
                </a:extLst>
              </p:cNvPr>
              <p:cNvSpPr txBox="1"/>
              <p:nvPr/>
            </p:nvSpPr>
            <p:spPr>
              <a:xfrm>
                <a:off x="7256772" y="1442413"/>
                <a:ext cx="4684197" cy="19869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For a given K, each thread fetches exactly 1 element from A and B blocks</a:t>
                </a:r>
              </a:p>
              <a:p>
                <a:endParaRPr lang="en-US" dirty="0"/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Read A[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][k*N/b+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Read B[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9E68E40-C9AD-0AA4-F43B-420DD7A50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772" y="1442413"/>
                <a:ext cx="4684197" cy="1986954"/>
              </a:xfrm>
              <a:prstGeom prst="rect">
                <a:avLst/>
              </a:prstGeom>
              <a:blipFill>
                <a:blip r:embed="rId3"/>
                <a:stretch>
                  <a:fillRect l="-1040" t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FAEC9432-DF58-FD46-BEF1-87227BDF3322}"/>
              </a:ext>
            </a:extLst>
          </p:cNvPr>
          <p:cNvSpPr/>
          <p:nvPr/>
        </p:nvSpPr>
        <p:spPr>
          <a:xfrm>
            <a:off x="1606111" y="4857203"/>
            <a:ext cx="1597980" cy="15979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C03E59-42F1-2426-2730-E08E3A759513}"/>
              </a:ext>
            </a:extLst>
          </p:cNvPr>
          <p:cNvCxnSpPr>
            <a:cxnSpLocks/>
          </p:cNvCxnSpPr>
          <p:nvPr/>
        </p:nvCxnSpPr>
        <p:spPr>
          <a:xfrm flipH="1">
            <a:off x="1592306" y="3923883"/>
            <a:ext cx="362358" cy="93332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23230EB-C531-C88C-69A8-DBA52F633040}"/>
              </a:ext>
            </a:extLst>
          </p:cNvPr>
          <p:cNvCxnSpPr>
            <a:cxnSpLocks/>
          </p:cNvCxnSpPr>
          <p:nvPr/>
        </p:nvCxnSpPr>
        <p:spPr>
          <a:xfrm>
            <a:off x="2422058" y="3923883"/>
            <a:ext cx="774831" cy="93332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D0EFA352-C8AF-BC85-41AE-885657833939}"/>
              </a:ext>
            </a:extLst>
          </p:cNvPr>
          <p:cNvSpPr/>
          <p:nvPr/>
        </p:nvSpPr>
        <p:spPr>
          <a:xfrm>
            <a:off x="1711009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864BC1A-B9A9-E97A-E6F2-B684FF27A9EC}"/>
              </a:ext>
            </a:extLst>
          </p:cNvPr>
          <p:cNvSpPr/>
          <p:nvPr/>
        </p:nvSpPr>
        <p:spPr>
          <a:xfrm>
            <a:off x="1892188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A2020EE-8148-3E43-B239-D8C5D496C9FA}"/>
              </a:ext>
            </a:extLst>
          </p:cNvPr>
          <p:cNvSpPr/>
          <p:nvPr/>
        </p:nvSpPr>
        <p:spPr>
          <a:xfrm>
            <a:off x="2095192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E8D9907-018D-410A-854A-D8B2B29BC0A3}"/>
              </a:ext>
            </a:extLst>
          </p:cNvPr>
          <p:cNvSpPr/>
          <p:nvPr/>
        </p:nvSpPr>
        <p:spPr>
          <a:xfrm>
            <a:off x="2276371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51C87C7-10E0-CC8F-B66E-52F21A4BC85D}"/>
              </a:ext>
            </a:extLst>
          </p:cNvPr>
          <p:cNvSpPr/>
          <p:nvPr/>
        </p:nvSpPr>
        <p:spPr>
          <a:xfrm>
            <a:off x="2473009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BA941BA-CB52-568D-7B2A-B20B25135C5F}"/>
              </a:ext>
            </a:extLst>
          </p:cNvPr>
          <p:cNvSpPr/>
          <p:nvPr/>
        </p:nvSpPr>
        <p:spPr>
          <a:xfrm>
            <a:off x="2654188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696D0F8-BB05-8479-A802-B296DAE5614B}"/>
              </a:ext>
            </a:extLst>
          </p:cNvPr>
          <p:cNvSpPr/>
          <p:nvPr/>
        </p:nvSpPr>
        <p:spPr>
          <a:xfrm>
            <a:off x="2857192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FA0A275-7FC3-76C0-E755-24FAB2F23E5D}"/>
              </a:ext>
            </a:extLst>
          </p:cNvPr>
          <p:cNvSpPr/>
          <p:nvPr/>
        </p:nvSpPr>
        <p:spPr>
          <a:xfrm>
            <a:off x="3038371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907A13A-95B1-376D-0112-37B013B7E4C2}"/>
              </a:ext>
            </a:extLst>
          </p:cNvPr>
          <p:cNvSpPr/>
          <p:nvPr/>
        </p:nvSpPr>
        <p:spPr>
          <a:xfrm>
            <a:off x="1711009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56D623F-8125-F433-BBDD-0D15B48DF927}"/>
              </a:ext>
            </a:extLst>
          </p:cNvPr>
          <p:cNvSpPr/>
          <p:nvPr/>
        </p:nvSpPr>
        <p:spPr>
          <a:xfrm>
            <a:off x="1892188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E66CA30-FC65-896F-0C9F-48660EC4153D}"/>
              </a:ext>
            </a:extLst>
          </p:cNvPr>
          <p:cNvSpPr/>
          <p:nvPr/>
        </p:nvSpPr>
        <p:spPr>
          <a:xfrm>
            <a:off x="2095192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4AEF22C-9DB5-DBF0-4408-D3CD9EDB6130}"/>
              </a:ext>
            </a:extLst>
          </p:cNvPr>
          <p:cNvSpPr/>
          <p:nvPr/>
        </p:nvSpPr>
        <p:spPr>
          <a:xfrm>
            <a:off x="2276371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AA450B1-968D-3AB3-444B-844C0AA2A18E}"/>
              </a:ext>
            </a:extLst>
          </p:cNvPr>
          <p:cNvSpPr/>
          <p:nvPr/>
        </p:nvSpPr>
        <p:spPr>
          <a:xfrm>
            <a:off x="2473009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67B1404-8082-57EC-6510-E9673106589F}"/>
              </a:ext>
            </a:extLst>
          </p:cNvPr>
          <p:cNvSpPr/>
          <p:nvPr/>
        </p:nvSpPr>
        <p:spPr>
          <a:xfrm>
            <a:off x="2654188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B1A12AE-50E7-006F-139D-5B13A30C3A8A}"/>
              </a:ext>
            </a:extLst>
          </p:cNvPr>
          <p:cNvSpPr/>
          <p:nvPr/>
        </p:nvSpPr>
        <p:spPr>
          <a:xfrm>
            <a:off x="2857192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6D08EB6-22CF-5119-1614-C05879ECA0F9}"/>
              </a:ext>
            </a:extLst>
          </p:cNvPr>
          <p:cNvSpPr/>
          <p:nvPr/>
        </p:nvSpPr>
        <p:spPr>
          <a:xfrm>
            <a:off x="3038371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684A025-3E2F-6D5F-E23D-1011D6D9D4AD}"/>
              </a:ext>
            </a:extLst>
          </p:cNvPr>
          <p:cNvSpPr/>
          <p:nvPr/>
        </p:nvSpPr>
        <p:spPr>
          <a:xfrm>
            <a:off x="1711009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544CFEF-3C60-1D7A-53A5-76343C66805E}"/>
              </a:ext>
            </a:extLst>
          </p:cNvPr>
          <p:cNvSpPr/>
          <p:nvPr/>
        </p:nvSpPr>
        <p:spPr>
          <a:xfrm>
            <a:off x="1892188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084D744-B1D8-CB43-F84B-4B389A3C5753}"/>
              </a:ext>
            </a:extLst>
          </p:cNvPr>
          <p:cNvSpPr/>
          <p:nvPr/>
        </p:nvSpPr>
        <p:spPr>
          <a:xfrm>
            <a:off x="2095192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E2327E6-1364-28BD-5EE1-589321972923}"/>
              </a:ext>
            </a:extLst>
          </p:cNvPr>
          <p:cNvSpPr/>
          <p:nvPr/>
        </p:nvSpPr>
        <p:spPr>
          <a:xfrm>
            <a:off x="2276371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E24DAD7-C7D2-727C-9B7D-5A365E44CB50}"/>
              </a:ext>
            </a:extLst>
          </p:cNvPr>
          <p:cNvSpPr/>
          <p:nvPr/>
        </p:nvSpPr>
        <p:spPr>
          <a:xfrm>
            <a:off x="2473009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A3F8307-78C6-75CE-EC67-294C6A4613A1}"/>
              </a:ext>
            </a:extLst>
          </p:cNvPr>
          <p:cNvSpPr/>
          <p:nvPr/>
        </p:nvSpPr>
        <p:spPr>
          <a:xfrm>
            <a:off x="2654188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45FACAA-8814-22E3-D250-292EC1C2BF69}"/>
              </a:ext>
            </a:extLst>
          </p:cNvPr>
          <p:cNvSpPr/>
          <p:nvPr/>
        </p:nvSpPr>
        <p:spPr>
          <a:xfrm>
            <a:off x="2857192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5270207-1584-F429-7D2F-B4374FAF0BF8}"/>
              </a:ext>
            </a:extLst>
          </p:cNvPr>
          <p:cNvSpPr/>
          <p:nvPr/>
        </p:nvSpPr>
        <p:spPr>
          <a:xfrm>
            <a:off x="3038371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138F6A0-12DE-02D5-74E5-67FC15C0908D}"/>
              </a:ext>
            </a:extLst>
          </p:cNvPr>
          <p:cNvSpPr/>
          <p:nvPr/>
        </p:nvSpPr>
        <p:spPr>
          <a:xfrm>
            <a:off x="1711009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546B4A1-7DD2-742D-8D9E-0B9B6493FD70}"/>
              </a:ext>
            </a:extLst>
          </p:cNvPr>
          <p:cNvSpPr/>
          <p:nvPr/>
        </p:nvSpPr>
        <p:spPr>
          <a:xfrm>
            <a:off x="1892188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7538345-193D-9FF0-AF44-DE9EE68FF626}"/>
              </a:ext>
            </a:extLst>
          </p:cNvPr>
          <p:cNvSpPr/>
          <p:nvPr/>
        </p:nvSpPr>
        <p:spPr>
          <a:xfrm>
            <a:off x="2095192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8B3564F-469C-9FA3-3B6F-F65EB1619261}"/>
              </a:ext>
            </a:extLst>
          </p:cNvPr>
          <p:cNvSpPr/>
          <p:nvPr/>
        </p:nvSpPr>
        <p:spPr>
          <a:xfrm>
            <a:off x="2276371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CA1BB92-08D7-139A-7D1F-E11D53CAD1FF}"/>
              </a:ext>
            </a:extLst>
          </p:cNvPr>
          <p:cNvSpPr/>
          <p:nvPr/>
        </p:nvSpPr>
        <p:spPr>
          <a:xfrm>
            <a:off x="2473009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A23B9EF-E050-49AD-F01D-9D5B7E42E01F}"/>
              </a:ext>
            </a:extLst>
          </p:cNvPr>
          <p:cNvSpPr/>
          <p:nvPr/>
        </p:nvSpPr>
        <p:spPr>
          <a:xfrm>
            <a:off x="2654188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6BFE978-1EAE-A3FC-FF24-440B1860490B}"/>
              </a:ext>
            </a:extLst>
          </p:cNvPr>
          <p:cNvSpPr/>
          <p:nvPr/>
        </p:nvSpPr>
        <p:spPr>
          <a:xfrm>
            <a:off x="2857192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DA55CE3-7B73-02D4-A182-0DF9C87FC309}"/>
              </a:ext>
            </a:extLst>
          </p:cNvPr>
          <p:cNvSpPr/>
          <p:nvPr/>
        </p:nvSpPr>
        <p:spPr>
          <a:xfrm>
            <a:off x="3038371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A7C4076-9754-B993-CF76-CB46D4879A77}"/>
              </a:ext>
            </a:extLst>
          </p:cNvPr>
          <p:cNvSpPr/>
          <p:nvPr/>
        </p:nvSpPr>
        <p:spPr>
          <a:xfrm>
            <a:off x="1711009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BF91540-C12B-F850-E7F9-C1BE79ACB90A}"/>
              </a:ext>
            </a:extLst>
          </p:cNvPr>
          <p:cNvSpPr/>
          <p:nvPr/>
        </p:nvSpPr>
        <p:spPr>
          <a:xfrm>
            <a:off x="1892188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C6A2A36-6D67-7A0D-D3D5-3FEA0D675C91}"/>
              </a:ext>
            </a:extLst>
          </p:cNvPr>
          <p:cNvSpPr/>
          <p:nvPr/>
        </p:nvSpPr>
        <p:spPr>
          <a:xfrm>
            <a:off x="2095192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400500B-C664-2653-A38D-FE28A34B1BBF}"/>
              </a:ext>
            </a:extLst>
          </p:cNvPr>
          <p:cNvSpPr/>
          <p:nvPr/>
        </p:nvSpPr>
        <p:spPr>
          <a:xfrm>
            <a:off x="2276371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3FF2804-9F0C-0109-ACC7-A6E18134683C}"/>
              </a:ext>
            </a:extLst>
          </p:cNvPr>
          <p:cNvSpPr/>
          <p:nvPr/>
        </p:nvSpPr>
        <p:spPr>
          <a:xfrm>
            <a:off x="2473009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9B05B5B-459A-11D4-2B2A-74C7342843E6}"/>
              </a:ext>
            </a:extLst>
          </p:cNvPr>
          <p:cNvSpPr/>
          <p:nvPr/>
        </p:nvSpPr>
        <p:spPr>
          <a:xfrm>
            <a:off x="2654188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932E322-3C6D-C9C7-A1D5-48E32F1974C4}"/>
              </a:ext>
            </a:extLst>
          </p:cNvPr>
          <p:cNvSpPr/>
          <p:nvPr/>
        </p:nvSpPr>
        <p:spPr>
          <a:xfrm>
            <a:off x="2857192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B37F3DF-B124-1D5A-0E84-1558EF38BBCE}"/>
              </a:ext>
            </a:extLst>
          </p:cNvPr>
          <p:cNvSpPr/>
          <p:nvPr/>
        </p:nvSpPr>
        <p:spPr>
          <a:xfrm>
            <a:off x="3038371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11AD606-903E-997D-A6B1-496971C2A233}"/>
                  </a:ext>
                </a:extLst>
              </p:cNvPr>
              <p:cNvSpPr txBox="1"/>
              <p:nvPr/>
            </p:nvSpPr>
            <p:spPr>
              <a:xfrm>
                <a:off x="3511549" y="5371083"/>
                <a:ext cx="6207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Number of elements in a block?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11AD606-903E-997D-A6B1-496971C2A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549" y="5371083"/>
                <a:ext cx="6207441" cy="369332"/>
              </a:xfrm>
              <a:prstGeom prst="rect">
                <a:avLst/>
              </a:prstGeom>
              <a:blipFill>
                <a:blip r:embed="rId4"/>
                <a:stretch>
                  <a:fillRect l="-78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2BE50D7-7F34-6B57-7CB4-97CDB1249F37}"/>
              </a:ext>
            </a:extLst>
          </p:cNvPr>
          <p:cNvSpPr/>
          <p:nvPr/>
        </p:nvSpPr>
        <p:spPr>
          <a:xfrm>
            <a:off x="5606214" y="1540978"/>
            <a:ext cx="1597980" cy="15979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C05A32-F892-77E6-C4BC-8DCE74D3C904}"/>
              </a:ext>
            </a:extLst>
          </p:cNvPr>
          <p:cNvSpPr/>
          <p:nvPr/>
        </p:nvSpPr>
        <p:spPr>
          <a:xfrm>
            <a:off x="5711112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BFBA144-B31D-923C-B737-7EB271301C86}"/>
              </a:ext>
            </a:extLst>
          </p:cNvPr>
          <p:cNvSpPr/>
          <p:nvPr/>
        </p:nvSpPr>
        <p:spPr>
          <a:xfrm>
            <a:off x="5892291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D4D449A-BF6B-1DC3-FFFE-5997D3396FFD}"/>
              </a:ext>
            </a:extLst>
          </p:cNvPr>
          <p:cNvSpPr/>
          <p:nvPr/>
        </p:nvSpPr>
        <p:spPr>
          <a:xfrm>
            <a:off x="6095295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1514D99-7C4A-D839-9DC9-8549C4A688F5}"/>
              </a:ext>
            </a:extLst>
          </p:cNvPr>
          <p:cNvSpPr/>
          <p:nvPr/>
        </p:nvSpPr>
        <p:spPr>
          <a:xfrm>
            <a:off x="6276474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7E6D4EE-FD70-0F51-AEAC-218B4DF94DF5}"/>
              </a:ext>
            </a:extLst>
          </p:cNvPr>
          <p:cNvSpPr/>
          <p:nvPr/>
        </p:nvSpPr>
        <p:spPr>
          <a:xfrm>
            <a:off x="6473112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ECC4C2E-EC87-64FF-B86F-28F1E48F4801}"/>
              </a:ext>
            </a:extLst>
          </p:cNvPr>
          <p:cNvSpPr/>
          <p:nvPr/>
        </p:nvSpPr>
        <p:spPr>
          <a:xfrm>
            <a:off x="6654291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3081399-531E-0ABF-7988-E73F440A418F}"/>
              </a:ext>
            </a:extLst>
          </p:cNvPr>
          <p:cNvSpPr/>
          <p:nvPr/>
        </p:nvSpPr>
        <p:spPr>
          <a:xfrm>
            <a:off x="6857295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265B284-70CC-5E1A-9F6B-34EF22B67423}"/>
              </a:ext>
            </a:extLst>
          </p:cNvPr>
          <p:cNvSpPr/>
          <p:nvPr/>
        </p:nvSpPr>
        <p:spPr>
          <a:xfrm>
            <a:off x="7038474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31F10A9-5C4F-FA53-5B12-402E4C0409D0}"/>
              </a:ext>
            </a:extLst>
          </p:cNvPr>
          <p:cNvSpPr/>
          <p:nvPr/>
        </p:nvSpPr>
        <p:spPr>
          <a:xfrm>
            <a:off x="5711112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8CB85C1-A7BB-642C-2ADD-86748156D4EE}"/>
              </a:ext>
            </a:extLst>
          </p:cNvPr>
          <p:cNvSpPr/>
          <p:nvPr/>
        </p:nvSpPr>
        <p:spPr>
          <a:xfrm>
            <a:off x="5892291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C6FC078-5703-5F13-249E-09C79D79FE5E}"/>
              </a:ext>
            </a:extLst>
          </p:cNvPr>
          <p:cNvSpPr/>
          <p:nvPr/>
        </p:nvSpPr>
        <p:spPr>
          <a:xfrm>
            <a:off x="6095295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85F5BD5-4AA1-04B9-5BFC-1100B0474C86}"/>
              </a:ext>
            </a:extLst>
          </p:cNvPr>
          <p:cNvSpPr/>
          <p:nvPr/>
        </p:nvSpPr>
        <p:spPr>
          <a:xfrm>
            <a:off x="6276474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704F373-0BB8-A3C6-3860-CE7224B42F37}"/>
              </a:ext>
            </a:extLst>
          </p:cNvPr>
          <p:cNvSpPr/>
          <p:nvPr/>
        </p:nvSpPr>
        <p:spPr>
          <a:xfrm>
            <a:off x="6473112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BE7C9AE-FB71-0EEF-23D3-221C9F553252}"/>
              </a:ext>
            </a:extLst>
          </p:cNvPr>
          <p:cNvSpPr/>
          <p:nvPr/>
        </p:nvSpPr>
        <p:spPr>
          <a:xfrm>
            <a:off x="6654291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D3B807B-57C4-DACA-C0D7-B50AE98E4700}"/>
              </a:ext>
            </a:extLst>
          </p:cNvPr>
          <p:cNvSpPr/>
          <p:nvPr/>
        </p:nvSpPr>
        <p:spPr>
          <a:xfrm>
            <a:off x="6857295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CE5A6A7-1734-6D85-5EF0-88A94AB4FE35}"/>
              </a:ext>
            </a:extLst>
          </p:cNvPr>
          <p:cNvSpPr/>
          <p:nvPr/>
        </p:nvSpPr>
        <p:spPr>
          <a:xfrm>
            <a:off x="7038474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3E1E297-28A9-9F3E-5B5A-EAE4D4510A01}"/>
              </a:ext>
            </a:extLst>
          </p:cNvPr>
          <p:cNvSpPr/>
          <p:nvPr/>
        </p:nvSpPr>
        <p:spPr>
          <a:xfrm>
            <a:off x="5711112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2258C66-5BDA-44C4-27CF-5388713972AF}"/>
              </a:ext>
            </a:extLst>
          </p:cNvPr>
          <p:cNvSpPr/>
          <p:nvPr/>
        </p:nvSpPr>
        <p:spPr>
          <a:xfrm>
            <a:off x="5892291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42DE86B-A4E9-4F22-6E2D-43A822C13970}"/>
              </a:ext>
            </a:extLst>
          </p:cNvPr>
          <p:cNvSpPr/>
          <p:nvPr/>
        </p:nvSpPr>
        <p:spPr>
          <a:xfrm>
            <a:off x="6095295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7486038-4E31-0DFA-1E1C-84499B988C1A}"/>
              </a:ext>
            </a:extLst>
          </p:cNvPr>
          <p:cNvSpPr/>
          <p:nvPr/>
        </p:nvSpPr>
        <p:spPr>
          <a:xfrm>
            <a:off x="6276474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52D045F2-CDBF-C088-2A71-4300E3552B4E}"/>
              </a:ext>
            </a:extLst>
          </p:cNvPr>
          <p:cNvSpPr/>
          <p:nvPr/>
        </p:nvSpPr>
        <p:spPr>
          <a:xfrm>
            <a:off x="6473112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39ADC94-40EE-BD8D-6442-116EE93B3087}"/>
              </a:ext>
            </a:extLst>
          </p:cNvPr>
          <p:cNvSpPr/>
          <p:nvPr/>
        </p:nvSpPr>
        <p:spPr>
          <a:xfrm>
            <a:off x="6654291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D6F6C456-327D-B358-F9EA-534F135C5DCE}"/>
              </a:ext>
            </a:extLst>
          </p:cNvPr>
          <p:cNvSpPr/>
          <p:nvPr/>
        </p:nvSpPr>
        <p:spPr>
          <a:xfrm>
            <a:off x="6857295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6531E7E-A6FE-5E2F-1AFD-8727DEED7093}"/>
              </a:ext>
            </a:extLst>
          </p:cNvPr>
          <p:cNvSpPr/>
          <p:nvPr/>
        </p:nvSpPr>
        <p:spPr>
          <a:xfrm>
            <a:off x="7038474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039038C-E9D2-3D04-BE04-A7C07A2A2EF0}"/>
              </a:ext>
            </a:extLst>
          </p:cNvPr>
          <p:cNvSpPr/>
          <p:nvPr/>
        </p:nvSpPr>
        <p:spPr>
          <a:xfrm>
            <a:off x="5711112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0DCA09F-90B5-A984-F7F0-5A54462031C9}"/>
              </a:ext>
            </a:extLst>
          </p:cNvPr>
          <p:cNvSpPr/>
          <p:nvPr/>
        </p:nvSpPr>
        <p:spPr>
          <a:xfrm>
            <a:off x="5892291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D7392AB-003A-BDE4-9C92-FD07656A267E}"/>
              </a:ext>
            </a:extLst>
          </p:cNvPr>
          <p:cNvSpPr/>
          <p:nvPr/>
        </p:nvSpPr>
        <p:spPr>
          <a:xfrm>
            <a:off x="6095295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8D5F979-6CCF-381F-143A-B771FB43A65D}"/>
              </a:ext>
            </a:extLst>
          </p:cNvPr>
          <p:cNvSpPr/>
          <p:nvPr/>
        </p:nvSpPr>
        <p:spPr>
          <a:xfrm>
            <a:off x="6276474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043A49D-0814-C3B9-49B0-F2172A98863A}"/>
              </a:ext>
            </a:extLst>
          </p:cNvPr>
          <p:cNvSpPr/>
          <p:nvPr/>
        </p:nvSpPr>
        <p:spPr>
          <a:xfrm>
            <a:off x="6473112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542224F-7BB6-C4E0-55DF-15714215B4CF}"/>
              </a:ext>
            </a:extLst>
          </p:cNvPr>
          <p:cNvSpPr/>
          <p:nvPr/>
        </p:nvSpPr>
        <p:spPr>
          <a:xfrm>
            <a:off x="6654291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7E31FE44-D9FB-8C9E-8F4C-F06F81974953}"/>
              </a:ext>
            </a:extLst>
          </p:cNvPr>
          <p:cNvSpPr/>
          <p:nvPr/>
        </p:nvSpPr>
        <p:spPr>
          <a:xfrm>
            <a:off x="6857295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7108958-CCE8-1E94-2663-74B5E0A4AF1B}"/>
              </a:ext>
            </a:extLst>
          </p:cNvPr>
          <p:cNvSpPr/>
          <p:nvPr/>
        </p:nvSpPr>
        <p:spPr>
          <a:xfrm>
            <a:off x="7038474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6FB82888-D3E6-515F-BAD1-7E57331AF7C3}"/>
              </a:ext>
            </a:extLst>
          </p:cNvPr>
          <p:cNvSpPr/>
          <p:nvPr/>
        </p:nvSpPr>
        <p:spPr>
          <a:xfrm>
            <a:off x="5711112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4B18EE4-24A1-98FF-D042-9F3A032E8314}"/>
              </a:ext>
            </a:extLst>
          </p:cNvPr>
          <p:cNvSpPr/>
          <p:nvPr/>
        </p:nvSpPr>
        <p:spPr>
          <a:xfrm>
            <a:off x="5892291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B1E313DC-5CDC-003C-5D8F-C44BA7A06105}"/>
              </a:ext>
            </a:extLst>
          </p:cNvPr>
          <p:cNvSpPr/>
          <p:nvPr/>
        </p:nvSpPr>
        <p:spPr>
          <a:xfrm>
            <a:off x="6095295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8DCCAA0A-9759-765E-D2D0-1B141F67AC1B}"/>
              </a:ext>
            </a:extLst>
          </p:cNvPr>
          <p:cNvSpPr/>
          <p:nvPr/>
        </p:nvSpPr>
        <p:spPr>
          <a:xfrm>
            <a:off x="6276474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53610AB-01F6-B4A7-A99A-83D0E50BFF68}"/>
              </a:ext>
            </a:extLst>
          </p:cNvPr>
          <p:cNvSpPr/>
          <p:nvPr/>
        </p:nvSpPr>
        <p:spPr>
          <a:xfrm>
            <a:off x="6473112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A058AA5F-E835-4759-6F87-79B25C041DFA}"/>
              </a:ext>
            </a:extLst>
          </p:cNvPr>
          <p:cNvSpPr/>
          <p:nvPr/>
        </p:nvSpPr>
        <p:spPr>
          <a:xfrm>
            <a:off x="6654291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2F1AD4E9-9F40-4176-6581-ECF65C5EAFA5}"/>
              </a:ext>
            </a:extLst>
          </p:cNvPr>
          <p:cNvSpPr/>
          <p:nvPr/>
        </p:nvSpPr>
        <p:spPr>
          <a:xfrm>
            <a:off x="6857295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8EA36F3-7094-686D-D36C-565E87F17A66}"/>
              </a:ext>
            </a:extLst>
          </p:cNvPr>
          <p:cNvSpPr/>
          <p:nvPr/>
        </p:nvSpPr>
        <p:spPr>
          <a:xfrm>
            <a:off x="7038474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8AAD75A-E69A-9F23-7017-D54281391FD0}"/>
              </a:ext>
            </a:extLst>
          </p:cNvPr>
          <p:cNvCxnSpPr>
            <a:cxnSpLocks/>
          </p:cNvCxnSpPr>
          <p:nvPr/>
        </p:nvCxnSpPr>
        <p:spPr>
          <a:xfrm flipV="1">
            <a:off x="3928099" y="1609790"/>
            <a:ext cx="1664310" cy="46392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90430A4-5060-0D6E-087A-18E976FD15E6}"/>
              </a:ext>
            </a:extLst>
          </p:cNvPr>
          <p:cNvCxnSpPr>
            <a:cxnSpLocks/>
          </p:cNvCxnSpPr>
          <p:nvPr/>
        </p:nvCxnSpPr>
        <p:spPr>
          <a:xfrm>
            <a:off x="3899885" y="2472438"/>
            <a:ext cx="1706055" cy="712515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7469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BEC5B-9F71-2F8E-5E83-1631892D8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C069-3A6F-F4DB-C605-2581D064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1A9B1E-D27E-A8E4-5D0C-D8E50BD07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378" y="3560238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E3B38FA-1B59-7CC2-DBCF-64B5AF1A8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2976" y="3560238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82AD6AD3-7A34-9317-7324-35F28A4A0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378" y="1690688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F9317D-815B-05A1-8DC6-6762EAA93136}"/>
              </a:ext>
            </a:extLst>
          </p:cNvPr>
          <p:cNvCxnSpPr/>
          <p:nvPr/>
        </p:nvCxnSpPr>
        <p:spPr>
          <a:xfrm>
            <a:off x="3575378" y="206597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D55F77-8162-D959-099E-131A0AC9E870}"/>
              </a:ext>
            </a:extLst>
          </p:cNvPr>
          <p:cNvCxnSpPr/>
          <p:nvPr/>
        </p:nvCxnSpPr>
        <p:spPr>
          <a:xfrm>
            <a:off x="3575378" y="246221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0BB7DF-7634-3612-FD2E-318D714F278D}"/>
              </a:ext>
            </a:extLst>
          </p:cNvPr>
          <p:cNvCxnSpPr/>
          <p:nvPr/>
        </p:nvCxnSpPr>
        <p:spPr>
          <a:xfrm>
            <a:off x="3575378" y="288215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25D014-E293-0414-9504-1E35E99B770A}"/>
              </a:ext>
            </a:extLst>
          </p:cNvPr>
          <p:cNvCxnSpPr>
            <a:cxnSpLocks/>
          </p:cNvCxnSpPr>
          <p:nvPr/>
        </p:nvCxnSpPr>
        <p:spPr>
          <a:xfrm>
            <a:off x="1954665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271A0B-10E9-1862-C079-F37BB90E093D}"/>
              </a:ext>
            </a:extLst>
          </p:cNvPr>
          <p:cNvCxnSpPr>
            <a:cxnSpLocks/>
          </p:cNvCxnSpPr>
          <p:nvPr/>
        </p:nvCxnSpPr>
        <p:spPr>
          <a:xfrm>
            <a:off x="2391545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B910F8B-924A-D813-4B4F-EE05B4C1ADD9}"/>
              </a:ext>
            </a:extLst>
          </p:cNvPr>
          <p:cNvCxnSpPr>
            <a:cxnSpLocks/>
          </p:cNvCxnSpPr>
          <p:nvPr/>
        </p:nvCxnSpPr>
        <p:spPr>
          <a:xfrm>
            <a:off x="2790094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B39C033-45C4-1AC7-9B7B-DB4EAF021057}"/>
              </a:ext>
            </a:extLst>
          </p:cNvPr>
          <p:cNvSpPr/>
          <p:nvPr/>
        </p:nvSpPr>
        <p:spPr>
          <a:xfrm>
            <a:off x="1954664" y="3560238"/>
            <a:ext cx="450437" cy="363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C9A649-9E6D-6E25-EFCF-8BFD225C2D85}"/>
              </a:ext>
            </a:extLst>
          </p:cNvPr>
          <p:cNvSpPr/>
          <p:nvPr/>
        </p:nvSpPr>
        <p:spPr>
          <a:xfrm>
            <a:off x="3596312" y="2090183"/>
            <a:ext cx="327769" cy="363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214F5E-8ACF-AD1C-69CD-C1EFF380E62A}"/>
                  </a:ext>
                </a:extLst>
              </p:cNvPr>
              <p:cNvSpPr txBox="1"/>
              <p:nvPr/>
            </p:nvSpPr>
            <p:spPr>
              <a:xfrm>
                <a:off x="2068496" y="2689634"/>
                <a:ext cx="80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214F5E-8ACF-AD1C-69CD-C1EFF380E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496" y="2689634"/>
                <a:ext cx="8005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FB356D-C99F-05DD-17A2-37F5469EEEA3}"/>
                  </a:ext>
                </a:extLst>
              </p:cNvPr>
              <p:cNvSpPr txBox="1"/>
              <p:nvPr/>
            </p:nvSpPr>
            <p:spPr>
              <a:xfrm>
                <a:off x="7256772" y="1442413"/>
                <a:ext cx="4684197" cy="19869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For a given K, each thread fetches exactly 1 element from A and B blocks</a:t>
                </a:r>
              </a:p>
              <a:p>
                <a:endParaRPr lang="en-US" dirty="0"/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Read A[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][k*N/b+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Read B[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FB356D-C99F-05DD-17A2-37F5469EE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772" y="1442413"/>
                <a:ext cx="4684197" cy="1986954"/>
              </a:xfrm>
              <a:prstGeom prst="rect">
                <a:avLst/>
              </a:prstGeom>
              <a:blipFill>
                <a:blip r:embed="rId3"/>
                <a:stretch>
                  <a:fillRect l="-1040" t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6C830EE0-C230-CEF0-DFA5-2284D3A21934}"/>
              </a:ext>
            </a:extLst>
          </p:cNvPr>
          <p:cNvSpPr/>
          <p:nvPr/>
        </p:nvSpPr>
        <p:spPr>
          <a:xfrm>
            <a:off x="1606111" y="4857203"/>
            <a:ext cx="1597980" cy="15979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9089BF4-498E-85DF-5D97-E9FF0865790D}"/>
              </a:ext>
            </a:extLst>
          </p:cNvPr>
          <p:cNvCxnSpPr>
            <a:cxnSpLocks/>
          </p:cNvCxnSpPr>
          <p:nvPr/>
        </p:nvCxnSpPr>
        <p:spPr>
          <a:xfrm flipH="1">
            <a:off x="1592306" y="3923883"/>
            <a:ext cx="362358" cy="93332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FAC2C1-AC0A-44D1-0BDD-D895807628E2}"/>
              </a:ext>
            </a:extLst>
          </p:cNvPr>
          <p:cNvCxnSpPr>
            <a:cxnSpLocks/>
          </p:cNvCxnSpPr>
          <p:nvPr/>
        </p:nvCxnSpPr>
        <p:spPr>
          <a:xfrm>
            <a:off x="2422058" y="3923883"/>
            <a:ext cx="774831" cy="93332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A08C219-33A2-7897-6214-BEA62308B09B}"/>
              </a:ext>
            </a:extLst>
          </p:cNvPr>
          <p:cNvSpPr/>
          <p:nvPr/>
        </p:nvSpPr>
        <p:spPr>
          <a:xfrm>
            <a:off x="1711009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4CE42E7-01C4-06E6-D537-A408FFB45642}"/>
              </a:ext>
            </a:extLst>
          </p:cNvPr>
          <p:cNvSpPr/>
          <p:nvPr/>
        </p:nvSpPr>
        <p:spPr>
          <a:xfrm>
            <a:off x="1892188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91BE528-9236-8BA0-5A95-16179E875750}"/>
              </a:ext>
            </a:extLst>
          </p:cNvPr>
          <p:cNvSpPr/>
          <p:nvPr/>
        </p:nvSpPr>
        <p:spPr>
          <a:xfrm>
            <a:off x="2095192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4ECC3EF-6CA2-B834-76B3-CDB1AFE1BCB7}"/>
              </a:ext>
            </a:extLst>
          </p:cNvPr>
          <p:cNvSpPr/>
          <p:nvPr/>
        </p:nvSpPr>
        <p:spPr>
          <a:xfrm>
            <a:off x="2276371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73ECDD9-A2CC-3875-FB08-C4DA403AE469}"/>
              </a:ext>
            </a:extLst>
          </p:cNvPr>
          <p:cNvSpPr/>
          <p:nvPr/>
        </p:nvSpPr>
        <p:spPr>
          <a:xfrm>
            <a:off x="2473009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F9E9DDD-F7E2-E416-04A5-8385B16AD26A}"/>
              </a:ext>
            </a:extLst>
          </p:cNvPr>
          <p:cNvSpPr/>
          <p:nvPr/>
        </p:nvSpPr>
        <p:spPr>
          <a:xfrm>
            <a:off x="2654188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0C77027-0F5D-5F42-A3F8-6475812259E4}"/>
              </a:ext>
            </a:extLst>
          </p:cNvPr>
          <p:cNvSpPr/>
          <p:nvPr/>
        </p:nvSpPr>
        <p:spPr>
          <a:xfrm>
            <a:off x="2857192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DC08655-2D23-2A80-5571-E8D64FB4D8A9}"/>
              </a:ext>
            </a:extLst>
          </p:cNvPr>
          <p:cNvSpPr/>
          <p:nvPr/>
        </p:nvSpPr>
        <p:spPr>
          <a:xfrm>
            <a:off x="3038371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A53522C-9C4C-B9CB-1AAD-606E5148C389}"/>
              </a:ext>
            </a:extLst>
          </p:cNvPr>
          <p:cNvSpPr/>
          <p:nvPr/>
        </p:nvSpPr>
        <p:spPr>
          <a:xfrm>
            <a:off x="1711009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3484C19-1719-3609-0FFB-F64F542C0A41}"/>
              </a:ext>
            </a:extLst>
          </p:cNvPr>
          <p:cNvSpPr/>
          <p:nvPr/>
        </p:nvSpPr>
        <p:spPr>
          <a:xfrm>
            <a:off x="1892188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3768FF3-703F-61DB-BF08-07C83B67D74B}"/>
              </a:ext>
            </a:extLst>
          </p:cNvPr>
          <p:cNvSpPr/>
          <p:nvPr/>
        </p:nvSpPr>
        <p:spPr>
          <a:xfrm>
            <a:off x="2095192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1D5FB1F-D451-40C5-1F0A-3C3DA6AFCBCF}"/>
              </a:ext>
            </a:extLst>
          </p:cNvPr>
          <p:cNvSpPr/>
          <p:nvPr/>
        </p:nvSpPr>
        <p:spPr>
          <a:xfrm>
            <a:off x="2276371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33A9091-A6F9-7D6C-D8EA-B11B05F970DA}"/>
              </a:ext>
            </a:extLst>
          </p:cNvPr>
          <p:cNvSpPr/>
          <p:nvPr/>
        </p:nvSpPr>
        <p:spPr>
          <a:xfrm>
            <a:off x="2473009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BACCF07-BADE-05F4-0E5A-45D3C6FC8E1A}"/>
              </a:ext>
            </a:extLst>
          </p:cNvPr>
          <p:cNvSpPr/>
          <p:nvPr/>
        </p:nvSpPr>
        <p:spPr>
          <a:xfrm>
            <a:off x="2654188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36EE475-A87F-4C9C-17F5-C5416F9C8E49}"/>
              </a:ext>
            </a:extLst>
          </p:cNvPr>
          <p:cNvSpPr/>
          <p:nvPr/>
        </p:nvSpPr>
        <p:spPr>
          <a:xfrm>
            <a:off x="2857192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62C3590-6D54-6DCA-6E9E-69FB7E58416A}"/>
              </a:ext>
            </a:extLst>
          </p:cNvPr>
          <p:cNvSpPr/>
          <p:nvPr/>
        </p:nvSpPr>
        <p:spPr>
          <a:xfrm>
            <a:off x="3038371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3690123-B50C-D658-8E29-9B27EF6B1C46}"/>
              </a:ext>
            </a:extLst>
          </p:cNvPr>
          <p:cNvSpPr/>
          <p:nvPr/>
        </p:nvSpPr>
        <p:spPr>
          <a:xfrm>
            <a:off x="1711009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81C4BB6-4AAD-FEC8-5813-6CFA1BD3EAEC}"/>
              </a:ext>
            </a:extLst>
          </p:cNvPr>
          <p:cNvSpPr/>
          <p:nvPr/>
        </p:nvSpPr>
        <p:spPr>
          <a:xfrm>
            <a:off x="1892188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C986C93-42D2-77FA-E307-E70F7083D445}"/>
              </a:ext>
            </a:extLst>
          </p:cNvPr>
          <p:cNvSpPr/>
          <p:nvPr/>
        </p:nvSpPr>
        <p:spPr>
          <a:xfrm>
            <a:off x="2095192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1F1EB99-F985-0550-41DD-793A2DFCDA89}"/>
              </a:ext>
            </a:extLst>
          </p:cNvPr>
          <p:cNvSpPr/>
          <p:nvPr/>
        </p:nvSpPr>
        <p:spPr>
          <a:xfrm>
            <a:off x="2276371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3584F01-A930-5602-B7EF-4D32E9679A10}"/>
              </a:ext>
            </a:extLst>
          </p:cNvPr>
          <p:cNvSpPr/>
          <p:nvPr/>
        </p:nvSpPr>
        <p:spPr>
          <a:xfrm>
            <a:off x="2473009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5A4448C-8A12-26F4-B755-F2E7D9D53997}"/>
              </a:ext>
            </a:extLst>
          </p:cNvPr>
          <p:cNvSpPr/>
          <p:nvPr/>
        </p:nvSpPr>
        <p:spPr>
          <a:xfrm>
            <a:off x="2654188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86CF686-2032-95AC-DD0F-52A50C3BF20D}"/>
              </a:ext>
            </a:extLst>
          </p:cNvPr>
          <p:cNvSpPr/>
          <p:nvPr/>
        </p:nvSpPr>
        <p:spPr>
          <a:xfrm>
            <a:off x="2857192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FF4D0E6-0A31-EEA7-C9DD-3D6AA15C36B1}"/>
              </a:ext>
            </a:extLst>
          </p:cNvPr>
          <p:cNvSpPr/>
          <p:nvPr/>
        </p:nvSpPr>
        <p:spPr>
          <a:xfrm>
            <a:off x="3038371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C416AF9-2920-F8D9-6507-06EF60D4E3D1}"/>
              </a:ext>
            </a:extLst>
          </p:cNvPr>
          <p:cNvSpPr/>
          <p:nvPr/>
        </p:nvSpPr>
        <p:spPr>
          <a:xfrm>
            <a:off x="1711009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594E174-CC66-FE81-F0D1-3848FFEC6E1D}"/>
              </a:ext>
            </a:extLst>
          </p:cNvPr>
          <p:cNvSpPr/>
          <p:nvPr/>
        </p:nvSpPr>
        <p:spPr>
          <a:xfrm>
            <a:off x="1892188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51AE35B-7ECC-2906-AB16-2651EB609324}"/>
              </a:ext>
            </a:extLst>
          </p:cNvPr>
          <p:cNvSpPr/>
          <p:nvPr/>
        </p:nvSpPr>
        <p:spPr>
          <a:xfrm>
            <a:off x="2095192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16227C6-4C46-E447-03FD-629F4D1F2A01}"/>
              </a:ext>
            </a:extLst>
          </p:cNvPr>
          <p:cNvSpPr/>
          <p:nvPr/>
        </p:nvSpPr>
        <p:spPr>
          <a:xfrm>
            <a:off x="2276371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43FBD4A-2947-1811-6B7F-5EECDD5114E8}"/>
              </a:ext>
            </a:extLst>
          </p:cNvPr>
          <p:cNvSpPr/>
          <p:nvPr/>
        </p:nvSpPr>
        <p:spPr>
          <a:xfrm>
            <a:off x="2473009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99773D5-E167-3B27-524F-241D5D2CBA4E}"/>
              </a:ext>
            </a:extLst>
          </p:cNvPr>
          <p:cNvSpPr/>
          <p:nvPr/>
        </p:nvSpPr>
        <p:spPr>
          <a:xfrm>
            <a:off x="2654188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965442B-5905-FA7C-1621-C59476303884}"/>
              </a:ext>
            </a:extLst>
          </p:cNvPr>
          <p:cNvSpPr/>
          <p:nvPr/>
        </p:nvSpPr>
        <p:spPr>
          <a:xfrm>
            <a:off x="2857192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A96AC59-E813-836F-B15F-C2C63A068FF5}"/>
              </a:ext>
            </a:extLst>
          </p:cNvPr>
          <p:cNvSpPr/>
          <p:nvPr/>
        </p:nvSpPr>
        <p:spPr>
          <a:xfrm>
            <a:off x="3038371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F88C43C-998A-61D2-E422-6DE37BD99127}"/>
              </a:ext>
            </a:extLst>
          </p:cNvPr>
          <p:cNvSpPr/>
          <p:nvPr/>
        </p:nvSpPr>
        <p:spPr>
          <a:xfrm>
            <a:off x="1711009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1F7FF39-66FC-FE22-FCFB-F4348F1C3367}"/>
              </a:ext>
            </a:extLst>
          </p:cNvPr>
          <p:cNvSpPr/>
          <p:nvPr/>
        </p:nvSpPr>
        <p:spPr>
          <a:xfrm>
            <a:off x="1892188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C569DD7-474D-B74F-F187-37432C469E95}"/>
              </a:ext>
            </a:extLst>
          </p:cNvPr>
          <p:cNvSpPr/>
          <p:nvPr/>
        </p:nvSpPr>
        <p:spPr>
          <a:xfrm>
            <a:off x="2095192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EE7F2A6-D6EE-D01A-A537-F9177484DBBD}"/>
              </a:ext>
            </a:extLst>
          </p:cNvPr>
          <p:cNvSpPr/>
          <p:nvPr/>
        </p:nvSpPr>
        <p:spPr>
          <a:xfrm>
            <a:off x="2276371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C63BF39-D81A-0F32-6124-0A8B4F99CFDB}"/>
              </a:ext>
            </a:extLst>
          </p:cNvPr>
          <p:cNvSpPr/>
          <p:nvPr/>
        </p:nvSpPr>
        <p:spPr>
          <a:xfrm>
            <a:off x="2473009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D025BFC-B81D-5686-8F38-31FBE252704A}"/>
              </a:ext>
            </a:extLst>
          </p:cNvPr>
          <p:cNvSpPr/>
          <p:nvPr/>
        </p:nvSpPr>
        <p:spPr>
          <a:xfrm>
            <a:off x="2654188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55176D3-B411-6D0B-E58D-2FF15B2AC190}"/>
              </a:ext>
            </a:extLst>
          </p:cNvPr>
          <p:cNvSpPr/>
          <p:nvPr/>
        </p:nvSpPr>
        <p:spPr>
          <a:xfrm>
            <a:off x="2857192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D3F247E-27B6-0328-D93E-3221C28DEE46}"/>
              </a:ext>
            </a:extLst>
          </p:cNvPr>
          <p:cNvSpPr/>
          <p:nvPr/>
        </p:nvSpPr>
        <p:spPr>
          <a:xfrm>
            <a:off x="3038371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077F1D-0857-0DFE-D7D0-56EE9F62E10D}"/>
              </a:ext>
            </a:extLst>
          </p:cNvPr>
          <p:cNvSpPr txBox="1"/>
          <p:nvPr/>
        </p:nvSpPr>
        <p:spPr>
          <a:xfrm>
            <a:off x="3511549" y="5371083"/>
            <a:ext cx="6207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Number of threads in a block?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8275F6-0C73-263A-5036-C1A0B9280120}"/>
              </a:ext>
            </a:extLst>
          </p:cNvPr>
          <p:cNvSpPr/>
          <p:nvPr/>
        </p:nvSpPr>
        <p:spPr>
          <a:xfrm>
            <a:off x="5606214" y="1540978"/>
            <a:ext cx="1597980" cy="15979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C3F0AA5-2198-E59F-E5BF-A868E6FADEA2}"/>
              </a:ext>
            </a:extLst>
          </p:cNvPr>
          <p:cNvSpPr/>
          <p:nvPr/>
        </p:nvSpPr>
        <p:spPr>
          <a:xfrm>
            <a:off x="5711112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F0AFC09-10AC-7ACB-BB24-F22DB628E494}"/>
              </a:ext>
            </a:extLst>
          </p:cNvPr>
          <p:cNvSpPr/>
          <p:nvPr/>
        </p:nvSpPr>
        <p:spPr>
          <a:xfrm>
            <a:off x="5892291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7F35612-5CFF-68C3-50BF-FA92E081DB09}"/>
              </a:ext>
            </a:extLst>
          </p:cNvPr>
          <p:cNvSpPr/>
          <p:nvPr/>
        </p:nvSpPr>
        <p:spPr>
          <a:xfrm>
            <a:off x="6095295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33476E7-09C9-28AE-803B-1247CA41F2C1}"/>
              </a:ext>
            </a:extLst>
          </p:cNvPr>
          <p:cNvSpPr/>
          <p:nvPr/>
        </p:nvSpPr>
        <p:spPr>
          <a:xfrm>
            <a:off x="6276474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4E09C44-CA22-AE48-8949-22BD793F2941}"/>
              </a:ext>
            </a:extLst>
          </p:cNvPr>
          <p:cNvSpPr/>
          <p:nvPr/>
        </p:nvSpPr>
        <p:spPr>
          <a:xfrm>
            <a:off x="6473112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701CA62-4AF7-4166-BF69-F8862B857E41}"/>
              </a:ext>
            </a:extLst>
          </p:cNvPr>
          <p:cNvSpPr/>
          <p:nvPr/>
        </p:nvSpPr>
        <p:spPr>
          <a:xfrm>
            <a:off x="6654291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6C66923-2B2A-2295-66FE-914BF8BF12B4}"/>
              </a:ext>
            </a:extLst>
          </p:cNvPr>
          <p:cNvSpPr/>
          <p:nvPr/>
        </p:nvSpPr>
        <p:spPr>
          <a:xfrm>
            <a:off x="6857295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A281B68-2F5E-45CF-5A64-D81A9C968A0E}"/>
              </a:ext>
            </a:extLst>
          </p:cNvPr>
          <p:cNvSpPr/>
          <p:nvPr/>
        </p:nvSpPr>
        <p:spPr>
          <a:xfrm>
            <a:off x="7038474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C14B7B2-10B4-22D5-A18D-52FA03AA32C5}"/>
              </a:ext>
            </a:extLst>
          </p:cNvPr>
          <p:cNvSpPr/>
          <p:nvPr/>
        </p:nvSpPr>
        <p:spPr>
          <a:xfrm>
            <a:off x="5711112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66E79443-B7D0-81C9-2BB5-1093FD5F1245}"/>
              </a:ext>
            </a:extLst>
          </p:cNvPr>
          <p:cNvSpPr/>
          <p:nvPr/>
        </p:nvSpPr>
        <p:spPr>
          <a:xfrm>
            <a:off x="5892291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FF1A482-7168-FCF6-2804-BC4EB9BAC8EA}"/>
              </a:ext>
            </a:extLst>
          </p:cNvPr>
          <p:cNvSpPr/>
          <p:nvPr/>
        </p:nvSpPr>
        <p:spPr>
          <a:xfrm>
            <a:off x="6095295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55DD51F-B55E-4C0D-D712-097D0F2DAB21}"/>
              </a:ext>
            </a:extLst>
          </p:cNvPr>
          <p:cNvSpPr/>
          <p:nvPr/>
        </p:nvSpPr>
        <p:spPr>
          <a:xfrm>
            <a:off x="6276474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F9DB3A5-C9B1-1436-92E5-A5E3767B21F3}"/>
              </a:ext>
            </a:extLst>
          </p:cNvPr>
          <p:cNvSpPr/>
          <p:nvPr/>
        </p:nvSpPr>
        <p:spPr>
          <a:xfrm>
            <a:off x="6473112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EF86767-5E06-1256-0A23-DFE336B48D26}"/>
              </a:ext>
            </a:extLst>
          </p:cNvPr>
          <p:cNvSpPr/>
          <p:nvPr/>
        </p:nvSpPr>
        <p:spPr>
          <a:xfrm>
            <a:off x="6654291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05F7DE4-9CD1-47A3-25B8-B605E66A35BD}"/>
              </a:ext>
            </a:extLst>
          </p:cNvPr>
          <p:cNvSpPr/>
          <p:nvPr/>
        </p:nvSpPr>
        <p:spPr>
          <a:xfrm>
            <a:off x="6857295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2C9C7DB7-2DCE-6DEE-FD50-2AC7C2429B44}"/>
              </a:ext>
            </a:extLst>
          </p:cNvPr>
          <p:cNvSpPr/>
          <p:nvPr/>
        </p:nvSpPr>
        <p:spPr>
          <a:xfrm>
            <a:off x="7038474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42F7260-F059-3678-8C6F-EA711306FD74}"/>
              </a:ext>
            </a:extLst>
          </p:cNvPr>
          <p:cNvSpPr/>
          <p:nvPr/>
        </p:nvSpPr>
        <p:spPr>
          <a:xfrm>
            <a:off x="5711112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0B2EF31-ADD8-8C90-5663-6F92B1103760}"/>
              </a:ext>
            </a:extLst>
          </p:cNvPr>
          <p:cNvSpPr/>
          <p:nvPr/>
        </p:nvSpPr>
        <p:spPr>
          <a:xfrm>
            <a:off x="5892291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8A0C337-B692-0A15-7BEE-6B47E279E089}"/>
              </a:ext>
            </a:extLst>
          </p:cNvPr>
          <p:cNvSpPr/>
          <p:nvPr/>
        </p:nvSpPr>
        <p:spPr>
          <a:xfrm>
            <a:off x="6095295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476A0D4-E7D4-5C2B-B6CE-CE2FD7A3BAB7}"/>
              </a:ext>
            </a:extLst>
          </p:cNvPr>
          <p:cNvSpPr/>
          <p:nvPr/>
        </p:nvSpPr>
        <p:spPr>
          <a:xfrm>
            <a:off x="6276474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A63483A-2FD7-75B8-5AF6-1AC095943B84}"/>
              </a:ext>
            </a:extLst>
          </p:cNvPr>
          <p:cNvSpPr/>
          <p:nvPr/>
        </p:nvSpPr>
        <p:spPr>
          <a:xfrm>
            <a:off x="6473112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701FF54-4384-97C3-15B3-FEECE012877C}"/>
              </a:ext>
            </a:extLst>
          </p:cNvPr>
          <p:cNvSpPr/>
          <p:nvPr/>
        </p:nvSpPr>
        <p:spPr>
          <a:xfrm>
            <a:off x="6654291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D3CCD7F-2912-E2CA-4006-4D94AF4C31AC}"/>
              </a:ext>
            </a:extLst>
          </p:cNvPr>
          <p:cNvSpPr/>
          <p:nvPr/>
        </p:nvSpPr>
        <p:spPr>
          <a:xfrm>
            <a:off x="6857295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9834189-4075-7CA7-B06A-D8A803AD96F3}"/>
              </a:ext>
            </a:extLst>
          </p:cNvPr>
          <p:cNvSpPr/>
          <p:nvPr/>
        </p:nvSpPr>
        <p:spPr>
          <a:xfrm>
            <a:off x="7038474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27E018D2-7C5A-E8C4-4273-A63C1DFB81AF}"/>
              </a:ext>
            </a:extLst>
          </p:cNvPr>
          <p:cNvSpPr/>
          <p:nvPr/>
        </p:nvSpPr>
        <p:spPr>
          <a:xfrm>
            <a:off x="5711112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24159D3-029B-444F-9851-A4A6C80BF9FA}"/>
              </a:ext>
            </a:extLst>
          </p:cNvPr>
          <p:cNvSpPr/>
          <p:nvPr/>
        </p:nvSpPr>
        <p:spPr>
          <a:xfrm>
            <a:off x="5892291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81D1E9C-983F-E875-D591-F1345E7043DD}"/>
              </a:ext>
            </a:extLst>
          </p:cNvPr>
          <p:cNvSpPr/>
          <p:nvPr/>
        </p:nvSpPr>
        <p:spPr>
          <a:xfrm>
            <a:off x="6095295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4C9606E-7E68-A41F-4538-4F8A704E86D7}"/>
              </a:ext>
            </a:extLst>
          </p:cNvPr>
          <p:cNvSpPr/>
          <p:nvPr/>
        </p:nvSpPr>
        <p:spPr>
          <a:xfrm>
            <a:off x="6276474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2AEF77D-C4EB-9D58-978A-F61AABC3596D}"/>
              </a:ext>
            </a:extLst>
          </p:cNvPr>
          <p:cNvSpPr/>
          <p:nvPr/>
        </p:nvSpPr>
        <p:spPr>
          <a:xfrm>
            <a:off x="6473112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CEA9D43-C91C-E3F4-C13F-21A107933719}"/>
              </a:ext>
            </a:extLst>
          </p:cNvPr>
          <p:cNvSpPr/>
          <p:nvPr/>
        </p:nvSpPr>
        <p:spPr>
          <a:xfrm>
            <a:off x="6654291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6B474B7-EDA8-AD19-F99E-E1B104F9F70F}"/>
              </a:ext>
            </a:extLst>
          </p:cNvPr>
          <p:cNvSpPr/>
          <p:nvPr/>
        </p:nvSpPr>
        <p:spPr>
          <a:xfrm>
            <a:off x="6857295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9086A3E8-7C04-A1EF-5DB2-41663A63AB9E}"/>
              </a:ext>
            </a:extLst>
          </p:cNvPr>
          <p:cNvSpPr/>
          <p:nvPr/>
        </p:nvSpPr>
        <p:spPr>
          <a:xfrm>
            <a:off x="7038474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8C638A7-42CB-5B0A-D4F5-F88028AC97BB}"/>
              </a:ext>
            </a:extLst>
          </p:cNvPr>
          <p:cNvSpPr/>
          <p:nvPr/>
        </p:nvSpPr>
        <p:spPr>
          <a:xfrm>
            <a:off x="5711112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98DEB027-806A-FAE1-44CF-C8A0C5EAB114}"/>
              </a:ext>
            </a:extLst>
          </p:cNvPr>
          <p:cNvSpPr/>
          <p:nvPr/>
        </p:nvSpPr>
        <p:spPr>
          <a:xfrm>
            <a:off x="5892291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FA9455BA-2E4E-B492-B185-B9F7EA195A6B}"/>
              </a:ext>
            </a:extLst>
          </p:cNvPr>
          <p:cNvSpPr/>
          <p:nvPr/>
        </p:nvSpPr>
        <p:spPr>
          <a:xfrm>
            <a:off x="6095295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6816CBF-C29A-BCB9-EA69-ED461CA5EB40}"/>
              </a:ext>
            </a:extLst>
          </p:cNvPr>
          <p:cNvSpPr/>
          <p:nvPr/>
        </p:nvSpPr>
        <p:spPr>
          <a:xfrm>
            <a:off x="6276474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E2DCEC59-713B-EE58-EBCD-394E5F4DFD8C}"/>
              </a:ext>
            </a:extLst>
          </p:cNvPr>
          <p:cNvSpPr/>
          <p:nvPr/>
        </p:nvSpPr>
        <p:spPr>
          <a:xfrm>
            <a:off x="6473112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AE2E70A-FC14-28D9-8377-BB3FE222006F}"/>
              </a:ext>
            </a:extLst>
          </p:cNvPr>
          <p:cNvSpPr/>
          <p:nvPr/>
        </p:nvSpPr>
        <p:spPr>
          <a:xfrm>
            <a:off x="6654291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6632848-6E59-4F0E-B06D-0185B693530D}"/>
              </a:ext>
            </a:extLst>
          </p:cNvPr>
          <p:cNvSpPr/>
          <p:nvPr/>
        </p:nvSpPr>
        <p:spPr>
          <a:xfrm>
            <a:off x="6857295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1015982-788D-C1E3-773B-7E91541A6A6D}"/>
              </a:ext>
            </a:extLst>
          </p:cNvPr>
          <p:cNvSpPr/>
          <p:nvPr/>
        </p:nvSpPr>
        <p:spPr>
          <a:xfrm>
            <a:off x="7038474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A69B51C-F6BB-E491-5163-51B77B0149E1}"/>
              </a:ext>
            </a:extLst>
          </p:cNvPr>
          <p:cNvCxnSpPr>
            <a:cxnSpLocks/>
          </p:cNvCxnSpPr>
          <p:nvPr/>
        </p:nvCxnSpPr>
        <p:spPr>
          <a:xfrm flipV="1">
            <a:off x="3928099" y="1609790"/>
            <a:ext cx="1664310" cy="46392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8A80FF1-D373-297B-67C3-F1CE937A02CC}"/>
              </a:ext>
            </a:extLst>
          </p:cNvPr>
          <p:cNvCxnSpPr>
            <a:cxnSpLocks/>
          </p:cNvCxnSpPr>
          <p:nvPr/>
        </p:nvCxnSpPr>
        <p:spPr>
          <a:xfrm>
            <a:off x="3899885" y="2472438"/>
            <a:ext cx="1706055" cy="712515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525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DC56C-8E74-F0DE-6212-49EBA0EC6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0690F-F0E0-4CC7-A7DC-64F50B2ED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87D7E7-ED8C-D2C6-3DC2-3D0288363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378" y="3560238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906D501-ADF9-DE04-DFBB-DBF6AF2C1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2976" y="3560238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3638195E-0EF3-6785-B8AE-9DA8111CC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378" y="1690688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3503D1B-479D-80E8-ACA5-1E842289001F}"/>
              </a:ext>
            </a:extLst>
          </p:cNvPr>
          <p:cNvCxnSpPr/>
          <p:nvPr/>
        </p:nvCxnSpPr>
        <p:spPr>
          <a:xfrm>
            <a:off x="3575378" y="206597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6B981C-DEE6-1F93-6340-EB0B5F3325BD}"/>
              </a:ext>
            </a:extLst>
          </p:cNvPr>
          <p:cNvCxnSpPr/>
          <p:nvPr/>
        </p:nvCxnSpPr>
        <p:spPr>
          <a:xfrm>
            <a:off x="3575378" y="246221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1FD38B-F32A-A3E2-2424-D12C22C0DC70}"/>
              </a:ext>
            </a:extLst>
          </p:cNvPr>
          <p:cNvCxnSpPr/>
          <p:nvPr/>
        </p:nvCxnSpPr>
        <p:spPr>
          <a:xfrm>
            <a:off x="3575378" y="288215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63B0AE-5303-77AE-9446-2359600B3BB4}"/>
              </a:ext>
            </a:extLst>
          </p:cNvPr>
          <p:cNvCxnSpPr>
            <a:cxnSpLocks/>
          </p:cNvCxnSpPr>
          <p:nvPr/>
        </p:nvCxnSpPr>
        <p:spPr>
          <a:xfrm>
            <a:off x="1954665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1809A0-DEFB-A149-1FE2-1E852DFE8086}"/>
              </a:ext>
            </a:extLst>
          </p:cNvPr>
          <p:cNvCxnSpPr>
            <a:cxnSpLocks/>
          </p:cNvCxnSpPr>
          <p:nvPr/>
        </p:nvCxnSpPr>
        <p:spPr>
          <a:xfrm>
            <a:off x="2391545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B04CF0-7972-900C-EFA4-5C6B5A9FF0A8}"/>
              </a:ext>
            </a:extLst>
          </p:cNvPr>
          <p:cNvCxnSpPr>
            <a:cxnSpLocks/>
          </p:cNvCxnSpPr>
          <p:nvPr/>
        </p:nvCxnSpPr>
        <p:spPr>
          <a:xfrm>
            <a:off x="2790094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7FFDCBE-C128-019F-BE80-04DF294DCB6F}"/>
              </a:ext>
            </a:extLst>
          </p:cNvPr>
          <p:cNvSpPr/>
          <p:nvPr/>
        </p:nvSpPr>
        <p:spPr>
          <a:xfrm>
            <a:off x="1954664" y="3560238"/>
            <a:ext cx="450437" cy="363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5A5FEC-DAA8-2EFB-5781-FEBA21FC6418}"/>
              </a:ext>
            </a:extLst>
          </p:cNvPr>
          <p:cNvSpPr/>
          <p:nvPr/>
        </p:nvSpPr>
        <p:spPr>
          <a:xfrm>
            <a:off x="3596312" y="2090183"/>
            <a:ext cx="327769" cy="363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592999-645C-DEAA-8D48-DFF6BC5C64C8}"/>
                  </a:ext>
                </a:extLst>
              </p:cNvPr>
              <p:cNvSpPr txBox="1"/>
              <p:nvPr/>
            </p:nvSpPr>
            <p:spPr>
              <a:xfrm>
                <a:off x="2068496" y="2689634"/>
                <a:ext cx="80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592999-645C-DEAA-8D48-DFF6BC5C6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496" y="2689634"/>
                <a:ext cx="8005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47D8C5-69CC-C721-E20A-78415EC5648B}"/>
                  </a:ext>
                </a:extLst>
              </p:cNvPr>
              <p:cNvSpPr txBox="1"/>
              <p:nvPr/>
            </p:nvSpPr>
            <p:spPr>
              <a:xfrm>
                <a:off x="7256772" y="1442413"/>
                <a:ext cx="4684197" cy="19869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For a given K, each thread fetches exactly 1 element from A and B blocks</a:t>
                </a:r>
              </a:p>
              <a:p>
                <a:endParaRPr lang="en-US" dirty="0"/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Read A[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][k*N/b+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Read B[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47D8C5-69CC-C721-E20A-78415EC56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772" y="1442413"/>
                <a:ext cx="4684197" cy="1986954"/>
              </a:xfrm>
              <a:prstGeom prst="rect">
                <a:avLst/>
              </a:prstGeom>
              <a:blipFill>
                <a:blip r:embed="rId3"/>
                <a:stretch>
                  <a:fillRect l="-1040" t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D3041906-5B5A-4DA0-B316-CE9AFD4F2EF2}"/>
              </a:ext>
            </a:extLst>
          </p:cNvPr>
          <p:cNvSpPr/>
          <p:nvPr/>
        </p:nvSpPr>
        <p:spPr>
          <a:xfrm>
            <a:off x="1606111" y="4857203"/>
            <a:ext cx="1597980" cy="15979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41D3DF7-2255-69E8-37D5-F4761011404F}"/>
              </a:ext>
            </a:extLst>
          </p:cNvPr>
          <p:cNvCxnSpPr>
            <a:cxnSpLocks/>
          </p:cNvCxnSpPr>
          <p:nvPr/>
        </p:nvCxnSpPr>
        <p:spPr>
          <a:xfrm flipH="1">
            <a:off x="1592306" y="3923883"/>
            <a:ext cx="362358" cy="93332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0638C15-B4F8-5B97-4C2C-60021D2B563E}"/>
              </a:ext>
            </a:extLst>
          </p:cNvPr>
          <p:cNvCxnSpPr>
            <a:cxnSpLocks/>
          </p:cNvCxnSpPr>
          <p:nvPr/>
        </p:nvCxnSpPr>
        <p:spPr>
          <a:xfrm>
            <a:off x="2422058" y="3923883"/>
            <a:ext cx="774831" cy="93332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32D4666-5401-7ABB-9BE8-BA8372466D05}"/>
              </a:ext>
            </a:extLst>
          </p:cNvPr>
          <p:cNvSpPr/>
          <p:nvPr/>
        </p:nvSpPr>
        <p:spPr>
          <a:xfrm>
            <a:off x="1711009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934263A-8433-766F-CA92-08A21B801C69}"/>
              </a:ext>
            </a:extLst>
          </p:cNvPr>
          <p:cNvSpPr/>
          <p:nvPr/>
        </p:nvSpPr>
        <p:spPr>
          <a:xfrm>
            <a:off x="1892188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3D877F1-C935-1D47-F1B3-AA95DA374536}"/>
              </a:ext>
            </a:extLst>
          </p:cNvPr>
          <p:cNvSpPr/>
          <p:nvPr/>
        </p:nvSpPr>
        <p:spPr>
          <a:xfrm>
            <a:off x="2095192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325F5C2-A8EB-3899-A4B4-71CAB265ED98}"/>
              </a:ext>
            </a:extLst>
          </p:cNvPr>
          <p:cNvSpPr/>
          <p:nvPr/>
        </p:nvSpPr>
        <p:spPr>
          <a:xfrm>
            <a:off x="2276371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322F076-2114-38F2-A222-418091EA45C5}"/>
              </a:ext>
            </a:extLst>
          </p:cNvPr>
          <p:cNvSpPr/>
          <p:nvPr/>
        </p:nvSpPr>
        <p:spPr>
          <a:xfrm>
            <a:off x="2473009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2EF405E-0BAF-B753-BE81-764E49CCA504}"/>
              </a:ext>
            </a:extLst>
          </p:cNvPr>
          <p:cNvSpPr/>
          <p:nvPr/>
        </p:nvSpPr>
        <p:spPr>
          <a:xfrm>
            <a:off x="2654188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4CD3553-95CB-8288-15DF-A5B9D18DEF8C}"/>
              </a:ext>
            </a:extLst>
          </p:cNvPr>
          <p:cNvSpPr/>
          <p:nvPr/>
        </p:nvSpPr>
        <p:spPr>
          <a:xfrm>
            <a:off x="2857192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E299874-CD04-6CC1-9F1A-36DDD3669B71}"/>
              </a:ext>
            </a:extLst>
          </p:cNvPr>
          <p:cNvSpPr/>
          <p:nvPr/>
        </p:nvSpPr>
        <p:spPr>
          <a:xfrm>
            <a:off x="3038371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36ECA67-5377-0F20-1CA3-9ED55EA54C31}"/>
              </a:ext>
            </a:extLst>
          </p:cNvPr>
          <p:cNvSpPr/>
          <p:nvPr/>
        </p:nvSpPr>
        <p:spPr>
          <a:xfrm>
            <a:off x="1711009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7567095-9513-F2A2-CE44-5DB98B2FBD89}"/>
              </a:ext>
            </a:extLst>
          </p:cNvPr>
          <p:cNvSpPr/>
          <p:nvPr/>
        </p:nvSpPr>
        <p:spPr>
          <a:xfrm>
            <a:off x="1892188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F106AB5-74D9-19E8-5E8B-9678D0E0DFDD}"/>
              </a:ext>
            </a:extLst>
          </p:cNvPr>
          <p:cNvSpPr/>
          <p:nvPr/>
        </p:nvSpPr>
        <p:spPr>
          <a:xfrm>
            <a:off x="2095192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AB45E5E-2E05-6C06-6266-96AEDB89B246}"/>
              </a:ext>
            </a:extLst>
          </p:cNvPr>
          <p:cNvSpPr/>
          <p:nvPr/>
        </p:nvSpPr>
        <p:spPr>
          <a:xfrm>
            <a:off x="2276371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A1167E4-AB2B-2C00-4E7B-6E781E86B127}"/>
              </a:ext>
            </a:extLst>
          </p:cNvPr>
          <p:cNvSpPr/>
          <p:nvPr/>
        </p:nvSpPr>
        <p:spPr>
          <a:xfrm>
            <a:off x="2473009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2E9A4DD-6D65-0E5B-774B-638F0E18FE85}"/>
              </a:ext>
            </a:extLst>
          </p:cNvPr>
          <p:cNvSpPr/>
          <p:nvPr/>
        </p:nvSpPr>
        <p:spPr>
          <a:xfrm>
            <a:off x="2654188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29587D9-CD6A-A4E6-4D1E-AF86B91142CB}"/>
              </a:ext>
            </a:extLst>
          </p:cNvPr>
          <p:cNvSpPr/>
          <p:nvPr/>
        </p:nvSpPr>
        <p:spPr>
          <a:xfrm>
            <a:off x="2857192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0652786-B1F5-85AB-5613-7B324F56C39C}"/>
              </a:ext>
            </a:extLst>
          </p:cNvPr>
          <p:cNvSpPr/>
          <p:nvPr/>
        </p:nvSpPr>
        <p:spPr>
          <a:xfrm>
            <a:off x="3038371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50E188C-CA9D-4B88-1A09-60B2D3916DB9}"/>
              </a:ext>
            </a:extLst>
          </p:cNvPr>
          <p:cNvSpPr/>
          <p:nvPr/>
        </p:nvSpPr>
        <p:spPr>
          <a:xfrm>
            <a:off x="1711009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6CCC3F5-ED17-CA75-1D65-B41210A85A5A}"/>
              </a:ext>
            </a:extLst>
          </p:cNvPr>
          <p:cNvSpPr/>
          <p:nvPr/>
        </p:nvSpPr>
        <p:spPr>
          <a:xfrm>
            <a:off x="1892188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70E56B2-61E5-F608-A05A-E50BBDF294C8}"/>
              </a:ext>
            </a:extLst>
          </p:cNvPr>
          <p:cNvSpPr/>
          <p:nvPr/>
        </p:nvSpPr>
        <p:spPr>
          <a:xfrm>
            <a:off x="2095192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6FB5135-E4BD-8939-1E67-6F1056C19E6A}"/>
              </a:ext>
            </a:extLst>
          </p:cNvPr>
          <p:cNvSpPr/>
          <p:nvPr/>
        </p:nvSpPr>
        <p:spPr>
          <a:xfrm>
            <a:off x="2276371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6FD7404-5E77-4682-A5EB-7E76EC7EA5E4}"/>
              </a:ext>
            </a:extLst>
          </p:cNvPr>
          <p:cNvSpPr/>
          <p:nvPr/>
        </p:nvSpPr>
        <p:spPr>
          <a:xfrm>
            <a:off x="2473009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9162F72-9DCB-6BE7-5BFC-283287ADF443}"/>
              </a:ext>
            </a:extLst>
          </p:cNvPr>
          <p:cNvSpPr/>
          <p:nvPr/>
        </p:nvSpPr>
        <p:spPr>
          <a:xfrm>
            <a:off x="2654188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4B097DB-B4BB-22D5-2D74-7DFA0B45C080}"/>
              </a:ext>
            </a:extLst>
          </p:cNvPr>
          <p:cNvSpPr/>
          <p:nvPr/>
        </p:nvSpPr>
        <p:spPr>
          <a:xfrm>
            <a:off x="2857192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5993BB9-6A9F-52FA-C49D-BF1ECFAE043E}"/>
              </a:ext>
            </a:extLst>
          </p:cNvPr>
          <p:cNvSpPr/>
          <p:nvPr/>
        </p:nvSpPr>
        <p:spPr>
          <a:xfrm>
            <a:off x="3038371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6EC0478-FA84-0A66-BEF8-3DE2FFBF8C72}"/>
              </a:ext>
            </a:extLst>
          </p:cNvPr>
          <p:cNvSpPr/>
          <p:nvPr/>
        </p:nvSpPr>
        <p:spPr>
          <a:xfrm>
            <a:off x="1711009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2E77F27-E400-8C8E-320E-6031CCD08FD4}"/>
              </a:ext>
            </a:extLst>
          </p:cNvPr>
          <p:cNvSpPr/>
          <p:nvPr/>
        </p:nvSpPr>
        <p:spPr>
          <a:xfrm>
            <a:off x="1892188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0405F3C-B553-BFA2-DC60-7652FA79263C}"/>
              </a:ext>
            </a:extLst>
          </p:cNvPr>
          <p:cNvSpPr/>
          <p:nvPr/>
        </p:nvSpPr>
        <p:spPr>
          <a:xfrm>
            <a:off x="2095192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3EDBDBC-DD5F-8D46-51C7-8F45C952FCC6}"/>
              </a:ext>
            </a:extLst>
          </p:cNvPr>
          <p:cNvSpPr/>
          <p:nvPr/>
        </p:nvSpPr>
        <p:spPr>
          <a:xfrm>
            <a:off x="2276371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BBAAA9A-3F0F-3FED-C0BC-C6A1B76D0B20}"/>
              </a:ext>
            </a:extLst>
          </p:cNvPr>
          <p:cNvSpPr/>
          <p:nvPr/>
        </p:nvSpPr>
        <p:spPr>
          <a:xfrm>
            <a:off x="2473009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B937C9E-9F37-FE9D-31C3-0B435D14C4AB}"/>
              </a:ext>
            </a:extLst>
          </p:cNvPr>
          <p:cNvSpPr/>
          <p:nvPr/>
        </p:nvSpPr>
        <p:spPr>
          <a:xfrm>
            <a:off x="2654188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2141521-9243-3DF1-14EA-9DBAD4AFF8EB}"/>
              </a:ext>
            </a:extLst>
          </p:cNvPr>
          <p:cNvSpPr/>
          <p:nvPr/>
        </p:nvSpPr>
        <p:spPr>
          <a:xfrm>
            <a:off x="2857192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258ECCE-CBA2-FDB8-D90A-FBEFC93F4A1F}"/>
              </a:ext>
            </a:extLst>
          </p:cNvPr>
          <p:cNvSpPr/>
          <p:nvPr/>
        </p:nvSpPr>
        <p:spPr>
          <a:xfrm>
            <a:off x="3038371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B88252D-BC7C-ED38-8F0F-4EADFFFDFC5C}"/>
              </a:ext>
            </a:extLst>
          </p:cNvPr>
          <p:cNvSpPr/>
          <p:nvPr/>
        </p:nvSpPr>
        <p:spPr>
          <a:xfrm>
            <a:off x="1711009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EF2B934-02D4-1C59-EC88-51B1BFB5ED05}"/>
              </a:ext>
            </a:extLst>
          </p:cNvPr>
          <p:cNvSpPr/>
          <p:nvPr/>
        </p:nvSpPr>
        <p:spPr>
          <a:xfrm>
            <a:off x="1892188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1F7DA2E-4A36-56F3-DA52-8FF47B020442}"/>
              </a:ext>
            </a:extLst>
          </p:cNvPr>
          <p:cNvSpPr/>
          <p:nvPr/>
        </p:nvSpPr>
        <p:spPr>
          <a:xfrm>
            <a:off x="2095192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DA28AE2-8089-E120-7598-A1BBA7565B07}"/>
              </a:ext>
            </a:extLst>
          </p:cNvPr>
          <p:cNvSpPr/>
          <p:nvPr/>
        </p:nvSpPr>
        <p:spPr>
          <a:xfrm>
            <a:off x="2276371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482D1F6-5817-02B7-CDBD-5A1B78BCB833}"/>
              </a:ext>
            </a:extLst>
          </p:cNvPr>
          <p:cNvSpPr/>
          <p:nvPr/>
        </p:nvSpPr>
        <p:spPr>
          <a:xfrm>
            <a:off x="2473009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6E43D58-5B08-1983-32B0-60D4577E3B87}"/>
              </a:ext>
            </a:extLst>
          </p:cNvPr>
          <p:cNvSpPr/>
          <p:nvPr/>
        </p:nvSpPr>
        <p:spPr>
          <a:xfrm>
            <a:off x="2654188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6ADC5AB-ABD4-A9E5-0D94-D27A720A07A4}"/>
              </a:ext>
            </a:extLst>
          </p:cNvPr>
          <p:cNvSpPr/>
          <p:nvPr/>
        </p:nvSpPr>
        <p:spPr>
          <a:xfrm>
            <a:off x="2857192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A888F06-79F0-1925-10C9-3FA046786A41}"/>
              </a:ext>
            </a:extLst>
          </p:cNvPr>
          <p:cNvSpPr/>
          <p:nvPr/>
        </p:nvSpPr>
        <p:spPr>
          <a:xfrm>
            <a:off x="3038371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ABC4201-7707-4CFA-ADD9-FC5012113DF7}"/>
                  </a:ext>
                </a:extLst>
              </p:cNvPr>
              <p:cNvSpPr txBox="1"/>
              <p:nvPr/>
            </p:nvSpPr>
            <p:spPr>
              <a:xfrm>
                <a:off x="3511549" y="5371083"/>
                <a:ext cx="6207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Number of threads in a block?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ABC4201-7707-4CFA-ADD9-FC5012113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549" y="5371083"/>
                <a:ext cx="6207441" cy="369332"/>
              </a:xfrm>
              <a:prstGeom prst="rect">
                <a:avLst/>
              </a:prstGeom>
              <a:blipFill>
                <a:blip r:embed="rId4"/>
                <a:stretch>
                  <a:fillRect l="-78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FEB18DB-E0C7-0BED-3E6D-38DA31C67527}"/>
              </a:ext>
            </a:extLst>
          </p:cNvPr>
          <p:cNvSpPr/>
          <p:nvPr/>
        </p:nvSpPr>
        <p:spPr>
          <a:xfrm>
            <a:off x="5606214" y="1540978"/>
            <a:ext cx="1597980" cy="15979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BD50609-0757-EC1F-B3C4-5E3C49F3106B}"/>
              </a:ext>
            </a:extLst>
          </p:cNvPr>
          <p:cNvSpPr/>
          <p:nvPr/>
        </p:nvSpPr>
        <p:spPr>
          <a:xfrm>
            <a:off x="5711112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8BB252B-7108-E5A8-861E-4699873537B1}"/>
              </a:ext>
            </a:extLst>
          </p:cNvPr>
          <p:cNvSpPr/>
          <p:nvPr/>
        </p:nvSpPr>
        <p:spPr>
          <a:xfrm>
            <a:off x="5892291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3217C1-7356-3BD8-BB74-C92A0E1C7373}"/>
              </a:ext>
            </a:extLst>
          </p:cNvPr>
          <p:cNvSpPr/>
          <p:nvPr/>
        </p:nvSpPr>
        <p:spPr>
          <a:xfrm>
            <a:off x="6095295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AF84B87-9551-1A83-B300-BE355B7E128F}"/>
              </a:ext>
            </a:extLst>
          </p:cNvPr>
          <p:cNvSpPr/>
          <p:nvPr/>
        </p:nvSpPr>
        <p:spPr>
          <a:xfrm>
            <a:off x="6276474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A90D949-FD2B-5B40-4C75-8CF671BDFAAF}"/>
              </a:ext>
            </a:extLst>
          </p:cNvPr>
          <p:cNvSpPr/>
          <p:nvPr/>
        </p:nvSpPr>
        <p:spPr>
          <a:xfrm>
            <a:off x="6473112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9A2529F-DC06-76A3-DA2D-EDB93887D6B5}"/>
              </a:ext>
            </a:extLst>
          </p:cNvPr>
          <p:cNvSpPr/>
          <p:nvPr/>
        </p:nvSpPr>
        <p:spPr>
          <a:xfrm>
            <a:off x="6654291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3710592-124C-B939-B790-C551EE52D282}"/>
              </a:ext>
            </a:extLst>
          </p:cNvPr>
          <p:cNvSpPr/>
          <p:nvPr/>
        </p:nvSpPr>
        <p:spPr>
          <a:xfrm>
            <a:off x="6857295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49CEAFF-C835-998A-41E0-611EC15707F2}"/>
              </a:ext>
            </a:extLst>
          </p:cNvPr>
          <p:cNvSpPr/>
          <p:nvPr/>
        </p:nvSpPr>
        <p:spPr>
          <a:xfrm>
            <a:off x="7038474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2E4C59E-F4A0-24A0-9607-8822D3436EFB}"/>
              </a:ext>
            </a:extLst>
          </p:cNvPr>
          <p:cNvSpPr/>
          <p:nvPr/>
        </p:nvSpPr>
        <p:spPr>
          <a:xfrm>
            <a:off x="5711112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47DC268-135B-E576-5A6D-C0FCDB773C9A}"/>
              </a:ext>
            </a:extLst>
          </p:cNvPr>
          <p:cNvSpPr/>
          <p:nvPr/>
        </p:nvSpPr>
        <p:spPr>
          <a:xfrm>
            <a:off x="5892291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B95F704-16F5-1EBF-239A-DA884E2DBE50}"/>
              </a:ext>
            </a:extLst>
          </p:cNvPr>
          <p:cNvSpPr/>
          <p:nvPr/>
        </p:nvSpPr>
        <p:spPr>
          <a:xfrm>
            <a:off x="6095295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128EFD3-C6DF-F6C3-37B9-BF669E503A51}"/>
              </a:ext>
            </a:extLst>
          </p:cNvPr>
          <p:cNvSpPr/>
          <p:nvPr/>
        </p:nvSpPr>
        <p:spPr>
          <a:xfrm>
            <a:off x="6276474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5CEDD5C-BB7F-863B-14B7-0C0DD8559D6B}"/>
              </a:ext>
            </a:extLst>
          </p:cNvPr>
          <p:cNvSpPr/>
          <p:nvPr/>
        </p:nvSpPr>
        <p:spPr>
          <a:xfrm>
            <a:off x="6473112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B9524F5-C76B-2870-553E-57DDE2E1871F}"/>
              </a:ext>
            </a:extLst>
          </p:cNvPr>
          <p:cNvSpPr/>
          <p:nvPr/>
        </p:nvSpPr>
        <p:spPr>
          <a:xfrm>
            <a:off x="6654291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D93E57E-1F6C-D30F-4CA6-FBEE622B9444}"/>
              </a:ext>
            </a:extLst>
          </p:cNvPr>
          <p:cNvSpPr/>
          <p:nvPr/>
        </p:nvSpPr>
        <p:spPr>
          <a:xfrm>
            <a:off x="6857295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2107AEF-934B-3992-6C08-E9F55082966F}"/>
              </a:ext>
            </a:extLst>
          </p:cNvPr>
          <p:cNvSpPr/>
          <p:nvPr/>
        </p:nvSpPr>
        <p:spPr>
          <a:xfrm>
            <a:off x="7038474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774A089-D1A2-6C83-625A-16F516EC5C8B}"/>
              </a:ext>
            </a:extLst>
          </p:cNvPr>
          <p:cNvSpPr/>
          <p:nvPr/>
        </p:nvSpPr>
        <p:spPr>
          <a:xfrm>
            <a:off x="5711112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0D749D7-B3C6-6A9B-A5AB-D03602280BA7}"/>
              </a:ext>
            </a:extLst>
          </p:cNvPr>
          <p:cNvSpPr/>
          <p:nvPr/>
        </p:nvSpPr>
        <p:spPr>
          <a:xfrm>
            <a:off x="5892291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8DA373A-3D25-79AF-257F-3E3C32F96429}"/>
              </a:ext>
            </a:extLst>
          </p:cNvPr>
          <p:cNvSpPr/>
          <p:nvPr/>
        </p:nvSpPr>
        <p:spPr>
          <a:xfrm>
            <a:off x="6095295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33546E2-58DC-DB07-81C8-0F319897FA10}"/>
              </a:ext>
            </a:extLst>
          </p:cNvPr>
          <p:cNvSpPr/>
          <p:nvPr/>
        </p:nvSpPr>
        <p:spPr>
          <a:xfrm>
            <a:off x="6276474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AB1A383-463C-7587-025D-21CEDEF6B54A}"/>
              </a:ext>
            </a:extLst>
          </p:cNvPr>
          <p:cNvSpPr/>
          <p:nvPr/>
        </p:nvSpPr>
        <p:spPr>
          <a:xfrm>
            <a:off x="6473112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21F2238-E389-5603-A9C6-CCA2EFF3542D}"/>
              </a:ext>
            </a:extLst>
          </p:cNvPr>
          <p:cNvSpPr/>
          <p:nvPr/>
        </p:nvSpPr>
        <p:spPr>
          <a:xfrm>
            <a:off x="6654291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BC56A60-949F-0170-E33D-D6C28E1594BB}"/>
              </a:ext>
            </a:extLst>
          </p:cNvPr>
          <p:cNvSpPr/>
          <p:nvPr/>
        </p:nvSpPr>
        <p:spPr>
          <a:xfrm>
            <a:off x="6857295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7BE40BB-1C28-CB84-4B49-AA93D7AC2842}"/>
              </a:ext>
            </a:extLst>
          </p:cNvPr>
          <p:cNvSpPr/>
          <p:nvPr/>
        </p:nvSpPr>
        <p:spPr>
          <a:xfrm>
            <a:off x="7038474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5C18928-C978-B859-C7F5-91C969A3EEBA}"/>
              </a:ext>
            </a:extLst>
          </p:cNvPr>
          <p:cNvSpPr/>
          <p:nvPr/>
        </p:nvSpPr>
        <p:spPr>
          <a:xfrm>
            <a:off x="5711112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754D8EF-0055-1B37-1CB7-98996499BBAC}"/>
              </a:ext>
            </a:extLst>
          </p:cNvPr>
          <p:cNvSpPr/>
          <p:nvPr/>
        </p:nvSpPr>
        <p:spPr>
          <a:xfrm>
            <a:off x="5892291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E346E1B-0B81-A30A-5973-24481B4A092C}"/>
              </a:ext>
            </a:extLst>
          </p:cNvPr>
          <p:cNvSpPr/>
          <p:nvPr/>
        </p:nvSpPr>
        <p:spPr>
          <a:xfrm>
            <a:off x="6095295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A4E9994-180C-7B2A-A195-77B866E91410}"/>
              </a:ext>
            </a:extLst>
          </p:cNvPr>
          <p:cNvSpPr/>
          <p:nvPr/>
        </p:nvSpPr>
        <p:spPr>
          <a:xfrm>
            <a:off x="6276474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859071E-D9ED-8CDE-25B3-56C7B8CAFD70}"/>
              </a:ext>
            </a:extLst>
          </p:cNvPr>
          <p:cNvSpPr/>
          <p:nvPr/>
        </p:nvSpPr>
        <p:spPr>
          <a:xfrm>
            <a:off x="6473112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440BB98-B3CF-EB06-E566-C1C707A6450E}"/>
              </a:ext>
            </a:extLst>
          </p:cNvPr>
          <p:cNvSpPr/>
          <p:nvPr/>
        </p:nvSpPr>
        <p:spPr>
          <a:xfrm>
            <a:off x="6654291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258C225-3D69-A56F-D83F-0F563246CB88}"/>
              </a:ext>
            </a:extLst>
          </p:cNvPr>
          <p:cNvSpPr/>
          <p:nvPr/>
        </p:nvSpPr>
        <p:spPr>
          <a:xfrm>
            <a:off x="6857295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40F777AF-4E78-5005-FB61-21891A1220A4}"/>
              </a:ext>
            </a:extLst>
          </p:cNvPr>
          <p:cNvSpPr/>
          <p:nvPr/>
        </p:nvSpPr>
        <p:spPr>
          <a:xfrm>
            <a:off x="7038474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2B381D7-357D-F4CB-5BDF-7AA65B6C266B}"/>
              </a:ext>
            </a:extLst>
          </p:cNvPr>
          <p:cNvSpPr/>
          <p:nvPr/>
        </p:nvSpPr>
        <p:spPr>
          <a:xfrm>
            <a:off x="5711112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155C4FE9-C0AE-01A2-F13B-5C814395510B}"/>
              </a:ext>
            </a:extLst>
          </p:cNvPr>
          <p:cNvSpPr/>
          <p:nvPr/>
        </p:nvSpPr>
        <p:spPr>
          <a:xfrm>
            <a:off x="5892291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368E78B2-5B4F-C54D-FCD2-E0DB02B7F623}"/>
              </a:ext>
            </a:extLst>
          </p:cNvPr>
          <p:cNvSpPr/>
          <p:nvPr/>
        </p:nvSpPr>
        <p:spPr>
          <a:xfrm>
            <a:off x="6095295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0DAD4DE3-942C-B986-ED36-C290F0D2D27F}"/>
              </a:ext>
            </a:extLst>
          </p:cNvPr>
          <p:cNvSpPr/>
          <p:nvPr/>
        </p:nvSpPr>
        <p:spPr>
          <a:xfrm>
            <a:off x="6276474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33DE2186-0B04-CC15-E25C-F3571220EE01}"/>
              </a:ext>
            </a:extLst>
          </p:cNvPr>
          <p:cNvSpPr/>
          <p:nvPr/>
        </p:nvSpPr>
        <p:spPr>
          <a:xfrm>
            <a:off x="6473112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5B2C84BE-2BC1-B204-EA47-1235E6CF5299}"/>
              </a:ext>
            </a:extLst>
          </p:cNvPr>
          <p:cNvSpPr/>
          <p:nvPr/>
        </p:nvSpPr>
        <p:spPr>
          <a:xfrm>
            <a:off x="6654291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AF07B226-721C-6388-0CCA-D95D313FE995}"/>
              </a:ext>
            </a:extLst>
          </p:cNvPr>
          <p:cNvSpPr/>
          <p:nvPr/>
        </p:nvSpPr>
        <p:spPr>
          <a:xfrm>
            <a:off x="6857295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4AB14AB-5B58-38FC-98B2-F5B65DA9FBF8}"/>
              </a:ext>
            </a:extLst>
          </p:cNvPr>
          <p:cNvSpPr/>
          <p:nvPr/>
        </p:nvSpPr>
        <p:spPr>
          <a:xfrm>
            <a:off x="7038474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B4C75A4-A086-2D7A-EAAD-BA8C1E9257B1}"/>
              </a:ext>
            </a:extLst>
          </p:cNvPr>
          <p:cNvCxnSpPr>
            <a:cxnSpLocks/>
          </p:cNvCxnSpPr>
          <p:nvPr/>
        </p:nvCxnSpPr>
        <p:spPr>
          <a:xfrm flipV="1">
            <a:off x="3928099" y="1609790"/>
            <a:ext cx="1664310" cy="46392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7DF3BB7A-4E3C-4B4C-319D-2AD1918F42D0}"/>
              </a:ext>
            </a:extLst>
          </p:cNvPr>
          <p:cNvCxnSpPr>
            <a:cxnSpLocks/>
          </p:cNvCxnSpPr>
          <p:nvPr/>
        </p:nvCxnSpPr>
        <p:spPr>
          <a:xfrm>
            <a:off x="3899885" y="2472438"/>
            <a:ext cx="1706055" cy="712515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5073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FFA98-5EC8-672C-823D-C1EC9B3E3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3315-7D0B-C5C3-6F9B-3B2E3FA56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C99813-CE16-9EC2-8E1C-58D9A55CA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378" y="3560238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E0341B3-991A-CAFC-C22E-BE2974DD8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2976" y="3560238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E7CD0D1A-33E1-2478-C198-CC1FE348B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378" y="1690688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709BD4-148C-6393-47B4-38CBE37CEED8}"/>
              </a:ext>
            </a:extLst>
          </p:cNvPr>
          <p:cNvCxnSpPr/>
          <p:nvPr/>
        </p:nvCxnSpPr>
        <p:spPr>
          <a:xfrm>
            <a:off x="3575378" y="206597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26A1C1-74FD-E0A3-A96A-9AD54EA2D407}"/>
              </a:ext>
            </a:extLst>
          </p:cNvPr>
          <p:cNvCxnSpPr/>
          <p:nvPr/>
        </p:nvCxnSpPr>
        <p:spPr>
          <a:xfrm>
            <a:off x="3575378" y="246221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287094-5FDA-0499-245A-DEE2F2F73D86}"/>
              </a:ext>
            </a:extLst>
          </p:cNvPr>
          <p:cNvCxnSpPr/>
          <p:nvPr/>
        </p:nvCxnSpPr>
        <p:spPr>
          <a:xfrm>
            <a:off x="3575378" y="288215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3C801F-A39A-AF30-F3DD-D6F9F20C9F3C}"/>
              </a:ext>
            </a:extLst>
          </p:cNvPr>
          <p:cNvCxnSpPr>
            <a:cxnSpLocks/>
          </p:cNvCxnSpPr>
          <p:nvPr/>
        </p:nvCxnSpPr>
        <p:spPr>
          <a:xfrm>
            <a:off x="1954665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7B4B5B-E5CE-7C26-5D03-FE9FFA7061A2}"/>
              </a:ext>
            </a:extLst>
          </p:cNvPr>
          <p:cNvCxnSpPr>
            <a:cxnSpLocks/>
          </p:cNvCxnSpPr>
          <p:nvPr/>
        </p:nvCxnSpPr>
        <p:spPr>
          <a:xfrm>
            <a:off x="2391545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4152E9-4A9A-8B25-8198-487B17D5F56E}"/>
              </a:ext>
            </a:extLst>
          </p:cNvPr>
          <p:cNvCxnSpPr>
            <a:cxnSpLocks/>
          </p:cNvCxnSpPr>
          <p:nvPr/>
        </p:nvCxnSpPr>
        <p:spPr>
          <a:xfrm>
            <a:off x="2790094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D20A07F-602D-0CAB-9F59-E855B6EA0113}"/>
              </a:ext>
            </a:extLst>
          </p:cNvPr>
          <p:cNvSpPr/>
          <p:nvPr/>
        </p:nvSpPr>
        <p:spPr>
          <a:xfrm>
            <a:off x="1954664" y="3560238"/>
            <a:ext cx="450437" cy="363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08AAA5-EF88-59CA-470B-49C5E19F607D}"/>
              </a:ext>
            </a:extLst>
          </p:cNvPr>
          <p:cNvSpPr/>
          <p:nvPr/>
        </p:nvSpPr>
        <p:spPr>
          <a:xfrm>
            <a:off x="3596312" y="2090183"/>
            <a:ext cx="327769" cy="363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B1CBE3-0482-E1C5-E5C3-3CF35A544709}"/>
                  </a:ext>
                </a:extLst>
              </p:cNvPr>
              <p:cNvSpPr txBox="1"/>
              <p:nvPr/>
            </p:nvSpPr>
            <p:spPr>
              <a:xfrm>
                <a:off x="2068496" y="2689634"/>
                <a:ext cx="80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B1CBE3-0482-E1C5-E5C3-3CF35A544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496" y="2689634"/>
                <a:ext cx="8005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9207324-1CBF-845A-4958-FAAA40C3C5CF}"/>
                  </a:ext>
                </a:extLst>
              </p:cNvPr>
              <p:cNvSpPr txBox="1"/>
              <p:nvPr/>
            </p:nvSpPr>
            <p:spPr>
              <a:xfrm>
                <a:off x="7256772" y="1442413"/>
                <a:ext cx="4684197" cy="19869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For a given K, each thread fetches exactly 1 element from A and B blocks</a:t>
                </a:r>
              </a:p>
              <a:p>
                <a:endParaRPr lang="en-US" dirty="0"/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Read A[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][k*N/b+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Read B[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9207324-1CBF-845A-4958-FAAA40C3C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772" y="1442413"/>
                <a:ext cx="4684197" cy="1986954"/>
              </a:xfrm>
              <a:prstGeom prst="rect">
                <a:avLst/>
              </a:prstGeom>
              <a:blipFill>
                <a:blip r:embed="rId3"/>
                <a:stretch>
                  <a:fillRect l="-1040" t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B7B7E23A-4196-A420-76F6-6EF21566669F}"/>
              </a:ext>
            </a:extLst>
          </p:cNvPr>
          <p:cNvSpPr/>
          <p:nvPr/>
        </p:nvSpPr>
        <p:spPr>
          <a:xfrm>
            <a:off x="1606111" y="4857203"/>
            <a:ext cx="1597980" cy="15979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DAE67A-DA31-CA95-EC87-6C44BB05DDB0}"/>
              </a:ext>
            </a:extLst>
          </p:cNvPr>
          <p:cNvCxnSpPr>
            <a:cxnSpLocks/>
          </p:cNvCxnSpPr>
          <p:nvPr/>
        </p:nvCxnSpPr>
        <p:spPr>
          <a:xfrm flipH="1">
            <a:off x="1592306" y="3923883"/>
            <a:ext cx="362358" cy="93332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D7A625-0373-9CB0-9E6A-AA2599EB2408}"/>
              </a:ext>
            </a:extLst>
          </p:cNvPr>
          <p:cNvCxnSpPr>
            <a:cxnSpLocks/>
          </p:cNvCxnSpPr>
          <p:nvPr/>
        </p:nvCxnSpPr>
        <p:spPr>
          <a:xfrm>
            <a:off x="2422058" y="3923883"/>
            <a:ext cx="774831" cy="93332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826C2DF-DA03-8F98-AFB0-740B953EAA82}"/>
              </a:ext>
            </a:extLst>
          </p:cNvPr>
          <p:cNvSpPr/>
          <p:nvPr/>
        </p:nvSpPr>
        <p:spPr>
          <a:xfrm>
            <a:off x="1711009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08FF9FD-8B12-334A-E908-4267BF52A39C}"/>
              </a:ext>
            </a:extLst>
          </p:cNvPr>
          <p:cNvSpPr/>
          <p:nvPr/>
        </p:nvSpPr>
        <p:spPr>
          <a:xfrm>
            <a:off x="1892188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3A6FDF6-0322-9956-3F0E-F4D06178212A}"/>
              </a:ext>
            </a:extLst>
          </p:cNvPr>
          <p:cNvSpPr/>
          <p:nvPr/>
        </p:nvSpPr>
        <p:spPr>
          <a:xfrm>
            <a:off x="2095192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05BD4D2-AD39-342C-F3D7-19DC2D4274E6}"/>
              </a:ext>
            </a:extLst>
          </p:cNvPr>
          <p:cNvSpPr/>
          <p:nvPr/>
        </p:nvSpPr>
        <p:spPr>
          <a:xfrm>
            <a:off x="2276371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16B9F5E-6320-3776-F43D-544F8902705F}"/>
              </a:ext>
            </a:extLst>
          </p:cNvPr>
          <p:cNvSpPr/>
          <p:nvPr/>
        </p:nvSpPr>
        <p:spPr>
          <a:xfrm>
            <a:off x="2473009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FC943A6-5BD7-7347-45CE-BD4DA2F28096}"/>
              </a:ext>
            </a:extLst>
          </p:cNvPr>
          <p:cNvSpPr/>
          <p:nvPr/>
        </p:nvSpPr>
        <p:spPr>
          <a:xfrm>
            <a:off x="2654188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94C67B9-DCE8-713C-F739-618950509939}"/>
              </a:ext>
            </a:extLst>
          </p:cNvPr>
          <p:cNvSpPr/>
          <p:nvPr/>
        </p:nvSpPr>
        <p:spPr>
          <a:xfrm>
            <a:off x="2857192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1862B61-CD6F-5D61-4B59-24A7FA142D55}"/>
              </a:ext>
            </a:extLst>
          </p:cNvPr>
          <p:cNvSpPr/>
          <p:nvPr/>
        </p:nvSpPr>
        <p:spPr>
          <a:xfrm>
            <a:off x="3038371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02D7CF7-F76D-E04E-6040-67AA44318ECE}"/>
              </a:ext>
            </a:extLst>
          </p:cNvPr>
          <p:cNvSpPr/>
          <p:nvPr/>
        </p:nvSpPr>
        <p:spPr>
          <a:xfrm>
            <a:off x="1711009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ECD4C5B-518A-5C8E-41A3-74073B23CE23}"/>
              </a:ext>
            </a:extLst>
          </p:cNvPr>
          <p:cNvSpPr/>
          <p:nvPr/>
        </p:nvSpPr>
        <p:spPr>
          <a:xfrm>
            <a:off x="1892188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8353A7A-DA0F-1647-87AB-53BB3A3D7168}"/>
              </a:ext>
            </a:extLst>
          </p:cNvPr>
          <p:cNvSpPr/>
          <p:nvPr/>
        </p:nvSpPr>
        <p:spPr>
          <a:xfrm>
            <a:off x="2095192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46AC121-C7BB-CF8C-F790-CE0B60E63C4E}"/>
              </a:ext>
            </a:extLst>
          </p:cNvPr>
          <p:cNvSpPr/>
          <p:nvPr/>
        </p:nvSpPr>
        <p:spPr>
          <a:xfrm>
            <a:off x="2276371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0F07356-F150-442E-CB02-D332405DAA03}"/>
              </a:ext>
            </a:extLst>
          </p:cNvPr>
          <p:cNvSpPr/>
          <p:nvPr/>
        </p:nvSpPr>
        <p:spPr>
          <a:xfrm>
            <a:off x="2473009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BF7FD7A-B66F-5EFB-AEFD-E14996DB8CE7}"/>
              </a:ext>
            </a:extLst>
          </p:cNvPr>
          <p:cNvSpPr/>
          <p:nvPr/>
        </p:nvSpPr>
        <p:spPr>
          <a:xfrm>
            <a:off x="2654188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54EDDCA-1A64-159D-A579-1CB45D89C241}"/>
              </a:ext>
            </a:extLst>
          </p:cNvPr>
          <p:cNvSpPr/>
          <p:nvPr/>
        </p:nvSpPr>
        <p:spPr>
          <a:xfrm>
            <a:off x="2857192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9A01F63-8346-343C-CBE7-0CBC7A730CDF}"/>
              </a:ext>
            </a:extLst>
          </p:cNvPr>
          <p:cNvSpPr/>
          <p:nvPr/>
        </p:nvSpPr>
        <p:spPr>
          <a:xfrm>
            <a:off x="3038371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7EF7156-F867-A9B2-A841-D098C405F92E}"/>
              </a:ext>
            </a:extLst>
          </p:cNvPr>
          <p:cNvSpPr/>
          <p:nvPr/>
        </p:nvSpPr>
        <p:spPr>
          <a:xfrm>
            <a:off x="1711009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FB44BD2-C6EE-07F8-D609-CB2206A89B48}"/>
              </a:ext>
            </a:extLst>
          </p:cNvPr>
          <p:cNvSpPr/>
          <p:nvPr/>
        </p:nvSpPr>
        <p:spPr>
          <a:xfrm>
            <a:off x="1892188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5402276-B18F-A649-F0F8-CE72FF9BEC0E}"/>
              </a:ext>
            </a:extLst>
          </p:cNvPr>
          <p:cNvSpPr/>
          <p:nvPr/>
        </p:nvSpPr>
        <p:spPr>
          <a:xfrm>
            <a:off x="2095192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36EB6F8-0FB3-D157-B9DC-968E8A9659C2}"/>
              </a:ext>
            </a:extLst>
          </p:cNvPr>
          <p:cNvSpPr/>
          <p:nvPr/>
        </p:nvSpPr>
        <p:spPr>
          <a:xfrm>
            <a:off x="2276371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7957F6D-16CA-67DA-E6C2-EC21FD688B48}"/>
              </a:ext>
            </a:extLst>
          </p:cNvPr>
          <p:cNvSpPr/>
          <p:nvPr/>
        </p:nvSpPr>
        <p:spPr>
          <a:xfrm>
            <a:off x="2473009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60FA3D5-B600-C662-749E-BE8976103587}"/>
              </a:ext>
            </a:extLst>
          </p:cNvPr>
          <p:cNvSpPr/>
          <p:nvPr/>
        </p:nvSpPr>
        <p:spPr>
          <a:xfrm>
            <a:off x="2654188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1ADA8F4-EDD3-7F38-708D-CB4E27D1224A}"/>
              </a:ext>
            </a:extLst>
          </p:cNvPr>
          <p:cNvSpPr/>
          <p:nvPr/>
        </p:nvSpPr>
        <p:spPr>
          <a:xfrm>
            <a:off x="2857192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5CC054E-41B0-C7F4-399E-8749C593ED72}"/>
              </a:ext>
            </a:extLst>
          </p:cNvPr>
          <p:cNvSpPr/>
          <p:nvPr/>
        </p:nvSpPr>
        <p:spPr>
          <a:xfrm>
            <a:off x="3038371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C9EAC56-839F-04A8-FD34-73E476A71718}"/>
              </a:ext>
            </a:extLst>
          </p:cNvPr>
          <p:cNvSpPr/>
          <p:nvPr/>
        </p:nvSpPr>
        <p:spPr>
          <a:xfrm>
            <a:off x="1711009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11973E8-B108-0927-C07A-1351AAF7F88C}"/>
              </a:ext>
            </a:extLst>
          </p:cNvPr>
          <p:cNvSpPr/>
          <p:nvPr/>
        </p:nvSpPr>
        <p:spPr>
          <a:xfrm>
            <a:off x="1892188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3C48972-CB3E-B7D1-2A50-82B9B448EE12}"/>
              </a:ext>
            </a:extLst>
          </p:cNvPr>
          <p:cNvSpPr/>
          <p:nvPr/>
        </p:nvSpPr>
        <p:spPr>
          <a:xfrm>
            <a:off x="2095192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A4622AA-58C2-DB07-7E4B-5DB11997DC8E}"/>
              </a:ext>
            </a:extLst>
          </p:cNvPr>
          <p:cNvSpPr/>
          <p:nvPr/>
        </p:nvSpPr>
        <p:spPr>
          <a:xfrm>
            <a:off x="2276371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1E60CCE-DAE5-B5F1-0A9C-EA09443E5183}"/>
              </a:ext>
            </a:extLst>
          </p:cNvPr>
          <p:cNvSpPr/>
          <p:nvPr/>
        </p:nvSpPr>
        <p:spPr>
          <a:xfrm>
            <a:off x="2473009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2D98EE9-D0CB-E9D4-5C06-DE985514A97B}"/>
              </a:ext>
            </a:extLst>
          </p:cNvPr>
          <p:cNvSpPr/>
          <p:nvPr/>
        </p:nvSpPr>
        <p:spPr>
          <a:xfrm>
            <a:off x="2654188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78722E2-16DB-52C6-FAE1-0315E9F4FD9A}"/>
              </a:ext>
            </a:extLst>
          </p:cNvPr>
          <p:cNvSpPr/>
          <p:nvPr/>
        </p:nvSpPr>
        <p:spPr>
          <a:xfrm>
            <a:off x="2857192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685AB4A-B215-1D96-DE90-480E757D9644}"/>
              </a:ext>
            </a:extLst>
          </p:cNvPr>
          <p:cNvSpPr/>
          <p:nvPr/>
        </p:nvSpPr>
        <p:spPr>
          <a:xfrm>
            <a:off x="3038371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452BE42-1CE6-C725-7B86-6F5E8CA7C257}"/>
              </a:ext>
            </a:extLst>
          </p:cNvPr>
          <p:cNvSpPr/>
          <p:nvPr/>
        </p:nvSpPr>
        <p:spPr>
          <a:xfrm>
            <a:off x="1711009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FC188CA-6CD7-20DA-C54D-9E45DEE8E80D}"/>
              </a:ext>
            </a:extLst>
          </p:cNvPr>
          <p:cNvSpPr/>
          <p:nvPr/>
        </p:nvSpPr>
        <p:spPr>
          <a:xfrm>
            <a:off x="1892188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653DAF4-195B-54B8-9C9A-7827F08F1AE8}"/>
              </a:ext>
            </a:extLst>
          </p:cNvPr>
          <p:cNvSpPr/>
          <p:nvPr/>
        </p:nvSpPr>
        <p:spPr>
          <a:xfrm>
            <a:off x="2095192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7F261BE-F78F-7799-8700-03044995AB15}"/>
              </a:ext>
            </a:extLst>
          </p:cNvPr>
          <p:cNvSpPr/>
          <p:nvPr/>
        </p:nvSpPr>
        <p:spPr>
          <a:xfrm>
            <a:off x="2276371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300469A-3751-376D-ED61-B09DFFCB425B}"/>
              </a:ext>
            </a:extLst>
          </p:cNvPr>
          <p:cNvSpPr/>
          <p:nvPr/>
        </p:nvSpPr>
        <p:spPr>
          <a:xfrm>
            <a:off x="2473009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284ED15-6C90-24EC-541D-00E80339B4D8}"/>
              </a:ext>
            </a:extLst>
          </p:cNvPr>
          <p:cNvSpPr/>
          <p:nvPr/>
        </p:nvSpPr>
        <p:spPr>
          <a:xfrm>
            <a:off x="2654188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518755F-C724-A53F-86F4-F8CD6CC92489}"/>
              </a:ext>
            </a:extLst>
          </p:cNvPr>
          <p:cNvSpPr/>
          <p:nvPr/>
        </p:nvSpPr>
        <p:spPr>
          <a:xfrm>
            <a:off x="2857192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BADCBE4-0D2C-94EE-81D0-7E52D7AB5233}"/>
              </a:ext>
            </a:extLst>
          </p:cNvPr>
          <p:cNvSpPr/>
          <p:nvPr/>
        </p:nvSpPr>
        <p:spPr>
          <a:xfrm>
            <a:off x="3038371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FDA1FEB-CADD-272F-5984-27E0621D477F}"/>
                  </a:ext>
                </a:extLst>
              </p:cNvPr>
              <p:cNvSpPr txBox="1"/>
              <p:nvPr/>
            </p:nvSpPr>
            <p:spPr>
              <a:xfrm>
                <a:off x="3511549" y="5371083"/>
                <a:ext cx="6207441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Which thread fetches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element of A (or B)?</a:t>
                </a: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FDA1FEB-CADD-272F-5984-27E0621D4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549" y="5371083"/>
                <a:ext cx="6207441" cy="391261"/>
              </a:xfrm>
              <a:prstGeom prst="rect">
                <a:avLst/>
              </a:prstGeom>
              <a:blipFill>
                <a:blip r:embed="rId4"/>
                <a:stretch>
                  <a:fillRect l="-786" t="-6250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C723866-8627-EDFE-8356-BB73A47349E0}"/>
              </a:ext>
            </a:extLst>
          </p:cNvPr>
          <p:cNvSpPr/>
          <p:nvPr/>
        </p:nvSpPr>
        <p:spPr>
          <a:xfrm>
            <a:off x="5606214" y="1540978"/>
            <a:ext cx="1597980" cy="15979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6144B1D-CC41-7F57-0883-3FBAF95965CC}"/>
              </a:ext>
            </a:extLst>
          </p:cNvPr>
          <p:cNvSpPr/>
          <p:nvPr/>
        </p:nvSpPr>
        <p:spPr>
          <a:xfrm>
            <a:off x="5711112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A6C799A-A86C-C5A2-7658-7DD834F99CB3}"/>
              </a:ext>
            </a:extLst>
          </p:cNvPr>
          <p:cNvSpPr/>
          <p:nvPr/>
        </p:nvSpPr>
        <p:spPr>
          <a:xfrm>
            <a:off x="5892291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9CC87B1-3812-C68D-C1E2-5DF61BCB4E7C}"/>
              </a:ext>
            </a:extLst>
          </p:cNvPr>
          <p:cNvSpPr/>
          <p:nvPr/>
        </p:nvSpPr>
        <p:spPr>
          <a:xfrm>
            <a:off x="6095295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4064249-5226-D7D2-DFCE-39D8CE213302}"/>
              </a:ext>
            </a:extLst>
          </p:cNvPr>
          <p:cNvSpPr/>
          <p:nvPr/>
        </p:nvSpPr>
        <p:spPr>
          <a:xfrm>
            <a:off x="6276474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D0A43C2-337D-8A26-9E19-4B2C22376E99}"/>
              </a:ext>
            </a:extLst>
          </p:cNvPr>
          <p:cNvSpPr/>
          <p:nvPr/>
        </p:nvSpPr>
        <p:spPr>
          <a:xfrm>
            <a:off x="6473112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008E9A3-4793-816F-8C7D-7058FE23136F}"/>
              </a:ext>
            </a:extLst>
          </p:cNvPr>
          <p:cNvSpPr/>
          <p:nvPr/>
        </p:nvSpPr>
        <p:spPr>
          <a:xfrm>
            <a:off x="6654291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87A70AC-06A4-A91E-9451-1AC0D861309C}"/>
              </a:ext>
            </a:extLst>
          </p:cNvPr>
          <p:cNvSpPr/>
          <p:nvPr/>
        </p:nvSpPr>
        <p:spPr>
          <a:xfrm>
            <a:off x="6857295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9A0369A-AE13-9ABE-7CFE-31FBD253C9C9}"/>
              </a:ext>
            </a:extLst>
          </p:cNvPr>
          <p:cNvSpPr/>
          <p:nvPr/>
        </p:nvSpPr>
        <p:spPr>
          <a:xfrm>
            <a:off x="7038474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CB0C2A1-8486-2F09-86EB-0B6EB3182490}"/>
              </a:ext>
            </a:extLst>
          </p:cNvPr>
          <p:cNvSpPr/>
          <p:nvPr/>
        </p:nvSpPr>
        <p:spPr>
          <a:xfrm>
            <a:off x="5711112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576BC79-312B-9469-9384-0FC810CE3C17}"/>
              </a:ext>
            </a:extLst>
          </p:cNvPr>
          <p:cNvSpPr/>
          <p:nvPr/>
        </p:nvSpPr>
        <p:spPr>
          <a:xfrm>
            <a:off x="5892291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1C5397B-2928-A26F-A868-D5B532B893AD}"/>
              </a:ext>
            </a:extLst>
          </p:cNvPr>
          <p:cNvSpPr/>
          <p:nvPr/>
        </p:nvSpPr>
        <p:spPr>
          <a:xfrm>
            <a:off x="6095295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7ECB416B-58F7-BC7D-846D-F5355DBCD06C}"/>
              </a:ext>
            </a:extLst>
          </p:cNvPr>
          <p:cNvSpPr/>
          <p:nvPr/>
        </p:nvSpPr>
        <p:spPr>
          <a:xfrm>
            <a:off x="6276474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7AAD996-7AAA-939B-33BB-76DB2C65B5FB}"/>
              </a:ext>
            </a:extLst>
          </p:cNvPr>
          <p:cNvSpPr/>
          <p:nvPr/>
        </p:nvSpPr>
        <p:spPr>
          <a:xfrm>
            <a:off x="6473112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EB5C38C-A3EE-620A-92A6-9AA40E1EB158}"/>
              </a:ext>
            </a:extLst>
          </p:cNvPr>
          <p:cNvSpPr/>
          <p:nvPr/>
        </p:nvSpPr>
        <p:spPr>
          <a:xfrm>
            <a:off x="6654291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7A8D9D5-F37F-E825-D955-561068B5772D}"/>
              </a:ext>
            </a:extLst>
          </p:cNvPr>
          <p:cNvSpPr/>
          <p:nvPr/>
        </p:nvSpPr>
        <p:spPr>
          <a:xfrm>
            <a:off x="6857295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0DD559A6-CA7D-8226-2F67-47CCAC44051C}"/>
              </a:ext>
            </a:extLst>
          </p:cNvPr>
          <p:cNvSpPr/>
          <p:nvPr/>
        </p:nvSpPr>
        <p:spPr>
          <a:xfrm>
            <a:off x="7038474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88E09BF-34A0-C289-33D5-4885190FE961}"/>
              </a:ext>
            </a:extLst>
          </p:cNvPr>
          <p:cNvSpPr/>
          <p:nvPr/>
        </p:nvSpPr>
        <p:spPr>
          <a:xfrm>
            <a:off x="5711112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C5DBAA5-1FEA-46F8-2B97-FEF6C924DD75}"/>
              </a:ext>
            </a:extLst>
          </p:cNvPr>
          <p:cNvSpPr/>
          <p:nvPr/>
        </p:nvSpPr>
        <p:spPr>
          <a:xfrm>
            <a:off x="5892291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C3E85C1-7F63-BFA2-320C-82DD0573CA0B}"/>
              </a:ext>
            </a:extLst>
          </p:cNvPr>
          <p:cNvSpPr/>
          <p:nvPr/>
        </p:nvSpPr>
        <p:spPr>
          <a:xfrm>
            <a:off x="6095295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D3B549E-CDF5-17F8-290D-77319CFCC713}"/>
              </a:ext>
            </a:extLst>
          </p:cNvPr>
          <p:cNvSpPr/>
          <p:nvPr/>
        </p:nvSpPr>
        <p:spPr>
          <a:xfrm>
            <a:off x="6276474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81EA6C1-8622-7D44-177F-D866F5414939}"/>
              </a:ext>
            </a:extLst>
          </p:cNvPr>
          <p:cNvSpPr/>
          <p:nvPr/>
        </p:nvSpPr>
        <p:spPr>
          <a:xfrm>
            <a:off x="6473112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2C6D87E-19E7-4707-E2A6-9F21E2057106}"/>
              </a:ext>
            </a:extLst>
          </p:cNvPr>
          <p:cNvSpPr/>
          <p:nvPr/>
        </p:nvSpPr>
        <p:spPr>
          <a:xfrm>
            <a:off x="6654291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FC4CD83-7F6C-EFB4-3E36-36411E00A4F0}"/>
              </a:ext>
            </a:extLst>
          </p:cNvPr>
          <p:cNvSpPr/>
          <p:nvPr/>
        </p:nvSpPr>
        <p:spPr>
          <a:xfrm>
            <a:off x="6857295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E4203B9-E93C-5BFA-C20F-4012F5C9CC6C}"/>
              </a:ext>
            </a:extLst>
          </p:cNvPr>
          <p:cNvSpPr/>
          <p:nvPr/>
        </p:nvSpPr>
        <p:spPr>
          <a:xfrm>
            <a:off x="7038474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229AEB58-29B9-7DD4-3E65-DFD1535A8DA6}"/>
              </a:ext>
            </a:extLst>
          </p:cNvPr>
          <p:cNvSpPr/>
          <p:nvPr/>
        </p:nvSpPr>
        <p:spPr>
          <a:xfrm>
            <a:off x="5711112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8852AEB-B494-2AB4-B0AD-6882026E7A8F}"/>
              </a:ext>
            </a:extLst>
          </p:cNvPr>
          <p:cNvSpPr/>
          <p:nvPr/>
        </p:nvSpPr>
        <p:spPr>
          <a:xfrm>
            <a:off x="5892291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E718397-A686-F8C4-EA4E-2E61FEBE27DE}"/>
              </a:ext>
            </a:extLst>
          </p:cNvPr>
          <p:cNvSpPr/>
          <p:nvPr/>
        </p:nvSpPr>
        <p:spPr>
          <a:xfrm>
            <a:off x="6095295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F315E27-1BD5-F870-5CEB-BC5ED08C3844}"/>
              </a:ext>
            </a:extLst>
          </p:cNvPr>
          <p:cNvSpPr/>
          <p:nvPr/>
        </p:nvSpPr>
        <p:spPr>
          <a:xfrm>
            <a:off x="6276474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FB48D3E-F915-5F72-BC99-3CF919189F91}"/>
              </a:ext>
            </a:extLst>
          </p:cNvPr>
          <p:cNvSpPr/>
          <p:nvPr/>
        </p:nvSpPr>
        <p:spPr>
          <a:xfrm>
            <a:off x="6473112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EA3557B-91A7-29F5-30FA-B715DD208230}"/>
              </a:ext>
            </a:extLst>
          </p:cNvPr>
          <p:cNvSpPr/>
          <p:nvPr/>
        </p:nvSpPr>
        <p:spPr>
          <a:xfrm>
            <a:off x="6654291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E7B48F3-EC3C-4A52-1996-8190A4D3C9F5}"/>
              </a:ext>
            </a:extLst>
          </p:cNvPr>
          <p:cNvSpPr/>
          <p:nvPr/>
        </p:nvSpPr>
        <p:spPr>
          <a:xfrm>
            <a:off x="6857295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9F94209F-43B7-3302-3EC7-51ADF56BB1E0}"/>
              </a:ext>
            </a:extLst>
          </p:cNvPr>
          <p:cNvSpPr/>
          <p:nvPr/>
        </p:nvSpPr>
        <p:spPr>
          <a:xfrm>
            <a:off x="7038474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6ED69F9-E2C0-2BC2-4E0F-7FC348FC0CC0}"/>
              </a:ext>
            </a:extLst>
          </p:cNvPr>
          <p:cNvSpPr/>
          <p:nvPr/>
        </p:nvSpPr>
        <p:spPr>
          <a:xfrm>
            <a:off x="5711112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B43D4BC-49BA-4319-4D8F-8DB1A235CCE6}"/>
              </a:ext>
            </a:extLst>
          </p:cNvPr>
          <p:cNvSpPr/>
          <p:nvPr/>
        </p:nvSpPr>
        <p:spPr>
          <a:xfrm>
            <a:off x="5892291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5B1C75CD-3A96-5193-08C5-818C5010AA8B}"/>
              </a:ext>
            </a:extLst>
          </p:cNvPr>
          <p:cNvSpPr/>
          <p:nvPr/>
        </p:nvSpPr>
        <p:spPr>
          <a:xfrm>
            <a:off x="6095295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55E83014-F471-8A6F-2E55-94363FE81485}"/>
              </a:ext>
            </a:extLst>
          </p:cNvPr>
          <p:cNvSpPr/>
          <p:nvPr/>
        </p:nvSpPr>
        <p:spPr>
          <a:xfrm>
            <a:off x="6276474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F8FBF17B-0340-680F-4873-DA9B9A4F1787}"/>
              </a:ext>
            </a:extLst>
          </p:cNvPr>
          <p:cNvSpPr/>
          <p:nvPr/>
        </p:nvSpPr>
        <p:spPr>
          <a:xfrm>
            <a:off x="6473112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5C4E1914-25FF-9853-6116-1ABC6404C898}"/>
              </a:ext>
            </a:extLst>
          </p:cNvPr>
          <p:cNvSpPr/>
          <p:nvPr/>
        </p:nvSpPr>
        <p:spPr>
          <a:xfrm>
            <a:off x="6654291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25E7C2B0-B9B4-236F-D290-E3605703F34D}"/>
              </a:ext>
            </a:extLst>
          </p:cNvPr>
          <p:cNvSpPr/>
          <p:nvPr/>
        </p:nvSpPr>
        <p:spPr>
          <a:xfrm>
            <a:off x="6857295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D36511B-327C-7645-6A00-681ACC96CEC1}"/>
              </a:ext>
            </a:extLst>
          </p:cNvPr>
          <p:cNvSpPr/>
          <p:nvPr/>
        </p:nvSpPr>
        <p:spPr>
          <a:xfrm>
            <a:off x="7038474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FDC1555-FFE9-3FEF-02A5-63D7E6FAB264}"/>
              </a:ext>
            </a:extLst>
          </p:cNvPr>
          <p:cNvCxnSpPr>
            <a:cxnSpLocks/>
          </p:cNvCxnSpPr>
          <p:nvPr/>
        </p:nvCxnSpPr>
        <p:spPr>
          <a:xfrm flipV="1">
            <a:off x="3928099" y="1609790"/>
            <a:ext cx="1664310" cy="46392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CC26623-D829-6195-4CBD-F30CEB626DD4}"/>
              </a:ext>
            </a:extLst>
          </p:cNvPr>
          <p:cNvCxnSpPr>
            <a:cxnSpLocks/>
          </p:cNvCxnSpPr>
          <p:nvPr/>
        </p:nvCxnSpPr>
        <p:spPr>
          <a:xfrm>
            <a:off x="3899885" y="2472438"/>
            <a:ext cx="1706055" cy="712515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1413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2D4F6-EE0A-3E04-A7E2-0BFC702E0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E36B-64B6-8F38-7FB7-BB3044E86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94573A-6199-7487-F7AC-64C2B3033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378" y="3560238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0F9FEF4-369C-13B9-8790-97EBE1C86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2976" y="3560238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6D31BF4D-EA34-3D2C-62CC-712EFB4DD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378" y="1690688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D28B10-2A40-DCC4-E917-675C96C49A2C}"/>
              </a:ext>
            </a:extLst>
          </p:cNvPr>
          <p:cNvCxnSpPr/>
          <p:nvPr/>
        </p:nvCxnSpPr>
        <p:spPr>
          <a:xfrm>
            <a:off x="3575378" y="206597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38D648-658F-D7A8-DA84-5E8A2BA8AC09}"/>
              </a:ext>
            </a:extLst>
          </p:cNvPr>
          <p:cNvCxnSpPr/>
          <p:nvPr/>
        </p:nvCxnSpPr>
        <p:spPr>
          <a:xfrm>
            <a:off x="3575378" y="2462212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651CC7-C8E8-3612-5E17-0791C9A22EFB}"/>
              </a:ext>
            </a:extLst>
          </p:cNvPr>
          <p:cNvCxnSpPr/>
          <p:nvPr/>
        </p:nvCxnSpPr>
        <p:spPr>
          <a:xfrm>
            <a:off x="3575378" y="288215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F2D19D-B476-3E38-FCD0-B3A5C71942F8}"/>
              </a:ext>
            </a:extLst>
          </p:cNvPr>
          <p:cNvCxnSpPr>
            <a:cxnSpLocks/>
          </p:cNvCxnSpPr>
          <p:nvPr/>
        </p:nvCxnSpPr>
        <p:spPr>
          <a:xfrm>
            <a:off x="1954665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94EFFC-F1C6-58D2-3635-47C7D2A1BA0D}"/>
              </a:ext>
            </a:extLst>
          </p:cNvPr>
          <p:cNvCxnSpPr>
            <a:cxnSpLocks/>
          </p:cNvCxnSpPr>
          <p:nvPr/>
        </p:nvCxnSpPr>
        <p:spPr>
          <a:xfrm>
            <a:off x="2391545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AD1794-EDCA-55D8-DC76-2773A2A47C73}"/>
              </a:ext>
            </a:extLst>
          </p:cNvPr>
          <p:cNvCxnSpPr>
            <a:cxnSpLocks/>
          </p:cNvCxnSpPr>
          <p:nvPr/>
        </p:nvCxnSpPr>
        <p:spPr>
          <a:xfrm>
            <a:off x="2790094" y="3560238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E5AE9A0-13F3-F398-C056-DC8422418F20}"/>
              </a:ext>
            </a:extLst>
          </p:cNvPr>
          <p:cNvSpPr/>
          <p:nvPr/>
        </p:nvSpPr>
        <p:spPr>
          <a:xfrm>
            <a:off x="1954664" y="3560238"/>
            <a:ext cx="450437" cy="363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F4C473-8D9E-6F6F-E56A-328FB3D6DD3F}"/>
              </a:ext>
            </a:extLst>
          </p:cNvPr>
          <p:cNvSpPr/>
          <p:nvPr/>
        </p:nvSpPr>
        <p:spPr>
          <a:xfrm>
            <a:off x="3596312" y="2090183"/>
            <a:ext cx="327769" cy="363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182131-24AB-1519-25FB-A491F5B39258}"/>
                  </a:ext>
                </a:extLst>
              </p:cNvPr>
              <p:cNvSpPr txBox="1"/>
              <p:nvPr/>
            </p:nvSpPr>
            <p:spPr>
              <a:xfrm>
                <a:off x="2068496" y="2689634"/>
                <a:ext cx="80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182131-24AB-1519-25FB-A491F5B39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496" y="2689634"/>
                <a:ext cx="8005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2E0C2F-D890-0A06-7D99-2564C03376CE}"/>
                  </a:ext>
                </a:extLst>
              </p:cNvPr>
              <p:cNvSpPr txBox="1"/>
              <p:nvPr/>
            </p:nvSpPr>
            <p:spPr>
              <a:xfrm>
                <a:off x="7256772" y="1442413"/>
                <a:ext cx="4684197" cy="19869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For a given K, each thread fetches exactly 1 element from A and B blocks</a:t>
                </a:r>
              </a:p>
              <a:p>
                <a:endParaRPr lang="en-US" dirty="0"/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Read A[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][k*N/b+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Read B[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2E0C2F-D890-0A06-7D99-2564C0337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772" y="1442413"/>
                <a:ext cx="4684197" cy="1986954"/>
              </a:xfrm>
              <a:prstGeom prst="rect">
                <a:avLst/>
              </a:prstGeom>
              <a:blipFill>
                <a:blip r:embed="rId3"/>
                <a:stretch>
                  <a:fillRect l="-1040" t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31ED1E36-240C-3A80-D94A-14AB15C12BBA}"/>
              </a:ext>
            </a:extLst>
          </p:cNvPr>
          <p:cNvSpPr/>
          <p:nvPr/>
        </p:nvSpPr>
        <p:spPr>
          <a:xfrm>
            <a:off x="1606111" y="4857203"/>
            <a:ext cx="1597980" cy="15979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422F60-25FC-49E1-5BD1-4862276890AB}"/>
              </a:ext>
            </a:extLst>
          </p:cNvPr>
          <p:cNvCxnSpPr>
            <a:cxnSpLocks/>
          </p:cNvCxnSpPr>
          <p:nvPr/>
        </p:nvCxnSpPr>
        <p:spPr>
          <a:xfrm flipH="1">
            <a:off x="1592306" y="3923883"/>
            <a:ext cx="362358" cy="93332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1532C94-E3D0-E514-E9EF-60E09FF0791D}"/>
              </a:ext>
            </a:extLst>
          </p:cNvPr>
          <p:cNvCxnSpPr>
            <a:cxnSpLocks/>
          </p:cNvCxnSpPr>
          <p:nvPr/>
        </p:nvCxnSpPr>
        <p:spPr>
          <a:xfrm>
            <a:off x="2422058" y="3923883"/>
            <a:ext cx="774831" cy="93332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7C31A64-E3CF-BB0F-3366-C4668475C5D6}"/>
              </a:ext>
            </a:extLst>
          </p:cNvPr>
          <p:cNvSpPr/>
          <p:nvPr/>
        </p:nvSpPr>
        <p:spPr>
          <a:xfrm>
            <a:off x="1711009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AC8581F-38A3-1BFF-ED9B-A4CCBB87046E}"/>
              </a:ext>
            </a:extLst>
          </p:cNvPr>
          <p:cNvSpPr/>
          <p:nvPr/>
        </p:nvSpPr>
        <p:spPr>
          <a:xfrm>
            <a:off x="1892188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1D21530-4081-1257-28A6-5A850697F5E1}"/>
              </a:ext>
            </a:extLst>
          </p:cNvPr>
          <p:cNvSpPr/>
          <p:nvPr/>
        </p:nvSpPr>
        <p:spPr>
          <a:xfrm>
            <a:off x="2095192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7E5B816-FDDB-0BFD-C199-6445BCECCC4E}"/>
              </a:ext>
            </a:extLst>
          </p:cNvPr>
          <p:cNvSpPr/>
          <p:nvPr/>
        </p:nvSpPr>
        <p:spPr>
          <a:xfrm>
            <a:off x="2276371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D644042-8183-0555-4ED9-BF46F8167175}"/>
              </a:ext>
            </a:extLst>
          </p:cNvPr>
          <p:cNvSpPr/>
          <p:nvPr/>
        </p:nvSpPr>
        <p:spPr>
          <a:xfrm>
            <a:off x="2473009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D6CF50A-D8E0-E2E0-A3A6-01E527918EC8}"/>
              </a:ext>
            </a:extLst>
          </p:cNvPr>
          <p:cNvSpPr/>
          <p:nvPr/>
        </p:nvSpPr>
        <p:spPr>
          <a:xfrm>
            <a:off x="2654188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4F84DDD-4CDA-5614-CAB1-7AD81003F0A9}"/>
              </a:ext>
            </a:extLst>
          </p:cNvPr>
          <p:cNvSpPr/>
          <p:nvPr/>
        </p:nvSpPr>
        <p:spPr>
          <a:xfrm>
            <a:off x="2857192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5D0B183-7C34-F831-6C27-78DB10B05D93}"/>
              </a:ext>
            </a:extLst>
          </p:cNvPr>
          <p:cNvSpPr/>
          <p:nvPr/>
        </p:nvSpPr>
        <p:spPr>
          <a:xfrm>
            <a:off x="3038371" y="49857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8792EB4-F042-299D-B15C-E5B0B69649BD}"/>
              </a:ext>
            </a:extLst>
          </p:cNvPr>
          <p:cNvSpPr/>
          <p:nvPr/>
        </p:nvSpPr>
        <p:spPr>
          <a:xfrm>
            <a:off x="1711009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459CCD-D111-095E-8B50-4695B1AB6205}"/>
              </a:ext>
            </a:extLst>
          </p:cNvPr>
          <p:cNvSpPr/>
          <p:nvPr/>
        </p:nvSpPr>
        <p:spPr>
          <a:xfrm>
            <a:off x="1892188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72A2CBE-DB0B-646A-8E03-3979CEF60A78}"/>
              </a:ext>
            </a:extLst>
          </p:cNvPr>
          <p:cNvSpPr/>
          <p:nvPr/>
        </p:nvSpPr>
        <p:spPr>
          <a:xfrm>
            <a:off x="2095192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B809BAC-6087-860F-1BB4-4897F9AA8B86}"/>
              </a:ext>
            </a:extLst>
          </p:cNvPr>
          <p:cNvSpPr/>
          <p:nvPr/>
        </p:nvSpPr>
        <p:spPr>
          <a:xfrm>
            <a:off x="2276371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7E21D0D-1D7A-85CE-C270-1C128802C668}"/>
              </a:ext>
            </a:extLst>
          </p:cNvPr>
          <p:cNvSpPr/>
          <p:nvPr/>
        </p:nvSpPr>
        <p:spPr>
          <a:xfrm>
            <a:off x="2473009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A8D3833-1A5C-303F-C215-F9171F8CA634}"/>
              </a:ext>
            </a:extLst>
          </p:cNvPr>
          <p:cNvSpPr/>
          <p:nvPr/>
        </p:nvSpPr>
        <p:spPr>
          <a:xfrm>
            <a:off x="2654188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2FF541B-BEBD-A9B7-C872-ACD8DEE48B88}"/>
              </a:ext>
            </a:extLst>
          </p:cNvPr>
          <p:cNvSpPr/>
          <p:nvPr/>
        </p:nvSpPr>
        <p:spPr>
          <a:xfrm>
            <a:off x="2857192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8D63B7A-7ECE-9FF4-3D81-7F078DCBE934}"/>
              </a:ext>
            </a:extLst>
          </p:cNvPr>
          <p:cNvSpPr/>
          <p:nvPr/>
        </p:nvSpPr>
        <p:spPr>
          <a:xfrm>
            <a:off x="3038371" y="529216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04CDE48-B86C-EBDA-1034-FD47860E3950}"/>
              </a:ext>
            </a:extLst>
          </p:cNvPr>
          <p:cNvSpPr/>
          <p:nvPr/>
        </p:nvSpPr>
        <p:spPr>
          <a:xfrm>
            <a:off x="1711009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1519963-6F34-F2AC-9C06-60358460E770}"/>
              </a:ext>
            </a:extLst>
          </p:cNvPr>
          <p:cNvSpPr/>
          <p:nvPr/>
        </p:nvSpPr>
        <p:spPr>
          <a:xfrm>
            <a:off x="1892188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6B54BE2-8DE8-44AA-6202-475D2BA29AA2}"/>
              </a:ext>
            </a:extLst>
          </p:cNvPr>
          <p:cNvSpPr/>
          <p:nvPr/>
        </p:nvSpPr>
        <p:spPr>
          <a:xfrm>
            <a:off x="2095192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18E7840-ED01-5D99-2F8E-8E7799C2A79D}"/>
              </a:ext>
            </a:extLst>
          </p:cNvPr>
          <p:cNvSpPr/>
          <p:nvPr/>
        </p:nvSpPr>
        <p:spPr>
          <a:xfrm>
            <a:off x="2276371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81DB2D0-996A-391F-C123-88E3C32E8DE4}"/>
              </a:ext>
            </a:extLst>
          </p:cNvPr>
          <p:cNvSpPr/>
          <p:nvPr/>
        </p:nvSpPr>
        <p:spPr>
          <a:xfrm>
            <a:off x="2473009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4EA8F19-7E25-4F09-2CD9-EBEDDBEF6E73}"/>
              </a:ext>
            </a:extLst>
          </p:cNvPr>
          <p:cNvSpPr/>
          <p:nvPr/>
        </p:nvSpPr>
        <p:spPr>
          <a:xfrm>
            <a:off x="2654188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5C3EBD5-1947-C4E5-AF67-7AE327BA8FFD}"/>
              </a:ext>
            </a:extLst>
          </p:cNvPr>
          <p:cNvSpPr/>
          <p:nvPr/>
        </p:nvSpPr>
        <p:spPr>
          <a:xfrm>
            <a:off x="2857192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4FD89F8-A0F8-D762-42C1-DA2BBCBFCE80}"/>
              </a:ext>
            </a:extLst>
          </p:cNvPr>
          <p:cNvSpPr/>
          <p:nvPr/>
        </p:nvSpPr>
        <p:spPr>
          <a:xfrm>
            <a:off x="3038371" y="5616732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CB02980-677C-C8F1-ECC2-A591074FAC7F}"/>
              </a:ext>
            </a:extLst>
          </p:cNvPr>
          <p:cNvSpPr/>
          <p:nvPr/>
        </p:nvSpPr>
        <p:spPr>
          <a:xfrm>
            <a:off x="1711009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2E0AA60-228D-205D-E453-FA37455C15F7}"/>
              </a:ext>
            </a:extLst>
          </p:cNvPr>
          <p:cNvSpPr/>
          <p:nvPr/>
        </p:nvSpPr>
        <p:spPr>
          <a:xfrm>
            <a:off x="1892188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37E7DCC-A2AE-392C-861E-A9569A42F6C1}"/>
              </a:ext>
            </a:extLst>
          </p:cNvPr>
          <p:cNvSpPr/>
          <p:nvPr/>
        </p:nvSpPr>
        <p:spPr>
          <a:xfrm>
            <a:off x="2095192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4E2F355-0FC0-145F-BA63-C9AB6144A6F7}"/>
              </a:ext>
            </a:extLst>
          </p:cNvPr>
          <p:cNvSpPr/>
          <p:nvPr/>
        </p:nvSpPr>
        <p:spPr>
          <a:xfrm>
            <a:off x="2276371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5F93830-3D55-4506-6E8C-91173CE9661B}"/>
              </a:ext>
            </a:extLst>
          </p:cNvPr>
          <p:cNvSpPr/>
          <p:nvPr/>
        </p:nvSpPr>
        <p:spPr>
          <a:xfrm>
            <a:off x="2473009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DF422A8-B5DE-4E76-480E-70624FBE4666}"/>
              </a:ext>
            </a:extLst>
          </p:cNvPr>
          <p:cNvSpPr/>
          <p:nvPr/>
        </p:nvSpPr>
        <p:spPr>
          <a:xfrm>
            <a:off x="2654188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373F55C-718A-34C8-8050-A69DBDCAD297}"/>
              </a:ext>
            </a:extLst>
          </p:cNvPr>
          <p:cNvSpPr/>
          <p:nvPr/>
        </p:nvSpPr>
        <p:spPr>
          <a:xfrm>
            <a:off x="2857192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F4FBCD0-A072-4715-D656-864A58B0ABF7}"/>
              </a:ext>
            </a:extLst>
          </p:cNvPr>
          <p:cNvSpPr/>
          <p:nvPr/>
        </p:nvSpPr>
        <p:spPr>
          <a:xfrm>
            <a:off x="3038371" y="591905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360C577-3C4D-8475-799B-78D4B1541B11}"/>
              </a:ext>
            </a:extLst>
          </p:cNvPr>
          <p:cNvSpPr/>
          <p:nvPr/>
        </p:nvSpPr>
        <p:spPr>
          <a:xfrm>
            <a:off x="1711009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5A287A9-0366-92A9-2506-63B521C4D9E9}"/>
              </a:ext>
            </a:extLst>
          </p:cNvPr>
          <p:cNvSpPr/>
          <p:nvPr/>
        </p:nvSpPr>
        <p:spPr>
          <a:xfrm>
            <a:off x="1892188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ADB3710-786D-BA84-982B-BE48EB63F67B}"/>
              </a:ext>
            </a:extLst>
          </p:cNvPr>
          <p:cNvSpPr/>
          <p:nvPr/>
        </p:nvSpPr>
        <p:spPr>
          <a:xfrm>
            <a:off x="2095192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B3F0F71-C188-419E-20F7-834286D582A1}"/>
              </a:ext>
            </a:extLst>
          </p:cNvPr>
          <p:cNvSpPr/>
          <p:nvPr/>
        </p:nvSpPr>
        <p:spPr>
          <a:xfrm>
            <a:off x="2276371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6C1EECC-C719-1EC9-FBB4-405D6061C82E}"/>
              </a:ext>
            </a:extLst>
          </p:cNvPr>
          <p:cNvSpPr/>
          <p:nvPr/>
        </p:nvSpPr>
        <p:spPr>
          <a:xfrm>
            <a:off x="2473009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9A17106-B233-31BF-9C96-614A8050249D}"/>
              </a:ext>
            </a:extLst>
          </p:cNvPr>
          <p:cNvSpPr/>
          <p:nvPr/>
        </p:nvSpPr>
        <p:spPr>
          <a:xfrm>
            <a:off x="2654188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48ECFAE-1439-6179-DBC8-CD7B0014AE09}"/>
              </a:ext>
            </a:extLst>
          </p:cNvPr>
          <p:cNvSpPr/>
          <p:nvPr/>
        </p:nvSpPr>
        <p:spPr>
          <a:xfrm>
            <a:off x="2857192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B27D82C-565A-4F4A-D3F6-9096B6A26A12}"/>
              </a:ext>
            </a:extLst>
          </p:cNvPr>
          <p:cNvSpPr/>
          <p:nvPr/>
        </p:nvSpPr>
        <p:spPr>
          <a:xfrm>
            <a:off x="3038371" y="6221380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1AA515D-16A5-582C-C923-F747CC5DC8F8}"/>
                  </a:ext>
                </a:extLst>
              </p:cNvPr>
              <p:cNvSpPr txBox="1"/>
              <p:nvPr/>
            </p:nvSpPr>
            <p:spPr>
              <a:xfrm>
                <a:off x="3511549" y="5371083"/>
                <a:ext cx="6585259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Which thread fetches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element of A (or B)?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1AA515D-16A5-582C-C923-F747CC5DC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549" y="5371083"/>
                <a:ext cx="6585259" cy="391261"/>
              </a:xfrm>
              <a:prstGeom prst="rect">
                <a:avLst/>
              </a:prstGeom>
              <a:blipFill>
                <a:blip r:embed="rId4"/>
                <a:stretch>
                  <a:fillRect l="-741" t="-6250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0687B13-410D-91CF-C3E3-F954B8CD739E}"/>
              </a:ext>
            </a:extLst>
          </p:cNvPr>
          <p:cNvSpPr/>
          <p:nvPr/>
        </p:nvSpPr>
        <p:spPr>
          <a:xfrm>
            <a:off x="5606214" y="1540978"/>
            <a:ext cx="1597980" cy="15979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E9F88A-098A-F6D4-458B-00217A50FC74}"/>
              </a:ext>
            </a:extLst>
          </p:cNvPr>
          <p:cNvSpPr/>
          <p:nvPr/>
        </p:nvSpPr>
        <p:spPr>
          <a:xfrm>
            <a:off x="5711112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F3B590C-1BB1-7933-327C-879003419EFE}"/>
              </a:ext>
            </a:extLst>
          </p:cNvPr>
          <p:cNvSpPr/>
          <p:nvPr/>
        </p:nvSpPr>
        <p:spPr>
          <a:xfrm>
            <a:off x="5892291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310DDCF-70B8-3A48-3343-63426B50933C}"/>
              </a:ext>
            </a:extLst>
          </p:cNvPr>
          <p:cNvSpPr/>
          <p:nvPr/>
        </p:nvSpPr>
        <p:spPr>
          <a:xfrm>
            <a:off x="6095295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7549A5D-AEF6-4C2B-47B6-C7BDC06A4FE3}"/>
              </a:ext>
            </a:extLst>
          </p:cNvPr>
          <p:cNvSpPr/>
          <p:nvPr/>
        </p:nvSpPr>
        <p:spPr>
          <a:xfrm>
            <a:off x="6276474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D96AAFC-299A-E785-BBFE-0D3A1B88DCD8}"/>
              </a:ext>
            </a:extLst>
          </p:cNvPr>
          <p:cNvSpPr/>
          <p:nvPr/>
        </p:nvSpPr>
        <p:spPr>
          <a:xfrm>
            <a:off x="6473112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EB688CA-2126-B33A-BB4D-DFB8736A3BA4}"/>
              </a:ext>
            </a:extLst>
          </p:cNvPr>
          <p:cNvSpPr/>
          <p:nvPr/>
        </p:nvSpPr>
        <p:spPr>
          <a:xfrm>
            <a:off x="6654291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5DBD19C-DA89-D79C-D841-D4B83E606620}"/>
              </a:ext>
            </a:extLst>
          </p:cNvPr>
          <p:cNvSpPr/>
          <p:nvPr/>
        </p:nvSpPr>
        <p:spPr>
          <a:xfrm>
            <a:off x="6857295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5B206DD-46A4-D04E-03F5-5D4610EE2835}"/>
              </a:ext>
            </a:extLst>
          </p:cNvPr>
          <p:cNvSpPr/>
          <p:nvPr/>
        </p:nvSpPr>
        <p:spPr>
          <a:xfrm>
            <a:off x="7038474" y="166951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CF11D39-86CC-D80C-6C82-9F6FB4DE78EA}"/>
              </a:ext>
            </a:extLst>
          </p:cNvPr>
          <p:cNvSpPr/>
          <p:nvPr/>
        </p:nvSpPr>
        <p:spPr>
          <a:xfrm>
            <a:off x="5711112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5850AB1-1129-CE4E-B55D-18A6D90B7F36}"/>
              </a:ext>
            </a:extLst>
          </p:cNvPr>
          <p:cNvSpPr/>
          <p:nvPr/>
        </p:nvSpPr>
        <p:spPr>
          <a:xfrm>
            <a:off x="5892291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28A37AE-E94B-BC72-1438-A09EDF5FFF11}"/>
              </a:ext>
            </a:extLst>
          </p:cNvPr>
          <p:cNvSpPr/>
          <p:nvPr/>
        </p:nvSpPr>
        <p:spPr>
          <a:xfrm>
            <a:off x="6095295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A4C5970-077D-62F7-49F8-F39F0FF3EA25}"/>
              </a:ext>
            </a:extLst>
          </p:cNvPr>
          <p:cNvSpPr/>
          <p:nvPr/>
        </p:nvSpPr>
        <p:spPr>
          <a:xfrm>
            <a:off x="6276474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893F159-98B9-5C54-B443-4C671F433025}"/>
              </a:ext>
            </a:extLst>
          </p:cNvPr>
          <p:cNvSpPr/>
          <p:nvPr/>
        </p:nvSpPr>
        <p:spPr>
          <a:xfrm>
            <a:off x="6473112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1DD6EC7-14B3-BE7A-8047-788BD6EF00FD}"/>
              </a:ext>
            </a:extLst>
          </p:cNvPr>
          <p:cNvSpPr/>
          <p:nvPr/>
        </p:nvSpPr>
        <p:spPr>
          <a:xfrm>
            <a:off x="6654291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A0FBB25-C593-E440-E626-1F1245CB7225}"/>
              </a:ext>
            </a:extLst>
          </p:cNvPr>
          <p:cNvSpPr/>
          <p:nvPr/>
        </p:nvSpPr>
        <p:spPr>
          <a:xfrm>
            <a:off x="6857295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993E6B2-1AC9-F30E-4AC8-58E334CA53B5}"/>
              </a:ext>
            </a:extLst>
          </p:cNvPr>
          <p:cNvSpPr/>
          <p:nvPr/>
        </p:nvSpPr>
        <p:spPr>
          <a:xfrm>
            <a:off x="7038474" y="1975936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B278612-5826-3A39-9DCB-24D8D8657216}"/>
              </a:ext>
            </a:extLst>
          </p:cNvPr>
          <p:cNvSpPr/>
          <p:nvPr/>
        </p:nvSpPr>
        <p:spPr>
          <a:xfrm>
            <a:off x="5711112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4425026-5DD1-361C-447D-27D048A02B05}"/>
              </a:ext>
            </a:extLst>
          </p:cNvPr>
          <p:cNvSpPr/>
          <p:nvPr/>
        </p:nvSpPr>
        <p:spPr>
          <a:xfrm>
            <a:off x="5892291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17E3274-1708-A94A-E559-94B0D3A94439}"/>
              </a:ext>
            </a:extLst>
          </p:cNvPr>
          <p:cNvSpPr/>
          <p:nvPr/>
        </p:nvSpPr>
        <p:spPr>
          <a:xfrm>
            <a:off x="6095295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D233C52-64A3-055D-88C8-088A0328E350}"/>
              </a:ext>
            </a:extLst>
          </p:cNvPr>
          <p:cNvSpPr/>
          <p:nvPr/>
        </p:nvSpPr>
        <p:spPr>
          <a:xfrm>
            <a:off x="6276474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9067575-1B33-DC45-C5A2-EF10BFCEC39A}"/>
              </a:ext>
            </a:extLst>
          </p:cNvPr>
          <p:cNvSpPr/>
          <p:nvPr/>
        </p:nvSpPr>
        <p:spPr>
          <a:xfrm>
            <a:off x="6473112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9345C86-F627-19C5-E590-0173336B5EDB}"/>
              </a:ext>
            </a:extLst>
          </p:cNvPr>
          <p:cNvSpPr/>
          <p:nvPr/>
        </p:nvSpPr>
        <p:spPr>
          <a:xfrm>
            <a:off x="6654291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93706036-571A-535C-3C60-2CD90C022CC2}"/>
              </a:ext>
            </a:extLst>
          </p:cNvPr>
          <p:cNvSpPr/>
          <p:nvPr/>
        </p:nvSpPr>
        <p:spPr>
          <a:xfrm>
            <a:off x="6857295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AB3A082-F5EB-F042-0B5F-6255D71F575B}"/>
              </a:ext>
            </a:extLst>
          </p:cNvPr>
          <p:cNvSpPr/>
          <p:nvPr/>
        </p:nvSpPr>
        <p:spPr>
          <a:xfrm>
            <a:off x="7038474" y="2300507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9C14820-2B3B-C475-A414-8B193760C58F}"/>
              </a:ext>
            </a:extLst>
          </p:cNvPr>
          <p:cNvSpPr/>
          <p:nvPr/>
        </p:nvSpPr>
        <p:spPr>
          <a:xfrm>
            <a:off x="5711112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5DB542A-F755-2F12-92BA-87B56002243B}"/>
              </a:ext>
            </a:extLst>
          </p:cNvPr>
          <p:cNvSpPr/>
          <p:nvPr/>
        </p:nvSpPr>
        <p:spPr>
          <a:xfrm>
            <a:off x="5892291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4A38887-C0A1-2FFE-B7C2-FC40C5E3DF86}"/>
              </a:ext>
            </a:extLst>
          </p:cNvPr>
          <p:cNvSpPr/>
          <p:nvPr/>
        </p:nvSpPr>
        <p:spPr>
          <a:xfrm>
            <a:off x="6095295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8BE8993-5394-6645-4D06-7EE625DBE7EF}"/>
              </a:ext>
            </a:extLst>
          </p:cNvPr>
          <p:cNvSpPr/>
          <p:nvPr/>
        </p:nvSpPr>
        <p:spPr>
          <a:xfrm>
            <a:off x="6276474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A403905-CDB0-A713-7018-B359B3FEF745}"/>
              </a:ext>
            </a:extLst>
          </p:cNvPr>
          <p:cNvSpPr/>
          <p:nvPr/>
        </p:nvSpPr>
        <p:spPr>
          <a:xfrm>
            <a:off x="6473112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0FEE217-7C5D-A943-9B0C-0300C902CA67}"/>
              </a:ext>
            </a:extLst>
          </p:cNvPr>
          <p:cNvSpPr/>
          <p:nvPr/>
        </p:nvSpPr>
        <p:spPr>
          <a:xfrm>
            <a:off x="6654291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78F9D921-9327-599F-AC4B-6F9A775F5FDB}"/>
              </a:ext>
            </a:extLst>
          </p:cNvPr>
          <p:cNvSpPr/>
          <p:nvPr/>
        </p:nvSpPr>
        <p:spPr>
          <a:xfrm>
            <a:off x="6857295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3D67C06D-0EE4-9506-E429-1AEEA03F1180}"/>
              </a:ext>
            </a:extLst>
          </p:cNvPr>
          <p:cNvSpPr/>
          <p:nvPr/>
        </p:nvSpPr>
        <p:spPr>
          <a:xfrm>
            <a:off x="7038474" y="2602831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6A10AE4-D6F4-B6AC-FD69-72BDDD425D02}"/>
              </a:ext>
            </a:extLst>
          </p:cNvPr>
          <p:cNvSpPr/>
          <p:nvPr/>
        </p:nvSpPr>
        <p:spPr>
          <a:xfrm>
            <a:off x="5711112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A5C3CB2C-AB83-3669-1F8C-29ADDFCE31B9}"/>
              </a:ext>
            </a:extLst>
          </p:cNvPr>
          <p:cNvSpPr/>
          <p:nvPr/>
        </p:nvSpPr>
        <p:spPr>
          <a:xfrm>
            <a:off x="5892291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23358AAF-80A3-8F9B-894F-78723D82E007}"/>
              </a:ext>
            </a:extLst>
          </p:cNvPr>
          <p:cNvSpPr/>
          <p:nvPr/>
        </p:nvSpPr>
        <p:spPr>
          <a:xfrm>
            <a:off x="6095295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EAF2646-C513-B656-6D91-DB71EAB157DB}"/>
              </a:ext>
            </a:extLst>
          </p:cNvPr>
          <p:cNvSpPr/>
          <p:nvPr/>
        </p:nvSpPr>
        <p:spPr>
          <a:xfrm>
            <a:off x="6276474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862C64B-58FA-E7D7-58BC-E000E8223A43}"/>
              </a:ext>
            </a:extLst>
          </p:cNvPr>
          <p:cNvSpPr/>
          <p:nvPr/>
        </p:nvSpPr>
        <p:spPr>
          <a:xfrm>
            <a:off x="6473112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F88688CC-DA36-5376-7E62-109D3B8C0729}"/>
              </a:ext>
            </a:extLst>
          </p:cNvPr>
          <p:cNvSpPr/>
          <p:nvPr/>
        </p:nvSpPr>
        <p:spPr>
          <a:xfrm>
            <a:off x="6654291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71A556B8-1B30-982C-65DB-9CFC4C43029B}"/>
              </a:ext>
            </a:extLst>
          </p:cNvPr>
          <p:cNvSpPr/>
          <p:nvPr/>
        </p:nvSpPr>
        <p:spPr>
          <a:xfrm>
            <a:off x="6857295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0258A87F-496C-4971-D9EF-589A74C67D02}"/>
              </a:ext>
            </a:extLst>
          </p:cNvPr>
          <p:cNvSpPr/>
          <p:nvPr/>
        </p:nvSpPr>
        <p:spPr>
          <a:xfrm>
            <a:off x="7038474" y="290515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DCA91BB-A817-11E6-2C16-E1A601078ED2}"/>
              </a:ext>
            </a:extLst>
          </p:cNvPr>
          <p:cNvCxnSpPr>
            <a:cxnSpLocks/>
          </p:cNvCxnSpPr>
          <p:nvPr/>
        </p:nvCxnSpPr>
        <p:spPr>
          <a:xfrm flipV="1">
            <a:off x="3928099" y="1609790"/>
            <a:ext cx="1664310" cy="46392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04B347B-ADEA-6F71-4852-2F08E1C496A6}"/>
              </a:ext>
            </a:extLst>
          </p:cNvPr>
          <p:cNvCxnSpPr>
            <a:cxnSpLocks/>
          </p:cNvCxnSpPr>
          <p:nvPr/>
        </p:nvCxnSpPr>
        <p:spPr>
          <a:xfrm>
            <a:off x="3899885" y="2472438"/>
            <a:ext cx="1706055" cy="712515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694A5B5B-1691-D5CE-DABC-1B099139826A}"/>
                  </a:ext>
                </a:extLst>
              </p:cNvPr>
              <p:cNvSpPr txBox="1"/>
              <p:nvPr/>
            </p:nvSpPr>
            <p:spPr>
              <a:xfrm>
                <a:off x="3511549" y="5791029"/>
                <a:ext cx="6585259" cy="945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This is prefetching. Note that the item fetched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will be used by multiple threads. Can you identify the range of threads that will use it? (I may ask such questions in the exam)</a:t>
                </a: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694A5B5B-1691-D5CE-DABC-1B0991398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549" y="5791029"/>
                <a:ext cx="6585259" cy="945259"/>
              </a:xfrm>
              <a:prstGeom prst="rect">
                <a:avLst/>
              </a:prstGeom>
              <a:blipFill>
                <a:blip r:embed="rId5"/>
                <a:stretch>
                  <a:fillRect l="-741" t="-3226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0936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F216-7C30-4F14-30F5-2C56E001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FE7578-1C0B-4363-953F-32E2246A4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2113" y="3729591"/>
            <a:ext cx="1502106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55AC1D-8D56-8165-C724-2DD2DB64D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0512" y="4395158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5876BFDA-E1EA-0F98-3547-0BA4F45985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6879" y="6300796"/>
                <a:ext cx="5726593" cy="3247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400" dirty="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SMP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𝐵𝑖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𝑑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𝑦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𝐵𝑖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𝑑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 produces the output block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𝐵𝑖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𝑑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𝑦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sz="14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𝐵𝑖</m:t>
                    </m:r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𝑑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𝑥</m:t>
                        </m:r>
                      </m:sub>
                    </m:sSub>
                  </m:oMath>
                </a14:m>
                <a:endParaRPr lang="en-US" altLang="zh-CN" sz="1400" dirty="0">
                  <a:solidFill>
                    <a:schemeClr val="bg2">
                      <a:lumMod val="10000"/>
                    </a:schemeClr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5876BFDA-E1EA-0F98-3547-0BA4F4598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6879" y="6300796"/>
                <a:ext cx="5726593" cy="324769"/>
              </a:xfrm>
              <a:prstGeom prst="rect">
                <a:avLst/>
              </a:prstGeom>
              <a:blipFill>
                <a:blip r:embed="rId2"/>
                <a:stretch>
                  <a:fillRect l="-319" t="-1887" b="-150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6">
            <a:extLst>
              <a:ext uri="{FF2B5EF4-FFF2-40B4-BE49-F238E27FC236}">
                <a16:creationId xmlns:a16="http://schemas.microsoft.com/office/drawing/2014/main" id="{B992E5C9-7C0A-1C96-20ED-7D25CC269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852" y="3729591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4AED815-B72C-7CF4-E3C4-757FD1944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2217" y="1398143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F476BD97-A1FC-9D09-A948-892A55143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852" y="4414534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DCED2E4F-F691-387F-BB7A-BD690779D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727" y="1398143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D15037-3892-6A06-4707-4EDEB6767899}"/>
              </a:ext>
            </a:extLst>
          </p:cNvPr>
          <p:cNvCxnSpPr/>
          <p:nvPr/>
        </p:nvCxnSpPr>
        <p:spPr>
          <a:xfrm>
            <a:off x="5138727" y="1773427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3BC491-7D88-967C-C56F-E89FAAC09DE9}"/>
              </a:ext>
            </a:extLst>
          </p:cNvPr>
          <p:cNvCxnSpPr/>
          <p:nvPr/>
        </p:nvCxnSpPr>
        <p:spPr>
          <a:xfrm>
            <a:off x="5138727" y="2169667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6CB8C8-4E5E-C6F4-787D-F773739B922D}"/>
              </a:ext>
            </a:extLst>
          </p:cNvPr>
          <p:cNvCxnSpPr/>
          <p:nvPr/>
        </p:nvCxnSpPr>
        <p:spPr>
          <a:xfrm>
            <a:off x="5138727" y="2589613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6F4F67F-D758-42C8-9A30-6D5F0994CE07}"/>
              </a:ext>
            </a:extLst>
          </p:cNvPr>
          <p:cNvCxnSpPr>
            <a:cxnSpLocks/>
          </p:cNvCxnSpPr>
          <p:nvPr/>
        </p:nvCxnSpPr>
        <p:spPr>
          <a:xfrm>
            <a:off x="968541" y="441453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60DCEC-0591-CABE-167D-3DDB66667050}"/>
              </a:ext>
            </a:extLst>
          </p:cNvPr>
          <p:cNvCxnSpPr>
            <a:cxnSpLocks/>
          </p:cNvCxnSpPr>
          <p:nvPr/>
        </p:nvCxnSpPr>
        <p:spPr>
          <a:xfrm>
            <a:off x="1405421" y="441453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8BE8164-4FC7-E990-313F-64C8D5A10C98}"/>
              </a:ext>
            </a:extLst>
          </p:cNvPr>
          <p:cNvCxnSpPr>
            <a:cxnSpLocks/>
          </p:cNvCxnSpPr>
          <p:nvPr/>
        </p:nvCxnSpPr>
        <p:spPr>
          <a:xfrm>
            <a:off x="1803970" y="441453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4EE1CD0-D26D-4404-D203-27E86B8AF06C}"/>
              </a:ext>
            </a:extLst>
          </p:cNvPr>
          <p:cNvSpPr txBox="1"/>
          <p:nvPr/>
        </p:nvSpPr>
        <p:spPr>
          <a:xfrm>
            <a:off x="548183" y="3360259"/>
            <a:ext cx="58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D108A1-6644-9C35-74A5-B0AE576EA05E}"/>
              </a:ext>
            </a:extLst>
          </p:cNvPr>
          <p:cNvSpPr txBox="1"/>
          <p:nvPr/>
        </p:nvSpPr>
        <p:spPr>
          <a:xfrm>
            <a:off x="6184219" y="1362726"/>
            <a:ext cx="58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0E817E-A165-C97D-6F64-C53E5286FE5F}"/>
              </a:ext>
            </a:extLst>
          </p:cNvPr>
          <p:cNvSpPr txBox="1"/>
          <p:nvPr/>
        </p:nvSpPr>
        <p:spPr>
          <a:xfrm>
            <a:off x="6184219" y="5029841"/>
            <a:ext cx="58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935183-349E-F17A-9657-624B5096E9AF}"/>
                  </a:ext>
                </a:extLst>
              </p:cNvPr>
              <p:cNvSpPr txBox="1"/>
              <p:nvPr/>
            </p:nvSpPr>
            <p:spPr>
              <a:xfrm>
                <a:off x="7612520" y="1869260"/>
                <a:ext cx="4319558" cy="3211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For a given K, each thread computes exactly 1 element of C block</a:t>
                </a:r>
              </a:p>
              <a:p>
                <a:pPr lvl="2" indent="-739775"/>
                <a:r>
                  <a:rPr lang="en-US" dirty="0">
                    <a:solidFill>
                      <a:srgbClr val="C00000"/>
                    </a:solidFill>
                  </a:rPr>
                  <a:t>C[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 += </a:t>
                </a:r>
              </a:p>
              <a:p>
                <a:pPr marL="801688" lvl="2" indent="-230188"/>
                <a:r>
                  <a:rPr lang="en-US" dirty="0">
                    <a:solidFill>
                      <a:srgbClr val="C00000"/>
                    </a:solidFill>
                  </a:rPr>
                  <a:t>A[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+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][k*N/b+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]* </a:t>
                </a:r>
              </a:p>
              <a:p>
                <a:pPr marL="801688" lvl="2" indent="-230188"/>
                <a:r>
                  <a:rPr lang="en-US" dirty="0">
                    <a:solidFill>
                      <a:srgbClr val="C00000"/>
                    </a:solidFill>
                  </a:rPr>
                  <a:t>B[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][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𝐵𝑖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𝑇𝑖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]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lvl="1"/>
                <a:r>
                  <a:rPr lang="en-US" dirty="0"/>
                  <a:t>HW: check the equation above to see if it correct or not.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935183-349E-F17A-9657-624B5096E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520" y="1869260"/>
                <a:ext cx="4319558" cy="3211264"/>
              </a:xfrm>
              <a:prstGeom prst="rect">
                <a:avLst/>
              </a:prstGeom>
              <a:blipFill>
                <a:blip r:embed="rId3"/>
                <a:stretch>
                  <a:fillRect l="-1271" t="-1141" r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85BB75E5-DD83-DA59-AA05-02FE3049E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409" y="4414534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634412-2A68-F913-8EDA-C8337EB42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0512" y="1773427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EC85A3-10E6-01B4-A323-7F310724BE35}"/>
              </a:ext>
            </a:extLst>
          </p:cNvPr>
          <p:cNvSpPr/>
          <p:nvPr/>
        </p:nvSpPr>
        <p:spPr>
          <a:xfrm>
            <a:off x="8302079" y="5150166"/>
            <a:ext cx="1597980" cy="15979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4C646E-C08B-7DF7-EE1B-07FE878E4E6D}"/>
              </a:ext>
            </a:extLst>
          </p:cNvPr>
          <p:cNvCxnSpPr>
            <a:cxnSpLocks/>
          </p:cNvCxnSpPr>
          <p:nvPr/>
        </p:nvCxnSpPr>
        <p:spPr>
          <a:xfrm>
            <a:off x="5138727" y="4800089"/>
            <a:ext cx="3268250" cy="197968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68F2AED-8376-D5AD-8817-94E0F2CC1EA0}"/>
              </a:ext>
            </a:extLst>
          </p:cNvPr>
          <p:cNvCxnSpPr>
            <a:cxnSpLocks/>
          </p:cNvCxnSpPr>
          <p:nvPr/>
        </p:nvCxnSpPr>
        <p:spPr>
          <a:xfrm>
            <a:off x="5537064" y="4395158"/>
            <a:ext cx="4355793" cy="75500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BFCF2490-E9A5-E852-7D32-17F68C2C99C8}"/>
              </a:ext>
            </a:extLst>
          </p:cNvPr>
          <p:cNvSpPr/>
          <p:nvPr/>
        </p:nvSpPr>
        <p:spPr>
          <a:xfrm>
            <a:off x="8406977" y="5278699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A6DD607-8A10-29DE-3C1D-E63C3C3B6B6C}"/>
              </a:ext>
            </a:extLst>
          </p:cNvPr>
          <p:cNvSpPr/>
          <p:nvPr/>
        </p:nvSpPr>
        <p:spPr>
          <a:xfrm>
            <a:off x="8588156" y="5278699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A4A7189-7ACB-E4BF-F1E4-6292DD03C606}"/>
              </a:ext>
            </a:extLst>
          </p:cNvPr>
          <p:cNvSpPr/>
          <p:nvPr/>
        </p:nvSpPr>
        <p:spPr>
          <a:xfrm>
            <a:off x="8791160" y="5278699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A497A73-6F1F-34F6-0DFC-B85F69E17550}"/>
              </a:ext>
            </a:extLst>
          </p:cNvPr>
          <p:cNvSpPr/>
          <p:nvPr/>
        </p:nvSpPr>
        <p:spPr>
          <a:xfrm>
            <a:off x="8972339" y="5278699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A55D20B-E89C-C7D8-701D-3DE8B6A4AA5A}"/>
              </a:ext>
            </a:extLst>
          </p:cNvPr>
          <p:cNvSpPr/>
          <p:nvPr/>
        </p:nvSpPr>
        <p:spPr>
          <a:xfrm>
            <a:off x="9168977" y="5278699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24A878F-B236-EFD1-78A0-BABC4925EA0C}"/>
              </a:ext>
            </a:extLst>
          </p:cNvPr>
          <p:cNvSpPr/>
          <p:nvPr/>
        </p:nvSpPr>
        <p:spPr>
          <a:xfrm>
            <a:off x="9350156" y="5278699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03574C3-49B1-5791-8B00-EF265EFF4D92}"/>
              </a:ext>
            </a:extLst>
          </p:cNvPr>
          <p:cNvSpPr/>
          <p:nvPr/>
        </p:nvSpPr>
        <p:spPr>
          <a:xfrm>
            <a:off x="9553160" y="5278699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7848B11-ECA3-943A-056E-CA3A24A68BB2}"/>
              </a:ext>
            </a:extLst>
          </p:cNvPr>
          <p:cNvSpPr/>
          <p:nvPr/>
        </p:nvSpPr>
        <p:spPr>
          <a:xfrm>
            <a:off x="9734339" y="5278699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F7B18CF-4473-B0E9-A2B8-175D57F2A33C}"/>
              </a:ext>
            </a:extLst>
          </p:cNvPr>
          <p:cNvSpPr/>
          <p:nvPr/>
        </p:nvSpPr>
        <p:spPr>
          <a:xfrm>
            <a:off x="8406977" y="5585124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7CDC08E-CC97-F8F9-6B88-29463525D260}"/>
              </a:ext>
            </a:extLst>
          </p:cNvPr>
          <p:cNvSpPr/>
          <p:nvPr/>
        </p:nvSpPr>
        <p:spPr>
          <a:xfrm>
            <a:off x="8588156" y="5585124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83ACFF8-201D-2D99-F1A5-8F58339A3D6B}"/>
              </a:ext>
            </a:extLst>
          </p:cNvPr>
          <p:cNvSpPr/>
          <p:nvPr/>
        </p:nvSpPr>
        <p:spPr>
          <a:xfrm>
            <a:off x="8791160" y="5585124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B69B2CA-64BD-7C3B-66C9-819DBDCBD87E}"/>
              </a:ext>
            </a:extLst>
          </p:cNvPr>
          <p:cNvSpPr/>
          <p:nvPr/>
        </p:nvSpPr>
        <p:spPr>
          <a:xfrm>
            <a:off x="8972339" y="5585124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2929F65-8B60-1BCF-D6AF-A07C81BFD06D}"/>
              </a:ext>
            </a:extLst>
          </p:cNvPr>
          <p:cNvSpPr/>
          <p:nvPr/>
        </p:nvSpPr>
        <p:spPr>
          <a:xfrm>
            <a:off x="9168977" y="5585124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C5C63FA-3AA7-6588-2020-C77A1A1330ED}"/>
              </a:ext>
            </a:extLst>
          </p:cNvPr>
          <p:cNvSpPr/>
          <p:nvPr/>
        </p:nvSpPr>
        <p:spPr>
          <a:xfrm>
            <a:off x="9350156" y="5585124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A3F2A0D-E6DD-E7D7-8E9F-4ACD98F58C45}"/>
              </a:ext>
            </a:extLst>
          </p:cNvPr>
          <p:cNvSpPr/>
          <p:nvPr/>
        </p:nvSpPr>
        <p:spPr>
          <a:xfrm>
            <a:off x="9553160" y="5585124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8088768-AC65-79E4-65A2-3A5F1580B724}"/>
              </a:ext>
            </a:extLst>
          </p:cNvPr>
          <p:cNvSpPr/>
          <p:nvPr/>
        </p:nvSpPr>
        <p:spPr>
          <a:xfrm>
            <a:off x="9734339" y="5585124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114DBA2-1EB7-673C-C335-CD9695952343}"/>
              </a:ext>
            </a:extLst>
          </p:cNvPr>
          <p:cNvSpPr/>
          <p:nvPr/>
        </p:nvSpPr>
        <p:spPr>
          <a:xfrm>
            <a:off x="8406977" y="590969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DB3592A-9932-CBE2-8893-0759420F38FF}"/>
              </a:ext>
            </a:extLst>
          </p:cNvPr>
          <p:cNvSpPr/>
          <p:nvPr/>
        </p:nvSpPr>
        <p:spPr>
          <a:xfrm>
            <a:off x="8588156" y="590969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4A20183-B915-2A43-2DFD-E07929FCC4C4}"/>
              </a:ext>
            </a:extLst>
          </p:cNvPr>
          <p:cNvSpPr/>
          <p:nvPr/>
        </p:nvSpPr>
        <p:spPr>
          <a:xfrm>
            <a:off x="8791160" y="590969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5F9C7EE-01E1-89E0-9BBC-FF5178AD5390}"/>
              </a:ext>
            </a:extLst>
          </p:cNvPr>
          <p:cNvSpPr/>
          <p:nvPr/>
        </p:nvSpPr>
        <p:spPr>
          <a:xfrm>
            <a:off x="8972339" y="590969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44C29C8-3989-4356-DEE2-14E2E0C776B6}"/>
              </a:ext>
            </a:extLst>
          </p:cNvPr>
          <p:cNvSpPr/>
          <p:nvPr/>
        </p:nvSpPr>
        <p:spPr>
          <a:xfrm>
            <a:off x="9168977" y="590969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8D6C264-3831-233C-241A-C14434DCE187}"/>
              </a:ext>
            </a:extLst>
          </p:cNvPr>
          <p:cNvSpPr/>
          <p:nvPr/>
        </p:nvSpPr>
        <p:spPr>
          <a:xfrm>
            <a:off x="9350156" y="590969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D149B48-DA08-57E4-24D9-96278D2BC491}"/>
              </a:ext>
            </a:extLst>
          </p:cNvPr>
          <p:cNvSpPr/>
          <p:nvPr/>
        </p:nvSpPr>
        <p:spPr>
          <a:xfrm>
            <a:off x="9553160" y="590969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59ED88B-B956-49C0-3298-2FF7E7E0DAF6}"/>
              </a:ext>
            </a:extLst>
          </p:cNvPr>
          <p:cNvSpPr/>
          <p:nvPr/>
        </p:nvSpPr>
        <p:spPr>
          <a:xfrm>
            <a:off x="9734339" y="5909695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0023392-2C1A-82AD-1474-1B65CB50C160}"/>
              </a:ext>
            </a:extLst>
          </p:cNvPr>
          <p:cNvSpPr/>
          <p:nvPr/>
        </p:nvSpPr>
        <p:spPr>
          <a:xfrm>
            <a:off x="8406977" y="6212019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11E760F-8970-B6B8-EF6C-5590274AF803}"/>
              </a:ext>
            </a:extLst>
          </p:cNvPr>
          <p:cNvSpPr/>
          <p:nvPr/>
        </p:nvSpPr>
        <p:spPr>
          <a:xfrm>
            <a:off x="8588156" y="6212019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060195D-AC6D-7D57-2123-B43A45B901A0}"/>
              </a:ext>
            </a:extLst>
          </p:cNvPr>
          <p:cNvSpPr/>
          <p:nvPr/>
        </p:nvSpPr>
        <p:spPr>
          <a:xfrm>
            <a:off x="8791160" y="6212019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6BA8D95-D731-D6BE-19F2-74D3AD2D87B8}"/>
              </a:ext>
            </a:extLst>
          </p:cNvPr>
          <p:cNvSpPr/>
          <p:nvPr/>
        </p:nvSpPr>
        <p:spPr>
          <a:xfrm>
            <a:off x="8972339" y="6212019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39AF278-D47F-2375-EA44-B7AE4C718B2A}"/>
              </a:ext>
            </a:extLst>
          </p:cNvPr>
          <p:cNvSpPr/>
          <p:nvPr/>
        </p:nvSpPr>
        <p:spPr>
          <a:xfrm>
            <a:off x="9168977" y="6212019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45F9D77-CC5E-C649-C6B8-47EC0EA65F98}"/>
              </a:ext>
            </a:extLst>
          </p:cNvPr>
          <p:cNvSpPr/>
          <p:nvPr/>
        </p:nvSpPr>
        <p:spPr>
          <a:xfrm>
            <a:off x="9350156" y="6212019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1D994E-5531-B5A6-A149-D23249DD4A45}"/>
              </a:ext>
            </a:extLst>
          </p:cNvPr>
          <p:cNvSpPr/>
          <p:nvPr/>
        </p:nvSpPr>
        <p:spPr>
          <a:xfrm>
            <a:off x="9553160" y="6212019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D3C04EE-776E-52D7-7030-34418E60E3B7}"/>
              </a:ext>
            </a:extLst>
          </p:cNvPr>
          <p:cNvSpPr/>
          <p:nvPr/>
        </p:nvSpPr>
        <p:spPr>
          <a:xfrm>
            <a:off x="9734339" y="6212019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BD81DA4-FD6C-2C73-E067-AA6AE1C40499}"/>
              </a:ext>
            </a:extLst>
          </p:cNvPr>
          <p:cNvSpPr/>
          <p:nvPr/>
        </p:nvSpPr>
        <p:spPr>
          <a:xfrm>
            <a:off x="8406977" y="6514343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E422796-726D-B7C3-BB1B-F5C8A818B228}"/>
              </a:ext>
            </a:extLst>
          </p:cNvPr>
          <p:cNvSpPr/>
          <p:nvPr/>
        </p:nvSpPr>
        <p:spPr>
          <a:xfrm>
            <a:off x="8588156" y="6514343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53AE7C5-C3DD-6CB9-4696-6750DD7EE248}"/>
              </a:ext>
            </a:extLst>
          </p:cNvPr>
          <p:cNvSpPr/>
          <p:nvPr/>
        </p:nvSpPr>
        <p:spPr>
          <a:xfrm>
            <a:off x="8791160" y="6514343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B4A980A-6FE6-6613-FE9C-FDCA66972577}"/>
              </a:ext>
            </a:extLst>
          </p:cNvPr>
          <p:cNvSpPr/>
          <p:nvPr/>
        </p:nvSpPr>
        <p:spPr>
          <a:xfrm>
            <a:off x="8972339" y="6514343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7381196-C821-1B5D-F7FC-691D6B6B3743}"/>
              </a:ext>
            </a:extLst>
          </p:cNvPr>
          <p:cNvSpPr/>
          <p:nvPr/>
        </p:nvSpPr>
        <p:spPr>
          <a:xfrm>
            <a:off x="9168977" y="6514343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50F0970-F973-AB05-D1C5-1E032B392695}"/>
              </a:ext>
            </a:extLst>
          </p:cNvPr>
          <p:cNvSpPr/>
          <p:nvPr/>
        </p:nvSpPr>
        <p:spPr>
          <a:xfrm>
            <a:off x="9350156" y="6514343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A816406-EBDC-1A1A-CC97-8B390EE1488C}"/>
              </a:ext>
            </a:extLst>
          </p:cNvPr>
          <p:cNvSpPr/>
          <p:nvPr/>
        </p:nvSpPr>
        <p:spPr>
          <a:xfrm>
            <a:off x="9553160" y="6514343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862A40D-1E28-7F06-80B4-0AAA43E2E9BD}"/>
              </a:ext>
            </a:extLst>
          </p:cNvPr>
          <p:cNvSpPr/>
          <p:nvPr/>
        </p:nvSpPr>
        <p:spPr>
          <a:xfrm>
            <a:off x="9734339" y="6514343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382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39887-C995-4AAA-D318-F7A2A1D4B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0B85-18D0-3736-6277-725EE86C9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–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9CA32-6B68-369A-E253-873A75494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40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#1 Partition Output data</a:t>
            </a:r>
          </a:p>
          <a:p>
            <a:endParaRPr lang="en-US" dirty="0"/>
          </a:p>
          <a:p>
            <a:r>
              <a:rPr lang="en-US" dirty="0"/>
              <a:t>Notice how we thought about how to divide the output that is being produced among the parallel blocks and threads?</a:t>
            </a:r>
          </a:p>
          <a:p>
            <a:endParaRPr lang="en-US" dirty="0"/>
          </a:p>
          <a:p>
            <a:r>
              <a:rPr lang="en-US" dirty="0"/>
              <a:t>Notice how there are no write conflicts and each block can execute independently? </a:t>
            </a:r>
          </a:p>
          <a:p>
            <a:pPr lvl="1"/>
            <a:r>
              <a:rPr lang="en-US" dirty="0"/>
              <a:t>Threads can too for the most part, but need synchronization steps in between.</a:t>
            </a:r>
          </a:p>
          <a:p>
            <a:endParaRPr lang="en-US" dirty="0"/>
          </a:p>
          <a:p>
            <a:r>
              <a:rPr lang="en-US" dirty="0"/>
              <a:t>This approach, if applicable, leads to the best parallelism on GPUs</a:t>
            </a:r>
          </a:p>
        </p:txBody>
      </p:sp>
    </p:spTree>
    <p:extLst>
      <p:ext uri="{BB962C8B-B14F-4D97-AF65-F5344CB8AC3E}">
        <p14:creationId xmlns:p14="http://schemas.microsoft.com/office/powerpoint/2010/main" val="14797547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5578"/>
          </a:xfrm>
        </p:spPr>
        <p:txBody>
          <a:bodyPr/>
          <a:lstStyle/>
          <a:p>
            <a:r>
              <a:rPr lang="en-US" dirty="0"/>
              <a:t>#2 Partition Input data</a:t>
            </a:r>
          </a:p>
          <a:p>
            <a:pPr lvl="1"/>
            <a:r>
              <a:rPr lang="en-US" dirty="0"/>
              <a:t>Each task is responsible for performing “all” operations on the 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7F514-3FF7-CD4B-2D97-1BA86157E510}"/>
              </a:ext>
            </a:extLst>
          </p:cNvPr>
          <p:cNvSpPr txBox="1"/>
          <p:nvPr/>
        </p:nvSpPr>
        <p:spPr>
          <a:xfrm>
            <a:off x="1731910" y="360161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</a:t>
            </a:r>
          </a:p>
        </p:txBody>
      </p:sp>
    </p:spTree>
    <p:extLst>
      <p:ext uri="{BB962C8B-B14F-4D97-AF65-F5344CB8AC3E}">
        <p14:creationId xmlns:p14="http://schemas.microsoft.com/office/powerpoint/2010/main" val="5970494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5578"/>
          </a:xfrm>
        </p:spPr>
        <p:txBody>
          <a:bodyPr/>
          <a:lstStyle/>
          <a:p>
            <a:r>
              <a:rPr lang="en-US" dirty="0"/>
              <a:t>#2 Partition Input data</a:t>
            </a:r>
          </a:p>
          <a:p>
            <a:pPr lvl="1"/>
            <a:r>
              <a:rPr lang="en-US" dirty="0"/>
              <a:t>Each task is responsible for performing “all” operations on the 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6A1AE6-5321-A0B1-EFE1-87A194EA3782}"/>
              </a:ext>
            </a:extLst>
          </p:cNvPr>
          <p:cNvCxnSpPr/>
          <p:nvPr/>
        </p:nvCxnSpPr>
        <p:spPr>
          <a:xfrm>
            <a:off x="4196551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5A4002-6ABC-A467-2230-5FDF654F5FA3}"/>
              </a:ext>
            </a:extLst>
          </p:cNvPr>
          <p:cNvCxnSpPr/>
          <p:nvPr/>
        </p:nvCxnSpPr>
        <p:spPr>
          <a:xfrm>
            <a:off x="5438964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0A2DEB-9E0F-BE64-7023-038F2C5D4458}"/>
              </a:ext>
            </a:extLst>
          </p:cNvPr>
          <p:cNvCxnSpPr/>
          <p:nvPr/>
        </p:nvCxnSpPr>
        <p:spPr>
          <a:xfrm>
            <a:off x="7510999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9CAF31-6AB2-ED36-96EF-AAF84A3C8DE6}"/>
              </a:ext>
            </a:extLst>
          </p:cNvPr>
          <p:cNvSpPr txBox="1"/>
          <p:nvPr/>
        </p:nvSpPr>
        <p:spPr>
          <a:xfrm>
            <a:off x="1731910" y="360161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</a:t>
            </a:r>
          </a:p>
        </p:txBody>
      </p:sp>
    </p:spTree>
    <p:extLst>
      <p:ext uri="{BB962C8B-B14F-4D97-AF65-F5344CB8AC3E}">
        <p14:creationId xmlns:p14="http://schemas.microsoft.com/office/powerpoint/2010/main" val="11454242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5578"/>
          </a:xfrm>
        </p:spPr>
        <p:txBody>
          <a:bodyPr/>
          <a:lstStyle/>
          <a:p>
            <a:r>
              <a:rPr lang="en-US" dirty="0"/>
              <a:t>#2 Partition Input data</a:t>
            </a:r>
          </a:p>
          <a:p>
            <a:pPr lvl="1"/>
            <a:r>
              <a:rPr lang="en-US" dirty="0"/>
              <a:t>Each task is responsible for performing “all” operations on the 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6A1AE6-5321-A0B1-EFE1-87A194EA3782}"/>
              </a:ext>
            </a:extLst>
          </p:cNvPr>
          <p:cNvCxnSpPr/>
          <p:nvPr/>
        </p:nvCxnSpPr>
        <p:spPr>
          <a:xfrm>
            <a:off x="4196551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5A4002-6ABC-A467-2230-5FDF654F5FA3}"/>
              </a:ext>
            </a:extLst>
          </p:cNvPr>
          <p:cNvCxnSpPr/>
          <p:nvPr/>
        </p:nvCxnSpPr>
        <p:spPr>
          <a:xfrm>
            <a:off x="5438964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0A2DEB-9E0F-BE64-7023-038F2C5D4458}"/>
              </a:ext>
            </a:extLst>
          </p:cNvPr>
          <p:cNvCxnSpPr/>
          <p:nvPr/>
        </p:nvCxnSpPr>
        <p:spPr>
          <a:xfrm>
            <a:off x="7510999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47F769-9324-BAE6-BCB1-45F88D82B21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559701" y="4008826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/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E87202-5147-16A0-D515-B242CEABD630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782939" y="4052729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/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8BADC5-794E-733C-B088-0F2D512DB505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8006046" y="4052729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/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CAD7C5C8-A893-5B69-D5BC-F75EC627460B}"/>
              </a:ext>
            </a:extLst>
          </p:cNvPr>
          <p:cNvSpPr txBox="1"/>
          <p:nvPr/>
        </p:nvSpPr>
        <p:spPr>
          <a:xfrm>
            <a:off x="1731910" y="360161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</a:t>
            </a:r>
          </a:p>
        </p:txBody>
      </p:sp>
    </p:spTree>
    <p:extLst>
      <p:ext uri="{BB962C8B-B14F-4D97-AF65-F5344CB8AC3E}">
        <p14:creationId xmlns:p14="http://schemas.microsoft.com/office/powerpoint/2010/main" val="41884460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/>
          </a:bodyPr>
          <a:lstStyle/>
          <a:p>
            <a:r>
              <a:rPr lang="en-US" dirty="0"/>
              <a:t>#2 Partition Input data</a:t>
            </a:r>
          </a:p>
          <a:p>
            <a:pPr lvl="1"/>
            <a:r>
              <a:rPr lang="en-US" dirty="0"/>
              <a:t>Tasks can either directly produce the final output</a:t>
            </a:r>
          </a:p>
          <a:p>
            <a:pPr lvl="1"/>
            <a:r>
              <a:rPr lang="en-US" dirty="0"/>
              <a:t>Or produce intermediate output which require another set of tasks to produce the final output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6A1AE6-5321-A0B1-EFE1-87A194EA3782}"/>
              </a:ext>
            </a:extLst>
          </p:cNvPr>
          <p:cNvCxnSpPr/>
          <p:nvPr/>
        </p:nvCxnSpPr>
        <p:spPr>
          <a:xfrm>
            <a:off x="4196551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5A4002-6ABC-A467-2230-5FDF654F5FA3}"/>
              </a:ext>
            </a:extLst>
          </p:cNvPr>
          <p:cNvCxnSpPr/>
          <p:nvPr/>
        </p:nvCxnSpPr>
        <p:spPr>
          <a:xfrm>
            <a:off x="5438964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0A2DEB-9E0F-BE64-7023-038F2C5D4458}"/>
              </a:ext>
            </a:extLst>
          </p:cNvPr>
          <p:cNvCxnSpPr/>
          <p:nvPr/>
        </p:nvCxnSpPr>
        <p:spPr>
          <a:xfrm>
            <a:off x="7510999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47F769-9324-BAE6-BCB1-45F88D82B21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559701" y="4008826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/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E87202-5147-16A0-D515-B242CEABD630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782939" y="4052729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/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8BADC5-794E-733C-B088-0F2D512DB505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8006046" y="4052729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/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E76FBCD-11A3-00AD-ADBF-FE71C1BC664A}"/>
              </a:ext>
            </a:extLst>
          </p:cNvPr>
          <p:cNvSpPr txBox="1"/>
          <p:nvPr/>
        </p:nvSpPr>
        <p:spPr>
          <a:xfrm>
            <a:off x="1731910" y="360161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</a:t>
            </a:r>
          </a:p>
        </p:txBody>
      </p:sp>
    </p:spTree>
    <p:extLst>
      <p:ext uri="{BB962C8B-B14F-4D97-AF65-F5344CB8AC3E}">
        <p14:creationId xmlns:p14="http://schemas.microsoft.com/office/powerpoint/2010/main" val="16899739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/>
          </a:bodyPr>
          <a:lstStyle/>
          <a:p>
            <a:r>
              <a:rPr lang="en-US" dirty="0"/>
              <a:t>#2 Partition Input data</a:t>
            </a:r>
          </a:p>
          <a:p>
            <a:pPr lvl="1"/>
            <a:r>
              <a:rPr lang="en-US" dirty="0"/>
              <a:t>Suitable when outputs cannot be independently computed</a:t>
            </a:r>
          </a:p>
          <a:p>
            <a:pPr lvl="2"/>
            <a:r>
              <a:rPr lang="en-US" dirty="0"/>
              <a:t>Example: Aggregation functions, Hashing, 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6A1AE6-5321-A0B1-EFE1-87A194EA3782}"/>
              </a:ext>
            </a:extLst>
          </p:cNvPr>
          <p:cNvCxnSpPr/>
          <p:nvPr/>
        </p:nvCxnSpPr>
        <p:spPr>
          <a:xfrm>
            <a:off x="4196551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5A4002-6ABC-A467-2230-5FDF654F5FA3}"/>
              </a:ext>
            </a:extLst>
          </p:cNvPr>
          <p:cNvCxnSpPr/>
          <p:nvPr/>
        </p:nvCxnSpPr>
        <p:spPr>
          <a:xfrm>
            <a:off x="5438964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0A2DEB-9E0F-BE64-7023-038F2C5D4458}"/>
              </a:ext>
            </a:extLst>
          </p:cNvPr>
          <p:cNvCxnSpPr/>
          <p:nvPr/>
        </p:nvCxnSpPr>
        <p:spPr>
          <a:xfrm>
            <a:off x="7510999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47F769-9324-BAE6-BCB1-45F88D82B21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559701" y="4008826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/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E87202-5147-16A0-D515-B242CEABD630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782939" y="4052729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/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8BADC5-794E-733C-B088-0F2D512DB505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8006046" y="4052729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/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8004742-60A0-76F2-0A6A-3ADA43FB51BE}"/>
              </a:ext>
            </a:extLst>
          </p:cNvPr>
          <p:cNvSpPr txBox="1"/>
          <p:nvPr/>
        </p:nvSpPr>
        <p:spPr>
          <a:xfrm>
            <a:off x="1731910" y="360161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</a:t>
            </a:r>
          </a:p>
        </p:txBody>
      </p:sp>
    </p:spTree>
    <p:extLst>
      <p:ext uri="{BB962C8B-B14F-4D97-AF65-F5344CB8AC3E}">
        <p14:creationId xmlns:p14="http://schemas.microsoft.com/office/powerpoint/2010/main" val="19623064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B0BB-A504-A246-9D83-C52475B44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Elements in an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7743F8-6B44-AC9E-2D9F-B64AD4E8DB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Input: An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elements</a:t>
                </a:r>
              </a:p>
              <a:p>
                <a:endParaRPr lang="en-US" dirty="0"/>
              </a:p>
              <a:p>
                <a:r>
                  <a:rPr lang="en-US" dirty="0"/>
                  <a:t>Output: An array with 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storing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Resources: </a:t>
                </a:r>
              </a:p>
              <a:p>
                <a:pPr lvl="1"/>
                <a:r>
                  <a:rPr lang="en-US" dirty="0">
                    <a:hlinkClick r:id="rId2"/>
                  </a:rPr>
                  <a:t>https://developer.nvidia.com/gpugems/gpugems3/part-vi-gpu-computing/chapter-39-parallel-prefix-sum-scan-cuda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>
                    <a:hlinkClick r:id="rId3"/>
                  </a:rPr>
                  <a:t>https://courses.cs.washington.edu/courses/cse332/21sp/lectures/19-ParallelPrefix.pdf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They discuss the more general (and complicated) version called prefix sum</a:t>
                </a:r>
              </a:p>
              <a:p>
                <a:pPr lvl="1"/>
                <a:r>
                  <a:rPr lang="en-US" dirty="0"/>
                  <a:t>But consider only single SMP</a:t>
                </a:r>
              </a:p>
              <a:p>
                <a:pPr lvl="1"/>
                <a:r>
                  <a:rPr lang="en-US" dirty="0"/>
                  <a:t>Ungraded HW assignment: Review the algorithm presented on this link, may ask in exam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7743F8-6B44-AC9E-2D9F-B64AD4E8DB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812" t="-322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28953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571AF-59E3-2AF3-10EC-62F9A0614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F34AB-F9D6-BB4C-BD9D-4E03664C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Input: [1, 3, 5, 7, 9]</a:t>
            </a:r>
          </a:p>
          <a:p>
            <a:endParaRPr lang="en-US" dirty="0"/>
          </a:p>
          <a:p>
            <a:r>
              <a:rPr lang="en-US" dirty="0"/>
              <a:t>Output: [x, x, x, x, 25]</a:t>
            </a:r>
          </a:p>
        </p:txBody>
      </p:sp>
    </p:spTree>
    <p:extLst>
      <p:ext uri="{BB962C8B-B14F-4D97-AF65-F5344CB8AC3E}">
        <p14:creationId xmlns:p14="http://schemas.microsoft.com/office/powerpoint/2010/main" val="30536447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9EDE-F8DD-459E-B042-FE1F8810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26AE2-6450-565A-F4A9-5B7493774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11027"/>
          </a:xfrm>
        </p:spPr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Tree like computation to achieve independent computations</a:t>
            </a:r>
          </a:p>
          <a:p>
            <a:pPr lvl="1"/>
            <a:r>
              <a:rPr lang="en-US" dirty="0"/>
              <a:t>Two phase algorithm, 1 within a SMP and 1 across SMPs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4A3CF9-199F-4242-4792-C5E487F7980E}"/>
              </a:ext>
            </a:extLst>
          </p:cNvPr>
          <p:cNvSpPr/>
          <p:nvPr/>
        </p:nvSpPr>
        <p:spPr>
          <a:xfrm>
            <a:off x="1301960" y="3633377"/>
            <a:ext cx="9430633" cy="436279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B3CDF05-71CA-437C-1C60-BB26C2D17E2E}"/>
              </a:ext>
            </a:extLst>
          </p:cNvPr>
          <p:cNvGrpSpPr/>
          <p:nvPr/>
        </p:nvGrpSpPr>
        <p:grpSpPr>
          <a:xfrm>
            <a:off x="1327192" y="4496267"/>
            <a:ext cx="2133599" cy="1499816"/>
            <a:chOff x="3392871" y="2569567"/>
            <a:chExt cx="2133599" cy="149981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A81603-C02B-D5F7-0A9E-A78BF447C360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9C8A3D3-9321-6446-F446-D0CA6A1E34A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CC6CAD6-968E-C6B3-484C-CAF3494CB2B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7B91EF1-EE21-1FA9-CD9A-234D8FEC497E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6BA1675-13CC-89C4-6756-57DD57D3B292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D58A5D9-D1D8-CBE4-394B-4D22FE60777C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5956A59-164E-14FA-B6FB-F34C54611BD8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F801D6B-7339-2CC0-0A63-6E364BC43FB3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B65CF8-C799-F10D-BFA1-4A7EA5D290AB}"/>
              </a:ext>
            </a:extLst>
          </p:cNvPr>
          <p:cNvGrpSpPr/>
          <p:nvPr/>
        </p:nvGrpSpPr>
        <p:grpSpPr>
          <a:xfrm>
            <a:off x="4076448" y="4496267"/>
            <a:ext cx="2133599" cy="1499816"/>
            <a:chOff x="3392871" y="2569567"/>
            <a:chExt cx="2133599" cy="149981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3BC1828-6CCB-169F-B4AF-BE5CFE5C1100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780446-06C0-74ED-36A6-E9F2B88860A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64B157-49BB-B681-9EE6-124C236E9D7F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70B2C1C-B18F-1136-78A4-B4432C73FD7B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B6DF4D2-0CD0-2597-9362-7FD06C4B7674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5462F54-D281-588D-2E39-A166D8EAD253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334E33D-996F-8F72-62A5-96ACDAD42084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93B83D4-D532-1A37-08DF-39BA9BA6C971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0FAE35E-1809-D64D-99AD-5D3A3847B0D5}"/>
              </a:ext>
            </a:extLst>
          </p:cNvPr>
          <p:cNvGrpSpPr/>
          <p:nvPr/>
        </p:nvGrpSpPr>
        <p:grpSpPr>
          <a:xfrm>
            <a:off x="8401176" y="4455393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EE9E7D8-AD23-E20B-FB9B-8ED362F7BACE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7ACD85D-F29F-3039-9CE1-B7C9AEC89CAE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514B8D4-26B2-E96F-43F3-F7B9501D0C7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397A64F-1BAF-E92B-8649-48B71590C4A6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9107392-D2BC-2423-F3E1-783D5ECE657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2BF126C-9B64-67AD-4E2F-ED5E12E55A2C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D09F47B-20D0-7965-1F32-79001F5E3B1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154233F-53C7-D962-85DC-1FBEA9677430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EE0473C-C9F0-138D-F403-7F577E38F8A3}"/>
              </a:ext>
            </a:extLst>
          </p:cNvPr>
          <p:cNvCxnSpPr/>
          <p:nvPr/>
        </p:nvCxnSpPr>
        <p:spPr>
          <a:xfrm>
            <a:off x="1301960" y="3379041"/>
            <a:ext cx="9430633" cy="4995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817CEA-42B4-13BE-3597-9AC721A82F19}"/>
                  </a:ext>
                </a:extLst>
              </p:cNvPr>
              <p:cNvSpPr txBox="1"/>
              <p:nvPr/>
            </p:nvSpPr>
            <p:spPr>
              <a:xfrm>
                <a:off x="5242156" y="3016334"/>
                <a:ext cx="11142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817CEA-42B4-13BE-3597-9AC721A82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156" y="3016334"/>
                <a:ext cx="1114235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9530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9EDE-F8DD-459E-B042-FE1F8810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26AE2-6450-565A-F4A9-5B7493774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11027"/>
          </a:xfrm>
        </p:spPr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Tree like computation to achieve independent computations</a:t>
            </a:r>
          </a:p>
          <a:p>
            <a:pPr lvl="1"/>
            <a:r>
              <a:rPr lang="en-US" dirty="0"/>
              <a:t>Two phase algorithm, 1 within a SMP and 1 across SMPs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B3CDF05-71CA-437C-1C60-BB26C2D17E2E}"/>
              </a:ext>
            </a:extLst>
          </p:cNvPr>
          <p:cNvGrpSpPr/>
          <p:nvPr/>
        </p:nvGrpSpPr>
        <p:grpSpPr>
          <a:xfrm>
            <a:off x="1327192" y="4496267"/>
            <a:ext cx="2133599" cy="1499816"/>
            <a:chOff x="3392871" y="2569567"/>
            <a:chExt cx="2133599" cy="149981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A81603-C02B-D5F7-0A9E-A78BF447C360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9C8A3D3-9321-6446-F446-D0CA6A1E34A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CC6CAD6-968E-C6B3-484C-CAF3494CB2B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7B91EF1-EE21-1FA9-CD9A-234D8FEC497E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6BA1675-13CC-89C4-6756-57DD57D3B292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D58A5D9-D1D8-CBE4-394B-4D22FE60777C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5956A59-164E-14FA-B6FB-F34C54611BD8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F801D6B-7339-2CC0-0A63-6E364BC43FB3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B65CF8-C799-F10D-BFA1-4A7EA5D290AB}"/>
              </a:ext>
            </a:extLst>
          </p:cNvPr>
          <p:cNvGrpSpPr/>
          <p:nvPr/>
        </p:nvGrpSpPr>
        <p:grpSpPr>
          <a:xfrm>
            <a:off x="4076448" y="4496267"/>
            <a:ext cx="2133599" cy="1499816"/>
            <a:chOff x="3392871" y="2569567"/>
            <a:chExt cx="2133599" cy="149981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3BC1828-6CCB-169F-B4AF-BE5CFE5C1100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780446-06C0-74ED-36A6-E9F2B88860A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64B157-49BB-B681-9EE6-124C236E9D7F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70B2C1C-B18F-1136-78A4-B4432C73FD7B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B6DF4D2-0CD0-2597-9362-7FD06C4B7674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5462F54-D281-588D-2E39-A166D8EAD253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334E33D-996F-8F72-62A5-96ACDAD42084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93B83D4-D532-1A37-08DF-39BA9BA6C971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0FAE35E-1809-D64D-99AD-5D3A3847B0D5}"/>
              </a:ext>
            </a:extLst>
          </p:cNvPr>
          <p:cNvGrpSpPr/>
          <p:nvPr/>
        </p:nvGrpSpPr>
        <p:grpSpPr>
          <a:xfrm>
            <a:off x="8401176" y="4455393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EE9E7D8-AD23-E20B-FB9B-8ED362F7BACE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7ACD85D-F29F-3039-9CE1-B7C9AEC89CAE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514B8D4-26B2-E96F-43F3-F7B9501D0C7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397A64F-1BAF-E92B-8649-48B71590C4A6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9107392-D2BC-2423-F3E1-783D5ECE657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2BF126C-9B64-67AD-4E2F-ED5E12E55A2C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D09F47B-20D0-7965-1F32-79001F5E3B1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154233F-53C7-D962-85DC-1FBEA9677430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EE0473C-C9F0-138D-F403-7F577E38F8A3}"/>
              </a:ext>
            </a:extLst>
          </p:cNvPr>
          <p:cNvCxnSpPr/>
          <p:nvPr/>
        </p:nvCxnSpPr>
        <p:spPr>
          <a:xfrm>
            <a:off x="1301960" y="3379041"/>
            <a:ext cx="9430633" cy="4995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817CEA-42B4-13BE-3597-9AC721A82F19}"/>
                  </a:ext>
                </a:extLst>
              </p:cNvPr>
              <p:cNvSpPr txBox="1"/>
              <p:nvPr/>
            </p:nvSpPr>
            <p:spPr>
              <a:xfrm>
                <a:off x="5242156" y="3016334"/>
                <a:ext cx="11142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817CEA-42B4-13BE-3597-9AC721A82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156" y="3016334"/>
                <a:ext cx="1114235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7118E4-3D6E-0047-DE44-931A6A907726}"/>
                  </a:ext>
                </a:extLst>
              </p:cNvPr>
              <p:cNvSpPr txBox="1"/>
              <p:nvPr/>
            </p:nvSpPr>
            <p:spPr>
              <a:xfrm>
                <a:off x="3460791" y="6308209"/>
                <a:ext cx="48596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Phase I – Compute the sum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elements per Block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7118E4-3D6E-0047-DE44-931A6A907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791" y="6308209"/>
                <a:ext cx="4859641" cy="646331"/>
              </a:xfrm>
              <a:prstGeom prst="rect">
                <a:avLst/>
              </a:prstGeom>
              <a:blipFill>
                <a:blip r:embed="rId3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A41516A-5201-D601-409A-F939E0D52F18}"/>
              </a:ext>
            </a:extLst>
          </p:cNvPr>
          <p:cNvSpPr/>
          <p:nvPr/>
        </p:nvSpPr>
        <p:spPr>
          <a:xfrm>
            <a:off x="1301960" y="3633377"/>
            <a:ext cx="9430633" cy="436279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C3B3FB8-FC01-BCAF-8D58-EA5A8B853CC5}"/>
              </a:ext>
            </a:extLst>
          </p:cNvPr>
          <p:cNvCxnSpPr>
            <a:cxnSpLocks/>
          </p:cNvCxnSpPr>
          <p:nvPr/>
        </p:nvCxnSpPr>
        <p:spPr>
          <a:xfrm>
            <a:off x="3754490" y="3488042"/>
            <a:ext cx="0" cy="27734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CE6DACC-FDE3-F8EA-FD4A-26EFCDFF3844}"/>
              </a:ext>
            </a:extLst>
          </p:cNvPr>
          <p:cNvCxnSpPr>
            <a:cxnSpLocks/>
          </p:cNvCxnSpPr>
          <p:nvPr/>
        </p:nvCxnSpPr>
        <p:spPr>
          <a:xfrm>
            <a:off x="6356391" y="3488042"/>
            <a:ext cx="0" cy="27734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15F300E-9072-7403-0A0A-15FD0FDFA15D}"/>
              </a:ext>
            </a:extLst>
          </p:cNvPr>
          <p:cNvCxnSpPr>
            <a:cxnSpLocks/>
          </p:cNvCxnSpPr>
          <p:nvPr/>
        </p:nvCxnSpPr>
        <p:spPr>
          <a:xfrm>
            <a:off x="8277035" y="3488042"/>
            <a:ext cx="0" cy="27734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735B1A4-DAB5-1C44-76E4-C0B23CAEA826}"/>
              </a:ext>
            </a:extLst>
          </p:cNvPr>
          <p:cNvCxnSpPr>
            <a:cxnSpLocks/>
          </p:cNvCxnSpPr>
          <p:nvPr/>
        </p:nvCxnSpPr>
        <p:spPr>
          <a:xfrm>
            <a:off x="10708370" y="3534731"/>
            <a:ext cx="0" cy="27734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0B59E6EA-2E12-3346-95A7-3167C680CA61}"/>
              </a:ext>
            </a:extLst>
          </p:cNvPr>
          <p:cNvSpPr/>
          <p:nvPr/>
        </p:nvSpPr>
        <p:spPr>
          <a:xfrm>
            <a:off x="3324540" y="3706045"/>
            <a:ext cx="351222" cy="2967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D5B241E-BBDA-9763-25A7-0F1CD3CB1C30}"/>
              </a:ext>
            </a:extLst>
          </p:cNvPr>
          <p:cNvCxnSpPr/>
          <p:nvPr/>
        </p:nvCxnSpPr>
        <p:spPr>
          <a:xfrm>
            <a:off x="1441240" y="3857436"/>
            <a:ext cx="18833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DA30E01-9BE4-FB09-B223-CCE4DFABA20F}"/>
              </a:ext>
            </a:extLst>
          </p:cNvPr>
          <p:cNvSpPr/>
          <p:nvPr/>
        </p:nvSpPr>
        <p:spPr>
          <a:xfrm>
            <a:off x="5860840" y="3714991"/>
            <a:ext cx="351222" cy="2967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369B3C2-B6A2-8D41-94FA-ACA72F95E04F}"/>
              </a:ext>
            </a:extLst>
          </p:cNvPr>
          <p:cNvCxnSpPr/>
          <p:nvPr/>
        </p:nvCxnSpPr>
        <p:spPr>
          <a:xfrm>
            <a:off x="3977540" y="3866382"/>
            <a:ext cx="18833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2BCC4CAB-D404-99F1-7674-521D900A289B}"/>
              </a:ext>
            </a:extLst>
          </p:cNvPr>
          <p:cNvSpPr/>
          <p:nvPr/>
        </p:nvSpPr>
        <p:spPr>
          <a:xfrm>
            <a:off x="10212818" y="3714991"/>
            <a:ext cx="351222" cy="2967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9EF35F1-3CD7-D8A0-13AF-12E3F3D14220}"/>
              </a:ext>
            </a:extLst>
          </p:cNvPr>
          <p:cNvCxnSpPr/>
          <p:nvPr/>
        </p:nvCxnSpPr>
        <p:spPr>
          <a:xfrm>
            <a:off x="8329518" y="3866382"/>
            <a:ext cx="18833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6552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9EDE-F8DD-459E-B042-FE1F8810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26AE2-6450-565A-F4A9-5B7493774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11027"/>
          </a:xfrm>
        </p:spPr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Tree like computation to achieve independent computations</a:t>
            </a:r>
          </a:p>
          <a:p>
            <a:pPr lvl="1"/>
            <a:r>
              <a:rPr lang="en-US" dirty="0"/>
              <a:t>Two phase algorithm, 1 within a SMP and 1 across SMPs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B3CDF05-71CA-437C-1C60-BB26C2D17E2E}"/>
              </a:ext>
            </a:extLst>
          </p:cNvPr>
          <p:cNvGrpSpPr/>
          <p:nvPr/>
        </p:nvGrpSpPr>
        <p:grpSpPr>
          <a:xfrm>
            <a:off x="1327192" y="4496267"/>
            <a:ext cx="2133599" cy="1499816"/>
            <a:chOff x="3392871" y="2569567"/>
            <a:chExt cx="2133599" cy="149981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A81603-C02B-D5F7-0A9E-A78BF447C360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9C8A3D3-9321-6446-F446-D0CA6A1E34A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CC6CAD6-968E-C6B3-484C-CAF3494CB2B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7B91EF1-EE21-1FA9-CD9A-234D8FEC497E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6BA1675-13CC-89C4-6756-57DD57D3B292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D58A5D9-D1D8-CBE4-394B-4D22FE60777C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5956A59-164E-14FA-B6FB-F34C54611BD8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F801D6B-7339-2CC0-0A63-6E364BC43FB3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B65CF8-C799-F10D-BFA1-4A7EA5D290AB}"/>
              </a:ext>
            </a:extLst>
          </p:cNvPr>
          <p:cNvGrpSpPr/>
          <p:nvPr/>
        </p:nvGrpSpPr>
        <p:grpSpPr>
          <a:xfrm>
            <a:off x="4076448" y="4496267"/>
            <a:ext cx="2133599" cy="1499816"/>
            <a:chOff x="3392871" y="2569567"/>
            <a:chExt cx="2133599" cy="149981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3BC1828-6CCB-169F-B4AF-BE5CFE5C1100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780446-06C0-74ED-36A6-E9F2B88860A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64B157-49BB-B681-9EE6-124C236E9D7F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70B2C1C-B18F-1136-78A4-B4432C73FD7B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B6DF4D2-0CD0-2597-9362-7FD06C4B7674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5462F54-D281-588D-2E39-A166D8EAD253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334E33D-996F-8F72-62A5-96ACDAD42084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93B83D4-D532-1A37-08DF-39BA9BA6C971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0FAE35E-1809-D64D-99AD-5D3A3847B0D5}"/>
              </a:ext>
            </a:extLst>
          </p:cNvPr>
          <p:cNvGrpSpPr/>
          <p:nvPr/>
        </p:nvGrpSpPr>
        <p:grpSpPr>
          <a:xfrm>
            <a:off x="8401176" y="4455393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EE9E7D8-AD23-E20B-FB9B-8ED362F7BACE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7ACD85D-F29F-3039-9CE1-B7C9AEC89CAE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514B8D4-26B2-E96F-43F3-F7B9501D0C7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397A64F-1BAF-E92B-8649-48B71590C4A6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9107392-D2BC-2423-F3E1-783D5ECE657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2BF126C-9B64-67AD-4E2F-ED5E12E55A2C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D09F47B-20D0-7965-1F32-79001F5E3B1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154233F-53C7-D962-85DC-1FBEA9677430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EE0473C-C9F0-138D-F403-7F577E38F8A3}"/>
              </a:ext>
            </a:extLst>
          </p:cNvPr>
          <p:cNvCxnSpPr/>
          <p:nvPr/>
        </p:nvCxnSpPr>
        <p:spPr>
          <a:xfrm>
            <a:off x="1301960" y="3379041"/>
            <a:ext cx="9430633" cy="4995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817CEA-42B4-13BE-3597-9AC721A82F19}"/>
                  </a:ext>
                </a:extLst>
              </p:cNvPr>
              <p:cNvSpPr txBox="1"/>
              <p:nvPr/>
            </p:nvSpPr>
            <p:spPr>
              <a:xfrm>
                <a:off x="5242156" y="3016334"/>
                <a:ext cx="11142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817CEA-42B4-13BE-3597-9AC721A82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156" y="3016334"/>
                <a:ext cx="1114235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C7118E4-3D6E-0047-DE44-931A6A907726}"/>
              </a:ext>
            </a:extLst>
          </p:cNvPr>
          <p:cNvSpPr txBox="1"/>
          <p:nvPr/>
        </p:nvSpPr>
        <p:spPr>
          <a:xfrm>
            <a:off x="3460791" y="6308209"/>
            <a:ext cx="485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How many sums will remain after Phase I?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41516A-5201-D601-409A-F939E0D52F18}"/>
              </a:ext>
            </a:extLst>
          </p:cNvPr>
          <p:cNvSpPr/>
          <p:nvPr/>
        </p:nvSpPr>
        <p:spPr>
          <a:xfrm>
            <a:off x="1301960" y="3633377"/>
            <a:ext cx="9430633" cy="436279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C3B3FB8-FC01-BCAF-8D58-EA5A8B853CC5}"/>
              </a:ext>
            </a:extLst>
          </p:cNvPr>
          <p:cNvCxnSpPr>
            <a:cxnSpLocks/>
          </p:cNvCxnSpPr>
          <p:nvPr/>
        </p:nvCxnSpPr>
        <p:spPr>
          <a:xfrm>
            <a:off x="3754490" y="3488042"/>
            <a:ext cx="0" cy="27734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CE6DACC-FDE3-F8EA-FD4A-26EFCDFF3844}"/>
              </a:ext>
            </a:extLst>
          </p:cNvPr>
          <p:cNvCxnSpPr>
            <a:cxnSpLocks/>
          </p:cNvCxnSpPr>
          <p:nvPr/>
        </p:nvCxnSpPr>
        <p:spPr>
          <a:xfrm>
            <a:off x="6356391" y="3488042"/>
            <a:ext cx="0" cy="27734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15F300E-9072-7403-0A0A-15FD0FDFA15D}"/>
              </a:ext>
            </a:extLst>
          </p:cNvPr>
          <p:cNvCxnSpPr>
            <a:cxnSpLocks/>
          </p:cNvCxnSpPr>
          <p:nvPr/>
        </p:nvCxnSpPr>
        <p:spPr>
          <a:xfrm>
            <a:off x="8277035" y="3488042"/>
            <a:ext cx="0" cy="27734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735B1A4-DAB5-1C44-76E4-C0B23CAEA826}"/>
              </a:ext>
            </a:extLst>
          </p:cNvPr>
          <p:cNvCxnSpPr>
            <a:cxnSpLocks/>
          </p:cNvCxnSpPr>
          <p:nvPr/>
        </p:nvCxnSpPr>
        <p:spPr>
          <a:xfrm>
            <a:off x="10708370" y="3534731"/>
            <a:ext cx="0" cy="27734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0B59E6EA-2E12-3346-95A7-3167C680CA61}"/>
              </a:ext>
            </a:extLst>
          </p:cNvPr>
          <p:cNvSpPr/>
          <p:nvPr/>
        </p:nvSpPr>
        <p:spPr>
          <a:xfrm>
            <a:off x="3324540" y="3706045"/>
            <a:ext cx="351222" cy="2967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D5B241E-BBDA-9763-25A7-0F1CD3CB1C30}"/>
              </a:ext>
            </a:extLst>
          </p:cNvPr>
          <p:cNvCxnSpPr/>
          <p:nvPr/>
        </p:nvCxnSpPr>
        <p:spPr>
          <a:xfrm>
            <a:off x="1441240" y="3857436"/>
            <a:ext cx="18833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DA30E01-9BE4-FB09-B223-CCE4DFABA20F}"/>
              </a:ext>
            </a:extLst>
          </p:cNvPr>
          <p:cNvSpPr/>
          <p:nvPr/>
        </p:nvSpPr>
        <p:spPr>
          <a:xfrm>
            <a:off x="5860840" y="3714991"/>
            <a:ext cx="351222" cy="2967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369B3C2-B6A2-8D41-94FA-ACA72F95E04F}"/>
              </a:ext>
            </a:extLst>
          </p:cNvPr>
          <p:cNvCxnSpPr/>
          <p:nvPr/>
        </p:nvCxnSpPr>
        <p:spPr>
          <a:xfrm>
            <a:off x="3977540" y="3866382"/>
            <a:ext cx="18833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2BCC4CAB-D404-99F1-7674-521D900A289B}"/>
              </a:ext>
            </a:extLst>
          </p:cNvPr>
          <p:cNvSpPr/>
          <p:nvPr/>
        </p:nvSpPr>
        <p:spPr>
          <a:xfrm>
            <a:off x="10212818" y="3714991"/>
            <a:ext cx="351222" cy="2967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9EF35F1-3CD7-D8A0-13AF-12E3F3D14220}"/>
              </a:ext>
            </a:extLst>
          </p:cNvPr>
          <p:cNvCxnSpPr/>
          <p:nvPr/>
        </p:nvCxnSpPr>
        <p:spPr>
          <a:xfrm>
            <a:off x="8329518" y="3866382"/>
            <a:ext cx="18833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2447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9EDE-F8DD-459E-B042-FE1F8810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26AE2-6450-565A-F4A9-5B7493774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11027"/>
          </a:xfrm>
        </p:spPr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Tree like computation to achieve independent computations</a:t>
            </a:r>
          </a:p>
          <a:p>
            <a:pPr lvl="1"/>
            <a:r>
              <a:rPr lang="en-US" dirty="0"/>
              <a:t>Two phase algorithm, 1 within a SMP and 1 across SMPs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B3CDF05-71CA-437C-1C60-BB26C2D17E2E}"/>
              </a:ext>
            </a:extLst>
          </p:cNvPr>
          <p:cNvGrpSpPr/>
          <p:nvPr/>
        </p:nvGrpSpPr>
        <p:grpSpPr>
          <a:xfrm>
            <a:off x="1327192" y="4496267"/>
            <a:ext cx="2133599" cy="1499816"/>
            <a:chOff x="3392871" y="2569567"/>
            <a:chExt cx="2133599" cy="149981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A81603-C02B-D5F7-0A9E-A78BF447C360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9C8A3D3-9321-6446-F446-D0CA6A1E34A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CC6CAD6-968E-C6B3-484C-CAF3494CB2B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7B91EF1-EE21-1FA9-CD9A-234D8FEC497E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6BA1675-13CC-89C4-6756-57DD57D3B292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D58A5D9-D1D8-CBE4-394B-4D22FE60777C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5956A59-164E-14FA-B6FB-F34C54611BD8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F801D6B-7339-2CC0-0A63-6E364BC43FB3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B65CF8-C799-F10D-BFA1-4A7EA5D290AB}"/>
              </a:ext>
            </a:extLst>
          </p:cNvPr>
          <p:cNvGrpSpPr/>
          <p:nvPr/>
        </p:nvGrpSpPr>
        <p:grpSpPr>
          <a:xfrm>
            <a:off x="4076448" y="4496267"/>
            <a:ext cx="2133599" cy="1499816"/>
            <a:chOff x="3392871" y="2569567"/>
            <a:chExt cx="2133599" cy="149981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3BC1828-6CCB-169F-B4AF-BE5CFE5C1100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780446-06C0-74ED-36A6-E9F2B88860A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64B157-49BB-B681-9EE6-124C236E9D7F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70B2C1C-B18F-1136-78A4-B4432C73FD7B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B6DF4D2-0CD0-2597-9362-7FD06C4B7674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5462F54-D281-588D-2E39-A166D8EAD253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334E33D-996F-8F72-62A5-96ACDAD42084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93B83D4-D532-1A37-08DF-39BA9BA6C971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0FAE35E-1809-D64D-99AD-5D3A3847B0D5}"/>
              </a:ext>
            </a:extLst>
          </p:cNvPr>
          <p:cNvGrpSpPr/>
          <p:nvPr/>
        </p:nvGrpSpPr>
        <p:grpSpPr>
          <a:xfrm>
            <a:off x="8401176" y="4455393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EE9E7D8-AD23-E20B-FB9B-8ED362F7BACE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7ACD85D-F29F-3039-9CE1-B7C9AEC89CAE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514B8D4-26B2-E96F-43F3-F7B9501D0C7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397A64F-1BAF-E92B-8649-48B71590C4A6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9107392-D2BC-2423-F3E1-783D5ECE657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2BF126C-9B64-67AD-4E2F-ED5E12E55A2C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D09F47B-20D0-7965-1F32-79001F5E3B1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154233F-53C7-D962-85DC-1FBEA9677430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EE0473C-C9F0-138D-F403-7F577E38F8A3}"/>
              </a:ext>
            </a:extLst>
          </p:cNvPr>
          <p:cNvCxnSpPr/>
          <p:nvPr/>
        </p:nvCxnSpPr>
        <p:spPr>
          <a:xfrm>
            <a:off x="1301960" y="3379041"/>
            <a:ext cx="9430633" cy="4995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817CEA-42B4-13BE-3597-9AC721A82F19}"/>
                  </a:ext>
                </a:extLst>
              </p:cNvPr>
              <p:cNvSpPr txBox="1"/>
              <p:nvPr/>
            </p:nvSpPr>
            <p:spPr>
              <a:xfrm>
                <a:off x="5242156" y="3016334"/>
                <a:ext cx="11142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817CEA-42B4-13BE-3597-9AC721A82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156" y="3016334"/>
                <a:ext cx="1114235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7118E4-3D6E-0047-DE44-931A6A907726}"/>
                  </a:ext>
                </a:extLst>
              </p:cNvPr>
              <p:cNvSpPr txBox="1"/>
              <p:nvPr/>
            </p:nvSpPr>
            <p:spPr>
              <a:xfrm>
                <a:off x="3460791" y="6308209"/>
                <a:ext cx="48596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How many sums will remain after Phase I?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7118E4-3D6E-0047-DE44-931A6A907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791" y="6308209"/>
                <a:ext cx="4859641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A41516A-5201-D601-409A-F939E0D52F18}"/>
              </a:ext>
            </a:extLst>
          </p:cNvPr>
          <p:cNvSpPr/>
          <p:nvPr/>
        </p:nvSpPr>
        <p:spPr>
          <a:xfrm>
            <a:off x="1301960" y="3633377"/>
            <a:ext cx="9430633" cy="436279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C3B3FB8-FC01-BCAF-8D58-EA5A8B853CC5}"/>
              </a:ext>
            </a:extLst>
          </p:cNvPr>
          <p:cNvCxnSpPr>
            <a:cxnSpLocks/>
          </p:cNvCxnSpPr>
          <p:nvPr/>
        </p:nvCxnSpPr>
        <p:spPr>
          <a:xfrm>
            <a:off x="3754490" y="3488042"/>
            <a:ext cx="0" cy="27734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CE6DACC-FDE3-F8EA-FD4A-26EFCDFF3844}"/>
              </a:ext>
            </a:extLst>
          </p:cNvPr>
          <p:cNvCxnSpPr>
            <a:cxnSpLocks/>
          </p:cNvCxnSpPr>
          <p:nvPr/>
        </p:nvCxnSpPr>
        <p:spPr>
          <a:xfrm>
            <a:off x="6356391" y="3488042"/>
            <a:ext cx="0" cy="27734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15F300E-9072-7403-0A0A-15FD0FDFA15D}"/>
              </a:ext>
            </a:extLst>
          </p:cNvPr>
          <p:cNvCxnSpPr>
            <a:cxnSpLocks/>
          </p:cNvCxnSpPr>
          <p:nvPr/>
        </p:nvCxnSpPr>
        <p:spPr>
          <a:xfrm>
            <a:off x="8277035" y="3488042"/>
            <a:ext cx="0" cy="27734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735B1A4-DAB5-1C44-76E4-C0B23CAEA826}"/>
              </a:ext>
            </a:extLst>
          </p:cNvPr>
          <p:cNvCxnSpPr>
            <a:cxnSpLocks/>
          </p:cNvCxnSpPr>
          <p:nvPr/>
        </p:nvCxnSpPr>
        <p:spPr>
          <a:xfrm>
            <a:off x="10708370" y="3534731"/>
            <a:ext cx="0" cy="277347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0B59E6EA-2E12-3346-95A7-3167C680CA61}"/>
              </a:ext>
            </a:extLst>
          </p:cNvPr>
          <p:cNvSpPr/>
          <p:nvPr/>
        </p:nvSpPr>
        <p:spPr>
          <a:xfrm>
            <a:off x="3324540" y="3706045"/>
            <a:ext cx="351222" cy="2967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D5B241E-BBDA-9763-25A7-0F1CD3CB1C30}"/>
              </a:ext>
            </a:extLst>
          </p:cNvPr>
          <p:cNvCxnSpPr/>
          <p:nvPr/>
        </p:nvCxnSpPr>
        <p:spPr>
          <a:xfrm>
            <a:off x="1441240" y="3857436"/>
            <a:ext cx="18833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DA30E01-9BE4-FB09-B223-CCE4DFABA20F}"/>
              </a:ext>
            </a:extLst>
          </p:cNvPr>
          <p:cNvSpPr/>
          <p:nvPr/>
        </p:nvSpPr>
        <p:spPr>
          <a:xfrm>
            <a:off x="5860840" y="3714991"/>
            <a:ext cx="351222" cy="2967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369B3C2-B6A2-8D41-94FA-ACA72F95E04F}"/>
              </a:ext>
            </a:extLst>
          </p:cNvPr>
          <p:cNvCxnSpPr/>
          <p:nvPr/>
        </p:nvCxnSpPr>
        <p:spPr>
          <a:xfrm>
            <a:off x="3977540" y="3866382"/>
            <a:ext cx="18833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2BCC4CAB-D404-99F1-7674-521D900A289B}"/>
              </a:ext>
            </a:extLst>
          </p:cNvPr>
          <p:cNvSpPr/>
          <p:nvPr/>
        </p:nvSpPr>
        <p:spPr>
          <a:xfrm>
            <a:off x="10212818" y="3714991"/>
            <a:ext cx="351222" cy="2967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9EF35F1-3CD7-D8A0-13AF-12E3F3D14220}"/>
              </a:ext>
            </a:extLst>
          </p:cNvPr>
          <p:cNvCxnSpPr/>
          <p:nvPr/>
        </p:nvCxnSpPr>
        <p:spPr>
          <a:xfrm>
            <a:off x="8329518" y="3866382"/>
            <a:ext cx="188330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2934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9EDE-F8DD-459E-B042-FE1F8810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26AE2-6450-565A-F4A9-5B7493774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11027"/>
          </a:xfrm>
        </p:spPr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Tree like computation to achieve independent computations</a:t>
            </a:r>
          </a:p>
          <a:p>
            <a:pPr lvl="1"/>
            <a:r>
              <a:rPr lang="en-US" dirty="0"/>
              <a:t>Two phase algorithm, 1 within a SMP and 1 across SMPs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B65CF8-C799-F10D-BFA1-4A7EA5D290AB}"/>
              </a:ext>
            </a:extLst>
          </p:cNvPr>
          <p:cNvGrpSpPr/>
          <p:nvPr/>
        </p:nvGrpSpPr>
        <p:grpSpPr>
          <a:xfrm>
            <a:off x="4076448" y="4496267"/>
            <a:ext cx="2133599" cy="1499816"/>
            <a:chOff x="3392871" y="2569567"/>
            <a:chExt cx="2133599" cy="149981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3BC1828-6CCB-169F-B4AF-BE5CFE5C1100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780446-06C0-74ED-36A6-E9F2B88860A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64B157-49BB-B681-9EE6-124C236E9D7F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70B2C1C-B18F-1136-78A4-B4432C73FD7B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B6DF4D2-0CD0-2597-9362-7FD06C4B7674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5462F54-D281-588D-2E39-A166D8EAD253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334E33D-996F-8F72-62A5-96ACDAD42084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93B83D4-D532-1A37-08DF-39BA9BA6C971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EE0473C-C9F0-138D-F403-7F577E38F8A3}"/>
              </a:ext>
            </a:extLst>
          </p:cNvPr>
          <p:cNvCxnSpPr/>
          <p:nvPr/>
        </p:nvCxnSpPr>
        <p:spPr>
          <a:xfrm>
            <a:off x="1301960" y="3379041"/>
            <a:ext cx="9430633" cy="4995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817CEA-42B4-13BE-3597-9AC721A82F19}"/>
                  </a:ext>
                </a:extLst>
              </p:cNvPr>
              <p:cNvSpPr txBox="1"/>
              <p:nvPr/>
            </p:nvSpPr>
            <p:spPr>
              <a:xfrm>
                <a:off x="5242156" y="3016334"/>
                <a:ext cx="11142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817CEA-42B4-13BE-3597-9AC721A82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156" y="3016334"/>
                <a:ext cx="1114235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7118E4-3D6E-0047-DE44-931A6A907726}"/>
                  </a:ext>
                </a:extLst>
              </p:cNvPr>
              <p:cNvSpPr txBox="1"/>
              <p:nvPr/>
            </p:nvSpPr>
            <p:spPr>
              <a:xfrm>
                <a:off x="3460791" y="6308209"/>
                <a:ext cx="68034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Phase II – Using one SMP compute the sum of the S partial sums </a:t>
                </a:r>
              </a:p>
              <a:p>
                <a:pPr algn="ctr"/>
                <a:r>
                  <a:rPr lang="en-US" dirty="0"/>
                  <a:t>(Assume,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7118E4-3D6E-0047-DE44-931A6A907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791" y="6308209"/>
                <a:ext cx="6803499" cy="646331"/>
              </a:xfrm>
              <a:prstGeom prst="rect">
                <a:avLst/>
              </a:prstGeom>
              <a:blipFill>
                <a:blip r:embed="rId3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A41516A-5201-D601-409A-F939E0D52F18}"/>
              </a:ext>
            </a:extLst>
          </p:cNvPr>
          <p:cNvSpPr/>
          <p:nvPr/>
        </p:nvSpPr>
        <p:spPr>
          <a:xfrm>
            <a:off x="1301960" y="3633377"/>
            <a:ext cx="9430633" cy="436279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B59E6EA-2E12-3346-95A7-3167C680CA61}"/>
              </a:ext>
            </a:extLst>
          </p:cNvPr>
          <p:cNvSpPr/>
          <p:nvPr/>
        </p:nvSpPr>
        <p:spPr>
          <a:xfrm>
            <a:off x="3324540" y="3706045"/>
            <a:ext cx="351222" cy="2967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DA30E01-9BE4-FB09-B223-CCE4DFABA20F}"/>
              </a:ext>
            </a:extLst>
          </p:cNvPr>
          <p:cNvSpPr/>
          <p:nvPr/>
        </p:nvSpPr>
        <p:spPr>
          <a:xfrm>
            <a:off x="5860840" y="3714991"/>
            <a:ext cx="351222" cy="2967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BCC4CAB-D404-99F1-7674-521D900A289B}"/>
              </a:ext>
            </a:extLst>
          </p:cNvPr>
          <p:cNvSpPr/>
          <p:nvPr/>
        </p:nvSpPr>
        <p:spPr>
          <a:xfrm>
            <a:off x="10212818" y="3714991"/>
            <a:ext cx="351222" cy="2967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7B03CBD-6BD3-1A5A-9B40-B2D4B27C09BF}"/>
              </a:ext>
            </a:extLst>
          </p:cNvPr>
          <p:cNvCxnSpPr>
            <a:cxnSpLocks/>
          </p:cNvCxnSpPr>
          <p:nvPr/>
        </p:nvCxnSpPr>
        <p:spPr>
          <a:xfrm>
            <a:off x="3577144" y="3945109"/>
            <a:ext cx="663567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393549-3A68-BC2F-2808-39E3BFB567B5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6212062" y="3782616"/>
            <a:ext cx="4000756" cy="8073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7866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3DA2A-2217-564C-EF66-B356F2BFF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64D6ED-94C6-65E7-C1E4-5093473EE9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Phase I: Calculate the sum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elements and store into the last location of the array</a:t>
                </a:r>
              </a:p>
              <a:p>
                <a:pPr lvl="1"/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processors</a:t>
                </a:r>
              </a:p>
              <a:p>
                <a:endParaRPr lang="en-US" dirty="0"/>
              </a:p>
              <a:p>
                <a:r>
                  <a:rPr lang="en-US" dirty="0"/>
                  <a:t>Recursive Doubling Algorithm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64D6ED-94C6-65E7-C1E4-5093473EE9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30198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1AA3-AD72-C4F5-36FB-109EACD7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13A6E47-8EE0-07F3-7F68-65F9F6FE8C34}"/>
              </a:ext>
            </a:extLst>
          </p:cNvPr>
          <p:cNvGrpSpPr/>
          <p:nvPr/>
        </p:nvGrpSpPr>
        <p:grpSpPr>
          <a:xfrm>
            <a:off x="2906701" y="1690688"/>
            <a:ext cx="5147277" cy="508401"/>
            <a:chOff x="1005234" y="1847239"/>
            <a:chExt cx="5147277" cy="50840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B522BC4-A410-665F-1219-D31703530361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8C76857-3FA1-3665-7B4C-DE566929940E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4A4E937-658C-B534-9265-A7E7077F141D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0B4048B-BD9A-A6D1-4E13-865724AA023C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2D40933-6087-AADF-87F0-86CA403FADB4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D757C81-3102-D744-39C3-EBE3F6590DD2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D285889-5811-E5CB-C361-21F10A801F11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0A3579-CDE6-DABA-B8C5-567EC147004F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AE2C050-8D04-9857-D307-20B09278A499}"/>
                  </a:ext>
                </a:extLst>
              </p:cNvPr>
              <p:cNvSpPr txBox="1"/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AE2C050-8D04-9857-D307-20B09278A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88BB202-39E4-AB0C-B145-B9F660CEF3C5}"/>
                  </a:ext>
                </a:extLst>
              </p:cNvPr>
              <p:cNvSpPr txBox="1"/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88BB202-39E4-AB0C-B145-B9F660CEF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DBD3881-C3E5-68E4-FD0F-C23F220938A6}"/>
                  </a:ext>
                </a:extLst>
              </p:cNvPr>
              <p:cNvSpPr txBox="1"/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DBD3881-C3E5-68E4-FD0F-C23F22093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3E71A26-F7FF-FB04-86D9-05760ACD5F1E}"/>
                  </a:ext>
                </a:extLst>
              </p:cNvPr>
              <p:cNvSpPr txBox="1"/>
              <p:nvPr/>
            </p:nvSpPr>
            <p:spPr>
              <a:xfrm>
                <a:off x="505928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3E71A26-F7FF-FB04-86D9-05760ACD5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86" y="1740293"/>
                <a:ext cx="3658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2AD1D1-0E67-CECA-C26E-C7FE84EF35B0}"/>
                  </a:ext>
                </a:extLst>
              </p:cNvPr>
              <p:cNvSpPr txBox="1"/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2AD1D1-0E67-CECA-C26E-C7FE84EF3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A19D55-F1D3-73C1-BEE6-BE5CE9B5E9C5}"/>
                  </a:ext>
                </a:extLst>
              </p:cNvPr>
              <p:cNvSpPr txBox="1"/>
              <p:nvPr/>
            </p:nvSpPr>
            <p:spPr>
              <a:xfrm>
                <a:off x="62747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A19D55-F1D3-73C1-BEE6-BE5CE9B5E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53" y="1740293"/>
                <a:ext cx="36580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6CB790-60A5-8525-7307-78E7F9988B57}"/>
                  </a:ext>
                </a:extLst>
              </p:cNvPr>
              <p:cNvSpPr txBox="1"/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6CB790-60A5-8525-7307-78E7F9988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A0B8E0-8E6E-D627-9D24-5E441698E6F1}"/>
                  </a:ext>
                </a:extLst>
              </p:cNvPr>
              <p:cNvSpPr txBox="1"/>
              <p:nvPr/>
            </p:nvSpPr>
            <p:spPr>
              <a:xfrm>
                <a:off x="7556919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A0B8E0-8E6E-D627-9D24-5E441698E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19" y="1740293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/>
              <p:nvPr/>
            </p:nvSpPr>
            <p:spPr>
              <a:xfrm>
                <a:off x="2485869" y="3990740"/>
                <a:ext cx="7508980" cy="286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Algorithm runs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dirty="0"/>
                  <a:t> steps,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say, 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active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an integer</a:t>
                </a:r>
              </a:p>
              <a:p>
                <a:endParaRPr lang="en-US" dirty="0"/>
              </a:p>
              <a:p>
                <a:r>
                  <a:rPr lang="en-US" dirty="0"/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869" y="3990740"/>
                <a:ext cx="7508980" cy="2867260"/>
              </a:xfrm>
              <a:prstGeom prst="rect">
                <a:avLst/>
              </a:prstGeom>
              <a:blipFill>
                <a:blip r:embed="rId10"/>
                <a:stretch>
                  <a:fillRect l="-731" t="-1277" b="-1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C40E3D6-2FA1-8792-95D9-F2441E5BC166}"/>
              </a:ext>
            </a:extLst>
          </p:cNvPr>
          <p:cNvGrpSpPr/>
          <p:nvPr/>
        </p:nvGrpSpPr>
        <p:grpSpPr>
          <a:xfrm>
            <a:off x="2852201" y="2603646"/>
            <a:ext cx="540919" cy="496835"/>
            <a:chOff x="2906701" y="2603647"/>
            <a:chExt cx="611619" cy="49683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E731210-E8A5-48B9-103F-8A295AF0283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AB1408-EDA0-9495-7407-4E526E8EEC19}"/>
              </a:ext>
            </a:extLst>
          </p:cNvPr>
          <p:cNvGrpSpPr/>
          <p:nvPr/>
        </p:nvGrpSpPr>
        <p:grpSpPr>
          <a:xfrm>
            <a:off x="3582168" y="2610710"/>
            <a:ext cx="540919" cy="496835"/>
            <a:chOff x="2906701" y="2603647"/>
            <a:chExt cx="611619" cy="49683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233C71F-072B-C879-1690-39325307F236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DCD24A-BC07-9BF9-394F-76F34B58D1CB}"/>
              </a:ext>
            </a:extLst>
          </p:cNvPr>
          <p:cNvGrpSpPr/>
          <p:nvPr/>
        </p:nvGrpSpPr>
        <p:grpSpPr>
          <a:xfrm>
            <a:off x="4312135" y="2610710"/>
            <a:ext cx="540919" cy="496835"/>
            <a:chOff x="2906701" y="2603647"/>
            <a:chExt cx="611619" cy="49683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AA91251-5717-A98A-769C-3F57140062C5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42A93A-D6D4-80EE-E37B-41E3E161A005}"/>
              </a:ext>
            </a:extLst>
          </p:cNvPr>
          <p:cNvGrpSpPr/>
          <p:nvPr/>
        </p:nvGrpSpPr>
        <p:grpSpPr>
          <a:xfrm>
            <a:off x="4984456" y="2610710"/>
            <a:ext cx="540919" cy="496835"/>
            <a:chOff x="2906701" y="2603647"/>
            <a:chExt cx="611619" cy="496835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2DD1781-9A0D-6092-EBAD-058B4609BC13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AE7090-9EEB-63D3-C289-2FD41775087D}"/>
              </a:ext>
            </a:extLst>
          </p:cNvPr>
          <p:cNvGrpSpPr/>
          <p:nvPr/>
        </p:nvGrpSpPr>
        <p:grpSpPr>
          <a:xfrm>
            <a:off x="5714423" y="2617774"/>
            <a:ext cx="540919" cy="496835"/>
            <a:chOff x="2906701" y="2603647"/>
            <a:chExt cx="611619" cy="49683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578B362-CC64-B96B-DE72-623A8281876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2D84D4C-A758-B89C-811F-D2ECECEFFDD4}"/>
              </a:ext>
            </a:extLst>
          </p:cNvPr>
          <p:cNvGrpSpPr/>
          <p:nvPr/>
        </p:nvGrpSpPr>
        <p:grpSpPr>
          <a:xfrm>
            <a:off x="6444390" y="2617774"/>
            <a:ext cx="540919" cy="496835"/>
            <a:chOff x="2906701" y="2603647"/>
            <a:chExt cx="611619" cy="49683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A1CBBCE-A2E9-1CC1-52B1-F6A407E6398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2299F72-DEAE-1694-87D7-7ABAA6525A69}"/>
              </a:ext>
            </a:extLst>
          </p:cNvPr>
          <p:cNvGrpSpPr/>
          <p:nvPr/>
        </p:nvGrpSpPr>
        <p:grpSpPr>
          <a:xfrm>
            <a:off x="7116711" y="2617774"/>
            <a:ext cx="540919" cy="496835"/>
            <a:chOff x="2906701" y="2603647"/>
            <a:chExt cx="611619" cy="49683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9CBF6E5-17C1-B5F0-C083-737BB070541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61C381-4E75-41E2-83DA-EBEA51E8F5C6}"/>
              </a:ext>
            </a:extLst>
          </p:cNvPr>
          <p:cNvGrpSpPr/>
          <p:nvPr/>
        </p:nvGrpSpPr>
        <p:grpSpPr>
          <a:xfrm>
            <a:off x="7846678" y="2617774"/>
            <a:ext cx="540919" cy="496835"/>
            <a:chOff x="2906701" y="2603647"/>
            <a:chExt cx="611619" cy="4968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72FB69D-7622-2626-5905-04F65ED7C0A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73D7782-312E-C5CE-9DBA-AC83A2A44D5D}"/>
              </a:ext>
            </a:extLst>
          </p:cNvPr>
          <p:cNvSpPr txBox="1"/>
          <p:nvPr/>
        </p:nvSpPr>
        <p:spPr>
          <a:xfrm>
            <a:off x="352138" y="1740293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Array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E9C2EF-334A-194E-957A-809B33B4F5A6}"/>
              </a:ext>
            </a:extLst>
          </p:cNvPr>
          <p:cNvSpPr txBox="1"/>
          <p:nvPr/>
        </p:nvSpPr>
        <p:spPr>
          <a:xfrm>
            <a:off x="373062" y="2603646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Processors</a:t>
            </a:r>
          </a:p>
        </p:txBody>
      </p:sp>
    </p:spTree>
    <p:extLst>
      <p:ext uri="{BB962C8B-B14F-4D97-AF65-F5344CB8AC3E}">
        <p14:creationId xmlns:p14="http://schemas.microsoft.com/office/powerpoint/2010/main" val="13569115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1AA3-AD72-C4F5-36FB-109EACD7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/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Algorithm runs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dirty="0"/>
                  <a:t> steps,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We say, 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active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an integer</a:t>
                </a:r>
              </a:p>
              <a:p>
                <a:endParaRPr lang="en-US" dirty="0"/>
              </a:p>
              <a:p>
                <a:r>
                  <a:rPr lang="en-US" dirty="0"/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blipFill>
                <a:blip r:embed="rId2"/>
                <a:stretch>
                  <a:fillRect l="-731" t="-1064" b="-1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C40E3D6-2FA1-8792-95D9-F2441E5BC166}"/>
              </a:ext>
            </a:extLst>
          </p:cNvPr>
          <p:cNvGrpSpPr/>
          <p:nvPr/>
        </p:nvGrpSpPr>
        <p:grpSpPr>
          <a:xfrm>
            <a:off x="2852201" y="2603646"/>
            <a:ext cx="540919" cy="496835"/>
            <a:chOff x="2906701" y="2603647"/>
            <a:chExt cx="611619" cy="49683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E731210-E8A5-48B9-103F-8A295AF0283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AB1408-EDA0-9495-7407-4E526E8EEC19}"/>
              </a:ext>
            </a:extLst>
          </p:cNvPr>
          <p:cNvGrpSpPr/>
          <p:nvPr/>
        </p:nvGrpSpPr>
        <p:grpSpPr>
          <a:xfrm>
            <a:off x="3582168" y="2610710"/>
            <a:ext cx="540919" cy="496835"/>
            <a:chOff x="2906701" y="2603647"/>
            <a:chExt cx="611619" cy="49683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233C71F-072B-C879-1690-39325307F236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DCD24A-BC07-9BF9-394F-76F34B58D1CB}"/>
              </a:ext>
            </a:extLst>
          </p:cNvPr>
          <p:cNvGrpSpPr/>
          <p:nvPr/>
        </p:nvGrpSpPr>
        <p:grpSpPr>
          <a:xfrm>
            <a:off x="4312135" y="2610710"/>
            <a:ext cx="540919" cy="496835"/>
            <a:chOff x="2906701" y="2603647"/>
            <a:chExt cx="611619" cy="49683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AA91251-5717-A98A-769C-3F57140062C5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42A93A-D6D4-80EE-E37B-41E3E161A005}"/>
              </a:ext>
            </a:extLst>
          </p:cNvPr>
          <p:cNvGrpSpPr/>
          <p:nvPr/>
        </p:nvGrpSpPr>
        <p:grpSpPr>
          <a:xfrm>
            <a:off x="4984456" y="2610710"/>
            <a:ext cx="540919" cy="496835"/>
            <a:chOff x="2906701" y="2603647"/>
            <a:chExt cx="611619" cy="496835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2DD1781-9A0D-6092-EBAD-058B4609BC13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AE7090-9EEB-63D3-C289-2FD41775087D}"/>
              </a:ext>
            </a:extLst>
          </p:cNvPr>
          <p:cNvGrpSpPr/>
          <p:nvPr/>
        </p:nvGrpSpPr>
        <p:grpSpPr>
          <a:xfrm>
            <a:off x="5714423" y="2617774"/>
            <a:ext cx="540919" cy="496835"/>
            <a:chOff x="2906701" y="2603647"/>
            <a:chExt cx="611619" cy="49683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578B362-CC64-B96B-DE72-623A8281876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2D84D4C-A758-B89C-811F-D2ECECEFFDD4}"/>
              </a:ext>
            </a:extLst>
          </p:cNvPr>
          <p:cNvGrpSpPr/>
          <p:nvPr/>
        </p:nvGrpSpPr>
        <p:grpSpPr>
          <a:xfrm>
            <a:off x="6444390" y="2617774"/>
            <a:ext cx="540919" cy="496835"/>
            <a:chOff x="2906701" y="2603647"/>
            <a:chExt cx="611619" cy="49683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A1CBBCE-A2E9-1CC1-52B1-F6A407E6398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2299F72-DEAE-1694-87D7-7ABAA6525A69}"/>
              </a:ext>
            </a:extLst>
          </p:cNvPr>
          <p:cNvGrpSpPr/>
          <p:nvPr/>
        </p:nvGrpSpPr>
        <p:grpSpPr>
          <a:xfrm>
            <a:off x="7116711" y="2617774"/>
            <a:ext cx="540919" cy="496835"/>
            <a:chOff x="2906701" y="2603647"/>
            <a:chExt cx="611619" cy="49683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9CBF6E5-17C1-B5F0-C083-737BB070541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61C381-4E75-41E2-83DA-EBEA51E8F5C6}"/>
              </a:ext>
            </a:extLst>
          </p:cNvPr>
          <p:cNvGrpSpPr/>
          <p:nvPr/>
        </p:nvGrpSpPr>
        <p:grpSpPr>
          <a:xfrm>
            <a:off x="7846678" y="2617774"/>
            <a:ext cx="540919" cy="496835"/>
            <a:chOff x="2906701" y="2603647"/>
            <a:chExt cx="611619" cy="4968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72FB69D-7622-2626-5905-04F65ED7C0A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73D7782-312E-C5CE-9DBA-AC83A2A44D5D}"/>
              </a:ext>
            </a:extLst>
          </p:cNvPr>
          <p:cNvSpPr txBox="1"/>
          <p:nvPr/>
        </p:nvSpPr>
        <p:spPr>
          <a:xfrm>
            <a:off x="352138" y="1740293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Array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E9C2EF-334A-194E-957A-809B33B4F5A6}"/>
              </a:ext>
            </a:extLst>
          </p:cNvPr>
          <p:cNvSpPr txBox="1"/>
          <p:nvPr/>
        </p:nvSpPr>
        <p:spPr>
          <a:xfrm>
            <a:off x="373062" y="2603646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/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Step 1: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Active Processors??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CA1096B-40A4-E811-8F0D-4749037DC38F}"/>
              </a:ext>
            </a:extLst>
          </p:cNvPr>
          <p:cNvGrpSpPr/>
          <p:nvPr/>
        </p:nvGrpSpPr>
        <p:grpSpPr>
          <a:xfrm>
            <a:off x="2906701" y="1690688"/>
            <a:ext cx="5147277" cy="508401"/>
            <a:chOff x="1005234" y="1847239"/>
            <a:chExt cx="5147277" cy="5084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DBBB624-2C24-5C95-407D-0352CF728090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58A39C-F8EB-5C5C-8A0E-EB0BD4EF76B4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10B50E6-A5F0-7234-260C-8D2A51F9FA34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1606186-A7F2-FAE0-B6A4-2EC927B4230A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AB3B50C-FB6B-D457-EB4C-997E13D52A77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039D016-18DB-78B5-DA46-C57BB16F4A62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0C7A51E-0A13-01C2-AE61-76A0F6EB23F5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515D4D6-1BEB-3B62-EA5A-05A33698B945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6ACD28F-71B2-5DEC-3F91-6883F6D29D9C}"/>
                  </a:ext>
                </a:extLst>
              </p:cNvPr>
              <p:cNvSpPr txBox="1"/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6ACD28F-71B2-5DEC-3F91-6883F6D29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556407F-CA50-C192-27D5-F3834ED8CCC8}"/>
                  </a:ext>
                </a:extLst>
              </p:cNvPr>
              <p:cNvSpPr txBox="1"/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556407F-CA50-C192-27D5-F3834ED8C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646044C-B2EF-AFDD-F6C3-94E87D94B2D7}"/>
                  </a:ext>
                </a:extLst>
              </p:cNvPr>
              <p:cNvSpPr txBox="1"/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646044C-B2EF-AFDD-F6C3-94E87D94B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21492A9-7E1F-1988-31C4-5C069DD1B74C}"/>
                  </a:ext>
                </a:extLst>
              </p:cNvPr>
              <p:cNvSpPr txBox="1"/>
              <p:nvPr/>
            </p:nvSpPr>
            <p:spPr>
              <a:xfrm>
                <a:off x="505928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21492A9-7E1F-1988-31C4-5C069DD1B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86" y="1740293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3F67908-E4C0-EBC0-67F3-815344B03E4A}"/>
                  </a:ext>
                </a:extLst>
              </p:cNvPr>
              <p:cNvSpPr txBox="1"/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3F67908-E4C0-EBC0-67F3-815344B03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82B3F27-6DD0-D237-4E62-FDEEC2FA6C0C}"/>
                  </a:ext>
                </a:extLst>
              </p:cNvPr>
              <p:cNvSpPr txBox="1"/>
              <p:nvPr/>
            </p:nvSpPr>
            <p:spPr>
              <a:xfrm>
                <a:off x="62747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82B3F27-6DD0-D237-4E62-FDEEC2FA6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53" y="1740293"/>
                <a:ext cx="36580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924C721-B580-4EF3-D795-01B31426008E}"/>
                  </a:ext>
                </a:extLst>
              </p:cNvPr>
              <p:cNvSpPr txBox="1"/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924C721-B580-4EF3-D795-01B314260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FD03584-C70A-FE05-13B1-BBAD88A3DA8E}"/>
                  </a:ext>
                </a:extLst>
              </p:cNvPr>
              <p:cNvSpPr txBox="1"/>
              <p:nvPr/>
            </p:nvSpPr>
            <p:spPr>
              <a:xfrm>
                <a:off x="7556919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FD03584-C70A-FE05-13B1-BBAD88A3D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19" y="1740293"/>
                <a:ext cx="36580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9457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1AA3-AD72-C4F5-36FB-109EACD7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/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Algorithm runs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dirty="0"/>
                  <a:t> steps,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We say, 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active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an integer</a:t>
                </a:r>
              </a:p>
              <a:p>
                <a:endParaRPr lang="en-US" dirty="0"/>
              </a:p>
              <a:p>
                <a:r>
                  <a:rPr lang="en-US" dirty="0"/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blipFill>
                <a:blip r:embed="rId2"/>
                <a:stretch>
                  <a:fillRect l="-731" t="-1064" b="-1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C40E3D6-2FA1-8792-95D9-F2441E5BC166}"/>
              </a:ext>
            </a:extLst>
          </p:cNvPr>
          <p:cNvGrpSpPr/>
          <p:nvPr/>
        </p:nvGrpSpPr>
        <p:grpSpPr>
          <a:xfrm>
            <a:off x="2852201" y="2603646"/>
            <a:ext cx="540919" cy="496835"/>
            <a:chOff x="2906701" y="2603647"/>
            <a:chExt cx="611619" cy="49683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E731210-E8A5-48B9-103F-8A295AF0283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AB1408-EDA0-9495-7407-4E526E8EEC19}"/>
              </a:ext>
            </a:extLst>
          </p:cNvPr>
          <p:cNvGrpSpPr/>
          <p:nvPr/>
        </p:nvGrpSpPr>
        <p:grpSpPr>
          <a:xfrm>
            <a:off x="3582168" y="2610710"/>
            <a:ext cx="540919" cy="496835"/>
            <a:chOff x="2906701" y="2603647"/>
            <a:chExt cx="611619" cy="49683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233C71F-072B-C879-1690-39325307F236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DCD24A-BC07-9BF9-394F-76F34B58D1CB}"/>
              </a:ext>
            </a:extLst>
          </p:cNvPr>
          <p:cNvGrpSpPr/>
          <p:nvPr/>
        </p:nvGrpSpPr>
        <p:grpSpPr>
          <a:xfrm>
            <a:off x="4312135" y="2610710"/>
            <a:ext cx="540919" cy="496835"/>
            <a:chOff x="2906701" y="2603647"/>
            <a:chExt cx="611619" cy="49683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AA91251-5717-A98A-769C-3F57140062C5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42A93A-D6D4-80EE-E37B-41E3E161A005}"/>
              </a:ext>
            </a:extLst>
          </p:cNvPr>
          <p:cNvGrpSpPr/>
          <p:nvPr/>
        </p:nvGrpSpPr>
        <p:grpSpPr>
          <a:xfrm>
            <a:off x="4984456" y="2610710"/>
            <a:ext cx="540919" cy="496835"/>
            <a:chOff x="2906701" y="2603647"/>
            <a:chExt cx="611619" cy="496835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2DD1781-9A0D-6092-EBAD-058B4609BC13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AE7090-9EEB-63D3-C289-2FD41775087D}"/>
              </a:ext>
            </a:extLst>
          </p:cNvPr>
          <p:cNvGrpSpPr/>
          <p:nvPr/>
        </p:nvGrpSpPr>
        <p:grpSpPr>
          <a:xfrm>
            <a:off x="5714423" y="2617774"/>
            <a:ext cx="540919" cy="496835"/>
            <a:chOff x="2906701" y="2603647"/>
            <a:chExt cx="611619" cy="49683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578B362-CC64-B96B-DE72-623A8281876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2D84D4C-A758-B89C-811F-D2ECECEFFDD4}"/>
              </a:ext>
            </a:extLst>
          </p:cNvPr>
          <p:cNvGrpSpPr/>
          <p:nvPr/>
        </p:nvGrpSpPr>
        <p:grpSpPr>
          <a:xfrm>
            <a:off x="6444390" y="2617774"/>
            <a:ext cx="540919" cy="496835"/>
            <a:chOff x="2906701" y="2603647"/>
            <a:chExt cx="611619" cy="49683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A1CBBCE-A2E9-1CC1-52B1-F6A407E6398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2299F72-DEAE-1694-87D7-7ABAA6525A69}"/>
              </a:ext>
            </a:extLst>
          </p:cNvPr>
          <p:cNvGrpSpPr/>
          <p:nvPr/>
        </p:nvGrpSpPr>
        <p:grpSpPr>
          <a:xfrm>
            <a:off x="7116711" y="2617774"/>
            <a:ext cx="540919" cy="496835"/>
            <a:chOff x="2906701" y="2603647"/>
            <a:chExt cx="611619" cy="49683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9CBF6E5-17C1-B5F0-C083-737BB070541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61C381-4E75-41E2-83DA-EBEA51E8F5C6}"/>
              </a:ext>
            </a:extLst>
          </p:cNvPr>
          <p:cNvGrpSpPr/>
          <p:nvPr/>
        </p:nvGrpSpPr>
        <p:grpSpPr>
          <a:xfrm>
            <a:off x="7846678" y="2617774"/>
            <a:ext cx="540919" cy="496835"/>
            <a:chOff x="2906701" y="2603647"/>
            <a:chExt cx="611619" cy="4968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72FB69D-7622-2626-5905-04F65ED7C0A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73D7782-312E-C5CE-9DBA-AC83A2A44D5D}"/>
              </a:ext>
            </a:extLst>
          </p:cNvPr>
          <p:cNvSpPr txBox="1"/>
          <p:nvPr/>
        </p:nvSpPr>
        <p:spPr>
          <a:xfrm>
            <a:off x="352138" y="1740293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Array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E9C2EF-334A-194E-957A-809B33B4F5A6}"/>
              </a:ext>
            </a:extLst>
          </p:cNvPr>
          <p:cNvSpPr txBox="1"/>
          <p:nvPr/>
        </p:nvSpPr>
        <p:spPr>
          <a:xfrm>
            <a:off x="373062" y="2603646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/>
              <p:nvPr/>
            </p:nvSpPr>
            <p:spPr>
              <a:xfrm>
                <a:off x="3122660" y="3448819"/>
                <a:ext cx="47202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Step 1: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Active Processors?? 1, 3, 5, 7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660" y="3448819"/>
                <a:ext cx="4720246" cy="369332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7B76A73-2B55-35C5-C449-C43277A44713}"/>
              </a:ext>
            </a:extLst>
          </p:cNvPr>
          <p:cNvGrpSpPr/>
          <p:nvPr/>
        </p:nvGrpSpPr>
        <p:grpSpPr>
          <a:xfrm>
            <a:off x="2906701" y="1690688"/>
            <a:ext cx="5147277" cy="508401"/>
            <a:chOff x="1005234" y="1847239"/>
            <a:chExt cx="5147277" cy="5084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5E227A-908C-B88A-9F76-9EFF57697DAE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B0AFD0C-6B6B-7654-DBF9-9CD0DD6495BE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1EF60A2-5626-8B2B-22EE-D94976D7416B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B88BC74-EA87-01C0-D620-2541B50131F6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70CFFBB-078F-6141-4FFB-BA1622B57703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698555-E8A5-3FBD-5E51-0BF46364860B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5F9518A-59DF-4FE5-28FD-1E8FD8556604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AD0758B-5824-2952-C87F-912EFF547C0E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1485A38-889D-AFB6-21BD-0495E63BAFC8}"/>
                  </a:ext>
                </a:extLst>
              </p:cNvPr>
              <p:cNvSpPr txBox="1"/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1485A38-889D-AFB6-21BD-0495E63BA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15D8FC2-A4FC-C2C0-2C26-0E6B4BCFB45D}"/>
                  </a:ext>
                </a:extLst>
              </p:cNvPr>
              <p:cNvSpPr txBox="1"/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15D8FC2-A4FC-C2C0-2C26-0E6B4BCFB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BB66582-A19C-1373-B4C9-6D1BB3E8BBD9}"/>
                  </a:ext>
                </a:extLst>
              </p:cNvPr>
              <p:cNvSpPr txBox="1"/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BB66582-A19C-1373-B4C9-6D1BB3E8B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868D2B9-F851-6AB5-69D6-735B9F6231E4}"/>
                  </a:ext>
                </a:extLst>
              </p:cNvPr>
              <p:cNvSpPr txBox="1"/>
              <p:nvPr/>
            </p:nvSpPr>
            <p:spPr>
              <a:xfrm>
                <a:off x="505928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868D2B9-F851-6AB5-69D6-735B9F623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86" y="1740293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D2E9BA5-53E5-B36C-59E2-B6F36D4E3E7B}"/>
                  </a:ext>
                </a:extLst>
              </p:cNvPr>
              <p:cNvSpPr txBox="1"/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D2E9BA5-53E5-B36C-59E2-B6F36D4E3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951D79C-19ED-E58C-94F7-128E7A18CC98}"/>
                  </a:ext>
                </a:extLst>
              </p:cNvPr>
              <p:cNvSpPr txBox="1"/>
              <p:nvPr/>
            </p:nvSpPr>
            <p:spPr>
              <a:xfrm>
                <a:off x="62747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951D79C-19ED-E58C-94F7-128E7A18C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53" y="1740293"/>
                <a:ext cx="36580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E5FD78E-ACB1-CB74-B5C8-38BD8D84EE29}"/>
                  </a:ext>
                </a:extLst>
              </p:cNvPr>
              <p:cNvSpPr txBox="1"/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E5FD78E-ACB1-CB74-B5C8-38BD8D84E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748777F-146D-13C7-AB9D-EA759108C8C7}"/>
                  </a:ext>
                </a:extLst>
              </p:cNvPr>
              <p:cNvSpPr txBox="1"/>
              <p:nvPr/>
            </p:nvSpPr>
            <p:spPr>
              <a:xfrm>
                <a:off x="7556919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748777F-146D-13C7-AB9D-EA759108C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19" y="1740293"/>
                <a:ext cx="36580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77247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1AA3-AD72-C4F5-36FB-109EACD7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/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Algorithm runs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dirty="0"/>
                  <a:t> steps,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We say, 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active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an integer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blipFill>
                <a:blip r:embed="rId2"/>
                <a:stretch>
                  <a:fillRect l="-731" t="-1064" b="-1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C40E3D6-2FA1-8792-95D9-F2441E5BC166}"/>
              </a:ext>
            </a:extLst>
          </p:cNvPr>
          <p:cNvGrpSpPr/>
          <p:nvPr/>
        </p:nvGrpSpPr>
        <p:grpSpPr>
          <a:xfrm>
            <a:off x="2852201" y="2603646"/>
            <a:ext cx="540919" cy="496835"/>
            <a:chOff x="2906701" y="2603647"/>
            <a:chExt cx="611619" cy="49683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E731210-E8A5-48B9-103F-8A295AF0283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AB1408-EDA0-9495-7407-4E526E8EEC19}"/>
              </a:ext>
            </a:extLst>
          </p:cNvPr>
          <p:cNvGrpSpPr/>
          <p:nvPr/>
        </p:nvGrpSpPr>
        <p:grpSpPr>
          <a:xfrm>
            <a:off x="3582168" y="2610710"/>
            <a:ext cx="540919" cy="496835"/>
            <a:chOff x="2906701" y="2603647"/>
            <a:chExt cx="611619" cy="49683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233C71F-072B-C879-1690-39325307F236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DCD24A-BC07-9BF9-394F-76F34B58D1CB}"/>
              </a:ext>
            </a:extLst>
          </p:cNvPr>
          <p:cNvGrpSpPr/>
          <p:nvPr/>
        </p:nvGrpSpPr>
        <p:grpSpPr>
          <a:xfrm>
            <a:off x="4312135" y="2610710"/>
            <a:ext cx="540919" cy="496835"/>
            <a:chOff x="2906701" y="2603647"/>
            <a:chExt cx="611619" cy="49683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AA91251-5717-A98A-769C-3F57140062C5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42A93A-D6D4-80EE-E37B-41E3E161A005}"/>
              </a:ext>
            </a:extLst>
          </p:cNvPr>
          <p:cNvGrpSpPr/>
          <p:nvPr/>
        </p:nvGrpSpPr>
        <p:grpSpPr>
          <a:xfrm>
            <a:off x="4984456" y="2610710"/>
            <a:ext cx="540919" cy="496835"/>
            <a:chOff x="2906701" y="2603647"/>
            <a:chExt cx="611619" cy="496835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2DD1781-9A0D-6092-EBAD-058B4609BC13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AE7090-9EEB-63D3-C289-2FD41775087D}"/>
              </a:ext>
            </a:extLst>
          </p:cNvPr>
          <p:cNvGrpSpPr/>
          <p:nvPr/>
        </p:nvGrpSpPr>
        <p:grpSpPr>
          <a:xfrm>
            <a:off x="5714423" y="2617774"/>
            <a:ext cx="540919" cy="496835"/>
            <a:chOff x="2906701" y="2603647"/>
            <a:chExt cx="611619" cy="49683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578B362-CC64-B96B-DE72-623A8281876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2D84D4C-A758-B89C-811F-D2ECECEFFDD4}"/>
              </a:ext>
            </a:extLst>
          </p:cNvPr>
          <p:cNvGrpSpPr/>
          <p:nvPr/>
        </p:nvGrpSpPr>
        <p:grpSpPr>
          <a:xfrm>
            <a:off x="6444390" y="2617774"/>
            <a:ext cx="540919" cy="496835"/>
            <a:chOff x="2906701" y="2603647"/>
            <a:chExt cx="611619" cy="49683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A1CBBCE-A2E9-1CC1-52B1-F6A407E6398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2299F72-DEAE-1694-87D7-7ABAA6525A69}"/>
              </a:ext>
            </a:extLst>
          </p:cNvPr>
          <p:cNvGrpSpPr/>
          <p:nvPr/>
        </p:nvGrpSpPr>
        <p:grpSpPr>
          <a:xfrm>
            <a:off x="7116711" y="2617774"/>
            <a:ext cx="540919" cy="496835"/>
            <a:chOff x="2906701" y="2603647"/>
            <a:chExt cx="611619" cy="49683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9CBF6E5-17C1-B5F0-C083-737BB070541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61C381-4E75-41E2-83DA-EBEA51E8F5C6}"/>
              </a:ext>
            </a:extLst>
          </p:cNvPr>
          <p:cNvGrpSpPr/>
          <p:nvPr/>
        </p:nvGrpSpPr>
        <p:grpSpPr>
          <a:xfrm>
            <a:off x="7846678" y="2617774"/>
            <a:ext cx="540919" cy="496835"/>
            <a:chOff x="2906701" y="2603647"/>
            <a:chExt cx="611619" cy="4968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72FB69D-7622-2626-5905-04F65ED7C0A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73D7782-312E-C5CE-9DBA-AC83A2A44D5D}"/>
              </a:ext>
            </a:extLst>
          </p:cNvPr>
          <p:cNvSpPr txBox="1"/>
          <p:nvPr/>
        </p:nvSpPr>
        <p:spPr>
          <a:xfrm>
            <a:off x="352138" y="1740293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Array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E9C2EF-334A-194E-957A-809B33B4F5A6}"/>
              </a:ext>
            </a:extLst>
          </p:cNvPr>
          <p:cNvSpPr txBox="1"/>
          <p:nvPr/>
        </p:nvSpPr>
        <p:spPr>
          <a:xfrm>
            <a:off x="373062" y="2603646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/>
              <p:nvPr/>
            </p:nvSpPr>
            <p:spPr>
              <a:xfrm>
                <a:off x="3122660" y="3448819"/>
                <a:ext cx="47202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Step 1: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Result of Computation?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660" y="3448819"/>
                <a:ext cx="4720246" cy="369332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B119D642-77F9-2D07-FB7A-489CB83B51C0}"/>
              </a:ext>
            </a:extLst>
          </p:cNvPr>
          <p:cNvGrpSpPr/>
          <p:nvPr/>
        </p:nvGrpSpPr>
        <p:grpSpPr>
          <a:xfrm>
            <a:off x="2906701" y="1690688"/>
            <a:ext cx="5147277" cy="508401"/>
            <a:chOff x="1005234" y="1847239"/>
            <a:chExt cx="5147277" cy="5084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DD5DB1-873E-FE03-10DD-A6FC0FE1ACF5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5D806B2-82A0-427B-EDFD-EE28BDE6AA7B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0A77714-DD90-C04B-9B89-3F5DA725990B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67CA14E-E610-D8E5-059B-B46D9A8C7DEB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C6D12E2-7F21-1187-E00D-AB108526FE78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4AB3A85-90FD-13EF-86F1-58ABE5AB4993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3E2D91C-EE54-1935-B32A-123875F89534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37E2F55-F553-A149-4E07-6EBC5AE9D3E5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7DC33E4-F6F4-A859-D236-38C5821790B6}"/>
                  </a:ext>
                </a:extLst>
              </p:cNvPr>
              <p:cNvSpPr txBox="1"/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7DC33E4-F6F4-A859-D236-38C582179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9E8BC03-BF92-A1F1-BDDA-54FBEDCC1140}"/>
                  </a:ext>
                </a:extLst>
              </p:cNvPr>
              <p:cNvSpPr txBox="1"/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9E8BC03-BF92-A1F1-BDDA-54FBEDCC1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773A819-A0CB-F883-2FFB-254DC8F59775}"/>
                  </a:ext>
                </a:extLst>
              </p:cNvPr>
              <p:cNvSpPr txBox="1"/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773A819-A0CB-F883-2FFB-254DC8F59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76456B3-AC50-1A5E-A664-24A416251B85}"/>
                  </a:ext>
                </a:extLst>
              </p:cNvPr>
              <p:cNvSpPr txBox="1"/>
              <p:nvPr/>
            </p:nvSpPr>
            <p:spPr>
              <a:xfrm>
                <a:off x="505928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76456B3-AC50-1A5E-A664-24A416251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86" y="1740293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FAE4D90-0312-5E14-7663-A20D8C06251D}"/>
                  </a:ext>
                </a:extLst>
              </p:cNvPr>
              <p:cNvSpPr txBox="1"/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FAE4D90-0312-5E14-7663-A20D8C062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DBC3B7A-9408-65CD-C94A-F7E2F1A1D595}"/>
                  </a:ext>
                </a:extLst>
              </p:cNvPr>
              <p:cNvSpPr txBox="1"/>
              <p:nvPr/>
            </p:nvSpPr>
            <p:spPr>
              <a:xfrm>
                <a:off x="62747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DBC3B7A-9408-65CD-C94A-F7E2F1A1D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53" y="1740293"/>
                <a:ext cx="36580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4347DA6-649A-721A-0CC3-749E60F8FFCA}"/>
                  </a:ext>
                </a:extLst>
              </p:cNvPr>
              <p:cNvSpPr txBox="1"/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4347DA6-649A-721A-0CC3-749E60F8F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630E2FD-92B5-72F3-5812-B2CF61595AC2}"/>
                  </a:ext>
                </a:extLst>
              </p:cNvPr>
              <p:cNvSpPr txBox="1"/>
              <p:nvPr/>
            </p:nvSpPr>
            <p:spPr>
              <a:xfrm>
                <a:off x="7556919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630E2FD-92B5-72F3-5812-B2CF61595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19" y="1740293"/>
                <a:ext cx="36580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17411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1AA3-AD72-C4F5-36FB-109EACD7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/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Algorithm runs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dirty="0"/>
                  <a:t> steps,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We say, 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active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an integer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blipFill>
                <a:blip r:embed="rId2"/>
                <a:stretch>
                  <a:fillRect l="-731" t="-1064" b="-1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C40E3D6-2FA1-8792-95D9-F2441E5BC166}"/>
              </a:ext>
            </a:extLst>
          </p:cNvPr>
          <p:cNvGrpSpPr/>
          <p:nvPr/>
        </p:nvGrpSpPr>
        <p:grpSpPr>
          <a:xfrm>
            <a:off x="2852201" y="2603646"/>
            <a:ext cx="540919" cy="496835"/>
            <a:chOff x="2906701" y="2603647"/>
            <a:chExt cx="611619" cy="49683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E731210-E8A5-48B9-103F-8A295AF0283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AB1408-EDA0-9495-7407-4E526E8EEC19}"/>
              </a:ext>
            </a:extLst>
          </p:cNvPr>
          <p:cNvGrpSpPr/>
          <p:nvPr/>
        </p:nvGrpSpPr>
        <p:grpSpPr>
          <a:xfrm>
            <a:off x="3582168" y="2610710"/>
            <a:ext cx="540919" cy="496835"/>
            <a:chOff x="2906701" y="2603647"/>
            <a:chExt cx="611619" cy="49683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233C71F-072B-C879-1690-39325307F236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DCD24A-BC07-9BF9-394F-76F34B58D1CB}"/>
              </a:ext>
            </a:extLst>
          </p:cNvPr>
          <p:cNvGrpSpPr/>
          <p:nvPr/>
        </p:nvGrpSpPr>
        <p:grpSpPr>
          <a:xfrm>
            <a:off x="4312135" y="2610710"/>
            <a:ext cx="540919" cy="496835"/>
            <a:chOff x="2906701" y="2603647"/>
            <a:chExt cx="611619" cy="49683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AA91251-5717-A98A-769C-3F57140062C5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42A93A-D6D4-80EE-E37B-41E3E161A005}"/>
              </a:ext>
            </a:extLst>
          </p:cNvPr>
          <p:cNvGrpSpPr/>
          <p:nvPr/>
        </p:nvGrpSpPr>
        <p:grpSpPr>
          <a:xfrm>
            <a:off x="4984456" y="2610710"/>
            <a:ext cx="540919" cy="496835"/>
            <a:chOff x="2906701" y="2603647"/>
            <a:chExt cx="611619" cy="496835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2DD1781-9A0D-6092-EBAD-058B4609BC13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AE7090-9EEB-63D3-C289-2FD41775087D}"/>
              </a:ext>
            </a:extLst>
          </p:cNvPr>
          <p:cNvGrpSpPr/>
          <p:nvPr/>
        </p:nvGrpSpPr>
        <p:grpSpPr>
          <a:xfrm>
            <a:off x="5714423" y="2617774"/>
            <a:ext cx="540919" cy="496835"/>
            <a:chOff x="2906701" y="2603647"/>
            <a:chExt cx="611619" cy="49683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578B362-CC64-B96B-DE72-623A8281876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2D84D4C-A758-B89C-811F-D2ECECEFFDD4}"/>
              </a:ext>
            </a:extLst>
          </p:cNvPr>
          <p:cNvGrpSpPr/>
          <p:nvPr/>
        </p:nvGrpSpPr>
        <p:grpSpPr>
          <a:xfrm>
            <a:off x="6444390" y="2617774"/>
            <a:ext cx="540919" cy="496835"/>
            <a:chOff x="2906701" y="2603647"/>
            <a:chExt cx="611619" cy="49683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A1CBBCE-A2E9-1CC1-52B1-F6A407E6398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2299F72-DEAE-1694-87D7-7ABAA6525A69}"/>
              </a:ext>
            </a:extLst>
          </p:cNvPr>
          <p:cNvGrpSpPr/>
          <p:nvPr/>
        </p:nvGrpSpPr>
        <p:grpSpPr>
          <a:xfrm>
            <a:off x="7116711" y="2617774"/>
            <a:ext cx="540919" cy="496835"/>
            <a:chOff x="2906701" y="2603647"/>
            <a:chExt cx="611619" cy="49683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9CBF6E5-17C1-B5F0-C083-737BB070541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61C381-4E75-41E2-83DA-EBEA51E8F5C6}"/>
              </a:ext>
            </a:extLst>
          </p:cNvPr>
          <p:cNvGrpSpPr/>
          <p:nvPr/>
        </p:nvGrpSpPr>
        <p:grpSpPr>
          <a:xfrm>
            <a:off x="7846678" y="2617774"/>
            <a:ext cx="540919" cy="496835"/>
            <a:chOff x="2906701" y="2603647"/>
            <a:chExt cx="611619" cy="4968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72FB69D-7622-2626-5905-04F65ED7C0A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73D7782-312E-C5CE-9DBA-AC83A2A44D5D}"/>
              </a:ext>
            </a:extLst>
          </p:cNvPr>
          <p:cNvSpPr txBox="1"/>
          <p:nvPr/>
        </p:nvSpPr>
        <p:spPr>
          <a:xfrm>
            <a:off x="352138" y="1740293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Array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E9C2EF-334A-194E-957A-809B33B4F5A6}"/>
              </a:ext>
            </a:extLst>
          </p:cNvPr>
          <p:cNvSpPr txBox="1"/>
          <p:nvPr/>
        </p:nvSpPr>
        <p:spPr>
          <a:xfrm>
            <a:off x="373062" y="2603646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/>
              <p:nvPr/>
            </p:nvSpPr>
            <p:spPr>
              <a:xfrm>
                <a:off x="3122660" y="3448819"/>
                <a:ext cx="47202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Step 1: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Result of Computation?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660" y="3448819"/>
                <a:ext cx="4720246" cy="369332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36845460-C902-2DF0-6DF9-FE7B13DEF9F0}"/>
              </a:ext>
            </a:extLst>
          </p:cNvPr>
          <p:cNvGrpSpPr/>
          <p:nvPr/>
        </p:nvGrpSpPr>
        <p:grpSpPr>
          <a:xfrm>
            <a:off x="2906701" y="1690688"/>
            <a:ext cx="5147277" cy="508401"/>
            <a:chOff x="1005234" y="1847239"/>
            <a:chExt cx="5147277" cy="5084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A45B634-5162-4557-F7B3-AA9C8AEEA6C6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F609900-95CA-9BA7-15A8-38BF7E61976D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BEEFA3-EDC8-B55A-4C7B-81EFAC827108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848E6B0-71BD-0A52-A83F-BD2857D2DA92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8511C45-9910-7D26-1249-1553C51298AB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00720E2-790D-1B4C-3FF9-B4D03FD8F43A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E998FD7-9AC0-3803-F7AC-D3AAEBED793A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5476E4A-95E1-E9D2-02C5-BCA9A72B94D0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803D951-B20B-7429-F784-6D2FA1F75069}"/>
                  </a:ext>
                </a:extLst>
              </p:cNvPr>
              <p:cNvSpPr txBox="1"/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803D951-B20B-7429-F784-6D2FA1F75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6268EFB-06D7-86FD-14F1-AB1674A4332C}"/>
                  </a:ext>
                </a:extLst>
              </p:cNvPr>
              <p:cNvSpPr txBox="1"/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6268EFB-06D7-86FD-14F1-AB1674A43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4AA0592-63C9-0B5B-D14F-EBBD30ECC340}"/>
                  </a:ext>
                </a:extLst>
              </p:cNvPr>
              <p:cNvSpPr txBox="1"/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4AA0592-63C9-0B5B-D14F-EBBD30ECC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AEABFE4-E8E7-610B-EE05-C433475FB204}"/>
                  </a:ext>
                </a:extLst>
              </p:cNvPr>
              <p:cNvSpPr txBox="1"/>
              <p:nvPr/>
            </p:nvSpPr>
            <p:spPr>
              <a:xfrm>
                <a:off x="505928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AEABFE4-E8E7-610B-EE05-C433475FB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86" y="1740293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E0BACA8-E1ED-3D99-6CCE-4DEE05EEEBA8}"/>
                  </a:ext>
                </a:extLst>
              </p:cNvPr>
              <p:cNvSpPr txBox="1"/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E0BACA8-E1ED-3D99-6CCE-4DEE05EEE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EF2BB49-4137-74C0-F2F1-26875E7317F9}"/>
                  </a:ext>
                </a:extLst>
              </p:cNvPr>
              <p:cNvSpPr txBox="1"/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EF2BB49-4137-74C0-F2F1-26875E731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4999D96-AABF-EE9F-FB4D-59B8D30A47C6}"/>
                  </a:ext>
                </a:extLst>
              </p:cNvPr>
              <p:cNvSpPr txBox="1"/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4999D96-AABF-EE9F-FB4D-59B8D30A4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33043AC-C7D9-4960-191C-561A36907F60}"/>
                  </a:ext>
                </a:extLst>
              </p:cNvPr>
              <p:cNvSpPr txBox="1"/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33043AC-C7D9-4960-191C-561A36907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B5E2B5A-22E2-FC61-4241-4521A98497FE}"/>
              </a:ext>
            </a:extLst>
          </p:cNvPr>
          <p:cNvCxnSpPr/>
          <p:nvPr/>
        </p:nvCxnSpPr>
        <p:spPr>
          <a:xfrm>
            <a:off x="3297576" y="1519963"/>
            <a:ext cx="57197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040848A-0200-B8A5-A7C1-4D5243C78FD3}"/>
              </a:ext>
            </a:extLst>
          </p:cNvPr>
          <p:cNvCxnSpPr/>
          <p:nvPr/>
        </p:nvCxnSpPr>
        <p:spPr>
          <a:xfrm>
            <a:off x="4605015" y="1520972"/>
            <a:ext cx="57197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DF90A72-2DAE-EC77-283D-E0DC40AAE81D}"/>
              </a:ext>
            </a:extLst>
          </p:cNvPr>
          <p:cNvCxnSpPr/>
          <p:nvPr/>
        </p:nvCxnSpPr>
        <p:spPr>
          <a:xfrm>
            <a:off x="5914829" y="1519963"/>
            <a:ext cx="57197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29A9477-E6A9-4F50-F846-562598897F0D}"/>
              </a:ext>
            </a:extLst>
          </p:cNvPr>
          <p:cNvCxnSpPr/>
          <p:nvPr/>
        </p:nvCxnSpPr>
        <p:spPr>
          <a:xfrm>
            <a:off x="7116711" y="1519963"/>
            <a:ext cx="57197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226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1AA3-AD72-C4F5-36FB-109EACD7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/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Algorithm runs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dirty="0"/>
                  <a:t> steps,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We say, 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active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an integer</a:t>
                </a:r>
              </a:p>
              <a:p>
                <a:endParaRPr lang="en-US" dirty="0"/>
              </a:p>
              <a:p>
                <a:r>
                  <a:rPr lang="en-US" dirty="0"/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blipFill>
                <a:blip r:embed="rId2"/>
                <a:stretch>
                  <a:fillRect l="-731" t="-1064" b="-1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C40E3D6-2FA1-8792-95D9-F2441E5BC166}"/>
              </a:ext>
            </a:extLst>
          </p:cNvPr>
          <p:cNvGrpSpPr/>
          <p:nvPr/>
        </p:nvGrpSpPr>
        <p:grpSpPr>
          <a:xfrm>
            <a:off x="2852201" y="2603646"/>
            <a:ext cx="540919" cy="496835"/>
            <a:chOff x="2906701" y="2603647"/>
            <a:chExt cx="611619" cy="49683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E731210-E8A5-48B9-103F-8A295AF0283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AB1408-EDA0-9495-7407-4E526E8EEC19}"/>
              </a:ext>
            </a:extLst>
          </p:cNvPr>
          <p:cNvGrpSpPr/>
          <p:nvPr/>
        </p:nvGrpSpPr>
        <p:grpSpPr>
          <a:xfrm>
            <a:off x="3582168" y="2610710"/>
            <a:ext cx="540919" cy="496835"/>
            <a:chOff x="2906701" y="2603647"/>
            <a:chExt cx="611619" cy="49683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233C71F-072B-C879-1690-39325307F236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DCD24A-BC07-9BF9-394F-76F34B58D1CB}"/>
              </a:ext>
            </a:extLst>
          </p:cNvPr>
          <p:cNvGrpSpPr/>
          <p:nvPr/>
        </p:nvGrpSpPr>
        <p:grpSpPr>
          <a:xfrm>
            <a:off x="4312135" y="2610710"/>
            <a:ext cx="540919" cy="496835"/>
            <a:chOff x="2906701" y="2603647"/>
            <a:chExt cx="611619" cy="49683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AA91251-5717-A98A-769C-3F57140062C5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42A93A-D6D4-80EE-E37B-41E3E161A005}"/>
              </a:ext>
            </a:extLst>
          </p:cNvPr>
          <p:cNvGrpSpPr/>
          <p:nvPr/>
        </p:nvGrpSpPr>
        <p:grpSpPr>
          <a:xfrm>
            <a:off x="4984456" y="2610710"/>
            <a:ext cx="540919" cy="496835"/>
            <a:chOff x="2906701" y="2603647"/>
            <a:chExt cx="611619" cy="496835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2DD1781-9A0D-6092-EBAD-058B4609BC13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AE7090-9EEB-63D3-C289-2FD41775087D}"/>
              </a:ext>
            </a:extLst>
          </p:cNvPr>
          <p:cNvGrpSpPr/>
          <p:nvPr/>
        </p:nvGrpSpPr>
        <p:grpSpPr>
          <a:xfrm>
            <a:off x="5714423" y="2617774"/>
            <a:ext cx="540919" cy="496835"/>
            <a:chOff x="2906701" y="2603647"/>
            <a:chExt cx="611619" cy="49683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578B362-CC64-B96B-DE72-623A8281876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2D84D4C-A758-B89C-811F-D2ECECEFFDD4}"/>
              </a:ext>
            </a:extLst>
          </p:cNvPr>
          <p:cNvGrpSpPr/>
          <p:nvPr/>
        </p:nvGrpSpPr>
        <p:grpSpPr>
          <a:xfrm>
            <a:off x="6444390" y="2617774"/>
            <a:ext cx="540919" cy="496835"/>
            <a:chOff x="2906701" y="2603647"/>
            <a:chExt cx="611619" cy="49683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A1CBBCE-A2E9-1CC1-52B1-F6A407E6398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2299F72-DEAE-1694-87D7-7ABAA6525A69}"/>
              </a:ext>
            </a:extLst>
          </p:cNvPr>
          <p:cNvGrpSpPr/>
          <p:nvPr/>
        </p:nvGrpSpPr>
        <p:grpSpPr>
          <a:xfrm>
            <a:off x="7116711" y="2617774"/>
            <a:ext cx="540919" cy="496835"/>
            <a:chOff x="2906701" y="2603647"/>
            <a:chExt cx="611619" cy="49683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9CBF6E5-17C1-B5F0-C083-737BB070541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61C381-4E75-41E2-83DA-EBEA51E8F5C6}"/>
              </a:ext>
            </a:extLst>
          </p:cNvPr>
          <p:cNvGrpSpPr/>
          <p:nvPr/>
        </p:nvGrpSpPr>
        <p:grpSpPr>
          <a:xfrm>
            <a:off x="7846678" y="2617774"/>
            <a:ext cx="540919" cy="496835"/>
            <a:chOff x="2906701" y="2603647"/>
            <a:chExt cx="611619" cy="4968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72FB69D-7622-2626-5905-04F65ED7C0A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73D7782-312E-C5CE-9DBA-AC83A2A44D5D}"/>
              </a:ext>
            </a:extLst>
          </p:cNvPr>
          <p:cNvSpPr txBox="1"/>
          <p:nvPr/>
        </p:nvSpPr>
        <p:spPr>
          <a:xfrm>
            <a:off x="352138" y="1740293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Array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E9C2EF-334A-194E-957A-809B33B4F5A6}"/>
              </a:ext>
            </a:extLst>
          </p:cNvPr>
          <p:cNvSpPr txBox="1"/>
          <p:nvPr/>
        </p:nvSpPr>
        <p:spPr>
          <a:xfrm>
            <a:off x="373062" y="2603646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/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Step 1: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Active Processors??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A017027-1F71-1625-802F-2B3F5996AB23}"/>
              </a:ext>
            </a:extLst>
          </p:cNvPr>
          <p:cNvGrpSpPr/>
          <p:nvPr/>
        </p:nvGrpSpPr>
        <p:grpSpPr>
          <a:xfrm>
            <a:off x="2906701" y="1690688"/>
            <a:ext cx="5147277" cy="508401"/>
            <a:chOff x="1005234" y="1847239"/>
            <a:chExt cx="5147277" cy="50840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CE4456-F55C-2670-9C96-F40D3B96FF03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A07EFB-5A6C-23E8-A21F-406D274DF557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53FE494-7BF6-45BE-A112-9EEB8F425ABD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070D6A-C9BB-C467-E3B5-E9AB2ADB8FB4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4D3DC77-2488-774D-A222-E163F525C4F0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F94BBC0-ABDC-79B7-813E-0E9CBCCBE2AB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8D7A40E-86FC-3FAC-4027-4508E0CAA4AF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10BE52-019D-94D5-FA03-D5ABBEBEC9CD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7974-DBC3-8066-DE21-4951D24337F8}"/>
                  </a:ext>
                </a:extLst>
              </p:cNvPr>
              <p:cNvSpPr txBox="1"/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7974-DBC3-8066-DE21-4951D2433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B22AC7-54AD-870A-D83A-ABDABBB158FD}"/>
                  </a:ext>
                </a:extLst>
              </p:cNvPr>
              <p:cNvSpPr txBox="1"/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B22AC7-54AD-870A-D83A-ABDABBB15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64BE29-C919-71A6-58BD-E7D9B42FEE05}"/>
                  </a:ext>
                </a:extLst>
              </p:cNvPr>
              <p:cNvSpPr txBox="1"/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64BE29-C919-71A6-58BD-E7D9B42FE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25F0-9AE5-BA37-2062-1B8BA5F1E9E1}"/>
                  </a:ext>
                </a:extLst>
              </p:cNvPr>
              <p:cNvSpPr txBox="1"/>
              <p:nvPr/>
            </p:nvSpPr>
            <p:spPr>
              <a:xfrm>
                <a:off x="505928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25F0-9AE5-BA37-2062-1B8BA5F1E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86" y="1740293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6CDC8-9B4F-EC34-615A-D06D39E8B2AA}"/>
                  </a:ext>
                </a:extLst>
              </p:cNvPr>
              <p:cNvSpPr txBox="1"/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6CDC8-9B4F-EC34-615A-D06D39E8B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FC4F0F-1A22-A3C1-798C-B527948DC7D0}"/>
                  </a:ext>
                </a:extLst>
              </p:cNvPr>
              <p:cNvSpPr txBox="1"/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FC4F0F-1A22-A3C1-798C-B527948DC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AB096-9E9D-F29A-BAA5-2EBCFC61A480}"/>
                  </a:ext>
                </a:extLst>
              </p:cNvPr>
              <p:cNvSpPr txBox="1"/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AB096-9E9D-F29A-BAA5-2EBCFC61A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F96A88-B16F-643B-ED88-FB74CD4B109B}"/>
                  </a:ext>
                </a:extLst>
              </p:cNvPr>
              <p:cNvSpPr txBox="1"/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F96A88-B16F-643B-ED88-FB74CD4B1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754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1AA3-AD72-C4F5-36FB-109EACD7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/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Algorithm runs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dirty="0"/>
                  <a:t> steps,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We say, 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active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an integer</a:t>
                </a:r>
              </a:p>
              <a:p>
                <a:endParaRPr lang="en-US" dirty="0"/>
              </a:p>
              <a:p>
                <a:r>
                  <a:rPr lang="en-US" dirty="0"/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blipFill>
                <a:blip r:embed="rId2"/>
                <a:stretch>
                  <a:fillRect l="-731" t="-1064" b="-1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C40E3D6-2FA1-8792-95D9-F2441E5BC166}"/>
              </a:ext>
            </a:extLst>
          </p:cNvPr>
          <p:cNvGrpSpPr/>
          <p:nvPr/>
        </p:nvGrpSpPr>
        <p:grpSpPr>
          <a:xfrm>
            <a:off x="2852201" y="2603646"/>
            <a:ext cx="540919" cy="496835"/>
            <a:chOff x="2906701" y="2603647"/>
            <a:chExt cx="611619" cy="49683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E731210-E8A5-48B9-103F-8A295AF0283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AB1408-EDA0-9495-7407-4E526E8EEC19}"/>
              </a:ext>
            </a:extLst>
          </p:cNvPr>
          <p:cNvGrpSpPr/>
          <p:nvPr/>
        </p:nvGrpSpPr>
        <p:grpSpPr>
          <a:xfrm>
            <a:off x="3582168" y="2610710"/>
            <a:ext cx="540919" cy="496835"/>
            <a:chOff x="2906701" y="2603647"/>
            <a:chExt cx="611619" cy="49683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233C71F-072B-C879-1690-39325307F236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DCD24A-BC07-9BF9-394F-76F34B58D1CB}"/>
              </a:ext>
            </a:extLst>
          </p:cNvPr>
          <p:cNvGrpSpPr/>
          <p:nvPr/>
        </p:nvGrpSpPr>
        <p:grpSpPr>
          <a:xfrm>
            <a:off x="4312135" y="2610710"/>
            <a:ext cx="540919" cy="496835"/>
            <a:chOff x="2906701" y="2603647"/>
            <a:chExt cx="611619" cy="49683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AA91251-5717-A98A-769C-3F57140062C5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42A93A-D6D4-80EE-E37B-41E3E161A005}"/>
              </a:ext>
            </a:extLst>
          </p:cNvPr>
          <p:cNvGrpSpPr/>
          <p:nvPr/>
        </p:nvGrpSpPr>
        <p:grpSpPr>
          <a:xfrm>
            <a:off x="4984456" y="2610710"/>
            <a:ext cx="540919" cy="496835"/>
            <a:chOff x="2906701" y="2603647"/>
            <a:chExt cx="611619" cy="496835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2DD1781-9A0D-6092-EBAD-058B4609BC13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AE7090-9EEB-63D3-C289-2FD41775087D}"/>
              </a:ext>
            </a:extLst>
          </p:cNvPr>
          <p:cNvGrpSpPr/>
          <p:nvPr/>
        </p:nvGrpSpPr>
        <p:grpSpPr>
          <a:xfrm>
            <a:off x="5714423" y="2617774"/>
            <a:ext cx="540919" cy="496835"/>
            <a:chOff x="2906701" y="2603647"/>
            <a:chExt cx="611619" cy="49683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578B362-CC64-B96B-DE72-623A8281876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2D84D4C-A758-B89C-811F-D2ECECEFFDD4}"/>
              </a:ext>
            </a:extLst>
          </p:cNvPr>
          <p:cNvGrpSpPr/>
          <p:nvPr/>
        </p:nvGrpSpPr>
        <p:grpSpPr>
          <a:xfrm>
            <a:off x="6444390" y="2617774"/>
            <a:ext cx="540919" cy="496835"/>
            <a:chOff x="2906701" y="2603647"/>
            <a:chExt cx="611619" cy="49683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A1CBBCE-A2E9-1CC1-52B1-F6A407E6398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2299F72-DEAE-1694-87D7-7ABAA6525A69}"/>
              </a:ext>
            </a:extLst>
          </p:cNvPr>
          <p:cNvGrpSpPr/>
          <p:nvPr/>
        </p:nvGrpSpPr>
        <p:grpSpPr>
          <a:xfrm>
            <a:off x="7116711" y="2617774"/>
            <a:ext cx="540919" cy="496835"/>
            <a:chOff x="2906701" y="2603647"/>
            <a:chExt cx="611619" cy="49683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9CBF6E5-17C1-B5F0-C083-737BB070541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61C381-4E75-41E2-83DA-EBEA51E8F5C6}"/>
              </a:ext>
            </a:extLst>
          </p:cNvPr>
          <p:cNvGrpSpPr/>
          <p:nvPr/>
        </p:nvGrpSpPr>
        <p:grpSpPr>
          <a:xfrm>
            <a:off x="7846678" y="2617774"/>
            <a:ext cx="540919" cy="496835"/>
            <a:chOff x="2906701" y="2603647"/>
            <a:chExt cx="611619" cy="4968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72FB69D-7622-2626-5905-04F65ED7C0A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73D7782-312E-C5CE-9DBA-AC83A2A44D5D}"/>
              </a:ext>
            </a:extLst>
          </p:cNvPr>
          <p:cNvSpPr txBox="1"/>
          <p:nvPr/>
        </p:nvSpPr>
        <p:spPr>
          <a:xfrm>
            <a:off x="352138" y="1740293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Array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E9C2EF-334A-194E-957A-809B33B4F5A6}"/>
              </a:ext>
            </a:extLst>
          </p:cNvPr>
          <p:cNvSpPr txBox="1"/>
          <p:nvPr/>
        </p:nvSpPr>
        <p:spPr>
          <a:xfrm>
            <a:off x="373062" y="2603646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/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Step 1: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Active Processors?? 3,7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A017027-1F71-1625-802F-2B3F5996AB23}"/>
              </a:ext>
            </a:extLst>
          </p:cNvPr>
          <p:cNvGrpSpPr/>
          <p:nvPr/>
        </p:nvGrpSpPr>
        <p:grpSpPr>
          <a:xfrm>
            <a:off x="2906701" y="1690688"/>
            <a:ext cx="5147277" cy="508401"/>
            <a:chOff x="1005234" y="1847239"/>
            <a:chExt cx="5147277" cy="50840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CE4456-F55C-2670-9C96-F40D3B96FF03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A07EFB-5A6C-23E8-A21F-406D274DF557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53FE494-7BF6-45BE-A112-9EEB8F425ABD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070D6A-C9BB-C467-E3B5-E9AB2ADB8FB4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4D3DC77-2488-774D-A222-E163F525C4F0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F94BBC0-ABDC-79B7-813E-0E9CBCCBE2AB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8D7A40E-86FC-3FAC-4027-4508E0CAA4AF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10BE52-019D-94D5-FA03-D5ABBEBEC9CD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7974-DBC3-8066-DE21-4951D24337F8}"/>
                  </a:ext>
                </a:extLst>
              </p:cNvPr>
              <p:cNvSpPr txBox="1"/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7974-DBC3-8066-DE21-4951D2433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B22AC7-54AD-870A-D83A-ABDABBB158FD}"/>
                  </a:ext>
                </a:extLst>
              </p:cNvPr>
              <p:cNvSpPr txBox="1"/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B22AC7-54AD-870A-D83A-ABDABBB15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64BE29-C919-71A6-58BD-E7D9B42FEE05}"/>
                  </a:ext>
                </a:extLst>
              </p:cNvPr>
              <p:cNvSpPr txBox="1"/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64BE29-C919-71A6-58BD-E7D9B42FE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25F0-9AE5-BA37-2062-1B8BA5F1E9E1}"/>
                  </a:ext>
                </a:extLst>
              </p:cNvPr>
              <p:cNvSpPr txBox="1"/>
              <p:nvPr/>
            </p:nvSpPr>
            <p:spPr>
              <a:xfrm>
                <a:off x="505928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25F0-9AE5-BA37-2062-1B8BA5F1E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86" y="1740293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6CDC8-9B4F-EC34-615A-D06D39E8B2AA}"/>
                  </a:ext>
                </a:extLst>
              </p:cNvPr>
              <p:cNvSpPr txBox="1"/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6CDC8-9B4F-EC34-615A-D06D39E8B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FC4F0F-1A22-A3C1-798C-B527948DC7D0}"/>
                  </a:ext>
                </a:extLst>
              </p:cNvPr>
              <p:cNvSpPr txBox="1"/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FC4F0F-1A22-A3C1-798C-B527948DC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AB096-9E9D-F29A-BAA5-2EBCFC61A480}"/>
                  </a:ext>
                </a:extLst>
              </p:cNvPr>
              <p:cNvSpPr txBox="1"/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AB096-9E9D-F29A-BAA5-2EBCFC61A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F96A88-B16F-643B-ED88-FB74CD4B109B}"/>
                  </a:ext>
                </a:extLst>
              </p:cNvPr>
              <p:cNvSpPr txBox="1"/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F96A88-B16F-643B-ED88-FB74CD4B1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32075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1AA3-AD72-C4F5-36FB-109EACD7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/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Algorithm runs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dirty="0"/>
                  <a:t> steps,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We say, 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active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an integer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blipFill>
                <a:blip r:embed="rId2"/>
                <a:stretch>
                  <a:fillRect l="-731" t="-1064" b="-1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C40E3D6-2FA1-8792-95D9-F2441E5BC166}"/>
              </a:ext>
            </a:extLst>
          </p:cNvPr>
          <p:cNvGrpSpPr/>
          <p:nvPr/>
        </p:nvGrpSpPr>
        <p:grpSpPr>
          <a:xfrm>
            <a:off x="2852201" y="2603646"/>
            <a:ext cx="540919" cy="496835"/>
            <a:chOff x="2906701" y="2603647"/>
            <a:chExt cx="611619" cy="49683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E731210-E8A5-48B9-103F-8A295AF0283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AB1408-EDA0-9495-7407-4E526E8EEC19}"/>
              </a:ext>
            </a:extLst>
          </p:cNvPr>
          <p:cNvGrpSpPr/>
          <p:nvPr/>
        </p:nvGrpSpPr>
        <p:grpSpPr>
          <a:xfrm>
            <a:off x="3582168" y="2610710"/>
            <a:ext cx="540919" cy="496835"/>
            <a:chOff x="2906701" y="2603647"/>
            <a:chExt cx="611619" cy="49683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233C71F-072B-C879-1690-39325307F236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DCD24A-BC07-9BF9-394F-76F34B58D1CB}"/>
              </a:ext>
            </a:extLst>
          </p:cNvPr>
          <p:cNvGrpSpPr/>
          <p:nvPr/>
        </p:nvGrpSpPr>
        <p:grpSpPr>
          <a:xfrm>
            <a:off x="4312135" y="2610710"/>
            <a:ext cx="540919" cy="496835"/>
            <a:chOff x="2906701" y="2603647"/>
            <a:chExt cx="611619" cy="49683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AA91251-5717-A98A-769C-3F57140062C5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42A93A-D6D4-80EE-E37B-41E3E161A005}"/>
              </a:ext>
            </a:extLst>
          </p:cNvPr>
          <p:cNvGrpSpPr/>
          <p:nvPr/>
        </p:nvGrpSpPr>
        <p:grpSpPr>
          <a:xfrm>
            <a:off x="4984456" y="2610710"/>
            <a:ext cx="540919" cy="496835"/>
            <a:chOff x="2906701" y="2603647"/>
            <a:chExt cx="611619" cy="496835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2DD1781-9A0D-6092-EBAD-058B4609BC13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AE7090-9EEB-63D3-C289-2FD41775087D}"/>
              </a:ext>
            </a:extLst>
          </p:cNvPr>
          <p:cNvGrpSpPr/>
          <p:nvPr/>
        </p:nvGrpSpPr>
        <p:grpSpPr>
          <a:xfrm>
            <a:off x="5714423" y="2617774"/>
            <a:ext cx="540919" cy="496835"/>
            <a:chOff x="2906701" y="2603647"/>
            <a:chExt cx="611619" cy="49683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578B362-CC64-B96B-DE72-623A8281876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2D84D4C-A758-B89C-811F-D2ECECEFFDD4}"/>
              </a:ext>
            </a:extLst>
          </p:cNvPr>
          <p:cNvGrpSpPr/>
          <p:nvPr/>
        </p:nvGrpSpPr>
        <p:grpSpPr>
          <a:xfrm>
            <a:off x="6444390" y="2617774"/>
            <a:ext cx="540919" cy="496835"/>
            <a:chOff x="2906701" y="2603647"/>
            <a:chExt cx="611619" cy="49683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A1CBBCE-A2E9-1CC1-52B1-F6A407E6398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2299F72-DEAE-1694-87D7-7ABAA6525A69}"/>
              </a:ext>
            </a:extLst>
          </p:cNvPr>
          <p:cNvGrpSpPr/>
          <p:nvPr/>
        </p:nvGrpSpPr>
        <p:grpSpPr>
          <a:xfrm>
            <a:off x="7116711" y="2617774"/>
            <a:ext cx="540919" cy="496835"/>
            <a:chOff x="2906701" y="2603647"/>
            <a:chExt cx="611619" cy="49683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9CBF6E5-17C1-B5F0-C083-737BB070541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61C381-4E75-41E2-83DA-EBEA51E8F5C6}"/>
              </a:ext>
            </a:extLst>
          </p:cNvPr>
          <p:cNvGrpSpPr/>
          <p:nvPr/>
        </p:nvGrpSpPr>
        <p:grpSpPr>
          <a:xfrm>
            <a:off x="7846678" y="2617774"/>
            <a:ext cx="540919" cy="496835"/>
            <a:chOff x="2906701" y="2603647"/>
            <a:chExt cx="611619" cy="4968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72FB69D-7622-2626-5905-04F65ED7C0A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73D7782-312E-C5CE-9DBA-AC83A2A44D5D}"/>
              </a:ext>
            </a:extLst>
          </p:cNvPr>
          <p:cNvSpPr txBox="1"/>
          <p:nvPr/>
        </p:nvSpPr>
        <p:spPr>
          <a:xfrm>
            <a:off x="352138" y="1740293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Array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E9C2EF-334A-194E-957A-809B33B4F5A6}"/>
              </a:ext>
            </a:extLst>
          </p:cNvPr>
          <p:cNvSpPr txBox="1"/>
          <p:nvPr/>
        </p:nvSpPr>
        <p:spPr>
          <a:xfrm>
            <a:off x="373062" y="2603646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/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Step 1: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Computations?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A017027-1F71-1625-802F-2B3F5996AB23}"/>
              </a:ext>
            </a:extLst>
          </p:cNvPr>
          <p:cNvGrpSpPr/>
          <p:nvPr/>
        </p:nvGrpSpPr>
        <p:grpSpPr>
          <a:xfrm>
            <a:off x="2906701" y="1690688"/>
            <a:ext cx="5147277" cy="508401"/>
            <a:chOff x="1005234" y="1847239"/>
            <a:chExt cx="5147277" cy="50840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CE4456-F55C-2670-9C96-F40D3B96FF03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A07EFB-5A6C-23E8-A21F-406D274DF557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53FE494-7BF6-45BE-A112-9EEB8F425ABD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070D6A-C9BB-C467-E3B5-E9AB2ADB8FB4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4D3DC77-2488-774D-A222-E163F525C4F0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F94BBC0-ABDC-79B7-813E-0E9CBCCBE2AB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8D7A40E-86FC-3FAC-4027-4508E0CAA4AF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10BE52-019D-94D5-FA03-D5ABBEBEC9CD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7974-DBC3-8066-DE21-4951D24337F8}"/>
                  </a:ext>
                </a:extLst>
              </p:cNvPr>
              <p:cNvSpPr txBox="1"/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7974-DBC3-8066-DE21-4951D2433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B22AC7-54AD-870A-D83A-ABDABBB158FD}"/>
                  </a:ext>
                </a:extLst>
              </p:cNvPr>
              <p:cNvSpPr txBox="1"/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B22AC7-54AD-870A-D83A-ABDABBB15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64BE29-C919-71A6-58BD-E7D9B42FEE05}"/>
                  </a:ext>
                </a:extLst>
              </p:cNvPr>
              <p:cNvSpPr txBox="1"/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64BE29-C919-71A6-58BD-E7D9B42FE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25F0-9AE5-BA37-2062-1B8BA5F1E9E1}"/>
                  </a:ext>
                </a:extLst>
              </p:cNvPr>
              <p:cNvSpPr txBox="1"/>
              <p:nvPr/>
            </p:nvSpPr>
            <p:spPr>
              <a:xfrm>
                <a:off x="505928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25F0-9AE5-BA37-2062-1B8BA5F1E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86" y="1740293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6CDC8-9B4F-EC34-615A-D06D39E8B2AA}"/>
                  </a:ext>
                </a:extLst>
              </p:cNvPr>
              <p:cNvSpPr txBox="1"/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6CDC8-9B4F-EC34-615A-D06D39E8B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FC4F0F-1A22-A3C1-798C-B527948DC7D0}"/>
                  </a:ext>
                </a:extLst>
              </p:cNvPr>
              <p:cNvSpPr txBox="1"/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FC4F0F-1A22-A3C1-798C-B527948DC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AB096-9E9D-F29A-BAA5-2EBCFC61A480}"/>
                  </a:ext>
                </a:extLst>
              </p:cNvPr>
              <p:cNvSpPr txBox="1"/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AB096-9E9D-F29A-BAA5-2EBCFC61A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F96A88-B16F-643B-ED88-FB74CD4B109B}"/>
                  </a:ext>
                </a:extLst>
              </p:cNvPr>
              <p:cNvSpPr txBox="1"/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F96A88-B16F-643B-ED88-FB74CD4B1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88891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1AA3-AD72-C4F5-36FB-109EACD7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/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Algorithm runs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dirty="0"/>
                  <a:t> steps,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We say, 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active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an integer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blipFill>
                <a:blip r:embed="rId2"/>
                <a:stretch>
                  <a:fillRect l="-731" t="-1064" b="-1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C40E3D6-2FA1-8792-95D9-F2441E5BC166}"/>
              </a:ext>
            </a:extLst>
          </p:cNvPr>
          <p:cNvGrpSpPr/>
          <p:nvPr/>
        </p:nvGrpSpPr>
        <p:grpSpPr>
          <a:xfrm>
            <a:off x="2852201" y="2603646"/>
            <a:ext cx="540919" cy="496835"/>
            <a:chOff x="2906701" y="2603647"/>
            <a:chExt cx="611619" cy="49683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E731210-E8A5-48B9-103F-8A295AF0283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AB1408-EDA0-9495-7407-4E526E8EEC19}"/>
              </a:ext>
            </a:extLst>
          </p:cNvPr>
          <p:cNvGrpSpPr/>
          <p:nvPr/>
        </p:nvGrpSpPr>
        <p:grpSpPr>
          <a:xfrm>
            <a:off x="3582168" y="2610710"/>
            <a:ext cx="540919" cy="496835"/>
            <a:chOff x="2906701" y="2603647"/>
            <a:chExt cx="611619" cy="49683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233C71F-072B-C879-1690-39325307F236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DCD24A-BC07-9BF9-394F-76F34B58D1CB}"/>
              </a:ext>
            </a:extLst>
          </p:cNvPr>
          <p:cNvGrpSpPr/>
          <p:nvPr/>
        </p:nvGrpSpPr>
        <p:grpSpPr>
          <a:xfrm>
            <a:off x="4312135" y="2610710"/>
            <a:ext cx="540919" cy="496835"/>
            <a:chOff x="2906701" y="2603647"/>
            <a:chExt cx="611619" cy="49683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AA91251-5717-A98A-769C-3F57140062C5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42A93A-D6D4-80EE-E37B-41E3E161A005}"/>
              </a:ext>
            </a:extLst>
          </p:cNvPr>
          <p:cNvGrpSpPr/>
          <p:nvPr/>
        </p:nvGrpSpPr>
        <p:grpSpPr>
          <a:xfrm>
            <a:off x="4984456" y="2610710"/>
            <a:ext cx="540919" cy="496835"/>
            <a:chOff x="2906701" y="2603647"/>
            <a:chExt cx="611619" cy="496835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2DD1781-9A0D-6092-EBAD-058B4609BC13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AE7090-9EEB-63D3-C289-2FD41775087D}"/>
              </a:ext>
            </a:extLst>
          </p:cNvPr>
          <p:cNvGrpSpPr/>
          <p:nvPr/>
        </p:nvGrpSpPr>
        <p:grpSpPr>
          <a:xfrm>
            <a:off x="5714423" y="2617774"/>
            <a:ext cx="540919" cy="496835"/>
            <a:chOff x="2906701" y="2603647"/>
            <a:chExt cx="611619" cy="49683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578B362-CC64-B96B-DE72-623A8281876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2D84D4C-A758-B89C-811F-D2ECECEFFDD4}"/>
              </a:ext>
            </a:extLst>
          </p:cNvPr>
          <p:cNvGrpSpPr/>
          <p:nvPr/>
        </p:nvGrpSpPr>
        <p:grpSpPr>
          <a:xfrm>
            <a:off x="6444390" y="2617774"/>
            <a:ext cx="540919" cy="496835"/>
            <a:chOff x="2906701" y="2603647"/>
            <a:chExt cx="611619" cy="49683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A1CBBCE-A2E9-1CC1-52B1-F6A407E6398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2299F72-DEAE-1694-87D7-7ABAA6525A69}"/>
              </a:ext>
            </a:extLst>
          </p:cNvPr>
          <p:cNvGrpSpPr/>
          <p:nvPr/>
        </p:nvGrpSpPr>
        <p:grpSpPr>
          <a:xfrm>
            <a:off x="7116711" y="2617774"/>
            <a:ext cx="540919" cy="496835"/>
            <a:chOff x="2906701" y="2603647"/>
            <a:chExt cx="611619" cy="49683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9CBF6E5-17C1-B5F0-C083-737BB070541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61C381-4E75-41E2-83DA-EBEA51E8F5C6}"/>
              </a:ext>
            </a:extLst>
          </p:cNvPr>
          <p:cNvGrpSpPr/>
          <p:nvPr/>
        </p:nvGrpSpPr>
        <p:grpSpPr>
          <a:xfrm>
            <a:off x="7846678" y="2617774"/>
            <a:ext cx="540919" cy="496835"/>
            <a:chOff x="2906701" y="2603647"/>
            <a:chExt cx="611619" cy="4968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72FB69D-7622-2626-5905-04F65ED7C0A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73D7782-312E-C5CE-9DBA-AC83A2A44D5D}"/>
              </a:ext>
            </a:extLst>
          </p:cNvPr>
          <p:cNvSpPr txBox="1"/>
          <p:nvPr/>
        </p:nvSpPr>
        <p:spPr>
          <a:xfrm>
            <a:off x="352138" y="1740293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Array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E9C2EF-334A-194E-957A-809B33B4F5A6}"/>
              </a:ext>
            </a:extLst>
          </p:cNvPr>
          <p:cNvSpPr txBox="1"/>
          <p:nvPr/>
        </p:nvSpPr>
        <p:spPr>
          <a:xfrm>
            <a:off x="373062" y="2603646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/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Step 1: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Computations?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A017027-1F71-1625-802F-2B3F5996AB23}"/>
              </a:ext>
            </a:extLst>
          </p:cNvPr>
          <p:cNvGrpSpPr/>
          <p:nvPr/>
        </p:nvGrpSpPr>
        <p:grpSpPr>
          <a:xfrm>
            <a:off x="2906701" y="1690688"/>
            <a:ext cx="5147277" cy="508401"/>
            <a:chOff x="1005234" y="1847239"/>
            <a:chExt cx="5147277" cy="50840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CE4456-F55C-2670-9C96-F40D3B96FF03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A07EFB-5A6C-23E8-A21F-406D274DF557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53FE494-7BF6-45BE-A112-9EEB8F425ABD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070D6A-C9BB-C467-E3B5-E9AB2ADB8FB4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4D3DC77-2488-774D-A222-E163F525C4F0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F94BBC0-ABDC-79B7-813E-0E9CBCCBE2AB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8D7A40E-86FC-3FAC-4027-4508E0CAA4AF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10BE52-019D-94D5-FA03-D5ABBEBEC9CD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7974-DBC3-8066-DE21-4951D24337F8}"/>
                  </a:ext>
                </a:extLst>
              </p:cNvPr>
              <p:cNvSpPr txBox="1"/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7974-DBC3-8066-DE21-4951D2433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B22AC7-54AD-870A-D83A-ABDABBB158FD}"/>
                  </a:ext>
                </a:extLst>
              </p:cNvPr>
              <p:cNvSpPr txBox="1"/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B22AC7-54AD-870A-D83A-ABDABBB15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64BE29-C919-71A6-58BD-E7D9B42FEE05}"/>
                  </a:ext>
                </a:extLst>
              </p:cNvPr>
              <p:cNvSpPr txBox="1"/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64BE29-C919-71A6-58BD-E7D9B42FE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25F0-9AE5-BA37-2062-1B8BA5F1E9E1}"/>
                  </a:ext>
                </a:extLst>
              </p:cNvPr>
              <p:cNvSpPr txBox="1"/>
              <p:nvPr/>
            </p:nvSpPr>
            <p:spPr>
              <a:xfrm>
                <a:off x="5059286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25F0-9AE5-BA37-2062-1B8BA5F1E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86" y="1740293"/>
                <a:ext cx="49404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6CDC8-9B4F-EC34-615A-D06D39E8B2AA}"/>
                  </a:ext>
                </a:extLst>
              </p:cNvPr>
              <p:cNvSpPr txBox="1"/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6CDC8-9B4F-EC34-615A-D06D39E8B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FC4F0F-1A22-A3C1-798C-B527948DC7D0}"/>
                  </a:ext>
                </a:extLst>
              </p:cNvPr>
              <p:cNvSpPr txBox="1"/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FC4F0F-1A22-A3C1-798C-B527948DC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AB096-9E9D-F29A-BAA5-2EBCFC61A480}"/>
                  </a:ext>
                </a:extLst>
              </p:cNvPr>
              <p:cNvSpPr txBox="1"/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AB096-9E9D-F29A-BAA5-2EBCFC61A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F96A88-B16F-643B-ED88-FB74CD4B109B}"/>
                  </a:ext>
                </a:extLst>
              </p:cNvPr>
              <p:cNvSpPr txBox="1"/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26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F96A88-B16F-643B-ED88-FB74CD4B1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C0B5C5-67E4-A162-2A48-88F291A3E001}"/>
              </a:ext>
            </a:extLst>
          </p:cNvPr>
          <p:cNvCxnSpPr>
            <a:cxnSpLocks/>
          </p:cNvCxnSpPr>
          <p:nvPr/>
        </p:nvCxnSpPr>
        <p:spPr>
          <a:xfrm>
            <a:off x="3837101" y="1513908"/>
            <a:ext cx="145551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99B5690-D8C2-EF7C-28D0-F04A62940E80}"/>
              </a:ext>
            </a:extLst>
          </p:cNvPr>
          <p:cNvCxnSpPr>
            <a:cxnSpLocks/>
          </p:cNvCxnSpPr>
          <p:nvPr/>
        </p:nvCxnSpPr>
        <p:spPr>
          <a:xfrm>
            <a:off x="6388951" y="1513908"/>
            <a:ext cx="145551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6201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1AA3-AD72-C4F5-36FB-109EACD7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/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Algorithm runs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dirty="0"/>
                  <a:t> steps,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We say, 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active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an integer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blipFill>
                <a:blip r:embed="rId2"/>
                <a:stretch>
                  <a:fillRect l="-731" t="-1064" b="-1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C40E3D6-2FA1-8792-95D9-F2441E5BC166}"/>
              </a:ext>
            </a:extLst>
          </p:cNvPr>
          <p:cNvGrpSpPr/>
          <p:nvPr/>
        </p:nvGrpSpPr>
        <p:grpSpPr>
          <a:xfrm>
            <a:off x="2852201" y="2603646"/>
            <a:ext cx="540919" cy="496835"/>
            <a:chOff x="2906701" y="2603647"/>
            <a:chExt cx="611619" cy="49683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E731210-E8A5-48B9-103F-8A295AF0283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AB1408-EDA0-9495-7407-4E526E8EEC19}"/>
              </a:ext>
            </a:extLst>
          </p:cNvPr>
          <p:cNvGrpSpPr/>
          <p:nvPr/>
        </p:nvGrpSpPr>
        <p:grpSpPr>
          <a:xfrm>
            <a:off x="3582168" y="2610710"/>
            <a:ext cx="540919" cy="496835"/>
            <a:chOff x="2906701" y="2603647"/>
            <a:chExt cx="611619" cy="49683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233C71F-072B-C879-1690-39325307F236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DCD24A-BC07-9BF9-394F-76F34B58D1CB}"/>
              </a:ext>
            </a:extLst>
          </p:cNvPr>
          <p:cNvGrpSpPr/>
          <p:nvPr/>
        </p:nvGrpSpPr>
        <p:grpSpPr>
          <a:xfrm>
            <a:off x="4312135" y="2610710"/>
            <a:ext cx="540919" cy="496835"/>
            <a:chOff x="2906701" y="2603647"/>
            <a:chExt cx="611619" cy="49683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AA91251-5717-A98A-769C-3F57140062C5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42A93A-D6D4-80EE-E37B-41E3E161A005}"/>
              </a:ext>
            </a:extLst>
          </p:cNvPr>
          <p:cNvGrpSpPr/>
          <p:nvPr/>
        </p:nvGrpSpPr>
        <p:grpSpPr>
          <a:xfrm>
            <a:off x="4984456" y="2610710"/>
            <a:ext cx="540919" cy="496835"/>
            <a:chOff x="2906701" y="2603647"/>
            <a:chExt cx="611619" cy="496835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2DD1781-9A0D-6092-EBAD-058B4609BC13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AE7090-9EEB-63D3-C289-2FD41775087D}"/>
              </a:ext>
            </a:extLst>
          </p:cNvPr>
          <p:cNvGrpSpPr/>
          <p:nvPr/>
        </p:nvGrpSpPr>
        <p:grpSpPr>
          <a:xfrm>
            <a:off x="5714423" y="2617774"/>
            <a:ext cx="540919" cy="496835"/>
            <a:chOff x="2906701" y="2603647"/>
            <a:chExt cx="611619" cy="49683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578B362-CC64-B96B-DE72-623A8281876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2D84D4C-A758-B89C-811F-D2ECECEFFDD4}"/>
              </a:ext>
            </a:extLst>
          </p:cNvPr>
          <p:cNvGrpSpPr/>
          <p:nvPr/>
        </p:nvGrpSpPr>
        <p:grpSpPr>
          <a:xfrm>
            <a:off x="6444390" y="2617774"/>
            <a:ext cx="540919" cy="496835"/>
            <a:chOff x="2906701" y="2603647"/>
            <a:chExt cx="611619" cy="49683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A1CBBCE-A2E9-1CC1-52B1-F6A407E6398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2299F72-DEAE-1694-87D7-7ABAA6525A69}"/>
              </a:ext>
            </a:extLst>
          </p:cNvPr>
          <p:cNvGrpSpPr/>
          <p:nvPr/>
        </p:nvGrpSpPr>
        <p:grpSpPr>
          <a:xfrm>
            <a:off x="7116711" y="2617774"/>
            <a:ext cx="540919" cy="496835"/>
            <a:chOff x="2906701" y="2603647"/>
            <a:chExt cx="611619" cy="49683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9CBF6E5-17C1-B5F0-C083-737BB070541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61C381-4E75-41E2-83DA-EBEA51E8F5C6}"/>
              </a:ext>
            </a:extLst>
          </p:cNvPr>
          <p:cNvGrpSpPr/>
          <p:nvPr/>
        </p:nvGrpSpPr>
        <p:grpSpPr>
          <a:xfrm>
            <a:off x="7846678" y="2617774"/>
            <a:ext cx="540919" cy="496835"/>
            <a:chOff x="2906701" y="2603647"/>
            <a:chExt cx="611619" cy="4968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72FB69D-7622-2626-5905-04F65ED7C0A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73D7782-312E-C5CE-9DBA-AC83A2A44D5D}"/>
              </a:ext>
            </a:extLst>
          </p:cNvPr>
          <p:cNvSpPr txBox="1"/>
          <p:nvPr/>
        </p:nvSpPr>
        <p:spPr>
          <a:xfrm>
            <a:off x="352138" y="1740293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Array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E9C2EF-334A-194E-957A-809B33B4F5A6}"/>
              </a:ext>
            </a:extLst>
          </p:cNvPr>
          <p:cNvSpPr txBox="1"/>
          <p:nvPr/>
        </p:nvSpPr>
        <p:spPr>
          <a:xfrm>
            <a:off x="373062" y="2603646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/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Step 1: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Active Processors?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A017027-1F71-1625-802F-2B3F5996AB23}"/>
              </a:ext>
            </a:extLst>
          </p:cNvPr>
          <p:cNvGrpSpPr/>
          <p:nvPr/>
        </p:nvGrpSpPr>
        <p:grpSpPr>
          <a:xfrm>
            <a:off x="2906701" y="1690688"/>
            <a:ext cx="5147277" cy="508401"/>
            <a:chOff x="1005234" y="1847239"/>
            <a:chExt cx="5147277" cy="50840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CE4456-F55C-2670-9C96-F40D3B96FF03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A07EFB-5A6C-23E8-A21F-406D274DF557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53FE494-7BF6-45BE-A112-9EEB8F425ABD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070D6A-C9BB-C467-E3B5-E9AB2ADB8FB4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4D3DC77-2488-774D-A222-E163F525C4F0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F94BBC0-ABDC-79B7-813E-0E9CBCCBE2AB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8D7A40E-86FC-3FAC-4027-4508E0CAA4AF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10BE52-019D-94D5-FA03-D5ABBEBEC9CD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7974-DBC3-8066-DE21-4951D24337F8}"/>
                  </a:ext>
                </a:extLst>
              </p:cNvPr>
              <p:cNvSpPr txBox="1"/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7974-DBC3-8066-DE21-4951D2433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B22AC7-54AD-870A-D83A-ABDABBB158FD}"/>
                  </a:ext>
                </a:extLst>
              </p:cNvPr>
              <p:cNvSpPr txBox="1"/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B22AC7-54AD-870A-D83A-ABDABBB15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64BE29-C919-71A6-58BD-E7D9B42FEE05}"/>
                  </a:ext>
                </a:extLst>
              </p:cNvPr>
              <p:cNvSpPr txBox="1"/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64BE29-C919-71A6-58BD-E7D9B42FE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25F0-9AE5-BA37-2062-1B8BA5F1E9E1}"/>
                  </a:ext>
                </a:extLst>
              </p:cNvPr>
              <p:cNvSpPr txBox="1"/>
              <p:nvPr/>
            </p:nvSpPr>
            <p:spPr>
              <a:xfrm>
                <a:off x="5059286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25F0-9AE5-BA37-2062-1B8BA5F1E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86" y="1740293"/>
                <a:ext cx="49404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6CDC8-9B4F-EC34-615A-D06D39E8B2AA}"/>
                  </a:ext>
                </a:extLst>
              </p:cNvPr>
              <p:cNvSpPr txBox="1"/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6CDC8-9B4F-EC34-615A-D06D39E8B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FC4F0F-1A22-A3C1-798C-B527948DC7D0}"/>
                  </a:ext>
                </a:extLst>
              </p:cNvPr>
              <p:cNvSpPr txBox="1"/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FC4F0F-1A22-A3C1-798C-B527948DC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AB096-9E9D-F29A-BAA5-2EBCFC61A480}"/>
                  </a:ext>
                </a:extLst>
              </p:cNvPr>
              <p:cNvSpPr txBox="1"/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AB096-9E9D-F29A-BAA5-2EBCFC61A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F96A88-B16F-643B-ED88-FB74CD4B109B}"/>
                  </a:ext>
                </a:extLst>
              </p:cNvPr>
              <p:cNvSpPr txBox="1"/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26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F96A88-B16F-643B-ED88-FB74CD4B1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90733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1AA3-AD72-C4F5-36FB-109EACD7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/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Algorithm runs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dirty="0"/>
                  <a:t> steps,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We say, 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active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an integer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blipFill>
                <a:blip r:embed="rId2"/>
                <a:stretch>
                  <a:fillRect l="-731" t="-1064" b="-1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C40E3D6-2FA1-8792-95D9-F2441E5BC166}"/>
              </a:ext>
            </a:extLst>
          </p:cNvPr>
          <p:cNvGrpSpPr/>
          <p:nvPr/>
        </p:nvGrpSpPr>
        <p:grpSpPr>
          <a:xfrm>
            <a:off x="2852201" y="2603646"/>
            <a:ext cx="540919" cy="496835"/>
            <a:chOff x="2906701" y="2603647"/>
            <a:chExt cx="611619" cy="49683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E731210-E8A5-48B9-103F-8A295AF0283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AB1408-EDA0-9495-7407-4E526E8EEC19}"/>
              </a:ext>
            </a:extLst>
          </p:cNvPr>
          <p:cNvGrpSpPr/>
          <p:nvPr/>
        </p:nvGrpSpPr>
        <p:grpSpPr>
          <a:xfrm>
            <a:off x="3582168" y="2610710"/>
            <a:ext cx="540919" cy="496835"/>
            <a:chOff x="2906701" y="2603647"/>
            <a:chExt cx="611619" cy="49683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233C71F-072B-C879-1690-39325307F236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DCD24A-BC07-9BF9-394F-76F34B58D1CB}"/>
              </a:ext>
            </a:extLst>
          </p:cNvPr>
          <p:cNvGrpSpPr/>
          <p:nvPr/>
        </p:nvGrpSpPr>
        <p:grpSpPr>
          <a:xfrm>
            <a:off x="4312135" y="2610710"/>
            <a:ext cx="540919" cy="496835"/>
            <a:chOff x="2906701" y="2603647"/>
            <a:chExt cx="611619" cy="49683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AA91251-5717-A98A-769C-3F57140062C5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42A93A-D6D4-80EE-E37B-41E3E161A005}"/>
              </a:ext>
            </a:extLst>
          </p:cNvPr>
          <p:cNvGrpSpPr/>
          <p:nvPr/>
        </p:nvGrpSpPr>
        <p:grpSpPr>
          <a:xfrm>
            <a:off x="4984456" y="2610710"/>
            <a:ext cx="540919" cy="496835"/>
            <a:chOff x="2906701" y="2603647"/>
            <a:chExt cx="611619" cy="496835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2DD1781-9A0D-6092-EBAD-058B4609BC13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AE7090-9EEB-63D3-C289-2FD41775087D}"/>
              </a:ext>
            </a:extLst>
          </p:cNvPr>
          <p:cNvGrpSpPr/>
          <p:nvPr/>
        </p:nvGrpSpPr>
        <p:grpSpPr>
          <a:xfrm>
            <a:off x="5714423" y="2617774"/>
            <a:ext cx="540919" cy="496835"/>
            <a:chOff x="2906701" y="2603647"/>
            <a:chExt cx="611619" cy="49683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578B362-CC64-B96B-DE72-623A8281876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2D84D4C-A758-B89C-811F-D2ECECEFFDD4}"/>
              </a:ext>
            </a:extLst>
          </p:cNvPr>
          <p:cNvGrpSpPr/>
          <p:nvPr/>
        </p:nvGrpSpPr>
        <p:grpSpPr>
          <a:xfrm>
            <a:off x="6444390" y="2617774"/>
            <a:ext cx="540919" cy="496835"/>
            <a:chOff x="2906701" y="2603647"/>
            <a:chExt cx="611619" cy="49683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A1CBBCE-A2E9-1CC1-52B1-F6A407E6398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2299F72-DEAE-1694-87D7-7ABAA6525A69}"/>
              </a:ext>
            </a:extLst>
          </p:cNvPr>
          <p:cNvGrpSpPr/>
          <p:nvPr/>
        </p:nvGrpSpPr>
        <p:grpSpPr>
          <a:xfrm>
            <a:off x="7116711" y="2617774"/>
            <a:ext cx="540919" cy="496835"/>
            <a:chOff x="2906701" y="2603647"/>
            <a:chExt cx="611619" cy="49683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9CBF6E5-17C1-B5F0-C083-737BB070541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61C381-4E75-41E2-83DA-EBEA51E8F5C6}"/>
              </a:ext>
            </a:extLst>
          </p:cNvPr>
          <p:cNvGrpSpPr/>
          <p:nvPr/>
        </p:nvGrpSpPr>
        <p:grpSpPr>
          <a:xfrm>
            <a:off x="7846678" y="2617774"/>
            <a:ext cx="540919" cy="496835"/>
            <a:chOff x="2906701" y="2603647"/>
            <a:chExt cx="611619" cy="4968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72FB69D-7622-2626-5905-04F65ED7C0A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73D7782-312E-C5CE-9DBA-AC83A2A44D5D}"/>
              </a:ext>
            </a:extLst>
          </p:cNvPr>
          <p:cNvSpPr txBox="1"/>
          <p:nvPr/>
        </p:nvSpPr>
        <p:spPr>
          <a:xfrm>
            <a:off x="352138" y="1740293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Array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E9C2EF-334A-194E-957A-809B33B4F5A6}"/>
              </a:ext>
            </a:extLst>
          </p:cNvPr>
          <p:cNvSpPr txBox="1"/>
          <p:nvPr/>
        </p:nvSpPr>
        <p:spPr>
          <a:xfrm>
            <a:off x="373062" y="2603646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/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Step 1: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Active Processors? </a:t>
                </a:r>
                <a:r>
                  <a:rPr lang="en-US" dirty="0">
                    <a:solidFill>
                      <a:srgbClr val="C00000"/>
                    </a:solidFill>
                  </a:rPr>
                  <a:t>7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A017027-1F71-1625-802F-2B3F5996AB23}"/>
              </a:ext>
            </a:extLst>
          </p:cNvPr>
          <p:cNvGrpSpPr/>
          <p:nvPr/>
        </p:nvGrpSpPr>
        <p:grpSpPr>
          <a:xfrm>
            <a:off x="2906701" y="1690688"/>
            <a:ext cx="5147277" cy="508401"/>
            <a:chOff x="1005234" y="1847239"/>
            <a:chExt cx="5147277" cy="50840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CE4456-F55C-2670-9C96-F40D3B96FF03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A07EFB-5A6C-23E8-A21F-406D274DF557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53FE494-7BF6-45BE-A112-9EEB8F425ABD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070D6A-C9BB-C467-E3B5-E9AB2ADB8FB4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4D3DC77-2488-774D-A222-E163F525C4F0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F94BBC0-ABDC-79B7-813E-0E9CBCCBE2AB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8D7A40E-86FC-3FAC-4027-4508E0CAA4AF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10BE52-019D-94D5-FA03-D5ABBEBEC9CD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7974-DBC3-8066-DE21-4951D24337F8}"/>
                  </a:ext>
                </a:extLst>
              </p:cNvPr>
              <p:cNvSpPr txBox="1"/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7974-DBC3-8066-DE21-4951D2433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B22AC7-54AD-870A-D83A-ABDABBB158FD}"/>
                  </a:ext>
                </a:extLst>
              </p:cNvPr>
              <p:cNvSpPr txBox="1"/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B22AC7-54AD-870A-D83A-ABDABBB15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64BE29-C919-71A6-58BD-E7D9B42FEE05}"/>
                  </a:ext>
                </a:extLst>
              </p:cNvPr>
              <p:cNvSpPr txBox="1"/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64BE29-C919-71A6-58BD-E7D9B42FE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25F0-9AE5-BA37-2062-1B8BA5F1E9E1}"/>
                  </a:ext>
                </a:extLst>
              </p:cNvPr>
              <p:cNvSpPr txBox="1"/>
              <p:nvPr/>
            </p:nvSpPr>
            <p:spPr>
              <a:xfrm>
                <a:off x="5059286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25F0-9AE5-BA37-2062-1B8BA5F1E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86" y="1740293"/>
                <a:ext cx="49404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6CDC8-9B4F-EC34-615A-D06D39E8B2AA}"/>
                  </a:ext>
                </a:extLst>
              </p:cNvPr>
              <p:cNvSpPr txBox="1"/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6CDC8-9B4F-EC34-615A-D06D39E8B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FC4F0F-1A22-A3C1-798C-B527948DC7D0}"/>
                  </a:ext>
                </a:extLst>
              </p:cNvPr>
              <p:cNvSpPr txBox="1"/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FC4F0F-1A22-A3C1-798C-B527948DC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AB096-9E9D-F29A-BAA5-2EBCFC61A480}"/>
                  </a:ext>
                </a:extLst>
              </p:cNvPr>
              <p:cNvSpPr txBox="1"/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AB096-9E9D-F29A-BAA5-2EBCFC61A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F96A88-B16F-643B-ED88-FB74CD4B109B}"/>
                  </a:ext>
                </a:extLst>
              </p:cNvPr>
              <p:cNvSpPr txBox="1"/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26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F96A88-B16F-643B-ED88-FB74CD4B1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5204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1AA3-AD72-C4F5-36FB-109EACD7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/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Algorithm runs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dirty="0"/>
                  <a:t> steps,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We say, 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active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an integer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blipFill>
                <a:blip r:embed="rId2"/>
                <a:stretch>
                  <a:fillRect l="-731" t="-1064" b="-1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C40E3D6-2FA1-8792-95D9-F2441E5BC166}"/>
              </a:ext>
            </a:extLst>
          </p:cNvPr>
          <p:cNvGrpSpPr/>
          <p:nvPr/>
        </p:nvGrpSpPr>
        <p:grpSpPr>
          <a:xfrm>
            <a:off x="2852201" y="2603646"/>
            <a:ext cx="540919" cy="496835"/>
            <a:chOff x="2906701" y="2603647"/>
            <a:chExt cx="611619" cy="49683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E731210-E8A5-48B9-103F-8A295AF0283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AB1408-EDA0-9495-7407-4E526E8EEC19}"/>
              </a:ext>
            </a:extLst>
          </p:cNvPr>
          <p:cNvGrpSpPr/>
          <p:nvPr/>
        </p:nvGrpSpPr>
        <p:grpSpPr>
          <a:xfrm>
            <a:off x="3582168" y="2610710"/>
            <a:ext cx="540919" cy="496835"/>
            <a:chOff x="2906701" y="2603647"/>
            <a:chExt cx="611619" cy="49683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233C71F-072B-C879-1690-39325307F236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DCD24A-BC07-9BF9-394F-76F34B58D1CB}"/>
              </a:ext>
            </a:extLst>
          </p:cNvPr>
          <p:cNvGrpSpPr/>
          <p:nvPr/>
        </p:nvGrpSpPr>
        <p:grpSpPr>
          <a:xfrm>
            <a:off x="4312135" y="2610710"/>
            <a:ext cx="540919" cy="496835"/>
            <a:chOff x="2906701" y="2603647"/>
            <a:chExt cx="611619" cy="49683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AA91251-5717-A98A-769C-3F57140062C5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42A93A-D6D4-80EE-E37B-41E3E161A005}"/>
              </a:ext>
            </a:extLst>
          </p:cNvPr>
          <p:cNvGrpSpPr/>
          <p:nvPr/>
        </p:nvGrpSpPr>
        <p:grpSpPr>
          <a:xfrm>
            <a:off x="4984456" y="2610710"/>
            <a:ext cx="540919" cy="496835"/>
            <a:chOff x="2906701" y="2603647"/>
            <a:chExt cx="611619" cy="496835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2DD1781-9A0D-6092-EBAD-058B4609BC13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AE7090-9EEB-63D3-C289-2FD41775087D}"/>
              </a:ext>
            </a:extLst>
          </p:cNvPr>
          <p:cNvGrpSpPr/>
          <p:nvPr/>
        </p:nvGrpSpPr>
        <p:grpSpPr>
          <a:xfrm>
            <a:off x="5714423" y="2617774"/>
            <a:ext cx="540919" cy="496835"/>
            <a:chOff x="2906701" y="2603647"/>
            <a:chExt cx="611619" cy="49683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578B362-CC64-B96B-DE72-623A8281876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2D84D4C-A758-B89C-811F-D2ECECEFFDD4}"/>
              </a:ext>
            </a:extLst>
          </p:cNvPr>
          <p:cNvGrpSpPr/>
          <p:nvPr/>
        </p:nvGrpSpPr>
        <p:grpSpPr>
          <a:xfrm>
            <a:off x="6444390" y="2617774"/>
            <a:ext cx="540919" cy="496835"/>
            <a:chOff x="2906701" y="2603647"/>
            <a:chExt cx="611619" cy="49683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A1CBBCE-A2E9-1CC1-52B1-F6A407E6398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2299F72-DEAE-1694-87D7-7ABAA6525A69}"/>
              </a:ext>
            </a:extLst>
          </p:cNvPr>
          <p:cNvGrpSpPr/>
          <p:nvPr/>
        </p:nvGrpSpPr>
        <p:grpSpPr>
          <a:xfrm>
            <a:off x="7116711" y="2617774"/>
            <a:ext cx="540919" cy="496835"/>
            <a:chOff x="2906701" y="2603647"/>
            <a:chExt cx="611619" cy="49683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9CBF6E5-17C1-B5F0-C083-737BB070541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61C381-4E75-41E2-83DA-EBEA51E8F5C6}"/>
              </a:ext>
            </a:extLst>
          </p:cNvPr>
          <p:cNvGrpSpPr/>
          <p:nvPr/>
        </p:nvGrpSpPr>
        <p:grpSpPr>
          <a:xfrm>
            <a:off x="7846678" y="2617774"/>
            <a:ext cx="540919" cy="496835"/>
            <a:chOff x="2906701" y="2603647"/>
            <a:chExt cx="611619" cy="4968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72FB69D-7622-2626-5905-04F65ED7C0A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73D7782-312E-C5CE-9DBA-AC83A2A44D5D}"/>
              </a:ext>
            </a:extLst>
          </p:cNvPr>
          <p:cNvSpPr txBox="1"/>
          <p:nvPr/>
        </p:nvSpPr>
        <p:spPr>
          <a:xfrm>
            <a:off x="352138" y="1740293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Array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E9C2EF-334A-194E-957A-809B33B4F5A6}"/>
              </a:ext>
            </a:extLst>
          </p:cNvPr>
          <p:cNvSpPr txBox="1"/>
          <p:nvPr/>
        </p:nvSpPr>
        <p:spPr>
          <a:xfrm>
            <a:off x="373062" y="2603646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/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Step 1: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Computations?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A017027-1F71-1625-802F-2B3F5996AB23}"/>
              </a:ext>
            </a:extLst>
          </p:cNvPr>
          <p:cNvGrpSpPr/>
          <p:nvPr/>
        </p:nvGrpSpPr>
        <p:grpSpPr>
          <a:xfrm>
            <a:off x="2906701" y="1690688"/>
            <a:ext cx="5147277" cy="508401"/>
            <a:chOff x="1005234" y="1847239"/>
            <a:chExt cx="5147277" cy="50840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CE4456-F55C-2670-9C96-F40D3B96FF03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A07EFB-5A6C-23E8-A21F-406D274DF557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53FE494-7BF6-45BE-A112-9EEB8F425ABD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070D6A-C9BB-C467-E3B5-E9AB2ADB8FB4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4D3DC77-2488-774D-A222-E163F525C4F0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F94BBC0-ABDC-79B7-813E-0E9CBCCBE2AB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8D7A40E-86FC-3FAC-4027-4508E0CAA4AF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10BE52-019D-94D5-FA03-D5ABBEBEC9CD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7974-DBC3-8066-DE21-4951D24337F8}"/>
                  </a:ext>
                </a:extLst>
              </p:cNvPr>
              <p:cNvSpPr txBox="1"/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7974-DBC3-8066-DE21-4951D2433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B22AC7-54AD-870A-D83A-ABDABBB158FD}"/>
                  </a:ext>
                </a:extLst>
              </p:cNvPr>
              <p:cNvSpPr txBox="1"/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B22AC7-54AD-870A-D83A-ABDABBB15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64BE29-C919-71A6-58BD-E7D9B42FEE05}"/>
                  </a:ext>
                </a:extLst>
              </p:cNvPr>
              <p:cNvSpPr txBox="1"/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64BE29-C919-71A6-58BD-E7D9B42FE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25F0-9AE5-BA37-2062-1B8BA5F1E9E1}"/>
                  </a:ext>
                </a:extLst>
              </p:cNvPr>
              <p:cNvSpPr txBox="1"/>
              <p:nvPr/>
            </p:nvSpPr>
            <p:spPr>
              <a:xfrm>
                <a:off x="5059286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25F0-9AE5-BA37-2062-1B8BA5F1E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86" y="1740293"/>
                <a:ext cx="49404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6CDC8-9B4F-EC34-615A-D06D39E8B2AA}"/>
                  </a:ext>
                </a:extLst>
              </p:cNvPr>
              <p:cNvSpPr txBox="1"/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6CDC8-9B4F-EC34-615A-D06D39E8B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FC4F0F-1A22-A3C1-798C-B527948DC7D0}"/>
                  </a:ext>
                </a:extLst>
              </p:cNvPr>
              <p:cNvSpPr txBox="1"/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FC4F0F-1A22-A3C1-798C-B527948DC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AB096-9E9D-F29A-BAA5-2EBCFC61A480}"/>
                  </a:ext>
                </a:extLst>
              </p:cNvPr>
              <p:cNvSpPr txBox="1"/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AB096-9E9D-F29A-BAA5-2EBCFC61A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F96A88-B16F-643B-ED88-FB74CD4B109B}"/>
                  </a:ext>
                </a:extLst>
              </p:cNvPr>
              <p:cNvSpPr txBox="1"/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26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F96A88-B16F-643B-ED88-FB74CD4B1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16626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1AA3-AD72-C4F5-36FB-109EACD7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/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Algorithm runs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dirty="0"/>
                  <a:t> steps,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We say, 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active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an integer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72D5B52-010F-459F-10E4-26DFAEA2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869" y="3919745"/>
                <a:ext cx="7508980" cy="2867260"/>
              </a:xfrm>
              <a:prstGeom prst="rect">
                <a:avLst/>
              </a:prstGeom>
              <a:blipFill>
                <a:blip r:embed="rId2"/>
                <a:stretch>
                  <a:fillRect l="-731" t="-1064" b="-1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C40E3D6-2FA1-8792-95D9-F2441E5BC166}"/>
              </a:ext>
            </a:extLst>
          </p:cNvPr>
          <p:cNvGrpSpPr/>
          <p:nvPr/>
        </p:nvGrpSpPr>
        <p:grpSpPr>
          <a:xfrm>
            <a:off x="2852201" y="2603646"/>
            <a:ext cx="540919" cy="496835"/>
            <a:chOff x="2906701" y="2603647"/>
            <a:chExt cx="611619" cy="49683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E731210-E8A5-48B9-103F-8A295AF0283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517B9CC-24DF-BA11-1E32-27F2A8DB5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3082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AB1408-EDA0-9495-7407-4E526E8EEC19}"/>
              </a:ext>
            </a:extLst>
          </p:cNvPr>
          <p:cNvGrpSpPr/>
          <p:nvPr/>
        </p:nvGrpSpPr>
        <p:grpSpPr>
          <a:xfrm>
            <a:off x="3582168" y="2610710"/>
            <a:ext cx="540919" cy="496835"/>
            <a:chOff x="2906701" y="2603647"/>
            <a:chExt cx="611619" cy="496835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233C71F-072B-C879-1690-39325307F236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DCD24A-BC07-9BF9-394F-76F34B58D1CB}"/>
              </a:ext>
            </a:extLst>
          </p:cNvPr>
          <p:cNvGrpSpPr/>
          <p:nvPr/>
        </p:nvGrpSpPr>
        <p:grpSpPr>
          <a:xfrm>
            <a:off x="4312135" y="2610710"/>
            <a:ext cx="540919" cy="496835"/>
            <a:chOff x="2906701" y="2603647"/>
            <a:chExt cx="611619" cy="49683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AA91251-5717-A98A-769C-3F57140062C5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2A0C977-9632-461E-2DD5-DA49E3D47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42A93A-D6D4-80EE-E37B-41E3E161A005}"/>
              </a:ext>
            </a:extLst>
          </p:cNvPr>
          <p:cNvGrpSpPr/>
          <p:nvPr/>
        </p:nvGrpSpPr>
        <p:grpSpPr>
          <a:xfrm>
            <a:off x="4984456" y="2610710"/>
            <a:ext cx="540919" cy="496835"/>
            <a:chOff x="2906701" y="2603647"/>
            <a:chExt cx="611619" cy="496835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2DD1781-9A0D-6092-EBAD-058B4609BC13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AE7090-9EEB-63D3-C289-2FD41775087D}"/>
              </a:ext>
            </a:extLst>
          </p:cNvPr>
          <p:cNvGrpSpPr/>
          <p:nvPr/>
        </p:nvGrpSpPr>
        <p:grpSpPr>
          <a:xfrm>
            <a:off x="5714423" y="2617774"/>
            <a:ext cx="540919" cy="496835"/>
            <a:chOff x="2906701" y="2603647"/>
            <a:chExt cx="611619" cy="49683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578B362-CC64-B96B-DE72-623A8281876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26753C2-D58A-3DA2-D549-1A87F4E813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7720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2D84D4C-A758-B89C-811F-D2ECECEFFDD4}"/>
              </a:ext>
            </a:extLst>
          </p:cNvPr>
          <p:cNvGrpSpPr/>
          <p:nvPr/>
        </p:nvGrpSpPr>
        <p:grpSpPr>
          <a:xfrm>
            <a:off x="6444390" y="2617774"/>
            <a:ext cx="540919" cy="496835"/>
            <a:chOff x="2906701" y="2603647"/>
            <a:chExt cx="611619" cy="49683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A1CBBCE-A2E9-1CC1-52B1-F6A407E6398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2299F72-DEAE-1694-87D7-7ABAA6525A69}"/>
              </a:ext>
            </a:extLst>
          </p:cNvPr>
          <p:cNvGrpSpPr/>
          <p:nvPr/>
        </p:nvGrpSpPr>
        <p:grpSpPr>
          <a:xfrm>
            <a:off x="7116711" y="2617774"/>
            <a:ext cx="540919" cy="496835"/>
            <a:chOff x="2906701" y="2603647"/>
            <a:chExt cx="611619" cy="496835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9CBF6E5-17C1-B5F0-C083-737BB070541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666F2C5-070A-8C53-5714-DB5E45193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61C381-4E75-41E2-83DA-EBEA51E8F5C6}"/>
              </a:ext>
            </a:extLst>
          </p:cNvPr>
          <p:cNvGrpSpPr/>
          <p:nvPr/>
        </p:nvGrpSpPr>
        <p:grpSpPr>
          <a:xfrm>
            <a:off x="7846678" y="2617774"/>
            <a:ext cx="540919" cy="496835"/>
            <a:chOff x="2906701" y="2603647"/>
            <a:chExt cx="611619" cy="4968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72FB69D-7622-2626-5905-04F65ED7C0A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73D7782-312E-C5CE-9DBA-AC83A2A44D5D}"/>
              </a:ext>
            </a:extLst>
          </p:cNvPr>
          <p:cNvSpPr txBox="1"/>
          <p:nvPr/>
        </p:nvSpPr>
        <p:spPr>
          <a:xfrm>
            <a:off x="352138" y="1740293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Array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E9C2EF-334A-194E-957A-809B33B4F5A6}"/>
              </a:ext>
            </a:extLst>
          </p:cNvPr>
          <p:cNvSpPr txBox="1"/>
          <p:nvPr/>
        </p:nvSpPr>
        <p:spPr>
          <a:xfrm>
            <a:off x="373062" y="2603646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/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Step 1: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Computations?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C216F1-D8FB-183D-CB0C-B582EE4F2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852" y="3423456"/>
                <a:ext cx="3980253" cy="369332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CA017027-1F71-1625-802F-2B3F5996AB23}"/>
              </a:ext>
            </a:extLst>
          </p:cNvPr>
          <p:cNvGrpSpPr/>
          <p:nvPr/>
        </p:nvGrpSpPr>
        <p:grpSpPr>
          <a:xfrm>
            <a:off x="2906701" y="1690688"/>
            <a:ext cx="5147277" cy="508401"/>
            <a:chOff x="1005234" y="1847239"/>
            <a:chExt cx="5147277" cy="50840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CE4456-F55C-2670-9C96-F40D3B96FF03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A07EFB-5A6C-23E8-A21F-406D274DF557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53FE494-7BF6-45BE-A112-9EEB8F425ABD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B070D6A-C9BB-C467-E3B5-E9AB2ADB8FB4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4D3DC77-2488-774D-A222-E163F525C4F0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F94BBC0-ABDC-79B7-813E-0E9CBCCBE2AB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8D7A40E-86FC-3FAC-4027-4508E0CAA4AF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10BE52-019D-94D5-FA03-D5ABBEBEC9CD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7974-DBC3-8066-DE21-4951D24337F8}"/>
                  </a:ext>
                </a:extLst>
              </p:cNvPr>
              <p:cNvSpPr txBox="1"/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E537974-DBC3-8066-DE21-4951D2433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193" y="1740293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B22AC7-54AD-870A-D83A-ABDABBB158FD}"/>
                  </a:ext>
                </a:extLst>
              </p:cNvPr>
              <p:cNvSpPr txBox="1"/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B22AC7-54AD-870A-D83A-ABDABBB15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146" y="1740293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64BE29-C919-71A6-58BD-E7D9B42FEE05}"/>
                  </a:ext>
                </a:extLst>
              </p:cNvPr>
              <p:cNvSpPr txBox="1"/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64BE29-C919-71A6-58BD-E7D9B42FE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718" y="1740293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25F0-9AE5-BA37-2062-1B8BA5F1E9E1}"/>
                  </a:ext>
                </a:extLst>
              </p:cNvPr>
              <p:cNvSpPr txBox="1"/>
              <p:nvPr/>
            </p:nvSpPr>
            <p:spPr>
              <a:xfrm>
                <a:off x="5059286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25F0-9AE5-BA37-2062-1B8BA5F1E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286" y="1740293"/>
                <a:ext cx="49404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6CDC8-9B4F-EC34-615A-D06D39E8B2AA}"/>
                  </a:ext>
                </a:extLst>
              </p:cNvPr>
              <p:cNvSpPr txBox="1"/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86CDC8-9B4F-EC34-615A-D06D39E8B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153" y="1740293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FC4F0F-1A22-A3C1-798C-B527948DC7D0}"/>
                  </a:ext>
                </a:extLst>
              </p:cNvPr>
              <p:cNvSpPr txBox="1"/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FC4F0F-1A22-A3C1-798C-B527948DC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753" y="1740293"/>
                <a:ext cx="49404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AB096-9E9D-F29A-BAA5-2EBCFC61A480}"/>
                  </a:ext>
                </a:extLst>
              </p:cNvPr>
              <p:cNvSpPr txBox="1"/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AB096-9E9D-F29A-BAA5-2EBCFC61A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016" y="1740293"/>
                <a:ext cx="36580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F96A88-B16F-643B-ED88-FB74CD4B109B}"/>
                  </a:ext>
                </a:extLst>
              </p:cNvPr>
              <p:cNvSpPr txBox="1"/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F96A88-B16F-643B-ED88-FB74CD4B1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19" y="1740293"/>
                <a:ext cx="49404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D0CAF9B-828F-A948-0077-D17C98E1C673}"/>
              </a:ext>
            </a:extLst>
          </p:cNvPr>
          <p:cNvCxnSpPr>
            <a:cxnSpLocks/>
          </p:cNvCxnSpPr>
          <p:nvPr/>
        </p:nvCxnSpPr>
        <p:spPr>
          <a:xfrm>
            <a:off x="5193562" y="1568408"/>
            <a:ext cx="2653116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8278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C915F-B393-A5E0-6DB4-A68EAE1A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Array – Phase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286F2D-1EE2-B2EB-E4D4-837E027858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processors to calculate the sum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elements produced in Phase I</a:t>
                </a:r>
              </a:p>
              <a:p>
                <a:endParaRPr lang="en-US" dirty="0"/>
              </a:p>
              <a:p>
                <a:r>
                  <a:rPr lang="en-US" dirty="0"/>
                  <a:t>Ungraded HW Assignment: Write a GPU code for this algorithm using </a:t>
                </a:r>
                <a:r>
                  <a:rPr lang="en-US" dirty="0" err="1"/>
                  <a:t>BlockID</a:t>
                </a:r>
                <a:r>
                  <a:rPr lang="en-US" dirty="0"/>
                  <a:t> and </a:t>
                </a:r>
                <a:r>
                  <a:rPr lang="en-US" dirty="0" err="1"/>
                  <a:t>ThreadID</a:t>
                </a:r>
                <a:r>
                  <a:rPr lang="en-US" dirty="0"/>
                  <a:t> notation that we have been using</a:t>
                </a:r>
              </a:p>
              <a:p>
                <a:endParaRPr lang="en-US" dirty="0"/>
              </a:p>
              <a:p>
                <a:r>
                  <a:rPr lang="en-US" dirty="0"/>
                  <a:t>Ungraded HW Assignment: Can you now improve Matrix Vector Multiplication using this approach?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286F2D-1EE2-B2EB-E4D4-837E027858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10936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8931-228D-9301-920C-C9190F06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– Hybrid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95EE7-3721-16B5-D057-513C6B329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67109" cy="4351338"/>
          </a:xfrm>
        </p:spPr>
        <p:txBody>
          <a:bodyPr/>
          <a:lstStyle/>
          <a:p>
            <a:r>
              <a:rPr lang="en-US" dirty="0"/>
              <a:t>#3 Partition both Input and Output data</a:t>
            </a:r>
          </a:p>
          <a:p>
            <a:endParaRPr lang="en-US" dirty="0"/>
          </a:p>
          <a:p>
            <a:r>
              <a:rPr lang="en-US" dirty="0"/>
              <a:t>For each output partition, further partition the inputs</a:t>
            </a:r>
          </a:p>
          <a:p>
            <a:endParaRPr lang="en-US" dirty="0"/>
          </a:p>
          <a:p>
            <a:r>
              <a:rPr lang="en-US" dirty="0"/>
              <a:t>Blocked MM</a:t>
            </a:r>
          </a:p>
          <a:p>
            <a:pPr lvl="1"/>
            <a:r>
              <a:rPr lang="en-US" dirty="0"/>
              <a:t>Input blocks can be further assigned to different SMPs, achieving input parallelism in addition to output parallelism</a:t>
            </a:r>
          </a:p>
        </p:txBody>
      </p:sp>
    </p:spTree>
    <p:extLst>
      <p:ext uri="{BB962C8B-B14F-4D97-AF65-F5344CB8AC3E}">
        <p14:creationId xmlns:p14="http://schemas.microsoft.com/office/powerpoint/2010/main" val="40319287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116AD-212C-28A9-EF34-530BEFEC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3C26B-281E-8715-781C-09D8EA716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discuss a couple more algorithms in the next class</a:t>
            </a:r>
          </a:p>
        </p:txBody>
      </p:sp>
    </p:spTree>
    <p:extLst>
      <p:ext uri="{BB962C8B-B14F-4D97-AF65-F5344CB8AC3E}">
        <p14:creationId xmlns:p14="http://schemas.microsoft.com/office/powerpoint/2010/main" val="27760388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AE3-5129-DFC9-C104-281E9186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7643-79A8-EFA8-035B-07E3457D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Data Parallel Programming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Data Parallel Programming Approaches</a:t>
            </a:r>
            <a:endParaRPr lang="en-US" dirty="0"/>
          </a:p>
          <a:p>
            <a:r>
              <a:rPr lang="en-US" dirty="0"/>
              <a:t>Parallel Program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3051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57FF8-F776-A453-1516-5CF08C02F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 to Improve Application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8AF0F-D5F9-1769-1231-CFB1219B2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Parallelization</a:t>
            </a:r>
          </a:p>
          <a:p>
            <a:pPr lvl="1"/>
            <a:r>
              <a:rPr lang="en-US" dirty="0"/>
              <a:t>Decompose tasks to enable concurrent processing</a:t>
            </a:r>
          </a:p>
          <a:p>
            <a:endParaRPr lang="en-US" dirty="0"/>
          </a:p>
          <a:p>
            <a:r>
              <a:rPr lang="en-US" dirty="0"/>
              <a:t>Memory Optimizations</a:t>
            </a:r>
          </a:p>
          <a:p>
            <a:pPr lvl="1"/>
            <a:r>
              <a:rPr lang="en-US" dirty="0"/>
              <a:t>Optimizations addressing latency</a:t>
            </a:r>
          </a:p>
          <a:p>
            <a:pPr lvl="1"/>
            <a:r>
              <a:rPr lang="en-US" dirty="0"/>
              <a:t>Optimizations targeted toward maximizing bandwidth utilization </a:t>
            </a:r>
          </a:p>
          <a:p>
            <a:pPr lvl="1"/>
            <a:r>
              <a:rPr lang="en-US" dirty="0"/>
              <a:t>Optimizations that reduce the amount of data transfer</a:t>
            </a:r>
          </a:p>
        </p:txBody>
      </p:sp>
    </p:spTree>
    <p:extLst>
      <p:ext uri="{BB962C8B-B14F-4D97-AF65-F5344CB8AC3E}">
        <p14:creationId xmlns:p14="http://schemas.microsoft.com/office/powerpoint/2010/main" val="11383639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BF864-FF2C-1210-CC1B-D60DA3A2E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D6092-3AC4-F937-CDD9-16649CB38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we dig into parallelizing an application, how do we know if it is worth parallelizing?</a:t>
            </a:r>
          </a:p>
          <a:p>
            <a:endParaRPr lang="en-US" dirty="0"/>
          </a:p>
          <a:p>
            <a:r>
              <a:rPr lang="en-US" dirty="0"/>
              <a:t>Performance Metrics discussed till now can reason about an algorithm as a whole</a:t>
            </a:r>
          </a:p>
          <a:p>
            <a:pPr lvl="1"/>
            <a:r>
              <a:rPr lang="en-US" dirty="0"/>
              <a:t>Cannot reason about what kinds of benefits we may get from parallelization</a:t>
            </a:r>
          </a:p>
          <a:p>
            <a:pPr lvl="1"/>
            <a:r>
              <a:rPr lang="en-US" dirty="0"/>
              <a:t>Cannot reason about the maximum benefit that can be obtained and if it is worth spending the effort </a:t>
            </a:r>
            <a:r>
              <a:rPr lang="en-US"/>
              <a:t>on parallelization or not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4261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83F2E-61A7-9A19-138E-BD2EFCEC9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C06AA8-C720-55A4-C0C9-DBAE4C0B43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Improvement in time due to parallelization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Speedup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Serial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on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uniprocessor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system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after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parallelization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Serial Time = 1</a:t>
                </a:r>
              </a:p>
              <a:p>
                <a:r>
                  <a:rPr lang="en-US" dirty="0"/>
                  <a:t>Parallel Time = 0.8</a:t>
                </a:r>
              </a:p>
              <a:p>
                <a:endParaRPr lang="en-US" dirty="0"/>
              </a:p>
              <a:p>
                <a:r>
                  <a:rPr lang="en-US" dirty="0"/>
                  <a:t>Speedup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=1.25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C06AA8-C720-55A4-C0C9-DBAE4C0B43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51011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02916-823D-8A47-8B19-200435DC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Amdahl’s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1">
                <a:extLst>
                  <a:ext uri="{FF2B5EF4-FFF2-40B4-BE49-F238E27FC236}">
                    <a16:creationId xmlns:a16="http://schemas.microsoft.com/office/drawing/2014/main" id="{DC0CE88E-9051-C5F8-2B4C-1F2E21C60A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103" y="1372689"/>
                <a:ext cx="11234060" cy="4884435"/>
              </a:xfrm>
            </p:spPr>
            <p:txBody>
              <a:bodyPr/>
              <a:lstStyle/>
              <a:p>
                <a:r>
                  <a:rPr lang="en-US" altLang="zh-CN" dirty="0"/>
                  <a:t>Amdahl’s Law — Limit on speedup achievable when a program is run on a parallel machine</a:t>
                </a:r>
              </a:p>
              <a:p>
                <a:r>
                  <a:rPr lang="en-US" altLang="zh-CN" dirty="0"/>
                  <a:t>Given an input program</a:t>
                </a:r>
              </a:p>
              <a:p>
                <a:pPr lvl="1"/>
                <a:r>
                  <a:rPr lang="en-US" altLang="zh-CN" dirty="0"/>
                  <a:t>Total execution time: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</a:rPr>
                      <m:t> </m:t>
                    </m:r>
                    <m:r>
                      <a:rPr lang="en-US" altLang="zh-CN" i="1" dirty="0" smtClean="0">
                        <a:latin typeface="Cambria Math"/>
                      </a:rPr>
                      <m:t>𝑆</m:t>
                    </m:r>
                    <m:r>
                      <a:rPr lang="en-US" altLang="zh-CN" i="1" dirty="0" smtClean="0">
                        <a:latin typeface="Cambria Math"/>
                      </a:rPr>
                      <m:t>+</m:t>
                    </m:r>
                    <m:r>
                      <a:rPr lang="en-US" altLang="zh-CN" i="1" dirty="0" smtClean="0">
                        <a:latin typeface="Cambria Math"/>
                      </a:rPr>
                      <m:t>𝑃</m:t>
                    </m:r>
                  </m:oMath>
                </a14:m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lvl="1"/>
                <a:r>
                  <a:rPr lang="en-US" altLang="zh-CN" dirty="0"/>
                  <a:t>Time on a </a:t>
                </a:r>
                <a:r>
                  <a:rPr lang="en-US" altLang="zh-CN" dirty="0" err="1"/>
                  <a:t>uni</a:t>
                </a:r>
                <a:r>
                  <a:rPr lang="en-US" altLang="zh-CN" dirty="0"/>
                  <a:t>-processor machine: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</a:rPr>
                      <m:t>1=</m:t>
                    </m:r>
                    <m:r>
                      <a:rPr lang="en-US" altLang="zh-CN" i="1" dirty="0" smtClean="0">
                        <a:latin typeface="Cambria Math"/>
                      </a:rPr>
                      <m:t>𝑆</m:t>
                    </m:r>
                    <m:r>
                      <a:rPr lang="en-US" altLang="zh-CN" i="1" dirty="0" smtClean="0">
                        <a:latin typeface="Cambria Math"/>
                      </a:rPr>
                      <m:t>+</m:t>
                    </m:r>
                    <m:r>
                      <a:rPr lang="en-US" altLang="zh-CN" i="1" dirty="0" smtClean="0">
                        <a:latin typeface="Cambria Math"/>
                      </a:rPr>
                      <m:t>𝑃</m:t>
                    </m:r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en-US" altLang="zh-CN" dirty="0"/>
                  <a:t>Time on a parallel machine: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</a:rPr>
                      <m:t>𝑆</m:t>
                    </m:r>
                    <m:r>
                      <a:rPr lang="en-US" altLang="zh-CN" i="1" smtClean="0">
                        <a:latin typeface="Cambria Math"/>
                      </a:rPr>
                      <m:t>+</m:t>
                    </m:r>
                    <m:r>
                      <a:rPr lang="en-US" altLang="zh-CN" i="1" smtClean="0">
                        <a:latin typeface="Cambria Math"/>
                      </a:rPr>
                      <m:t>𝑃</m:t>
                    </m:r>
                    <m:r>
                      <a:rPr lang="en-US" altLang="zh-CN" i="1" smtClean="0">
                        <a:latin typeface="Cambria Math"/>
                      </a:rPr>
                      <m:t>/</m:t>
                    </m:r>
                    <m:r>
                      <a:rPr lang="en-US" altLang="zh-CN" i="1" smtClean="0">
                        <a:latin typeface="Cambria Math"/>
                      </a:rPr>
                      <m:t>𝑓</m:t>
                    </m:r>
                  </m:oMath>
                </a14:m>
                <a:endParaRPr lang="en-US" altLang="zh-CN" i="1" dirty="0"/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altLang="zh-CN" i="1" dirty="0"/>
                  <a:t> = </a:t>
                </a:r>
                <a:r>
                  <a:rPr lang="en-US" altLang="zh-CN" dirty="0"/>
                  <a:t>speedup factor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1">
                <a:extLst>
                  <a:ext uri="{FF2B5EF4-FFF2-40B4-BE49-F238E27FC236}">
                    <a16:creationId xmlns:a16="http://schemas.microsoft.com/office/drawing/2014/main" id="{DC0CE88E-9051-C5F8-2B4C-1F2E21C60A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103" y="1372689"/>
                <a:ext cx="11234060" cy="4884435"/>
              </a:xfrm>
              <a:blipFill>
                <a:blip r:embed="rId2"/>
                <a:stretch>
                  <a:fillRect l="-977" t="-1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箭头连接符 20">
            <a:extLst>
              <a:ext uri="{FF2B5EF4-FFF2-40B4-BE49-F238E27FC236}">
                <a16:creationId xmlns:a16="http://schemas.microsoft.com/office/drawing/2014/main" id="{EA9B54C1-939E-CF7B-20C9-629A4CF732CE}"/>
              </a:ext>
            </a:extLst>
          </p:cNvPr>
          <p:cNvCxnSpPr/>
          <p:nvPr/>
        </p:nvCxnSpPr>
        <p:spPr>
          <a:xfrm flipV="1">
            <a:off x="3955231" y="3181652"/>
            <a:ext cx="152400" cy="3451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22">
            <a:extLst>
              <a:ext uri="{FF2B5EF4-FFF2-40B4-BE49-F238E27FC236}">
                <a16:creationId xmlns:a16="http://schemas.microsoft.com/office/drawing/2014/main" id="{0C925F9D-8042-720B-4B53-343287138FE0}"/>
              </a:ext>
            </a:extLst>
          </p:cNvPr>
          <p:cNvCxnSpPr/>
          <p:nvPr/>
        </p:nvCxnSpPr>
        <p:spPr>
          <a:xfrm flipH="1" flipV="1">
            <a:off x="4737489" y="3175463"/>
            <a:ext cx="2286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CDE3378-16A6-833D-AAD1-AC95438BD4E6}"/>
              </a:ext>
            </a:extLst>
          </p:cNvPr>
          <p:cNvSpPr txBox="1"/>
          <p:nvPr/>
        </p:nvSpPr>
        <p:spPr>
          <a:xfrm>
            <a:off x="2739013" y="3617380"/>
            <a:ext cx="1444819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Serial Portion</a:t>
            </a:r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FFA117-CCB6-6E57-1C76-04971CDD1A71}"/>
              </a:ext>
            </a:extLst>
          </p:cNvPr>
          <p:cNvSpPr txBox="1"/>
          <p:nvPr/>
        </p:nvSpPr>
        <p:spPr>
          <a:xfrm>
            <a:off x="4720430" y="3630240"/>
            <a:ext cx="2152641" cy="36933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Parallelizable Portion</a:t>
            </a:r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BFCD631-319A-0807-23C0-21B74A4FBE4F}"/>
              </a:ext>
            </a:extLst>
          </p:cNvPr>
          <p:cNvGrpSpPr/>
          <p:nvPr/>
        </p:nvGrpSpPr>
        <p:grpSpPr>
          <a:xfrm>
            <a:off x="9624618" y="2987040"/>
            <a:ext cx="1143000" cy="2133600"/>
            <a:chOff x="7620000" y="1828800"/>
            <a:chExt cx="1143000" cy="2133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4">
                  <a:extLst>
                    <a:ext uri="{FF2B5EF4-FFF2-40B4-BE49-F238E27FC236}">
                      <a16:creationId xmlns:a16="http://schemas.microsoft.com/office/drawing/2014/main" id="{BF99E647-A18B-3B5E-35B8-70687751989A}"/>
                    </a:ext>
                  </a:extLst>
                </p:cNvPr>
                <p:cNvSpPr/>
                <p:nvPr/>
              </p:nvSpPr>
              <p:spPr>
                <a:xfrm>
                  <a:off x="7620000" y="1828800"/>
                  <a:ext cx="533400" cy="701675"/>
                </a:xfrm>
                <a:prstGeom prst="rect">
                  <a:avLst/>
                </a:prstGeom>
                <a:noFill/>
                <a:ln w="38100"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</m:oMath>
                    </m:oMathPara>
                  </a14:m>
                  <a:endParaRPr lang="zh-CN" altLang="en-US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0" y="1828800"/>
                  <a:ext cx="533400" cy="7016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5">
                  <a:extLst>
                    <a:ext uri="{FF2B5EF4-FFF2-40B4-BE49-F238E27FC236}">
                      <a16:creationId xmlns:a16="http://schemas.microsoft.com/office/drawing/2014/main" id="{5FD33766-10D8-A549-601D-966D871E78A0}"/>
                    </a:ext>
                  </a:extLst>
                </p:cNvPr>
                <p:cNvSpPr/>
                <p:nvPr/>
              </p:nvSpPr>
              <p:spPr>
                <a:xfrm>
                  <a:off x="7620000" y="2530475"/>
                  <a:ext cx="533400" cy="1431925"/>
                </a:xfrm>
                <a:prstGeom prst="rect">
                  <a:avLst/>
                </a:prstGeom>
                <a:noFill/>
                <a:ln w="381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𝑃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矩形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0" y="2530475"/>
                  <a:ext cx="533400" cy="143192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连接符 7">
              <a:extLst>
                <a:ext uri="{FF2B5EF4-FFF2-40B4-BE49-F238E27FC236}">
                  <a16:creationId xmlns:a16="http://schemas.microsoft.com/office/drawing/2014/main" id="{975162D4-91FF-A76D-7C7B-00DF491F165E}"/>
                </a:ext>
              </a:extLst>
            </p:cNvPr>
            <p:cNvCxnSpPr/>
            <p:nvPr/>
          </p:nvCxnSpPr>
          <p:spPr>
            <a:xfrm>
              <a:off x="8305800" y="1828800"/>
              <a:ext cx="4572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8">
              <a:extLst>
                <a:ext uri="{FF2B5EF4-FFF2-40B4-BE49-F238E27FC236}">
                  <a16:creationId xmlns:a16="http://schemas.microsoft.com/office/drawing/2014/main" id="{EF8EDFAF-3D50-A376-5752-677B9C991AF7}"/>
                </a:ext>
              </a:extLst>
            </p:cNvPr>
            <p:cNvCxnSpPr/>
            <p:nvPr/>
          </p:nvCxnSpPr>
          <p:spPr>
            <a:xfrm>
              <a:off x="8305800" y="3962400"/>
              <a:ext cx="4572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0">
              <a:extLst>
                <a:ext uri="{FF2B5EF4-FFF2-40B4-BE49-F238E27FC236}">
                  <a16:creationId xmlns:a16="http://schemas.microsoft.com/office/drawing/2014/main" id="{10788ABF-D1C9-970C-7D5B-8846799C75A9}"/>
                </a:ext>
              </a:extLst>
            </p:cNvPr>
            <p:cNvCxnSpPr/>
            <p:nvPr/>
          </p:nvCxnSpPr>
          <p:spPr>
            <a:xfrm>
              <a:off x="8534400" y="3200400"/>
              <a:ext cx="0" cy="762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3">
              <a:extLst>
                <a:ext uri="{FF2B5EF4-FFF2-40B4-BE49-F238E27FC236}">
                  <a16:creationId xmlns:a16="http://schemas.microsoft.com/office/drawing/2014/main" id="{C0B385BE-0BE9-F700-711B-A5D0185AF59C}"/>
                </a:ext>
              </a:extLst>
            </p:cNvPr>
            <p:cNvCxnSpPr/>
            <p:nvPr/>
          </p:nvCxnSpPr>
          <p:spPr>
            <a:xfrm flipV="1">
              <a:off x="8534400" y="1828800"/>
              <a:ext cx="0" cy="838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02FDE53-62BD-9914-A048-78779F5914CC}"/>
                </a:ext>
              </a:extLst>
            </p:cNvPr>
            <p:cNvSpPr txBox="1"/>
            <p:nvPr/>
          </p:nvSpPr>
          <p:spPr>
            <a:xfrm>
              <a:off x="8382000" y="27432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2">
                      <a:lumMod val="10000"/>
                    </a:schemeClr>
                  </a:solidFill>
                </a:rPr>
                <a:t>1</a:t>
              </a:r>
              <a:endParaRPr lang="zh-CN" alt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23758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18EC8-1FCA-2C54-CE2D-5FC8A4732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Amdahl’s Law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3C58B8-0179-F551-7B5D-231CB3E15761}"/>
              </a:ext>
            </a:extLst>
          </p:cNvPr>
          <p:cNvGrpSpPr/>
          <p:nvPr/>
        </p:nvGrpSpPr>
        <p:grpSpPr>
          <a:xfrm>
            <a:off x="1987258" y="1670483"/>
            <a:ext cx="1767855" cy="3264932"/>
            <a:chOff x="2209800" y="1600200"/>
            <a:chExt cx="1767855" cy="326493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60D9CE7-8293-9125-E38F-5C398DB1738A}"/>
                </a:ext>
              </a:extLst>
            </p:cNvPr>
            <p:cNvSpPr txBox="1"/>
            <p:nvPr/>
          </p:nvSpPr>
          <p:spPr>
            <a:xfrm>
              <a:off x="2635521" y="1600200"/>
              <a:ext cx="1220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</a:rPr>
                <a:t>Serial Time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8A8CDC8-53DA-4338-D80D-661FA1CB438E}"/>
                </a:ext>
              </a:extLst>
            </p:cNvPr>
            <p:cNvSpPr txBox="1"/>
            <p:nvPr/>
          </p:nvSpPr>
          <p:spPr>
            <a:xfrm>
              <a:off x="2590800" y="1981200"/>
              <a:ext cx="1386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</a:rPr>
                <a:t>Parallel Time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cxnSp>
          <p:nvCxnSpPr>
            <p:cNvPr id="7" name="直接连接符 8">
              <a:extLst>
                <a:ext uri="{FF2B5EF4-FFF2-40B4-BE49-F238E27FC236}">
                  <a16:creationId xmlns:a16="http://schemas.microsoft.com/office/drawing/2014/main" id="{12CFD6C5-83A5-920C-4578-56F906D47EF8}"/>
                </a:ext>
              </a:extLst>
            </p:cNvPr>
            <p:cNvCxnSpPr/>
            <p:nvPr/>
          </p:nvCxnSpPr>
          <p:spPr>
            <a:xfrm>
              <a:off x="2667000" y="1981200"/>
              <a:ext cx="121920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83C748-2D30-F499-907E-8AF81F84A9FE}"/>
                </a:ext>
              </a:extLst>
            </p:cNvPr>
            <p:cNvSpPr txBox="1"/>
            <p:nvPr/>
          </p:nvSpPr>
          <p:spPr>
            <a:xfrm>
              <a:off x="2209800" y="25146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2">
                      <a:lumMod val="10000"/>
                    </a:schemeClr>
                  </a:solidFill>
                </a:rPr>
                <a:t>=</a:t>
              </a:r>
              <a:endParaRPr lang="zh-CN" alt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9" name="直接连接符 12">
              <a:extLst>
                <a:ext uri="{FF2B5EF4-FFF2-40B4-BE49-F238E27FC236}">
                  <a16:creationId xmlns:a16="http://schemas.microsoft.com/office/drawing/2014/main" id="{C7E980B6-B32E-6949-CF09-68A00241858C}"/>
                </a:ext>
              </a:extLst>
            </p:cNvPr>
            <p:cNvCxnSpPr/>
            <p:nvPr/>
          </p:nvCxnSpPr>
          <p:spPr>
            <a:xfrm>
              <a:off x="2667000" y="2743200"/>
              <a:ext cx="1219200" cy="0"/>
            </a:xfrm>
            <a:prstGeom prst="line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C85396E-B731-B2A7-43FF-DB7B4B0EDAB2}"/>
                    </a:ext>
                  </a:extLst>
                </p:cNvPr>
                <p:cNvSpPr txBox="1"/>
                <p:nvPr/>
              </p:nvSpPr>
              <p:spPr>
                <a:xfrm>
                  <a:off x="2590800" y="2362200"/>
                  <a:ext cx="1295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𝑃</m:t>
                        </m:r>
                      </m:oMath>
                    </m:oMathPara>
                  </a14:m>
                  <a:endParaRPr lang="zh-CN" altLang="en-US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0800" y="2362200"/>
                  <a:ext cx="1295400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A34B62F-B036-33AA-1F26-5B326C230234}"/>
                    </a:ext>
                  </a:extLst>
                </p:cNvPr>
                <p:cNvSpPr txBox="1"/>
                <p:nvPr/>
              </p:nvSpPr>
              <p:spPr>
                <a:xfrm>
                  <a:off x="2590800" y="2743200"/>
                  <a:ext cx="1295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𝑃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zh-CN" altLang="en-US" i="1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0800" y="2743200"/>
                  <a:ext cx="1295400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BF4F17-392C-54D3-169A-F62AD13E4342}"/>
                </a:ext>
              </a:extLst>
            </p:cNvPr>
            <p:cNvSpPr txBox="1"/>
            <p:nvPr/>
          </p:nvSpPr>
          <p:spPr>
            <a:xfrm>
              <a:off x="2209800" y="33528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2">
                      <a:lumMod val="10000"/>
                    </a:schemeClr>
                  </a:solidFill>
                </a:rPr>
                <a:t>=</a:t>
              </a:r>
              <a:endParaRPr lang="zh-CN" alt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13" name="直接连接符 17">
              <a:extLst>
                <a:ext uri="{FF2B5EF4-FFF2-40B4-BE49-F238E27FC236}">
                  <a16:creationId xmlns:a16="http://schemas.microsoft.com/office/drawing/2014/main" id="{ACA0208F-0344-D2EE-B7BF-F1098A3872F1}"/>
                </a:ext>
              </a:extLst>
            </p:cNvPr>
            <p:cNvCxnSpPr/>
            <p:nvPr/>
          </p:nvCxnSpPr>
          <p:spPr>
            <a:xfrm>
              <a:off x="2667000" y="3581400"/>
              <a:ext cx="1219200" cy="0"/>
            </a:xfrm>
            <a:prstGeom prst="line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2CF0749-C1D7-12B7-FE95-70A5EFB99A92}"/>
                    </a:ext>
                  </a:extLst>
                </p:cNvPr>
                <p:cNvSpPr txBox="1"/>
                <p:nvPr/>
              </p:nvSpPr>
              <p:spPr>
                <a:xfrm>
                  <a:off x="2865127" y="3200400"/>
                  <a:ext cx="7315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5127" y="3200400"/>
                  <a:ext cx="73152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92EF62-F4E2-E35D-CAD6-763D9CA15A99}"/>
                    </a:ext>
                  </a:extLst>
                </p:cNvPr>
                <p:cNvSpPr txBox="1"/>
                <p:nvPr/>
              </p:nvSpPr>
              <p:spPr>
                <a:xfrm>
                  <a:off x="2590800" y="3581400"/>
                  <a:ext cx="1295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𝑃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zh-CN" altLang="en-US" i="1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0800" y="3581400"/>
                  <a:ext cx="1295400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3670945-1385-7F1E-C62D-64DF0D156278}"/>
                </a:ext>
              </a:extLst>
            </p:cNvPr>
            <p:cNvSpPr txBox="1"/>
            <p:nvPr/>
          </p:nvSpPr>
          <p:spPr>
            <a:xfrm>
              <a:off x="2209800" y="42672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2">
                      <a:lumMod val="10000"/>
                    </a:schemeClr>
                  </a:solidFill>
                </a:rPr>
                <a:t>≤</a:t>
              </a:r>
              <a:endParaRPr lang="zh-CN" alt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17" name="直接连接符 28">
              <a:extLst>
                <a:ext uri="{FF2B5EF4-FFF2-40B4-BE49-F238E27FC236}">
                  <a16:creationId xmlns:a16="http://schemas.microsoft.com/office/drawing/2014/main" id="{11A45E8D-D4D3-2A0D-596C-16D75799D98B}"/>
                </a:ext>
              </a:extLst>
            </p:cNvPr>
            <p:cNvCxnSpPr/>
            <p:nvPr/>
          </p:nvCxnSpPr>
          <p:spPr>
            <a:xfrm>
              <a:off x="2819400" y="4495800"/>
              <a:ext cx="381000" cy="0"/>
            </a:xfrm>
            <a:prstGeom prst="line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03A6D96-D24D-22FB-BC5B-75CA863E136A}"/>
                    </a:ext>
                  </a:extLst>
                </p:cNvPr>
                <p:cNvSpPr txBox="1"/>
                <p:nvPr/>
              </p:nvSpPr>
              <p:spPr>
                <a:xfrm>
                  <a:off x="2819400" y="4126468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9400" y="4126468"/>
                  <a:ext cx="381000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DF893E6-3675-C1D7-C21D-2017107FF329}"/>
                    </a:ext>
                  </a:extLst>
                </p:cNvPr>
                <p:cNvSpPr txBox="1"/>
                <p:nvPr/>
              </p:nvSpPr>
              <p:spPr>
                <a:xfrm>
                  <a:off x="2819400" y="4495800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 </m:t>
                        </m:r>
                      </m:oMath>
                    </m:oMathPara>
                  </a14:m>
                  <a:endParaRPr lang="zh-CN" altLang="en-US" i="1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9400" y="4495800"/>
                  <a:ext cx="381000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16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5E0C982-1BC8-080A-C976-C8443D1B9C57}"/>
                </a:ext>
              </a:extLst>
            </p:cNvPr>
            <p:cNvSpPr txBox="1"/>
            <p:nvPr/>
          </p:nvSpPr>
          <p:spPr>
            <a:xfrm>
              <a:off x="2209800" y="176426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2">
                      <a:lumMod val="10000"/>
                    </a:schemeClr>
                  </a:solidFill>
                </a:rPr>
                <a:t>=</a:t>
              </a:r>
              <a:endParaRPr lang="zh-CN" alt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sp>
        <p:nvSpPr>
          <p:cNvPr id="21" name="内容占位符 1">
            <a:extLst>
              <a:ext uri="{FF2B5EF4-FFF2-40B4-BE49-F238E27FC236}">
                <a16:creationId xmlns:a16="http://schemas.microsoft.com/office/drawing/2014/main" id="{BE071269-A88E-8990-537D-352CBB36EB7E}"/>
              </a:ext>
            </a:extLst>
          </p:cNvPr>
          <p:cNvSpPr txBox="1">
            <a:spLocks/>
          </p:cNvSpPr>
          <p:nvPr/>
        </p:nvSpPr>
        <p:spPr>
          <a:xfrm>
            <a:off x="1999957" y="4935415"/>
            <a:ext cx="6035040" cy="36576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ＭＳ Ｐゴシック" pitchFamily="34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ＭＳ Ｐゴシック" pitchFamily="34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ＭＳ Ｐゴシック" pitchFamily="34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ＭＳ Ｐゴシック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lvl="1" indent="-6350">
              <a:buNone/>
            </a:pPr>
            <a:r>
              <a:rPr lang="en-US" altLang="zh-CN" sz="2000" dirty="0"/>
              <a:t>If serial portion is 50 %, then the </a:t>
            </a:r>
            <a:r>
              <a:rPr lang="en-US" altLang="zh-CN" sz="2000" b="1" dirty="0">
                <a:solidFill>
                  <a:srgbClr val="C00000"/>
                </a:solidFill>
              </a:rPr>
              <a:t>overall speedup ≤ 2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6365AB-3859-C6AC-8294-C7708A7FC884}"/>
                  </a:ext>
                </a:extLst>
              </p:cNvPr>
              <p:cNvSpPr txBox="1"/>
              <p:nvPr/>
            </p:nvSpPr>
            <p:spPr>
              <a:xfrm>
                <a:off x="1999957" y="5404283"/>
                <a:ext cx="63322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Note: Speedup factor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𝑓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# of processors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6365AB-3859-C6AC-8294-C7708A7FC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957" y="5404283"/>
                <a:ext cx="6332220" cy="400110"/>
              </a:xfrm>
              <a:prstGeom prst="rect">
                <a:avLst/>
              </a:prstGeom>
              <a:blipFill>
                <a:blip r:embed="rId8"/>
                <a:stretch>
                  <a:fillRect l="-962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A015070-2B9C-5D11-74D7-46B677930C57}"/>
                  </a:ext>
                </a:extLst>
              </p:cNvPr>
              <p:cNvSpPr txBox="1"/>
              <p:nvPr/>
            </p:nvSpPr>
            <p:spPr>
              <a:xfrm>
                <a:off x="4698216" y="2557826"/>
                <a:ext cx="22804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speedup factor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A015070-2B9C-5D11-74D7-46B677930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216" y="2557826"/>
                <a:ext cx="2280496" cy="400110"/>
              </a:xfrm>
              <a:prstGeom prst="rect">
                <a:avLst/>
              </a:prstGeom>
              <a:blipFill>
                <a:blip r:embed="rId9"/>
                <a:stretch>
                  <a:fillRect l="-1337" t="-9231" r="-1872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3E07E4C1-6B5A-0653-31FD-FC0E43BD700B}"/>
              </a:ext>
            </a:extLst>
          </p:cNvPr>
          <p:cNvGrpSpPr/>
          <p:nvPr/>
        </p:nvGrpSpPr>
        <p:grpSpPr>
          <a:xfrm>
            <a:off x="9079522" y="2192215"/>
            <a:ext cx="1143000" cy="2133600"/>
            <a:chOff x="7620000" y="1828800"/>
            <a:chExt cx="1143000" cy="2133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4">
                  <a:extLst>
                    <a:ext uri="{FF2B5EF4-FFF2-40B4-BE49-F238E27FC236}">
                      <a16:creationId xmlns:a16="http://schemas.microsoft.com/office/drawing/2014/main" id="{C976D9C2-704F-B900-9A90-2D9DC93D7879}"/>
                    </a:ext>
                  </a:extLst>
                </p:cNvPr>
                <p:cNvSpPr/>
                <p:nvPr/>
              </p:nvSpPr>
              <p:spPr>
                <a:xfrm>
                  <a:off x="7620000" y="1828800"/>
                  <a:ext cx="533400" cy="701675"/>
                </a:xfrm>
                <a:prstGeom prst="rect">
                  <a:avLst/>
                </a:prstGeom>
                <a:noFill/>
                <a:ln w="38100"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</m:oMath>
                    </m:oMathPara>
                  </a14:m>
                  <a:endParaRPr lang="zh-CN" altLang="en-US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" name="矩形 4">
                  <a:extLst>
                    <a:ext uri="{FF2B5EF4-FFF2-40B4-BE49-F238E27FC236}">
                      <a16:creationId xmlns:a16="http://schemas.microsoft.com/office/drawing/2014/main" id="{F7FCA5B8-17E4-0948-8B15-5B3A8853CD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0" y="1828800"/>
                  <a:ext cx="533400" cy="7016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5">
                  <a:extLst>
                    <a:ext uri="{FF2B5EF4-FFF2-40B4-BE49-F238E27FC236}">
                      <a16:creationId xmlns:a16="http://schemas.microsoft.com/office/drawing/2014/main" id="{7CA17289-14FC-AE88-F406-7FDF1EED92AF}"/>
                    </a:ext>
                  </a:extLst>
                </p:cNvPr>
                <p:cNvSpPr/>
                <p:nvPr/>
              </p:nvSpPr>
              <p:spPr>
                <a:xfrm>
                  <a:off x="7620000" y="2530475"/>
                  <a:ext cx="533400" cy="1431925"/>
                </a:xfrm>
                <a:prstGeom prst="rect">
                  <a:avLst/>
                </a:prstGeom>
                <a:noFill/>
                <a:ln w="381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𝑃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矩形 5">
                  <a:extLst>
                    <a:ext uri="{FF2B5EF4-FFF2-40B4-BE49-F238E27FC236}">
                      <a16:creationId xmlns:a16="http://schemas.microsoft.com/office/drawing/2014/main" id="{B1E3F5DB-A928-6846-9766-725859781E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0" y="2530475"/>
                  <a:ext cx="533400" cy="143192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38100"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直接连接符 7">
              <a:extLst>
                <a:ext uri="{FF2B5EF4-FFF2-40B4-BE49-F238E27FC236}">
                  <a16:creationId xmlns:a16="http://schemas.microsoft.com/office/drawing/2014/main" id="{51800709-C6E7-8999-0057-AF524DA2F0F0}"/>
                </a:ext>
              </a:extLst>
            </p:cNvPr>
            <p:cNvCxnSpPr/>
            <p:nvPr/>
          </p:nvCxnSpPr>
          <p:spPr>
            <a:xfrm>
              <a:off x="8305800" y="1828800"/>
              <a:ext cx="4572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8">
              <a:extLst>
                <a:ext uri="{FF2B5EF4-FFF2-40B4-BE49-F238E27FC236}">
                  <a16:creationId xmlns:a16="http://schemas.microsoft.com/office/drawing/2014/main" id="{39BAB993-329D-EC95-902C-BEDE4B7F53C8}"/>
                </a:ext>
              </a:extLst>
            </p:cNvPr>
            <p:cNvCxnSpPr/>
            <p:nvPr/>
          </p:nvCxnSpPr>
          <p:spPr>
            <a:xfrm>
              <a:off x="8305800" y="3962400"/>
              <a:ext cx="4572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10">
              <a:extLst>
                <a:ext uri="{FF2B5EF4-FFF2-40B4-BE49-F238E27FC236}">
                  <a16:creationId xmlns:a16="http://schemas.microsoft.com/office/drawing/2014/main" id="{E6C8D7E8-BACE-5BA0-43D5-7879C25F6EEF}"/>
                </a:ext>
              </a:extLst>
            </p:cNvPr>
            <p:cNvCxnSpPr/>
            <p:nvPr/>
          </p:nvCxnSpPr>
          <p:spPr>
            <a:xfrm>
              <a:off x="8534400" y="3200400"/>
              <a:ext cx="0" cy="762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13">
              <a:extLst>
                <a:ext uri="{FF2B5EF4-FFF2-40B4-BE49-F238E27FC236}">
                  <a16:creationId xmlns:a16="http://schemas.microsoft.com/office/drawing/2014/main" id="{7AC0F9AC-982B-5893-1F77-4440D22EB466}"/>
                </a:ext>
              </a:extLst>
            </p:cNvPr>
            <p:cNvCxnSpPr/>
            <p:nvPr/>
          </p:nvCxnSpPr>
          <p:spPr>
            <a:xfrm flipV="1">
              <a:off x="8534400" y="1828800"/>
              <a:ext cx="0" cy="838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0CAD595-8FD1-0D68-90E2-7C55105F73E2}"/>
                </a:ext>
              </a:extLst>
            </p:cNvPr>
            <p:cNvSpPr txBox="1"/>
            <p:nvPr/>
          </p:nvSpPr>
          <p:spPr>
            <a:xfrm>
              <a:off x="8382000" y="27432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2">
                      <a:lumMod val="10000"/>
                    </a:schemeClr>
                  </a:solidFill>
                </a:rPr>
                <a:t>1</a:t>
              </a:r>
              <a:endParaRPr lang="zh-CN" alt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881956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E2A21-1B89-6C91-BFB4-6E6D154CB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Amdahl’s Law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1F133-347E-4F9F-C142-A4CCE2EB50CE}"/>
              </a:ext>
            </a:extLst>
          </p:cNvPr>
          <p:cNvSpPr txBox="1"/>
          <p:nvPr/>
        </p:nvSpPr>
        <p:spPr>
          <a:xfrm>
            <a:off x="2071188" y="3532743"/>
            <a:ext cx="114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Ideal Overall</a:t>
            </a:r>
          </a:p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Speedup</a:t>
            </a:r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5" name="直接箭头连接符 8">
            <a:extLst>
              <a:ext uri="{FF2B5EF4-FFF2-40B4-BE49-F238E27FC236}">
                <a16:creationId xmlns:a16="http://schemas.microsoft.com/office/drawing/2014/main" id="{E8B4B0CD-A64B-C27C-29B9-5BB4D495731D}"/>
              </a:ext>
            </a:extLst>
          </p:cNvPr>
          <p:cNvCxnSpPr/>
          <p:nvPr/>
        </p:nvCxnSpPr>
        <p:spPr>
          <a:xfrm flipV="1">
            <a:off x="3061788" y="2923143"/>
            <a:ext cx="0" cy="2590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35F518-6D39-D165-B5F6-CD5E166B11DF}"/>
                  </a:ext>
                </a:extLst>
              </p:cNvPr>
              <p:cNvSpPr txBox="1"/>
              <p:nvPr/>
            </p:nvSpPr>
            <p:spPr>
              <a:xfrm>
                <a:off x="5078012" y="6123543"/>
                <a:ext cx="2577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bg2">
                        <a:lumMod val="10000"/>
                      </a:schemeClr>
                    </a:solidFill>
                  </a:rPr>
                  <a:t>Number of Processors 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altLang="zh-CN" dirty="0">
                    <a:solidFill>
                      <a:schemeClr val="bg2">
                        <a:lumMod val="10000"/>
                      </a:schemeClr>
                    </a:solidFill>
                  </a:rPr>
                  <a:t>)</a:t>
                </a:r>
                <a:endParaRPr lang="zh-CN" alt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35F518-6D39-D165-B5F6-CD5E166B1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012" y="6123543"/>
                <a:ext cx="2577885" cy="369332"/>
              </a:xfrm>
              <a:prstGeom prst="rect">
                <a:avLst/>
              </a:prstGeom>
              <a:blipFill>
                <a:blip r:embed="rId2"/>
                <a:stretch>
                  <a:fillRect l="-1891" t="-10000" r="-141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11">
            <a:extLst>
              <a:ext uri="{FF2B5EF4-FFF2-40B4-BE49-F238E27FC236}">
                <a16:creationId xmlns:a16="http://schemas.microsoft.com/office/drawing/2014/main" id="{E3F8D3CD-5254-A36B-D3DD-4F48119A4403}"/>
              </a:ext>
            </a:extLst>
          </p:cNvPr>
          <p:cNvCxnSpPr/>
          <p:nvPr/>
        </p:nvCxnSpPr>
        <p:spPr>
          <a:xfrm>
            <a:off x="3976188" y="6123543"/>
            <a:ext cx="47244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D1C71270-F104-08ED-058D-A6041AD00042}"/>
              </a:ext>
            </a:extLst>
          </p:cNvPr>
          <p:cNvGrpSpPr/>
          <p:nvPr/>
        </p:nvGrpSpPr>
        <p:grpSpPr>
          <a:xfrm>
            <a:off x="3322320" y="1313945"/>
            <a:ext cx="5547360" cy="750332"/>
            <a:chOff x="1645920" y="990600"/>
            <a:chExt cx="5547360" cy="750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428DCE0-A81B-E638-78F7-875887FEAE21}"/>
                </a:ext>
              </a:extLst>
            </p:cNvPr>
            <p:cNvSpPr txBox="1"/>
            <p:nvPr/>
          </p:nvSpPr>
          <p:spPr>
            <a:xfrm>
              <a:off x="1645920" y="1143000"/>
              <a:ext cx="24564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2">
                      <a:lumMod val="10000"/>
                    </a:schemeClr>
                  </a:solidFill>
                </a:rPr>
                <a:t>Overall Speedup =</a:t>
              </a:r>
              <a:endParaRPr lang="zh-CN" altLang="en-US" sz="2400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10" name="直接连接符 12">
              <a:extLst>
                <a:ext uri="{FF2B5EF4-FFF2-40B4-BE49-F238E27FC236}">
                  <a16:creationId xmlns:a16="http://schemas.microsoft.com/office/drawing/2014/main" id="{5525B5E0-CB4D-7823-D7D5-EA3F582FABAF}"/>
                </a:ext>
              </a:extLst>
            </p:cNvPr>
            <p:cNvCxnSpPr/>
            <p:nvPr/>
          </p:nvCxnSpPr>
          <p:spPr>
            <a:xfrm>
              <a:off x="4084320" y="1371600"/>
              <a:ext cx="1219200" cy="0"/>
            </a:xfrm>
            <a:prstGeom prst="line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19878F2-2836-0B0A-AAC1-524E682A51B0}"/>
                    </a:ext>
                  </a:extLst>
                </p:cNvPr>
                <p:cNvSpPr txBox="1"/>
                <p:nvPr/>
              </p:nvSpPr>
              <p:spPr>
                <a:xfrm>
                  <a:off x="4008120" y="990600"/>
                  <a:ext cx="1295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8120" y="990600"/>
                  <a:ext cx="129540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14D35D9-33C2-6A76-22B5-D42C5E4FEB0F}"/>
                    </a:ext>
                  </a:extLst>
                </p:cNvPr>
                <p:cNvSpPr txBox="1"/>
                <p:nvPr/>
              </p:nvSpPr>
              <p:spPr>
                <a:xfrm>
                  <a:off x="4008120" y="1371600"/>
                  <a:ext cx="1295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𝑃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zh-CN" altLang="en-US" i="1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8120" y="1371600"/>
                  <a:ext cx="1295400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2E155EE-0A2A-1B84-B4ED-9F036EB69556}"/>
                </a:ext>
              </a:extLst>
            </p:cNvPr>
            <p:cNvSpPr txBox="1"/>
            <p:nvPr/>
          </p:nvSpPr>
          <p:spPr>
            <a:xfrm>
              <a:off x="5356860" y="1138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2">
                      <a:lumMod val="10000"/>
                    </a:schemeClr>
                  </a:solidFill>
                </a:rPr>
                <a:t>=</a:t>
              </a:r>
              <a:endParaRPr lang="zh-CN" altLang="en-US" sz="2400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14" name="直接连接符 16">
              <a:extLst>
                <a:ext uri="{FF2B5EF4-FFF2-40B4-BE49-F238E27FC236}">
                  <a16:creationId xmlns:a16="http://schemas.microsoft.com/office/drawing/2014/main" id="{3DF9A3E4-8CBF-21ED-42EE-6133B99608FA}"/>
                </a:ext>
              </a:extLst>
            </p:cNvPr>
            <p:cNvCxnSpPr/>
            <p:nvPr/>
          </p:nvCxnSpPr>
          <p:spPr>
            <a:xfrm>
              <a:off x="5715000" y="1371600"/>
              <a:ext cx="1219200" cy="0"/>
            </a:xfrm>
            <a:prstGeom prst="line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E52B4E4-D9AB-1F47-F4A0-0779E67C3BA1}"/>
                    </a:ext>
                  </a:extLst>
                </p:cNvPr>
                <p:cNvSpPr txBox="1"/>
                <p:nvPr/>
              </p:nvSpPr>
              <p:spPr>
                <a:xfrm>
                  <a:off x="5638800" y="990600"/>
                  <a:ext cx="1295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800" y="990600"/>
                  <a:ext cx="1295400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C4C7990-D1C5-E7C6-B8B7-0AB1CF3AFBCE}"/>
                    </a:ext>
                  </a:extLst>
                </p:cNvPr>
                <p:cNvSpPr txBox="1"/>
                <p:nvPr/>
              </p:nvSpPr>
              <p:spPr>
                <a:xfrm>
                  <a:off x="5638800" y="1371600"/>
                  <a:ext cx="1554480" cy="3657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+(1−</m:t>
                        </m:r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)/</m:t>
                        </m:r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zh-CN" altLang="en-US" i="1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800" y="1371600"/>
                  <a:ext cx="1554480" cy="36576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784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8F31E1FE-7D46-6066-AA90-C23028186E80}"/>
              </a:ext>
            </a:extLst>
          </p:cNvPr>
          <p:cNvGraphicFramePr>
            <a:graphicFrameLocks/>
          </p:cNvGraphicFramePr>
          <p:nvPr/>
        </p:nvGraphicFramePr>
        <p:xfrm>
          <a:off x="3564708" y="2454275"/>
          <a:ext cx="5897880" cy="34406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4EAB1F5-58A6-8348-4139-76B6F9652502}"/>
                  </a:ext>
                </a:extLst>
              </p:cNvPr>
              <p:cNvSpPr txBox="1"/>
              <p:nvPr/>
            </p:nvSpPr>
            <p:spPr>
              <a:xfrm>
                <a:off x="8548188" y="4924033"/>
                <a:ext cx="2133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Ideal case 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=#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 of processors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4EAB1F5-58A6-8348-4139-76B6F9652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188" y="4924033"/>
                <a:ext cx="2133600" cy="646331"/>
              </a:xfrm>
              <a:prstGeom prst="rect">
                <a:avLst/>
              </a:prstGeom>
              <a:blipFill>
                <a:blip r:embed="rId9"/>
                <a:stretch>
                  <a:fillRect l="-2286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649BA3-1A99-C454-747F-4693A346B56E}"/>
                  </a:ext>
                </a:extLst>
              </p:cNvPr>
              <p:cNvSpPr txBox="1"/>
              <p:nvPr/>
            </p:nvSpPr>
            <p:spPr>
              <a:xfrm>
                <a:off x="8838699" y="1390779"/>
                <a:ext cx="623889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649BA3-1A99-C454-747F-4693A346B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8699" y="1390779"/>
                <a:ext cx="623889" cy="6127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3632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83" y="1197429"/>
            <a:ext cx="11234060" cy="488443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Does performance (execution time) improve as we use more resources (processors)</a:t>
            </a:r>
          </a:p>
        </p:txBody>
      </p:sp>
      <p:sp>
        <p:nvSpPr>
          <p:cNvPr id="4" name="Oval 3"/>
          <p:cNvSpPr/>
          <p:nvPr/>
        </p:nvSpPr>
        <p:spPr>
          <a:xfrm>
            <a:off x="3294187" y="2667000"/>
            <a:ext cx="685800" cy="609600"/>
          </a:xfrm>
          <a:prstGeom prst="ellips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sp>
        <p:nvSpPr>
          <p:cNvPr id="5" name="Rectangle 4"/>
          <p:cNvSpPr/>
          <p:nvPr/>
        </p:nvSpPr>
        <p:spPr>
          <a:xfrm>
            <a:off x="3141787" y="4038600"/>
            <a:ext cx="990600" cy="6858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</a:t>
            </a:r>
          </a:p>
        </p:txBody>
      </p:sp>
      <p:cxnSp>
        <p:nvCxnSpPr>
          <p:cNvPr id="7" name="Straight Arrow Connector 6"/>
          <p:cNvCxnSpPr>
            <a:stCxn id="4" idx="4"/>
            <a:endCxn id="5" idx="0"/>
          </p:cNvCxnSpPr>
          <p:nvPr/>
        </p:nvCxnSpPr>
        <p:spPr>
          <a:xfrm>
            <a:off x="3637087" y="3276600"/>
            <a:ext cx="0" cy="76200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ight Arrow 9"/>
          <p:cNvSpPr/>
          <p:nvPr/>
        </p:nvSpPr>
        <p:spPr>
          <a:xfrm>
            <a:off x="5199187" y="3543300"/>
            <a:ext cx="685800" cy="381000"/>
          </a:xfrm>
          <a:prstGeom prst="rightArrow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60016" y="2743200"/>
            <a:ext cx="685800" cy="609600"/>
          </a:xfrm>
          <a:prstGeom prst="ellips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75587" y="4114800"/>
            <a:ext cx="2286000" cy="6858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Memory</a:t>
            </a:r>
          </a:p>
        </p:txBody>
      </p:sp>
      <p:cxnSp>
        <p:nvCxnSpPr>
          <p:cNvPr id="13" name="Straight Arrow Connector 12"/>
          <p:cNvCxnSpPr>
            <a:stCxn id="11" idx="4"/>
          </p:cNvCxnSpPr>
          <p:nvPr/>
        </p:nvCxnSpPr>
        <p:spPr>
          <a:xfrm>
            <a:off x="7202916" y="3352800"/>
            <a:ext cx="0" cy="76200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483076" y="2743200"/>
            <a:ext cx="685800" cy="609600"/>
          </a:xfrm>
          <a:prstGeom prst="ellips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17" name="Straight Arrow Connector 16"/>
          <p:cNvCxnSpPr>
            <a:stCxn id="16" idx="4"/>
          </p:cNvCxnSpPr>
          <p:nvPr/>
        </p:nvCxnSpPr>
        <p:spPr>
          <a:xfrm>
            <a:off x="8825976" y="3352800"/>
            <a:ext cx="0" cy="76200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789987" y="3352800"/>
            <a:ext cx="0" cy="76200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8323387" y="3352800"/>
            <a:ext cx="0" cy="76200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89987" y="2938007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5500" y="2373868"/>
            <a:ext cx="67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0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495947" y="2373868"/>
                <a:ext cx="7295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𝑝</m:t>
                      </m:r>
                      <m:r>
                        <a:rPr lang="en-US" altLang="zh-CN" b="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947" y="2373868"/>
                <a:ext cx="729531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741987" y="4630362"/>
                <a:ext cx="1905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𝒑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times faster?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1987" y="4630362"/>
                <a:ext cx="1905000" cy="400110"/>
              </a:xfrm>
              <a:prstGeom prst="rect">
                <a:avLst/>
              </a:prstGeom>
              <a:blipFill>
                <a:blip r:embed="rId3"/>
                <a:stretch>
                  <a:fillRect t="-937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2760787" y="4830417"/>
            <a:ext cx="175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Serial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13629" y="4850709"/>
            <a:ext cx="175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Parallel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25707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Speedup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Serial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on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uniprocessor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system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Parallel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using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processors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If speedup =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𝑂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𝑝</m:t>
                    </m:r>
                    <m:r>
                      <a:rPr lang="en-US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then it is a </a:t>
                </a:r>
                <a:r>
                  <a:rPr lang="en-US" b="1" dirty="0">
                    <a:solidFill>
                      <a:srgbClr val="C00000"/>
                    </a:solidFill>
                  </a:rPr>
                  <a:t>scalable</a:t>
                </a:r>
                <a:r>
                  <a:rPr lang="en-US" dirty="0"/>
                  <a:t> solution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5318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Overheads in Parallel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</a:t>
            </a:r>
          </a:p>
          <a:p>
            <a:endParaRPr lang="en-US" dirty="0"/>
          </a:p>
          <a:p>
            <a:r>
              <a:rPr lang="en-US" dirty="0"/>
              <a:t>Synchronization </a:t>
            </a:r>
          </a:p>
          <a:p>
            <a:endParaRPr lang="en-US" dirty="0"/>
          </a:p>
          <a:p>
            <a:r>
              <a:rPr lang="en-US" dirty="0"/>
              <a:t>Load balance (processors may idle)</a:t>
            </a:r>
          </a:p>
          <a:p>
            <a:endParaRPr lang="en-US" dirty="0"/>
          </a:p>
          <a:p>
            <a:r>
              <a:rPr lang="en-US" dirty="0"/>
              <a:t>Resource contention</a:t>
            </a:r>
          </a:p>
        </p:txBody>
      </p:sp>
    </p:spTree>
    <p:extLst>
      <p:ext uri="{BB962C8B-B14F-4D97-AF65-F5344CB8AC3E}">
        <p14:creationId xmlns:p14="http://schemas.microsoft.com/office/powerpoint/2010/main" val="286638314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Scaled Speedup (Gustafson’s Law) (1)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400" dirty="0"/>
                  <a:t>Amdahl’s Law — Serial portion of code limits performance</a:t>
                </a:r>
              </a:p>
              <a:p>
                <a:pPr marL="2457450" indent="-1588">
                  <a:spcBef>
                    <a:spcPts val="0"/>
                  </a:spcBef>
                  <a:buNone/>
                </a:pPr>
                <a:r>
                  <a:rPr lang="en-US" altLang="zh-CN" sz="2400" dirty="0"/>
                  <a:t>(As we use more processors)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zh-CN" sz="2400" dirty="0"/>
                  <a:t>As we use more processors </a:t>
                </a:r>
              </a:p>
              <a:p>
                <a:pPr marL="2116138" indent="0">
                  <a:spcBef>
                    <a:spcPts val="0"/>
                  </a:spcBef>
                  <a:buFont typeface="Wingdings"/>
                  <a:buChar char="à"/>
                </a:pPr>
                <a:r>
                  <a:rPr lang="en-US" altLang="zh-CN" sz="2400" dirty="0">
                    <a:sym typeface="Wingdings" pitchFamily="2" charset="2"/>
                  </a:rPr>
                  <a:t> we use more data</a:t>
                </a:r>
              </a:p>
              <a:p>
                <a:pPr marL="2116138" indent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sym typeface="Wingdings" pitchFamily="2" charset="2"/>
                  </a:rPr>
                  <a:t> e.g., more fine grained model</a:t>
                </a:r>
              </a:p>
              <a:p>
                <a:pPr marL="2116138" indent="0">
                  <a:spcBef>
                    <a:spcPts val="0"/>
                  </a:spcBef>
                  <a:buNone/>
                </a:pPr>
                <a:endParaRPr lang="en-US" altLang="zh-CN" sz="2400" dirty="0">
                  <a:sym typeface="Wingdings" pitchFamily="2" charset="2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altLang="zh-CN" sz="2400" dirty="0"/>
                  <a:t>E.g. Processing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</a:rPr>
                      <m:t>𝑁</m:t>
                    </m:r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zh-CN" sz="2400" i="1" dirty="0">
                        <a:latin typeface="Cambria Math"/>
                      </a:rPr>
                      <m:t>𝑁</m:t>
                    </m:r>
                    <m:r>
                      <a:rPr lang="en-US" altLang="zh-CN" sz="24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CN" sz="2400" dirty="0"/>
                  <a:t>image</a:t>
                </a:r>
              </a:p>
              <a:p>
                <a:pPr marL="860425" indent="0">
                  <a:spcBef>
                    <a:spcPts val="0"/>
                  </a:spcBef>
                  <a:buNone/>
                </a:pPr>
                <a:r>
                  <a:rPr lang="en-US" altLang="zh-CN" sz="2400" dirty="0"/>
                  <a:t>Using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400" dirty="0"/>
                  <a:t> processors</a:t>
                </a:r>
              </a:p>
              <a:p>
                <a:pPr marL="860425" indent="0">
                  <a:spcBef>
                    <a:spcPts val="0"/>
                  </a:spcBef>
                  <a:buNone/>
                </a:pPr>
                <a:r>
                  <a:rPr lang="en-US" altLang="zh-CN" sz="2400" dirty="0"/>
                  <a:t>As we increase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</a:rPr>
                      <m:t>𝑝</m:t>
                    </m:r>
                    <m:r>
                      <a:rPr lang="en-US" altLang="zh-CN" sz="24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CN" sz="2400" dirty="0"/>
                  <a:t>we usually increase image size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18184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Scaled Speedup (Gustafson’s Law) (2)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sz="2400" b="1" dirty="0">
                <a:solidFill>
                  <a:srgbClr val="C00000"/>
                </a:solidFill>
              </a:rPr>
              <a:t>Amdahl’s Law</a:t>
            </a:r>
            <a:r>
              <a:rPr lang="en-US" altLang="zh-CN" sz="2400" dirty="0"/>
              <a:t>: Fixed amount of computations</a:t>
            </a:r>
            <a:endParaRPr lang="en-US" altLang="zh-CN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241750" y="2882405"/>
                <a:ext cx="7620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zh-CN" altLang="en-US" sz="16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750" y="2882405"/>
                <a:ext cx="762000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565350" y="2072482"/>
                <a:ext cx="838200" cy="2699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𝑆</m:t>
                      </m:r>
                    </m:oMath>
                  </m:oMathPara>
                </a14:m>
                <a:endParaRPr lang="zh-CN" altLang="en-US" sz="16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350" y="2072482"/>
                <a:ext cx="838200" cy="269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5403550" y="2072482"/>
                <a:ext cx="2286000" cy="2699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1 – </m:t>
                      </m:r>
                      <m:r>
                        <a:rPr lang="en-US" altLang="zh-CN" sz="16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𝑆</m:t>
                      </m:r>
                    </m:oMath>
                  </m:oMathPara>
                </a14:m>
                <a:endParaRPr lang="zh-CN" altLang="en-US" sz="16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550" y="2072482"/>
                <a:ext cx="2286000" cy="269975"/>
              </a:xfrm>
              <a:prstGeom prst="rect">
                <a:avLst/>
              </a:prstGeom>
              <a:blipFill>
                <a:blip r:embed="rId4"/>
                <a:stretch>
                  <a:fillRect b="-26087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565350" y="2747419"/>
                <a:ext cx="838200" cy="2699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𝑆</m:t>
                      </m:r>
                    </m:oMath>
                  </m:oMathPara>
                </a14:m>
                <a:endParaRPr lang="zh-CN" altLang="en-US" sz="16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350" y="2747419"/>
                <a:ext cx="838200" cy="269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5403550" y="2747419"/>
            <a:ext cx="381000" cy="26997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403550" y="2342456"/>
            <a:ext cx="0" cy="404962"/>
          </a:xfrm>
          <a:prstGeom prst="line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5555950" y="2882405"/>
            <a:ext cx="533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317950" y="2882405"/>
            <a:ext cx="609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241750" y="2544937"/>
                <a:ext cx="7620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1 – </m:t>
                      </m:r>
                      <m:r>
                        <a:rPr lang="en-US" altLang="zh-CN" sz="16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𝑆</m:t>
                      </m:r>
                    </m:oMath>
                  </m:oMathPara>
                </a14:m>
                <a:endParaRPr lang="zh-CN" altLang="en-US" sz="16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750" y="2544937"/>
                <a:ext cx="762000" cy="338554"/>
              </a:xfrm>
              <a:prstGeom prst="rect">
                <a:avLst/>
              </a:prstGeom>
              <a:blipFill>
                <a:blip r:embed="rId6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689550" y="2747418"/>
                <a:ext cx="227934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  <m:r>
                      <a:rPr lang="en-US" altLang="zh-CN" sz="16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CN" sz="1600" dirty="0">
                    <a:solidFill>
                      <a:schemeClr val="bg2">
                        <a:lumMod val="10000"/>
                      </a:schemeClr>
                    </a:solidFill>
                  </a:rPr>
                  <a:t>: Number of Processors</a:t>
                </a:r>
                <a:endParaRPr lang="zh-CN" altLang="en-US" sz="16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550" y="2747418"/>
                <a:ext cx="2279342" cy="338554"/>
              </a:xfrm>
              <a:prstGeom prst="rect">
                <a:avLst/>
              </a:prstGeom>
              <a:blipFill>
                <a:blip r:embed="rId7"/>
                <a:stretch>
                  <a:fillRect t="-3704" r="-552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连接符 19"/>
          <p:cNvCxnSpPr/>
          <p:nvPr/>
        </p:nvCxnSpPr>
        <p:spPr>
          <a:xfrm>
            <a:off x="4565350" y="1735014"/>
            <a:ext cx="0" cy="26997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689550" y="1735014"/>
            <a:ext cx="0" cy="26997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4565350" y="1870000"/>
            <a:ext cx="13716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6394150" y="1870000"/>
            <a:ext cx="129540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013150" y="1735013"/>
                <a:ext cx="34496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zh-CN" altLang="en-US" sz="16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150" y="1735013"/>
                <a:ext cx="344966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接箭头连接符 47"/>
          <p:cNvCxnSpPr/>
          <p:nvPr/>
        </p:nvCxnSpPr>
        <p:spPr>
          <a:xfrm>
            <a:off x="4044483" y="2227750"/>
            <a:ext cx="415357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817572" y="2034885"/>
            <a:ext cx="11031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</a:rPr>
              <a:t>Serial Time</a:t>
            </a:r>
            <a:endParaRPr lang="zh-CN" alt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08472" y="2694873"/>
            <a:ext cx="12500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chemeClr val="bg2">
                    <a:lumMod val="10000"/>
                  </a:schemeClr>
                </a:solidFill>
              </a:rPr>
              <a:t>Parallel </a:t>
            </a: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</a:rPr>
              <a:t>Time</a:t>
            </a:r>
            <a:endParaRPr lang="zh-CN" alt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54" name="直接箭头连接符 47"/>
          <p:cNvCxnSpPr/>
          <p:nvPr/>
        </p:nvCxnSpPr>
        <p:spPr>
          <a:xfrm>
            <a:off x="4044483" y="2897354"/>
            <a:ext cx="415357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3924300" y="3892058"/>
            <a:ext cx="6515100" cy="1295400"/>
            <a:chOff x="1600200" y="3352800"/>
            <a:chExt cx="6409450" cy="1447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矩形 29"/>
                <p:cNvSpPr/>
                <p:nvPr/>
              </p:nvSpPr>
              <p:spPr>
                <a:xfrm>
                  <a:off x="1600200" y="3733800"/>
                  <a:ext cx="838200" cy="304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altLang="zh-CN" sz="16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矩形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200" y="3733800"/>
                  <a:ext cx="838200" cy="30480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/>
                <p:cNvSpPr/>
                <p:nvPr/>
              </p:nvSpPr>
              <p:spPr>
                <a:xfrm>
                  <a:off x="2438400" y="3733800"/>
                  <a:ext cx="2286000" cy="304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600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1600" i="1" dirty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16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=1 – </m:t>
                        </m:r>
                        <m:r>
                          <a:rPr lang="en-US" altLang="zh-CN" sz="16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altLang="zh-CN" sz="16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矩形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8400" y="3733800"/>
                  <a:ext cx="2286000" cy="30480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/>
                <p:cNvSpPr/>
                <p:nvPr/>
              </p:nvSpPr>
              <p:spPr>
                <a:xfrm>
                  <a:off x="1600200" y="4495800"/>
                  <a:ext cx="838200" cy="304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altLang="zh-CN" sz="16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矩形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200" y="4495800"/>
                  <a:ext cx="838200" cy="30480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/>
                <p:cNvSpPr/>
                <p:nvPr/>
              </p:nvSpPr>
              <p:spPr>
                <a:xfrm>
                  <a:off x="2438402" y="4495800"/>
                  <a:ext cx="5571248" cy="3047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6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(1 – </m:t>
                        </m:r>
                        <m:r>
                          <a:rPr lang="en-US" altLang="zh-CN" sz="16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altLang="zh-CN" sz="16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′) </m:t>
                        </m:r>
                        <m:r>
                          <a:rPr lang="en-US" altLang="zh-CN" sz="16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𝑝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矩形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8402" y="4495800"/>
                  <a:ext cx="5571248" cy="304799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b="-20833"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直接连接符 33"/>
            <p:cNvCxnSpPr/>
            <p:nvPr/>
          </p:nvCxnSpPr>
          <p:spPr>
            <a:xfrm>
              <a:off x="2438400" y="4038600"/>
              <a:ext cx="0" cy="457200"/>
            </a:xfrm>
            <a:prstGeom prst="line">
              <a:avLst/>
            </a:prstGeom>
            <a:ln w="25400">
              <a:solidFill>
                <a:schemeClr val="accent1">
                  <a:shade val="95000"/>
                  <a:satMod val="10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1600200" y="3352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4724400" y="3352800"/>
              <a:ext cx="0" cy="3048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 flipH="1">
              <a:off x="1600200" y="3505200"/>
              <a:ext cx="13716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>
              <a:off x="3429000" y="3505200"/>
              <a:ext cx="129540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3048000" y="3352800"/>
              <a:ext cx="284178" cy="378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solidFill>
                    <a:schemeClr val="bg2">
                      <a:lumMod val="10000"/>
                    </a:schemeClr>
                  </a:solidFill>
                </a:rPr>
                <a:t>1</a:t>
              </a:r>
              <a:endParaRPr lang="zh-CN" altLang="en-US" sz="1600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4724400" y="4038601"/>
              <a:ext cx="3285250" cy="457200"/>
            </a:xfrm>
            <a:prstGeom prst="line">
              <a:avLst/>
            </a:prstGeom>
            <a:ln w="25400">
              <a:solidFill>
                <a:schemeClr val="accent1">
                  <a:shade val="95000"/>
                  <a:satMod val="10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494694" y="3264388"/>
                <a:ext cx="75637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C00000"/>
                    </a:solidFill>
                  </a:rPr>
                  <a:t>Gustafson’s Law</a:t>
                </a:r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: Increase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and amount of computations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694" y="3264388"/>
                <a:ext cx="7563707" cy="461665"/>
              </a:xfrm>
              <a:prstGeom prst="rect">
                <a:avLst/>
              </a:prstGeom>
              <a:blipFill>
                <a:blip r:embed="rId13"/>
                <a:stretch>
                  <a:fillRect t="-8108" r="-335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/>
          <p:cNvSpPr txBox="1"/>
          <p:nvPr/>
        </p:nvSpPr>
        <p:spPr>
          <a:xfrm>
            <a:off x="2133601" y="4811386"/>
            <a:ext cx="11031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</a:rPr>
              <a:t>Serial Time</a:t>
            </a:r>
            <a:endParaRPr lang="zh-CN" alt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133600" y="4163104"/>
            <a:ext cx="12500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chemeClr val="bg2">
                    <a:lumMod val="10000"/>
                  </a:schemeClr>
                </a:solidFill>
              </a:rPr>
              <a:t>Parallel </a:t>
            </a:r>
            <a:r>
              <a:rPr lang="en-US" altLang="zh-CN" sz="1600" dirty="0">
                <a:solidFill>
                  <a:schemeClr val="bg2">
                    <a:lumMod val="10000"/>
                  </a:schemeClr>
                </a:solidFill>
              </a:rPr>
              <a:t>Time</a:t>
            </a:r>
            <a:endParaRPr lang="zh-CN" altLang="en-US" sz="1600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63" name="直接箭头连接符 47"/>
          <p:cNvCxnSpPr/>
          <p:nvPr/>
        </p:nvCxnSpPr>
        <p:spPr>
          <a:xfrm>
            <a:off x="3383623" y="4379827"/>
            <a:ext cx="415357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47"/>
          <p:cNvCxnSpPr/>
          <p:nvPr/>
        </p:nvCxnSpPr>
        <p:spPr>
          <a:xfrm>
            <a:off x="3383623" y="4998075"/>
            <a:ext cx="415357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2743200" y="5263658"/>
            <a:ext cx="6949440" cy="1012336"/>
            <a:chOff x="433277" y="4788813"/>
            <a:chExt cx="6949440" cy="10123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433277" y="4788813"/>
                  <a:ext cx="6949440" cy="8617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lvl="1"/>
                  <a:r>
                    <a:rPr lang="en-US" altLang="zh-CN" sz="2000" dirty="0">
                      <a:solidFill>
                        <a:schemeClr val="bg2">
                          <a:lumMod val="10000"/>
                        </a:schemeClr>
                      </a:solidFill>
                    </a:rPr>
                    <a:t>If parallelism scales linearly with </a:t>
                  </a:r>
                  <a14:m>
                    <m:oMath xmlns:m="http://schemas.openxmlformats.org/officeDocument/2006/math">
                      <m:r>
                        <a:rPr lang="en-US" altLang="zh-CN" sz="20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𝑝</m:t>
                      </m:r>
                    </m:oMath>
                  </a14:m>
                  <a:r>
                    <a:rPr lang="en-US" altLang="zh-CN" sz="2000" dirty="0">
                      <a:solidFill>
                        <a:schemeClr val="bg2">
                          <a:lumMod val="10000"/>
                        </a:schemeClr>
                      </a:solidFill>
                    </a:rPr>
                    <a:t>, number of processors</a:t>
                  </a:r>
                </a:p>
                <a:p>
                  <a:pPr marL="6350" lvl="1">
                    <a:spcBef>
                      <a:spcPts val="1200"/>
                    </a:spcBef>
                  </a:pPr>
                  <a:r>
                    <a:rPr lang="en-US" altLang="zh-CN" sz="2000" dirty="0">
                      <a:solidFill>
                        <a:schemeClr val="bg2">
                          <a:lumMod val="10000"/>
                        </a:schemeClr>
                      </a:solidFill>
                    </a:rPr>
                    <a:t>Scaled Speedup = 	        =                          = </a:t>
                  </a:r>
                  <a:endParaRPr lang="en-US" sz="24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277" y="4788813"/>
                  <a:ext cx="6949440" cy="861774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877" t="-3546" b="-120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7" name="Group 26"/>
            <p:cNvGrpSpPr/>
            <p:nvPr/>
          </p:nvGrpSpPr>
          <p:grpSpPr>
            <a:xfrm>
              <a:off x="3937961" y="5110187"/>
              <a:ext cx="1458243" cy="677108"/>
              <a:chOff x="6172200" y="2861846"/>
              <a:chExt cx="1463040" cy="677108"/>
            </a:xfrm>
          </p:grpSpPr>
          <p:cxnSp>
            <p:nvCxnSpPr>
              <p:cNvPr id="56" name="直接连接符 55"/>
              <p:cNvCxnSpPr/>
              <p:nvPr/>
            </p:nvCxnSpPr>
            <p:spPr>
              <a:xfrm>
                <a:off x="6248400" y="3200400"/>
                <a:ext cx="1219200" cy="0"/>
              </a:xfrm>
              <a:prstGeom prst="line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/>
                  <p:cNvSpPr txBox="1"/>
                  <p:nvPr/>
                </p:nvSpPr>
                <p:spPr>
                  <a:xfrm>
                    <a:off x="6172200" y="2861846"/>
                    <a:ext cx="146304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𝑆</m:t>
                          </m:r>
                          <m:r>
                            <a:rPr lang="en-US" altLang="zh-CN" sz="16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′ + </m:t>
                          </m:r>
                          <m:d>
                            <m:dPr>
                              <m:ctrlPr>
                                <a:rPr lang="en-US" altLang="zh-CN" sz="1600" i="1" dirty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1 – </m:t>
                              </m:r>
                              <m:r>
                                <a:rPr lang="en-US" altLang="zh-CN" sz="1600" i="1" dirty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US" altLang="zh-CN" sz="1600" i="1" dirty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CN" sz="16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𝑝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bg2">
                          <a:lumMod val="1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72200" y="2861846"/>
                    <a:ext cx="1463040" cy="338554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b="-363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/>
                  <p:cNvSpPr txBox="1"/>
                  <p:nvPr/>
                </p:nvSpPr>
                <p:spPr>
                  <a:xfrm>
                    <a:off x="6172200" y="3200400"/>
                    <a:ext cx="129540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𝑆</m:t>
                          </m:r>
                          <m:r>
                            <a:rPr lang="en-US" altLang="zh-CN" sz="16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′+</m:t>
                          </m:r>
                          <m:sSup>
                            <m:sSupPr>
                              <m:ctrlPr>
                                <a:rPr lang="en-US" altLang="zh-CN" sz="1600" i="1" dirty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dirty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sz="1600" i="1" dirty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1600" i="1" dirty="0">
                      <a:solidFill>
                        <a:schemeClr val="bg2">
                          <a:lumMod val="1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72200" y="3200400"/>
                    <a:ext cx="1295400" cy="338554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" name="Group 23"/>
            <p:cNvGrpSpPr/>
            <p:nvPr/>
          </p:nvGrpSpPr>
          <p:grpSpPr>
            <a:xfrm>
              <a:off x="5555621" y="5134872"/>
              <a:ext cx="1458243" cy="666277"/>
              <a:chOff x="7924800" y="2872677"/>
              <a:chExt cx="1463040" cy="666277"/>
            </a:xfrm>
          </p:grpSpPr>
          <p:cxnSp>
            <p:nvCxnSpPr>
              <p:cNvPr id="59" name="直接连接符 58"/>
              <p:cNvCxnSpPr/>
              <p:nvPr/>
            </p:nvCxnSpPr>
            <p:spPr>
              <a:xfrm>
                <a:off x="8001000" y="3200400"/>
                <a:ext cx="1219200" cy="0"/>
              </a:xfrm>
              <a:prstGeom prst="line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/>
                  <p:cNvSpPr txBox="1"/>
                  <p:nvPr/>
                </p:nvSpPr>
                <p:spPr>
                  <a:xfrm>
                    <a:off x="7924800" y="2872677"/>
                    <a:ext cx="146304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𝑆</m:t>
                          </m:r>
                          <m:r>
                            <a:rPr lang="en-US" altLang="zh-CN" sz="16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′ + </m:t>
                          </m:r>
                          <m:d>
                            <m:dPr>
                              <m:ctrlPr>
                                <a:rPr lang="en-US" altLang="zh-CN" sz="1600" i="1" dirty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1 – </m:t>
                              </m:r>
                              <m:r>
                                <a:rPr lang="en-US" altLang="zh-CN" sz="1600" i="1" dirty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US" altLang="zh-CN" sz="1600" i="1" dirty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CN" sz="16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𝑝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bg2">
                          <a:lumMod val="1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TextBox 5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24800" y="2872677"/>
                    <a:ext cx="1463040" cy="338554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b="-363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1" name="TextBox 60"/>
              <p:cNvSpPr txBox="1"/>
              <p:nvPr/>
            </p:nvSpPr>
            <p:spPr>
              <a:xfrm>
                <a:off x="7924800" y="3200400"/>
                <a:ext cx="1295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>
                    <a:solidFill>
                      <a:schemeClr val="bg2">
                        <a:lumMod val="10000"/>
                      </a:schemeClr>
                    </a:solidFill>
                    <a:latin typeface="+mj-lt"/>
                  </a:rPr>
                  <a:t>1</a:t>
                </a:r>
                <a:endParaRPr lang="zh-CN" altLang="en-US" sz="1600" i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2398720" y="5110187"/>
              <a:ext cx="1219201" cy="668482"/>
              <a:chOff x="8001000" y="2870472"/>
              <a:chExt cx="1223212" cy="668482"/>
            </a:xfrm>
          </p:grpSpPr>
          <p:cxnSp>
            <p:nvCxnSpPr>
              <p:cNvPr id="66" name="直接连接符 58"/>
              <p:cNvCxnSpPr/>
              <p:nvPr/>
            </p:nvCxnSpPr>
            <p:spPr>
              <a:xfrm>
                <a:off x="8001000" y="3200400"/>
                <a:ext cx="1219200" cy="0"/>
              </a:xfrm>
              <a:prstGeom prst="line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/>
              <p:cNvSpPr txBox="1"/>
              <p:nvPr/>
            </p:nvSpPr>
            <p:spPr>
              <a:xfrm>
                <a:off x="8001000" y="2870472"/>
                <a:ext cx="122321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solidFill>
                      <a:schemeClr val="bg2">
                        <a:lumMod val="10000"/>
                      </a:schemeClr>
                    </a:solidFill>
                  </a:rPr>
                  <a:t>Serial time</a:t>
                </a:r>
                <a:endParaRPr lang="zh-CN" altLang="en-US" sz="16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8001000" y="3200400"/>
                <a:ext cx="1219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solidFill>
                      <a:schemeClr val="bg2">
                        <a:lumMod val="10000"/>
                      </a:schemeClr>
                    </a:solidFill>
                    <a:latin typeface="+mj-lt"/>
                  </a:rPr>
                  <a:t>Parallel time</a:t>
                </a:r>
                <a:endParaRPr lang="zh-CN" altLang="en-US" sz="1600" i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659694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E8B9C-4FF2-F34C-A255-20ADE898B51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Gustafson’s Law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Scaled Speedup (Gustafson’s Law) (3)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3777280" y="1545996"/>
                <a:ext cx="379180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350" lvl="1">
                  <a:spcBef>
                    <a:spcPts val="1200"/>
                  </a:spcBef>
                </a:pPr>
                <a:r>
                  <a:rPr lang="en-US" altLang="zh-CN" sz="2200" dirty="0">
                    <a:solidFill>
                      <a:schemeClr val="bg2">
                        <a:lumMod val="10000"/>
                      </a:schemeClr>
                    </a:solidFill>
                  </a:rPr>
                  <a:t>Scaled Speedup 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altLang="zh-CN" sz="2200" dirty="0">
                    <a:solidFill>
                      <a:schemeClr val="bg2">
                        <a:lumMod val="10000"/>
                      </a:schemeClr>
                    </a:solidFill>
                  </a:rPr>
                  <a:t> 	</a:t>
                </a:r>
                <a:endParaRPr lang="en-US" sz="22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280" y="1545996"/>
                <a:ext cx="3791807" cy="430887"/>
              </a:xfrm>
              <a:prstGeom prst="rect">
                <a:avLst/>
              </a:prstGeom>
              <a:blipFill>
                <a:blip r:embed="rId2"/>
                <a:stretch>
                  <a:fillRect l="-1667" t="-8571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5928513" y="1545995"/>
                <a:ext cx="222526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𝑆</m:t>
                      </m:r>
                      <m:r>
                        <a:rPr lang="en-US" altLang="zh-CN" sz="22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′ + </m:t>
                      </m:r>
                      <m:d>
                        <m:dPr>
                          <m:ctrlPr>
                            <a:rPr lang="en-US" altLang="zh-CN" sz="22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1 – </m:t>
                          </m:r>
                          <m:r>
                            <a:rPr lang="en-US" altLang="zh-CN" sz="22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𝑆</m:t>
                          </m:r>
                          <m:r>
                            <a:rPr lang="en-US" altLang="zh-CN" sz="22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′</m:t>
                          </m:r>
                        </m:e>
                      </m:d>
                      <m:r>
                        <a:rPr lang="en-US" altLang="zh-CN" sz="22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zh-CN" altLang="en-US" sz="22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513" y="1545995"/>
                <a:ext cx="2225261" cy="430887"/>
              </a:xfrm>
              <a:prstGeom prst="rect">
                <a:avLst/>
              </a:prstGeom>
              <a:blipFill>
                <a:blip r:embed="rId3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471682" y="1976882"/>
                <a:ext cx="201485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  <a:ea typeface="Cambria Math"/>
                        </a:rPr>
                        <m:t>≈ </m:t>
                      </m:r>
                      <m:d>
                        <m:dPr>
                          <m:ctrlPr>
                            <a:rPr lang="en-US" altLang="zh-CN" sz="22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1 – </m:t>
                          </m:r>
                          <m:r>
                            <a:rPr lang="en-US" altLang="zh-CN" sz="22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𝑆</m:t>
                          </m:r>
                          <m:r>
                            <a:rPr lang="en-US" altLang="zh-CN" sz="22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′</m:t>
                          </m:r>
                        </m:e>
                      </m:d>
                      <m:r>
                        <a:rPr lang="en-US" altLang="zh-CN" sz="22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zh-CN" altLang="en-US" sz="22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682" y="1976882"/>
                <a:ext cx="2014859" cy="430887"/>
              </a:xfrm>
              <a:prstGeom prst="rect">
                <a:avLst/>
              </a:prstGeom>
              <a:blipFill>
                <a:blip r:embed="rId4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2283667" y="2597977"/>
                <a:ext cx="65532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2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𝑆</m:t>
                        </m:r>
                      </m:e>
                      <m:sup>
                        <m:r>
                          <a:rPr lang="en-US" altLang="zh-CN" sz="22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altLang="zh-CN" sz="22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=0</m:t>
                    </m:r>
                    <m:r>
                      <a:rPr lang="en-US" altLang="zh-CN" sz="2200" i="1" dirty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.5</m:t>
                    </m:r>
                    <m:r>
                      <a:rPr lang="en-US" altLang="zh-CN" sz="22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     → </m:t>
                    </m:r>
                  </m:oMath>
                </a14:m>
                <a:r>
                  <a:rPr lang="en-US" altLang="zh-CN" sz="2200" dirty="0">
                    <a:solidFill>
                      <a:schemeClr val="bg2">
                        <a:lumMod val="10000"/>
                      </a:schemeClr>
                    </a:solidFill>
                  </a:rPr>
                  <a:t>    Scaled Speedup 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altLang="zh-CN" sz="2200" dirty="0">
                    <a:solidFill>
                      <a:schemeClr val="bg2">
                        <a:lumMod val="10000"/>
                      </a:schemeClr>
                    </a:solidFill>
                  </a:rPr>
                  <a:t> Ideal speedup (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altLang="zh-CN" sz="2200" dirty="0">
                    <a:solidFill>
                      <a:schemeClr val="bg2">
                        <a:lumMod val="10000"/>
                      </a:schemeClr>
                    </a:solidFill>
                  </a:rPr>
                  <a:t>)</a:t>
                </a:r>
                <a:endParaRPr lang="zh-CN" altLang="en-US" sz="22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667" y="2597977"/>
                <a:ext cx="6553200" cy="430887"/>
              </a:xfrm>
              <a:prstGeom prst="rect">
                <a:avLst/>
              </a:prstGeom>
              <a:blipFill>
                <a:blip r:embed="rId5"/>
                <a:stretch>
                  <a:fillRect t="-8824"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352676" y="3031851"/>
                <a:ext cx="76200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2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𝑆</m:t>
                        </m:r>
                      </m:e>
                      <m:sup>
                        <m:r>
                          <a:rPr lang="en-US" altLang="zh-CN" sz="22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altLang="zh-CN" sz="22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=0.5     →</m:t>
                    </m:r>
                    <m:r>
                      <m:rPr>
                        <m:nor/>
                      </m:rPr>
                      <a:rPr lang="en-US" altLang="zh-CN" sz="22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    </m:t>
                    </m:r>
                    <m:r>
                      <m:rPr>
                        <m:nor/>
                      </m:rPr>
                      <a:rPr lang="en-US" altLang="zh-CN" sz="2200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Scaled</m:t>
                    </m:r>
                    <m:r>
                      <m:rPr>
                        <m:nor/>
                      </m:rPr>
                      <a:rPr lang="en-US" altLang="zh-CN" sz="2200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CN" sz="2200" dirty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Speedup</m:t>
                    </m:r>
                    <m:r>
                      <a:rPr lang="en-US" altLang="zh-CN" sz="22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=0.5 </m:t>
                    </m:r>
                    <m:r>
                      <a:rPr lang="en-US" altLang="zh-CN" sz="22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altLang="zh-CN" sz="2200" dirty="0">
                    <a:solidFill>
                      <a:schemeClr val="bg2">
                        <a:lumMod val="1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50% </m:t>
                    </m:r>
                  </m:oMath>
                </a14:m>
                <a:r>
                  <a:rPr lang="en-US" altLang="zh-CN" sz="2200" dirty="0">
                    <a:solidFill>
                      <a:schemeClr val="bg2">
                        <a:lumMod val="10000"/>
                      </a:schemeClr>
                    </a:solidFill>
                  </a:rPr>
                  <a:t>of Ideal speedup</a:t>
                </a:r>
                <a:endParaRPr lang="zh-CN" altLang="en-US" sz="22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676" y="3031851"/>
                <a:ext cx="7620000" cy="430887"/>
              </a:xfrm>
              <a:prstGeom prst="rect">
                <a:avLst/>
              </a:prstGeom>
              <a:blipFill>
                <a:blip r:embed="rId6"/>
                <a:stretch>
                  <a:fillRect t="-8571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2766417" y="3581401"/>
            <a:ext cx="5562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2">
                    <a:lumMod val="10000"/>
                  </a:schemeClr>
                </a:solidFill>
              </a:rPr>
              <a:t>Example: ML Training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953001" y="4012287"/>
            <a:ext cx="228600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4953001" y="4419600"/>
            <a:ext cx="228600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4953001" y="5105400"/>
            <a:ext cx="228600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6065520" y="4012288"/>
            <a:ext cx="0" cy="407313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6096001" y="4012287"/>
                <a:ext cx="440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𝑆</m:t>
                          </m:r>
                        </m:e>
                        <m:sup>
                          <m:r>
                            <a:rPr lang="en-US" altLang="zh-CN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4012287"/>
                <a:ext cx="44005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Arrow Connector 75"/>
          <p:cNvCxnSpPr/>
          <p:nvPr/>
        </p:nvCxnSpPr>
        <p:spPr>
          <a:xfrm>
            <a:off x="5334001" y="4419600"/>
            <a:ext cx="0" cy="68580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6781801" y="4419600"/>
            <a:ext cx="0" cy="685800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/>
              <p:cNvSpPr/>
              <p:nvPr/>
            </p:nvSpPr>
            <p:spPr>
              <a:xfrm>
                <a:off x="5673182" y="4577834"/>
                <a:ext cx="6222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……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8" name="Rectangle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182" y="4577834"/>
                <a:ext cx="62228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4701762" y="5257800"/>
                <a:ext cx="459463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2">
                        <a:lumMod val="10000"/>
                      </a:schemeClr>
                    </a:solidFill>
                  </a:rPr>
                  <a:t>Scaled Speedup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∝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# of threads</a:t>
                </a:r>
                <a:endParaRPr lang="en-US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1762" y="5257800"/>
                <a:ext cx="4594639" cy="369332"/>
              </a:xfrm>
              <a:prstGeom prst="rect">
                <a:avLst/>
              </a:prstGeom>
              <a:blipFill>
                <a:blip r:embed="rId9"/>
                <a:stretch>
                  <a:fillRect l="-826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/>
          <p:cNvCxnSpPr/>
          <p:nvPr/>
        </p:nvCxnSpPr>
        <p:spPr>
          <a:xfrm flipH="1">
            <a:off x="7371659" y="4215943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7371659" y="4773588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924801" y="401644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Setup Overhead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07483" y="4588922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Parallel Training</a:t>
            </a:r>
          </a:p>
        </p:txBody>
      </p:sp>
    </p:spTree>
    <p:extLst>
      <p:ext uri="{BB962C8B-B14F-4D97-AF65-F5344CB8AC3E}">
        <p14:creationId xmlns:p14="http://schemas.microsoft.com/office/powerpoint/2010/main" val="27233344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496AE-7876-6E43-B340-617E554748C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Gustafson’s Law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Scaled Speedup (Gustafson’s Law) (4)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D9A22-07FF-0E49-A828-E960467A6F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400" b="1" dirty="0">
                  <a:solidFill>
                    <a:srgbClr val="000000"/>
                  </a:solidFill>
                </a:endParaRPr>
              </a:p>
              <a:p>
                <a:r>
                  <a:rPr lang="en-US" sz="2400" dirty="0">
                    <a:solidFill>
                      <a:srgbClr val="000000"/>
                    </a:solidFill>
                  </a:rPr>
                  <a:t>If we increase </a:t>
                </a:r>
              </a:p>
              <a:p>
                <a:pPr marL="800100" lvl="1" indent="-342900"/>
                <a:r>
                  <a:rPr lang="en-US" dirty="0">
                    <a:solidFill>
                      <a:srgbClr val="000000"/>
                    </a:solidFill>
                  </a:rPr>
                  <a:t>the number of processors </a:t>
                </a:r>
                <a14:m>
                  <m:oMath xmlns:m="http://schemas.openxmlformats.org/officeDocument/2006/math">
                    <m:r>
                      <a:rPr lang="en-US" b="0" dirty="0" smtClean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000000"/>
                        </a:solidFill>
                        <a:latin typeface="Cambria Math"/>
                      </a:rPr>
                      <m:t>𝑝</m:t>
                    </m:r>
                    <m:r>
                      <a:rPr lang="en-US" b="0" dirty="0" smtClean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800100" lvl="1" indent="-342900"/>
                <a:r>
                  <a:rPr lang="en-US" dirty="0">
                    <a:solidFill>
                      <a:srgbClr val="000000"/>
                    </a:solidFill>
                  </a:rPr>
                  <a:t>the amount of parallelizable portion of computations</a:t>
                </a:r>
              </a:p>
              <a:p>
                <a:pPr marL="457200" lvl="1" indent="0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  <a:endParaRPr lang="en-US" sz="2400" dirty="0">
                  <a:solidFill>
                    <a:srgbClr val="000000"/>
                  </a:solidFill>
                </a:endParaRPr>
              </a:p>
              <a:p>
                <a:r>
                  <a:rPr lang="en-US" sz="2400" dirty="0">
                    <a:solidFill>
                      <a:srgbClr val="000000"/>
                    </a:solidFill>
                  </a:rPr>
                  <a:t>Scaled speedup is limited by the fraction of program that can be parallelized (higher the fraction, higher the speedup).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D9A22-07FF-0E49-A828-E960467A6F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78" r="-1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840042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6449E0-6A7E-AA6C-D498-92CD4AE60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324" y="450075"/>
            <a:ext cx="10406214" cy="993158"/>
          </a:xfrm>
        </p:spPr>
        <p:txBody>
          <a:bodyPr/>
          <a:lstStyle/>
          <a:p>
            <a:pPr algn="ctr"/>
            <a:r>
              <a:rPr lang="en-US" altLang="zh-CN" dirty="0"/>
              <a:t>Scaled Speedup (Gustafson’s Law) (5)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2A2F7F-FC46-0A55-CB54-36911FB16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Amdahl’s Law – Cannot achieve more than 2x speedup</a:t>
                </a:r>
              </a:p>
              <a:p>
                <a:endParaRPr lang="en-US" dirty="0"/>
              </a:p>
              <a:p>
                <a:r>
                  <a:rPr lang="en-US" dirty="0"/>
                  <a:t>Gustafson’s Law – Can achieve 16x speedup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2A2F7F-FC46-0A55-CB54-36911FB16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50559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82000" y="3259014"/>
            <a:ext cx="838200" cy="609600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382000" y="1963614"/>
            <a:ext cx="838200" cy="533400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hart 13"/>
          <p:cNvGraphicFramePr>
            <a:graphicFrameLocks/>
          </p:cNvGraphicFramePr>
          <p:nvPr/>
        </p:nvGraphicFramePr>
        <p:xfrm>
          <a:off x="3124200" y="1380446"/>
          <a:ext cx="6141720" cy="38305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Scaled Speedup (Gustafson’s Law) (6)</a:t>
            </a:r>
            <a:endParaRPr lang="zh-CN" altLang="en-US" dirty="0"/>
          </a:p>
        </p:txBody>
      </p:sp>
      <p:cxnSp>
        <p:nvCxnSpPr>
          <p:cNvPr id="23" name="直接连接符 6"/>
          <p:cNvCxnSpPr/>
          <p:nvPr/>
        </p:nvCxnSpPr>
        <p:spPr>
          <a:xfrm>
            <a:off x="8077200" y="1354014"/>
            <a:ext cx="0" cy="3429000"/>
          </a:xfrm>
          <a:prstGeom prst="line">
            <a:avLst/>
          </a:prstGeom>
          <a:ln w="158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9"/>
          <p:cNvCxnSpPr/>
          <p:nvPr/>
        </p:nvCxnSpPr>
        <p:spPr>
          <a:xfrm flipH="1">
            <a:off x="3742804" y="2192214"/>
            <a:ext cx="4343400" cy="11668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14"/>
          <p:cNvCxnSpPr/>
          <p:nvPr/>
        </p:nvCxnSpPr>
        <p:spPr>
          <a:xfrm flipH="1">
            <a:off x="3742805" y="3487614"/>
            <a:ext cx="4361409" cy="0"/>
          </a:xfrm>
          <a:prstGeom prst="line">
            <a:avLst/>
          </a:prstGeom>
          <a:ln w="381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733801" y="3120945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512.5</a:t>
            </a:r>
            <a:endParaRPr lang="zh-CN" altLang="en-US" b="1" dirty="0">
              <a:solidFill>
                <a:schemeClr val="accent3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33801" y="182616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1024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76401" y="2649415"/>
            <a:ext cx="1008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Scaled</a:t>
            </a:r>
          </a:p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Speedup</a:t>
            </a:r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29" name="直接箭头连接符 18"/>
          <p:cNvCxnSpPr/>
          <p:nvPr/>
        </p:nvCxnSpPr>
        <p:spPr>
          <a:xfrm flipV="1">
            <a:off x="2971800" y="1963614"/>
            <a:ext cx="0" cy="2590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730858" y="5443475"/>
                <a:ext cx="2577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bg2">
                        <a:lumMod val="10000"/>
                      </a:schemeClr>
                    </a:solidFill>
                  </a:rPr>
                  <a:t>Number of Processors (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altLang="zh-CN" dirty="0">
                    <a:solidFill>
                      <a:schemeClr val="bg2">
                        <a:lumMod val="10000"/>
                      </a:schemeClr>
                    </a:solidFill>
                  </a:rPr>
                  <a:t>)</a:t>
                </a:r>
                <a:endParaRPr lang="zh-CN" alt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858" y="5443475"/>
                <a:ext cx="2577885" cy="369332"/>
              </a:xfrm>
              <a:prstGeom prst="rect">
                <a:avLst/>
              </a:prstGeom>
              <a:blipFill>
                <a:blip r:embed="rId3"/>
                <a:stretch>
                  <a:fillRect l="-1970" t="-6667" r="-985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接箭头连接符 20"/>
          <p:cNvCxnSpPr/>
          <p:nvPr/>
        </p:nvCxnSpPr>
        <p:spPr>
          <a:xfrm>
            <a:off x="3657600" y="5392614"/>
            <a:ext cx="47244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8120842" y="1736508"/>
            <a:ext cx="3048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66761" y="1317284"/>
                <a:ext cx="2420391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700" b="1" dirty="0">
                    <a:solidFill>
                      <a:schemeClr val="accent1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700" b="1" i="1" dirty="0">
                        <a:solidFill>
                          <a:schemeClr val="accent1"/>
                        </a:solidFill>
                        <a:latin typeface="Cambria Math"/>
                      </a:rPr>
                      <m:t>𝒑</m:t>
                    </m:r>
                    <m:r>
                      <a:rPr lang="en-US" sz="1700" b="1" i="1" dirty="0">
                        <a:solidFill>
                          <a:schemeClr val="accent1"/>
                        </a:solidFill>
                        <a:latin typeface="Cambria Math"/>
                      </a:rPr>
                      <m:t>=</m:t>
                    </m:r>
                    <m:r>
                      <a:rPr lang="en-US" sz="1700" b="1" i="1" dirty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en-US" sz="1700" b="1" i="1" dirty="0">
                        <a:solidFill>
                          <a:schemeClr val="accent1"/>
                        </a:solidFill>
                        <a:latin typeface="Cambria Math"/>
                      </a:rPr>
                      <m:t>𝑲</m:t>
                    </m:r>
                  </m:oMath>
                </a14:m>
                <a:r>
                  <a:rPr lang="en-US" sz="1700" b="1" dirty="0">
                    <a:solidFill>
                      <a:schemeClr val="accent1"/>
                    </a:solidFill>
                  </a:rPr>
                  <a:t>, </a:t>
                </a:r>
              </a:p>
              <a:p>
                <a:r>
                  <a:rPr lang="en-US" sz="1700" b="1" dirty="0">
                    <a:solidFill>
                      <a:schemeClr val="accent1"/>
                    </a:solidFill>
                  </a:rPr>
                  <a:t>scaled speedup </a:t>
                </a:r>
                <a14:m>
                  <m:oMath xmlns:m="http://schemas.openxmlformats.org/officeDocument/2006/math">
                    <m:r>
                      <a:rPr lang="en-US" sz="1700" b="1" i="1" dirty="0">
                        <a:solidFill>
                          <a:schemeClr val="accent1"/>
                        </a:solidFill>
                        <a:latin typeface="Cambria Math"/>
                      </a:rPr>
                      <m:t>=</m:t>
                    </m:r>
                    <m:r>
                      <a:rPr lang="en-US" sz="1700" b="1" i="1" dirty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en-US" sz="1700" b="1" i="1" dirty="0">
                        <a:solidFill>
                          <a:schemeClr val="accent1"/>
                        </a:solidFill>
                        <a:latin typeface="Cambria Math"/>
                      </a:rPr>
                      <m:t>𝑲</m:t>
                    </m:r>
                  </m:oMath>
                </a14:m>
                <a:endParaRPr lang="en-US" sz="17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6761" y="1317284"/>
                <a:ext cx="2420391" cy="615553"/>
              </a:xfrm>
              <a:prstGeom prst="rect">
                <a:avLst/>
              </a:prstGeom>
              <a:blipFill>
                <a:blip r:embed="rId4"/>
                <a:stretch>
                  <a:fillRect l="-1571" t="-2041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153401" y="3922153"/>
                <a:ext cx="2669773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700" b="1" dirty="0">
                    <a:solidFill>
                      <a:schemeClr val="accent3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700" b="1" i="1" dirty="0">
                        <a:solidFill>
                          <a:schemeClr val="accent3"/>
                        </a:solidFill>
                        <a:latin typeface="Cambria Math"/>
                      </a:rPr>
                      <m:t>𝒑</m:t>
                    </m:r>
                    <m:r>
                      <a:rPr lang="en-US" sz="1700" b="1" i="1" dirty="0">
                        <a:solidFill>
                          <a:schemeClr val="accent3"/>
                        </a:solidFill>
                        <a:latin typeface="Cambria Math"/>
                      </a:rPr>
                      <m:t>=</m:t>
                    </m:r>
                    <m:r>
                      <a:rPr lang="en-US" sz="1700" b="1" i="1" dirty="0">
                        <a:solidFill>
                          <a:schemeClr val="accent3"/>
                        </a:solidFill>
                        <a:latin typeface="Cambria Math"/>
                      </a:rPr>
                      <m:t>𝟏</m:t>
                    </m:r>
                    <m:r>
                      <a:rPr lang="en-US" sz="1700" b="1" i="1" dirty="0">
                        <a:solidFill>
                          <a:schemeClr val="accent3"/>
                        </a:solidFill>
                        <a:latin typeface="Cambria Math"/>
                      </a:rPr>
                      <m:t>𝑲</m:t>
                    </m:r>
                  </m:oMath>
                </a14:m>
                <a:r>
                  <a:rPr lang="en-US" sz="1700" b="1" dirty="0">
                    <a:solidFill>
                      <a:schemeClr val="accent3"/>
                    </a:solidFill>
                  </a:rPr>
                  <a:t>, </a:t>
                </a:r>
              </a:p>
              <a:p>
                <a:r>
                  <a:rPr lang="en-US" sz="1700" b="1" dirty="0">
                    <a:solidFill>
                      <a:schemeClr val="accent3"/>
                    </a:solidFill>
                  </a:rPr>
                  <a:t>scaled speedup </a:t>
                </a:r>
                <a14:m>
                  <m:oMath xmlns:m="http://schemas.openxmlformats.org/officeDocument/2006/math">
                    <m:r>
                      <a:rPr lang="en-US" sz="1700" b="1" i="1" dirty="0">
                        <a:solidFill>
                          <a:schemeClr val="accent3"/>
                        </a:solidFill>
                        <a:latin typeface="Cambria Math"/>
                      </a:rPr>
                      <m:t>=</m:t>
                    </m:r>
                    <m:r>
                      <a:rPr lang="en-US" sz="1700" b="1" i="1" dirty="0">
                        <a:solidFill>
                          <a:schemeClr val="accent3"/>
                        </a:solidFill>
                        <a:latin typeface="Cambria Math"/>
                      </a:rPr>
                      <m:t>𝟓𝟏𝟐</m:t>
                    </m:r>
                    <m:r>
                      <a:rPr lang="en-US" sz="1700" b="1" i="1" dirty="0">
                        <a:solidFill>
                          <a:schemeClr val="accent3"/>
                        </a:solidFill>
                        <a:latin typeface="Cambria Math"/>
                      </a:rPr>
                      <m:t>.</m:t>
                    </m:r>
                    <m:r>
                      <a:rPr lang="en-US" sz="1700" b="1" i="1" dirty="0">
                        <a:solidFill>
                          <a:schemeClr val="accent3"/>
                        </a:solidFill>
                        <a:latin typeface="Cambria Math"/>
                      </a:rPr>
                      <m:t>𝟓</m:t>
                    </m:r>
                  </m:oMath>
                </a14:m>
                <a:endParaRPr lang="en-US" sz="1700" b="1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1" y="3922153"/>
                <a:ext cx="2669773" cy="615553"/>
              </a:xfrm>
              <a:prstGeom prst="rect">
                <a:avLst/>
              </a:prstGeom>
              <a:blipFill>
                <a:blip r:embed="rId5"/>
                <a:stretch>
                  <a:fillRect l="-1422" t="-2041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H="1" flipV="1">
            <a:off x="8153400" y="3490278"/>
            <a:ext cx="152400" cy="378337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8974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50C6454-6D89-394C-9B82-EC3C2C215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Strong or Weak Scaling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C48FF0-7BB2-1F40-A849-7703B8761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Strong Scaling </a:t>
            </a:r>
          </a:p>
          <a:p>
            <a:pPr lvl="1"/>
            <a:r>
              <a:rPr lang="en-US" dirty="0"/>
              <a:t>Governed by Amdahl’s Law</a:t>
            </a:r>
            <a:endParaRPr lang="en-US">
              <a:cs typeface="Calibri"/>
            </a:endParaRPr>
          </a:p>
          <a:p>
            <a:pPr lvl="1"/>
            <a:r>
              <a:rPr lang="en-US" dirty="0"/>
              <a:t>The number of processors is </a:t>
            </a:r>
            <a:r>
              <a:rPr lang="en-US" b="1" dirty="0"/>
              <a:t>increased</a:t>
            </a:r>
            <a:r>
              <a:rPr lang="en-US" dirty="0"/>
              <a:t> while the problem size </a:t>
            </a:r>
            <a:r>
              <a:rPr lang="en-US" b="1" dirty="0"/>
              <a:t>remains constant</a:t>
            </a:r>
            <a:endParaRPr lang="en-US"/>
          </a:p>
          <a:p>
            <a:pPr lvl="1"/>
            <a:r>
              <a:rPr lang="en-US" dirty="0"/>
              <a:t>Results in a </a:t>
            </a:r>
            <a:r>
              <a:rPr lang="en-US" b="1" dirty="0"/>
              <a:t>reduced</a:t>
            </a:r>
            <a:r>
              <a:rPr lang="en-US" dirty="0"/>
              <a:t> workload per processor </a:t>
            </a:r>
            <a:endParaRPr lang="en-US">
              <a:cs typeface="Calibri"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Weak Scaling </a:t>
            </a:r>
          </a:p>
          <a:p>
            <a:pPr lvl="1"/>
            <a:r>
              <a:rPr lang="en-US" dirty="0"/>
              <a:t>Governed by Gustafson’s Law</a:t>
            </a:r>
            <a:endParaRPr lang="en-US" dirty="0">
              <a:cs typeface="Calibri"/>
            </a:endParaRPr>
          </a:p>
          <a:p>
            <a:pPr lvl="1"/>
            <a:r>
              <a:rPr lang="en-US" b="1" dirty="0"/>
              <a:t>Both</a:t>
            </a:r>
            <a:r>
              <a:rPr lang="en-US" dirty="0"/>
              <a:t> the number of processors and the problem size are </a:t>
            </a:r>
            <a:r>
              <a:rPr lang="en-US" b="1" dirty="0"/>
              <a:t>increased</a:t>
            </a:r>
            <a:endParaRPr lang="en-US">
              <a:cs typeface="Calibri"/>
            </a:endParaRPr>
          </a:p>
          <a:p>
            <a:pPr lvl="1"/>
            <a:r>
              <a:rPr lang="en-US" dirty="0"/>
              <a:t>Results in a </a:t>
            </a:r>
            <a:r>
              <a:rPr lang="en-US" b="1" dirty="0"/>
              <a:t>constant</a:t>
            </a:r>
            <a:r>
              <a:rPr lang="en-US" dirty="0"/>
              <a:t> workload per processor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867445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EFB9FF-53ED-104B-BA4E-DA2DFD34504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Efficiency</a:t>
            </a:r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(1)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544283" y="1736308"/>
                <a:ext cx="5806806" cy="4638631"/>
              </a:xfrm>
            </p:spPr>
            <p:txBody>
              <a:bodyPr/>
              <a:lstStyle/>
              <a:p>
                <a:pPr marL="285750" lvl="1"/>
                <a:r>
                  <a:rPr lang="en-US" altLang="zh-CN" dirty="0"/>
                  <a:t>Question: If we use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</a:rPr>
                      <m:t>𝑝</m:t>
                    </m:r>
                    <m:r>
                      <a:rPr lang="en-US" altLang="zh-CN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CN" dirty="0"/>
                  <a:t>processors, is speedup =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</a:rPr>
                      <m:t>𝑝</m:t>
                    </m:r>
                    <m:r>
                      <a:rPr lang="en-US" altLang="zh-CN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CN" dirty="0"/>
                  <a:t>?</a:t>
                </a:r>
              </a:p>
              <a:p>
                <a:endParaRPr lang="en-US" altLang="zh-CN" dirty="0"/>
              </a:p>
              <a:p>
                <a:pPr marL="285750" lvl="1"/>
                <a:r>
                  <a:rPr lang="en-US" altLang="zh-CN" dirty="0"/>
                  <a:t>Efficiency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</a:rPr>
                      <m:t> </m:t>
                    </m:r>
                    <m:r>
                      <a:rPr lang="en-US" altLang="zh-CN" b="1" i="1" dirty="0" smtClean="0">
                        <a:latin typeface="Cambria Math"/>
                      </a:rPr>
                      <m:t>=</m:t>
                    </m:r>
                    <m:r>
                      <a:rPr lang="en-US" altLang="zh-CN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CN" dirty="0"/>
                  <a:t>Fraction of time a processor is usefully employed during the computation</a:t>
                </a:r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283" y="1736308"/>
                <a:ext cx="5806806" cy="4638631"/>
              </a:xfrm>
              <a:blipFill>
                <a:blip r:embed="rId3"/>
                <a:stretch>
                  <a:fillRect l="-437" t="-1366" r="-1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flipH="1">
            <a:off x="2192216" y="2977260"/>
            <a:ext cx="152400" cy="98425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7627756" y="4169667"/>
            <a:ext cx="2895600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7627756" y="2417067"/>
            <a:ext cx="0" cy="175260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784706" y="2841303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=1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706" y="2841303"/>
                <a:ext cx="685800" cy="369332"/>
              </a:xfrm>
              <a:prstGeom prst="rect">
                <a:avLst/>
              </a:prstGeom>
              <a:blipFill>
                <a:blip r:embed="rId4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88666" y="3615319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=2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666" y="3615319"/>
                <a:ext cx="685800" cy="369332"/>
              </a:xfrm>
              <a:prstGeom prst="rect">
                <a:avLst/>
              </a:prstGeom>
              <a:blipFill>
                <a:blip r:embed="rId5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83968" y="3430653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968" y="3430653"/>
                <a:ext cx="6858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083968" y="3767719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968" y="3767719"/>
                <a:ext cx="6858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7638147" y="2885935"/>
            <a:ext cx="2123210" cy="30480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638148" y="3495185"/>
            <a:ext cx="523009" cy="30480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161156" y="3495185"/>
            <a:ext cx="363682" cy="3048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524839" y="3495185"/>
            <a:ext cx="261504" cy="30480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786344" y="3495185"/>
            <a:ext cx="181841" cy="3048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342999" y="3799985"/>
            <a:ext cx="323849" cy="3048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666847" y="3799985"/>
            <a:ext cx="505692" cy="30480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9761357" y="2721867"/>
            <a:ext cx="0" cy="1524000"/>
          </a:xfrm>
          <a:prstGeom prst="line">
            <a:avLst/>
          </a:prstGeom>
          <a:ln w="9525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142356" y="4245867"/>
            <a:ext cx="76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Time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8685896" y="2853669"/>
            <a:ext cx="0" cy="1392198"/>
          </a:xfrm>
          <a:prstGeom prst="line">
            <a:avLst/>
          </a:prstGeom>
          <a:ln w="9525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456556" y="4176595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2049" y="4175106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0.5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672" y="4660976"/>
            <a:ext cx="341168" cy="15240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8655590" y="4567899"/>
            <a:ext cx="141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useful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6847" y="4893881"/>
            <a:ext cx="15517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idle (overhead)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0878" y="2853669"/>
            <a:ext cx="1219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Serial Computation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flipH="1">
            <a:off x="9761357" y="3038335"/>
            <a:ext cx="244188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7627757" y="2687415"/>
            <a:ext cx="567173" cy="0"/>
          </a:xfrm>
          <a:prstGeom prst="straightConnector1">
            <a:avLst/>
          </a:prstGeom>
          <a:ln w="9525">
            <a:solidFill>
              <a:schemeClr val="bg2">
                <a:lumMod val="1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9172539" y="2701269"/>
            <a:ext cx="588818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076296" y="2533527"/>
            <a:ext cx="1219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Serial 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87151" y="1806091"/>
            <a:ext cx="3353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Typical execution of a program on </a:t>
            </a:r>
          </a:p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a parallel machine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01330" y="4986958"/>
            <a:ext cx="341168" cy="1524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7638147" y="3799985"/>
            <a:ext cx="386197" cy="3048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8024344" y="3799985"/>
            <a:ext cx="318654" cy="30480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内容占位符 1">
                <a:extLst>
                  <a:ext uri="{FF2B5EF4-FFF2-40B4-BE49-F238E27FC236}">
                    <a16:creationId xmlns:a16="http://schemas.microsoft.com/office/drawing/2014/main" id="{D112BD6B-7B3F-1C40-B21E-EB41C7A5D8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1984" y="4752499"/>
                <a:ext cx="9851367" cy="1457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indent="-342900"/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zh-CN" sz="2400" dirty="0">
                    <a:solidFill>
                      <a:schemeClr val="bg2">
                        <a:lumMod val="10000"/>
                      </a:schemeClr>
                    </a:solidFill>
                  </a:rPr>
                  <a:t>Speedup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en-US" altLang="zh-CN" sz="2400" dirty="0">
                    <a:solidFill>
                      <a:schemeClr val="bg2">
                        <a:lumMod val="10000"/>
                      </a:schemeClr>
                    </a:solidFill>
                  </a:rPr>
                  <a:t> # of processors used</a:t>
                </a:r>
              </a:p>
              <a:p>
                <a:pPr marL="1085850" lvl="2" indent="-342900">
                  <a:buFont typeface="Calibri" panose="020F0502020204030204" pitchFamily="34" charset="0"/>
                  <a:buChar char="–"/>
                </a:pP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chemeClr val="bg2">
                        <a:lumMod val="10000"/>
                      </a:schemeClr>
                    </a:solidFill>
                  </a:rPr>
                  <a:t>is the average efficiency over all the processors</a:t>
                </a:r>
              </a:p>
              <a:p>
                <a:pPr marL="1085850" lvl="2" indent="-342900">
                  <a:buFont typeface="Calibri" panose="020F0502020204030204" pitchFamily="34" charset="0"/>
                  <a:buChar char="–"/>
                </a:pPr>
                <a:r>
                  <a:rPr lang="en-US" altLang="zh-CN" dirty="0">
                    <a:solidFill>
                      <a:schemeClr val="bg2">
                        <a:lumMod val="10000"/>
                      </a:schemeClr>
                    </a:solidFill>
                  </a:rPr>
                  <a:t>Efficiency of each processor can be different from the average value</a:t>
                </a:r>
              </a:p>
            </p:txBody>
          </p:sp>
        </mc:Choice>
        <mc:Fallback xmlns="">
          <p:sp>
            <p:nvSpPr>
              <p:cNvPr id="38" name="内容占位符 1">
                <a:extLst>
                  <a:ext uri="{FF2B5EF4-FFF2-40B4-BE49-F238E27FC236}">
                    <a16:creationId xmlns:a16="http://schemas.microsoft.com/office/drawing/2014/main" id="{D112BD6B-7B3F-1C40-B21E-EB41C7A5D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84" y="4752499"/>
                <a:ext cx="9851367" cy="1457904"/>
              </a:xfrm>
              <a:prstGeom prst="rect">
                <a:avLst/>
              </a:prstGeom>
              <a:blipFill>
                <a:blip r:embed="rId9"/>
                <a:stretch>
                  <a:fillRect l="-772" t="-4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170713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93F05E3-835E-C5BB-02EB-0D10CE6FD97E}"/>
              </a:ext>
            </a:extLst>
          </p:cNvPr>
          <p:cNvCxnSpPr/>
          <p:nvPr/>
        </p:nvCxnSpPr>
        <p:spPr>
          <a:xfrm flipV="1">
            <a:off x="1923645" y="4180818"/>
            <a:ext cx="358253" cy="410284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5CE72-1786-AC85-05B8-C4843AB3A358}"/>
              </a:ext>
            </a:extLst>
          </p:cNvPr>
          <p:cNvCxnSpPr/>
          <p:nvPr/>
        </p:nvCxnSpPr>
        <p:spPr>
          <a:xfrm flipV="1">
            <a:off x="2267716" y="4206724"/>
            <a:ext cx="358253" cy="410284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95C6A1-85EC-E699-2DCC-D58B6AE01394}"/>
              </a:ext>
            </a:extLst>
          </p:cNvPr>
          <p:cNvCxnSpPr/>
          <p:nvPr/>
        </p:nvCxnSpPr>
        <p:spPr>
          <a:xfrm flipV="1">
            <a:off x="2643145" y="4188780"/>
            <a:ext cx="358253" cy="410284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9CB017-A9FA-95CA-520B-063A47446C7D}"/>
              </a:ext>
            </a:extLst>
          </p:cNvPr>
          <p:cNvCxnSpPr/>
          <p:nvPr/>
        </p:nvCxnSpPr>
        <p:spPr>
          <a:xfrm flipV="1">
            <a:off x="3053015" y="4199420"/>
            <a:ext cx="358253" cy="410284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Performance (2)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87969" y="1197429"/>
            <a:ext cx="8390374" cy="4884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Ex. 		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81500" y="1143002"/>
                <a:ext cx="16383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𝑆</m:t>
                      </m:r>
                      <m:r>
                        <a:rPr lang="en-US" sz="24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=0.5</m:t>
                      </m:r>
                    </m:oMath>
                  </m:oMathPara>
                </a14:m>
                <a:endParaRPr lang="en-US" sz="2400" i="1" dirty="0">
                  <a:solidFill>
                    <a:schemeClr val="bg2">
                      <a:lumMod val="10000"/>
                    </a:schemeClr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𝑃</m:t>
                      </m:r>
                      <m:r>
                        <a:rPr lang="en-US" sz="24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=0.5</m:t>
                      </m:r>
                    </m:oMath>
                  </m:oMathPara>
                </a14:m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500" y="1143002"/>
                <a:ext cx="1638300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/>
            </p:nvGraphicFramePr>
            <p:xfrm>
              <a:off x="1155406" y="3429002"/>
              <a:ext cx="3765360" cy="116210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30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61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5307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5307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87367"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3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Idle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3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Serial portion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5171235"/>
                  </p:ext>
                </p:extLst>
              </p:nvPr>
            </p:nvGraphicFramePr>
            <p:xfrm>
              <a:off x="1155406" y="3429002"/>
              <a:ext cx="3765360" cy="116210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30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61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5307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5307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87367"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3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6667" r="-396667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Idle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3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0000" r="-396667" b="-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Serial portion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2" name="Straight Connector 11"/>
          <p:cNvCxnSpPr/>
          <p:nvPr/>
        </p:nvCxnSpPr>
        <p:spPr>
          <a:xfrm flipV="1">
            <a:off x="3427474" y="3770531"/>
            <a:ext cx="731293" cy="820572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67966" y="2629764"/>
            <a:ext cx="262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Parallelized portion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(Ideal case)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3396766" y="4599064"/>
            <a:ext cx="0" cy="260445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4158766" y="4591103"/>
            <a:ext cx="0" cy="260445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168166" y="4800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3966" y="48122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0.75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359768" y="2172018"/>
                <a:ext cx="2895600" cy="61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Speedup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0.75</m:t>
                        </m:r>
                      </m:den>
                    </m:f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768" y="2172018"/>
                <a:ext cx="2895600" cy="616194"/>
              </a:xfrm>
              <a:prstGeom prst="rect">
                <a:avLst/>
              </a:prstGeom>
              <a:blipFill>
                <a:blip r:embed="rId4"/>
                <a:stretch>
                  <a:fillRect l="-3057" t="-80000" r="-5240" b="-1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359768" y="2693474"/>
                <a:ext cx="4191000" cy="654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(Average) Efficiency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skw"/>
                            <m:ctrlP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4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768" y="2693474"/>
                <a:ext cx="4191000" cy="654090"/>
              </a:xfrm>
              <a:prstGeom prst="rect">
                <a:avLst/>
              </a:prstGeom>
              <a:blipFill>
                <a:blip r:embed="rId5"/>
                <a:stretch>
                  <a:fillRect l="-2115" t="-69811" r="-1511" b="-120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359768" y="3721178"/>
                <a:ext cx="4038600" cy="622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Efficiency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0.25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0.75</m:t>
                        </m:r>
                      </m:den>
                    </m:f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768" y="3721178"/>
                <a:ext cx="4038600" cy="622222"/>
              </a:xfrm>
              <a:prstGeom prst="rect">
                <a:avLst/>
              </a:prstGeom>
              <a:blipFill>
                <a:blip r:embed="rId6"/>
                <a:stretch>
                  <a:fillRect l="-2194" t="-80000" b="-1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359768" y="4330778"/>
                <a:ext cx="3733800" cy="622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Efficiency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0.75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0.75</m:t>
                        </m:r>
                      </m:den>
                    </m:f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=1</m:t>
                    </m:r>
                  </m:oMath>
                </a14:m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768" y="4330778"/>
                <a:ext cx="3733800" cy="622222"/>
              </a:xfrm>
              <a:prstGeom prst="rect">
                <a:avLst/>
              </a:prstGeom>
              <a:blipFill>
                <a:blip r:embed="rId7"/>
                <a:stretch>
                  <a:fillRect l="-2373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359768" y="4940379"/>
                <a:ext cx="4495800" cy="654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(Average) Efficiency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skw"/>
                            <m:ctrlP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3</m:t>
                            </m:r>
                          </m:den>
                        </m:f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+1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=2/3</m:t>
                    </m:r>
                  </m:oMath>
                </a14:m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768" y="4940379"/>
                <a:ext cx="4495800" cy="654731"/>
              </a:xfrm>
              <a:prstGeom prst="rect">
                <a:avLst/>
              </a:prstGeom>
              <a:blipFill>
                <a:blip r:embed="rId8"/>
                <a:stretch>
                  <a:fillRect l="-1972" t="-60377" b="-50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 flipV="1">
            <a:off x="3793120" y="4180818"/>
            <a:ext cx="365647" cy="410284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3396767" y="3810000"/>
            <a:ext cx="358253" cy="410284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/>
          <p:cNvCxnSpPr/>
          <p:nvPr/>
        </p:nvCxnSpPr>
        <p:spPr>
          <a:xfrm rot="16200000" flipH="1">
            <a:off x="3271196" y="3432371"/>
            <a:ext cx="739049" cy="426493"/>
          </a:xfrm>
          <a:prstGeom prst="curvedConnector3">
            <a:avLst>
              <a:gd name="adj1" fmla="val 50000"/>
            </a:avLst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4158766" y="4572001"/>
            <a:ext cx="876300" cy="7961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673116" y="4812268"/>
            <a:ext cx="81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4668" y="1296114"/>
            <a:ext cx="25641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2 processor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34708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(3)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Cost = Total amount of work done by a parallel system</a:t>
                </a:r>
              </a:p>
              <a:p>
                <a:pPr>
                  <a:buNone/>
                </a:pPr>
                <a:r>
                  <a:rPr lang="en-US" altLang="zh-CN" dirty="0"/>
                  <a:t>             = Parallel Execution Time x Number of Processors</a:t>
                </a:r>
              </a:p>
              <a:p>
                <a:pPr>
                  <a:buNone/>
                </a:pPr>
                <a:r>
                  <a:rPr lang="en-US" altLang="zh-CN" dirty="0"/>
                  <a:t>             =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</a:rPr>
                      <m:t>𝑇</m:t>
                    </m:r>
                    <m:r>
                      <a:rPr lang="en-US" altLang="zh-CN" i="1" baseline="-25000" dirty="0" err="1" smtClean="0">
                        <a:latin typeface="Cambria Math"/>
                      </a:rPr>
                      <m:t>𝑝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zh-CN" b="0" i="1" dirty="0" smtClean="0">
                        <a:latin typeface="Cambria Math"/>
                        <a:ea typeface="Cambria Math"/>
                      </a:rPr>
                      <m:t>𝑝</m:t>
                    </m:r>
                  </m:oMath>
                </a14:m>
                <a:endParaRPr lang="en-US" altLang="zh-CN" dirty="0"/>
              </a:p>
              <a:p>
                <a:pPr>
                  <a:spcBef>
                    <a:spcPts val="2400"/>
                  </a:spcBef>
                </a:pPr>
                <a:r>
                  <a:rPr lang="en-US" altLang="zh-CN" dirty="0"/>
                  <a:t>Cost is also called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Processor Time Product</a:t>
                </a:r>
              </a:p>
              <a:p>
                <a:pPr>
                  <a:spcBef>
                    <a:spcPts val="2400"/>
                  </a:spcBef>
                </a:pPr>
                <a:r>
                  <a:rPr lang="en-US" altLang="zh-CN" dirty="0"/>
                  <a:t>COST OPTIMAL (or WORK OPTIMAL) Parallel Algorithm</a:t>
                </a:r>
              </a:p>
              <a:p>
                <a:pPr lvl="1">
                  <a:buFont typeface="Calibri" panose="020F0502020204030204" pitchFamily="34" charset="0"/>
                  <a:buChar char="–"/>
                </a:pPr>
                <a:r>
                  <a:rPr lang="en-US" altLang="zh-CN" dirty="0"/>
                  <a:t>Total work done = Serial Complexity of the problem</a:t>
                </a:r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2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35285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3F33-32FA-0BEC-2913-8C79EEF6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Blocked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B63779-2D0A-0E27-B487-90C5C9981D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Serial Algorithm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Parallel Algorithm:</a:t>
                </a:r>
              </a:p>
              <a:p>
                <a:r>
                  <a:rPr lang="en-US" dirty="0"/>
                  <a:t>Number of steps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Work done by each processor in each step: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Cost of the algorithm: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Cost of the algorithm ~ serial complexity. So work optimal.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B63779-2D0A-0E27-B487-90C5C9981D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DAAE330-522F-BBDA-9223-C805D9BC9921}"/>
              </a:ext>
            </a:extLst>
          </p:cNvPr>
          <p:cNvSpPr txBox="1"/>
          <p:nvPr/>
        </p:nvSpPr>
        <p:spPr>
          <a:xfrm>
            <a:off x="8538437" y="2597865"/>
            <a:ext cx="1610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Total Number of Processors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3965F6-A746-C8B5-837F-E5CDBA3B1461}"/>
              </a:ext>
            </a:extLst>
          </p:cNvPr>
          <p:cNvCxnSpPr>
            <a:cxnSpLocks/>
          </p:cNvCxnSpPr>
          <p:nvPr/>
        </p:nvCxnSpPr>
        <p:spPr>
          <a:xfrm flipH="1">
            <a:off x="4523555" y="3336652"/>
            <a:ext cx="4808170" cy="78117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A2DC29C-9D3D-BBDF-0E58-3858A8DEAEB7}"/>
              </a:ext>
            </a:extLst>
          </p:cNvPr>
          <p:cNvSpPr txBox="1"/>
          <p:nvPr/>
        </p:nvSpPr>
        <p:spPr>
          <a:xfrm>
            <a:off x="10010965" y="4505388"/>
            <a:ext cx="1610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Work done in each processor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425308-AE2B-D431-E436-5ABA9595B929}"/>
              </a:ext>
            </a:extLst>
          </p:cNvPr>
          <p:cNvCxnSpPr>
            <a:cxnSpLocks/>
          </p:cNvCxnSpPr>
          <p:nvPr/>
        </p:nvCxnSpPr>
        <p:spPr>
          <a:xfrm flipH="1" flipV="1">
            <a:off x="5462177" y="4614389"/>
            <a:ext cx="4548788" cy="3938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35557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3F33-32FA-0BEC-2913-8C79EEF6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Elements in an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B63779-2D0A-0E27-B487-90C5C9981D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Serial Algorithm: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Parallel Algorithm: </a:t>
                </a:r>
              </a:p>
              <a:p>
                <a:r>
                  <a:rPr lang="en-US" dirty="0"/>
                  <a:t>Number of steps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Number of processors in each step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Note: We can also consider only active processors to come up with a different analysis. </a:t>
                </a:r>
              </a:p>
              <a:p>
                <a:endParaRPr lang="en-US" dirty="0"/>
              </a:p>
              <a:p>
                <a:r>
                  <a:rPr lang="en-US" dirty="0"/>
                  <a:t>Cost of the Algorithm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Cost of the algorithm !~ serial complexity. So not work optimal (assuming GPU model). It is work optimal if we only consider active processor in the analysis.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B63779-2D0A-0E27-B487-90C5C9981D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200019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6D8E-A940-449B-F552-1E1131118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Roofline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5D4B527-7B83-BCC6-8EC0-5326E2A87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425" y="1512081"/>
                <a:ext cx="8258146" cy="4884435"/>
              </a:xfrm>
            </p:spPr>
            <p:txBody>
              <a:bodyPr>
                <a:normAutofit/>
              </a:bodyPr>
              <a:lstStyle/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In Practice: </a:t>
                </a:r>
                <a:r>
                  <a:rPr lang="en-US" sz="2400" dirty="0">
                    <a:solidFill>
                      <a:schemeClr val="tx1"/>
                    </a:solidFill>
                  </a:rPr>
                  <a:t>Processor Performance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Memory Performance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Processor may idle waiting for data</a:t>
                </a:r>
              </a:p>
              <a:p>
                <a:pPr marL="0" indent="0">
                  <a:buNone/>
                </a:pPr>
                <a:r>
                  <a:rPr lang="en-US" sz="2400" dirty="0"/>
                  <a:t>    </a:t>
                </a:r>
              </a:p>
              <a:p>
                <a:pPr marL="0" indent="0">
                  <a:buNone/>
                </a:pPr>
                <a:r>
                  <a:rPr lang="en-US" sz="2400" dirty="0"/>
                  <a:t>	Machine Balance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𝑃𝑒𝑎𝑘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𝑃𝑒𝑟𝑓𝑜𝑟𝑚𝑎𝑛𝑐𝑒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𝐹𝑙𝑜𝑝𝑠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𝑠𝑒𝑐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𝑃𝑒𝑎𝑘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𝐵𝑎𝑛𝑑𝑤𝑖𝑑𝑡h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𝐺𝐵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𝑠𝑒𝑐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5D4B527-7B83-BCC6-8EC0-5326E2A87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425" y="1512081"/>
                <a:ext cx="8258146" cy="4884435"/>
              </a:xfrm>
              <a:blipFill>
                <a:blip r:embed="rId2"/>
                <a:stretch>
                  <a:fillRect l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53B7ABD4-E3B9-D654-914C-E13CEDA6B1A0}"/>
              </a:ext>
            </a:extLst>
          </p:cNvPr>
          <p:cNvSpPr/>
          <p:nvPr/>
        </p:nvSpPr>
        <p:spPr>
          <a:xfrm>
            <a:off x="9422754" y="2448424"/>
            <a:ext cx="1987628" cy="702741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91D86B-4A48-22F2-9093-B1AF02A5C0F2}"/>
              </a:ext>
            </a:extLst>
          </p:cNvPr>
          <p:cNvSpPr/>
          <p:nvPr/>
        </p:nvSpPr>
        <p:spPr>
          <a:xfrm>
            <a:off x="9875720" y="3954299"/>
            <a:ext cx="1018118" cy="961406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D4B90B-DB7D-F1BA-EB72-04FBF8F9840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0416568" y="3151166"/>
            <a:ext cx="0" cy="803133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366F783-F20E-E98B-6B25-C08807E056F3}"/>
              </a:ext>
            </a:extLst>
          </p:cNvPr>
          <p:cNvCxnSpPr>
            <a:cxnSpLocks/>
          </p:cNvCxnSpPr>
          <p:nvPr/>
        </p:nvCxnSpPr>
        <p:spPr>
          <a:xfrm>
            <a:off x="9633768" y="3552732"/>
            <a:ext cx="685222" cy="0"/>
          </a:xfrm>
          <a:prstGeom prst="straightConnector1">
            <a:avLst/>
          </a:prstGeom>
          <a:ln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506B018-BF23-6795-7D84-5670FC23B598}"/>
              </a:ext>
            </a:extLst>
          </p:cNvPr>
          <p:cNvSpPr txBox="1"/>
          <p:nvPr/>
        </p:nvSpPr>
        <p:spPr>
          <a:xfrm>
            <a:off x="8126052" y="3229566"/>
            <a:ext cx="1698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of data transferred/sec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591533-E122-9E68-43BD-B245013BFE8E}"/>
              </a:ext>
            </a:extLst>
          </p:cNvPr>
          <p:cNvCxnSpPr>
            <a:cxnSpLocks/>
          </p:cNvCxnSpPr>
          <p:nvPr/>
        </p:nvCxnSpPr>
        <p:spPr>
          <a:xfrm>
            <a:off x="9115312" y="4567617"/>
            <a:ext cx="685222" cy="0"/>
          </a:xfrm>
          <a:prstGeom prst="straightConnector1">
            <a:avLst/>
          </a:prstGeom>
          <a:ln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57EB9E3-C40E-610E-F7F9-3D21E96B31AE}"/>
              </a:ext>
            </a:extLst>
          </p:cNvPr>
          <p:cNvSpPr txBox="1"/>
          <p:nvPr/>
        </p:nvSpPr>
        <p:spPr>
          <a:xfrm>
            <a:off x="7731540" y="4382951"/>
            <a:ext cx="3162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of ops/sec</a:t>
            </a:r>
          </a:p>
          <a:p>
            <a:r>
              <a:rPr lang="en-US" dirty="0"/>
              <a:t>Peak Performance </a:t>
            </a:r>
          </a:p>
          <a:p>
            <a:r>
              <a:rPr lang="en-US" dirty="0"/>
              <a:t># of floating point ops/sec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DF4988-1D39-C878-8AFE-FAEAA091F468}"/>
              </a:ext>
            </a:extLst>
          </p:cNvPr>
          <p:cNvCxnSpPr>
            <a:cxnSpLocks/>
          </p:cNvCxnSpPr>
          <p:nvPr/>
        </p:nvCxnSpPr>
        <p:spPr>
          <a:xfrm flipH="1">
            <a:off x="10501939" y="3561083"/>
            <a:ext cx="422448" cy="0"/>
          </a:xfrm>
          <a:prstGeom prst="straightConnector1">
            <a:avLst/>
          </a:prstGeom>
          <a:ln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83EFCE-F4BB-4CC4-7F4B-B1F634DA8E62}"/>
              </a:ext>
            </a:extLst>
          </p:cNvPr>
          <p:cNvSpPr txBox="1"/>
          <p:nvPr/>
        </p:nvSpPr>
        <p:spPr>
          <a:xfrm>
            <a:off x="10742046" y="3118152"/>
            <a:ext cx="1449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Peak bandwidth</a:t>
            </a:r>
          </a:p>
          <a:p>
            <a:pPr algn="ctr"/>
            <a:r>
              <a:rPr lang="en-US" dirty="0"/>
              <a:t>GB/sec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15D8F1-4CF4-4D60-5C0E-BBD78159A42B}"/>
              </a:ext>
            </a:extLst>
          </p:cNvPr>
          <p:cNvSpPr txBox="1"/>
          <p:nvPr/>
        </p:nvSpPr>
        <p:spPr>
          <a:xfrm>
            <a:off x="6649554" y="5604719"/>
            <a:ext cx="53262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The Roofline Model</a:t>
            </a:r>
          </a:p>
          <a:p>
            <a:r>
              <a:rPr lang="en-US" sz="1600" dirty="0"/>
              <a:t>Samuel Williams, Lawrence Berkeley National Lab</a:t>
            </a:r>
          </a:p>
          <a:p>
            <a:r>
              <a:rPr lang="en-US" sz="1600" dirty="0"/>
              <a:t>https://escholarship.org/content/qt0qs3s709/qt0qs3s709.pdf</a:t>
            </a:r>
          </a:p>
        </p:txBody>
      </p:sp>
    </p:spTree>
    <p:extLst>
      <p:ext uri="{BB962C8B-B14F-4D97-AF65-F5344CB8AC3E}">
        <p14:creationId xmlns:p14="http://schemas.microsoft.com/office/powerpoint/2010/main" val="402759891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C343-B526-9788-9B31-339EC2C5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Roofline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147A9-C8F4-B7F5-3C4D-25F7614D84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Arithmetic</a:t>
                </a:r>
                <a:r>
                  <a:rPr lang="en-US" sz="2800" dirty="0"/>
                  <a:t> Intensity (AI)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For every fetched data (from memory) how many ops make use of them</a:t>
                </a:r>
              </a:p>
              <a:p>
                <a:pPr marL="0" indent="0">
                  <a:buNone/>
                </a:pPr>
                <a:r>
                  <a:rPr lang="en-US" sz="2800" dirty="0"/>
                  <a:t>		      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𝑜𝑝𝑠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𝑝𝑒𝑟𝑓𝑜𝑟𝑚𝑒𝑑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𝐴𝑚𝑜𝑢𝑛𝑡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𝑑𝑎𝑡𝑎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𝑚𝑜𝑣𝑒𝑑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𝑓𝑟𝑜𝑚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𝑒𝑥𝑡𝑒𝑟𝑛𝑎𝑙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𝑚𝑒𝑚𝑜𝑟𝑦</m:t>
                        </m:r>
                      </m:den>
                    </m:f>
                  </m:oMath>
                </a14:m>
                <a:endParaRPr lang="en-US" sz="2800" dirty="0"/>
              </a:p>
              <a:p>
                <a:endParaRPr lang="en-US" dirty="0"/>
              </a:p>
              <a:p>
                <a:r>
                  <a:rPr lang="en-US" dirty="0"/>
                  <a:t>Algorithm Dependent</a:t>
                </a:r>
              </a:p>
              <a:p>
                <a:endParaRPr lang="en-US" dirty="0"/>
              </a:p>
              <a:p>
                <a:r>
                  <a:rPr lang="en-US" sz="2600" dirty="0"/>
                  <a:t>Example</a:t>
                </a:r>
              </a:p>
              <a:p>
                <a:pPr marL="457200" lvl="1" indent="0">
                  <a:buNone/>
                </a:pPr>
                <a:r>
                  <a:rPr lang="en-US" sz="2600" dirty="0"/>
                  <a:t>AI of vector inner product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2600" dirty="0"/>
              </a:p>
              <a:p>
                <a:pPr marL="457200" lvl="1" indent="0">
                  <a:buNone/>
                </a:pPr>
                <a:endParaRPr lang="en-US" sz="2600" dirty="0"/>
              </a:p>
              <a:p>
                <a:pPr marL="457200" lvl="1" indent="0">
                  <a:buNone/>
                </a:pPr>
                <a:r>
                  <a:rPr lang="en-US" sz="2600" dirty="0"/>
                  <a:t>AI of Dense matrix multiplication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6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147A9-C8F4-B7F5-3C4D-25F7614D8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726883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97E90-F95E-8ECB-D49B-1CFB287A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Roofline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FA8B6-9FAC-75D9-CF2F-A6E735481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3684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Understand system bottlenecks – Computation vs Memory</a:t>
            </a:r>
          </a:p>
          <a:p>
            <a:endParaRPr lang="en-US" dirty="0"/>
          </a:p>
          <a:p>
            <a:r>
              <a:rPr lang="en-US" dirty="0"/>
              <a:t>High level model using few parameters (ignores ISA etc.)</a:t>
            </a:r>
          </a:p>
          <a:p>
            <a:endParaRPr lang="en-US" dirty="0"/>
          </a:p>
          <a:p>
            <a:r>
              <a:rPr lang="en-US" dirty="0"/>
              <a:t>Can be used to understand and evaluate an application performance on a target</a:t>
            </a:r>
          </a:p>
          <a:p>
            <a:endParaRPr lang="en-US" dirty="0"/>
          </a:p>
          <a:p>
            <a:r>
              <a:rPr lang="en-US" dirty="0"/>
              <a:t>Can be used to make architectural decisions for custom accelerators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8DE145-8126-8E28-0339-E94042A866F8}"/>
              </a:ext>
            </a:extLst>
          </p:cNvPr>
          <p:cNvSpPr txBox="1"/>
          <p:nvPr/>
        </p:nvSpPr>
        <p:spPr>
          <a:xfrm>
            <a:off x="6708916" y="6008579"/>
            <a:ext cx="53262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The Roofline Model</a:t>
            </a:r>
          </a:p>
          <a:p>
            <a:r>
              <a:rPr lang="en-US" sz="1600" dirty="0"/>
              <a:t>Samuel Williams, Lawrence Berkeley National Lab</a:t>
            </a:r>
          </a:p>
          <a:p>
            <a:r>
              <a:rPr lang="en-US" sz="1600" dirty="0"/>
              <a:t>https://escholarship.org/content/qt0qs3s709/qt0qs3s709.pdf</a:t>
            </a:r>
          </a:p>
        </p:txBody>
      </p:sp>
    </p:spTree>
    <p:extLst>
      <p:ext uri="{BB962C8B-B14F-4D97-AF65-F5344CB8AC3E}">
        <p14:creationId xmlns:p14="http://schemas.microsoft.com/office/powerpoint/2010/main" val="394888231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03F4349C-A3A6-986B-4A5E-D6AA6F285D77}"/>
              </a:ext>
            </a:extLst>
          </p:cNvPr>
          <p:cNvSpPr/>
          <p:nvPr/>
        </p:nvSpPr>
        <p:spPr>
          <a:xfrm>
            <a:off x="4687576" y="2741564"/>
            <a:ext cx="3799932" cy="2071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F8FD6439-BAC3-0410-2D4B-9B0D6F6FE31D}"/>
              </a:ext>
            </a:extLst>
          </p:cNvPr>
          <p:cNvSpPr/>
          <p:nvPr/>
        </p:nvSpPr>
        <p:spPr>
          <a:xfrm>
            <a:off x="2645006" y="2845381"/>
            <a:ext cx="1984101" cy="1950950"/>
          </a:xfrm>
          <a:prstGeom prst="triangle">
            <a:avLst>
              <a:gd name="adj" fmla="val 99069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E4B9D-DBB7-9655-7B7A-691918D14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31971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Compute Bound vs Memory Bound</a:t>
            </a:r>
            <a:br>
              <a:rPr lang="en-US" dirty="0"/>
            </a:br>
            <a:r>
              <a:rPr lang="en-US" sz="3600" dirty="0"/>
              <a:t>Roofline Model (for a given platform)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6F04CFD-B48C-CD65-C901-82ECFA6C7074}"/>
              </a:ext>
            </a:extLst>
          </p:cNvPr>
          <p:cNvCxnSpPr>
            <a:cxnSpLocks/>
          </p:cNvCxnSpPr>
          <p:nvPr/>
        </p:nvCxnSpPr>
        <p:spPr>
          <a:xfrm>
            <a:off x="1817076" y="4804827"/>
            <a:ext cx="71979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4C8C6C-0077-0899-6831-05D36709D89C}"/>
              </a:ext>
            </a:extLst>
          </p:cNvPr>
          <p:cNvCxnSpPr>
            <a:cxnSpLocks/>
          </p:cNvCxnSpPr>
          <p:nvPr/>
        </p:nvCxnSpPr>
        <p:spPr>
          <a:xfrm flipV="1">
            <a:off x="2579076" y="2260919"/>
            <a:ext cx="0" cy="28135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A3871F-0B03-FBDD-5245-D6679F385208}"/>
              </a:ext>
            </a:extLst>
          </p:cNvPr>
          <p:cNvCxnSpPr/>
          <p:nvPr/>
        </p:nvCxnSpPr>
        <p:spPr>
          <a:xfrm flipV="1">
            <a:off x="2579076" y="2741565"/>
            <a:ext cx="2063262" cy="2063262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0F8413-14CA-60D5-927B-71FAAF3CF281}"/>
              </a:ext>
            </a:extLst>
          </p:cNvPr>
          <p:cNvCxnSpPr>
            <a:cxnSpLocks/>
          </p:cNvCxnSpPr>
          <p:nvPr/>
        </p:nvCxnSpPr>
        <p:spPr>
          <a:xfrm flipH="1">
            <a:off x="4630615" y="2741564"/>
            <a:ext cx="3856893" cy="1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87014F6-F83C-BA5B-A8B6-292407903475}"/>
              </a:ext>
            </a:extLst>
          </p:cNvPr>
          <p:cNvSpPr txBox="1"/>
          <p:nvPr/>
        </p:nvSpPr>
        <p:spPr>
          <a:xfrm>
            <a:off x="2656118" y="2157930"/>
            <a:ext cx="19744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Memory Bound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D2F69-900A-BB59-6291-7728FA4A11F8}"/>
              </a:ext>
            </a:extLst>
          </p:cNvPr>
          <p:cNvSpPr txBox="1"/>
          <p:nvPr/>
        </p:nvSpPr>
        <p:spPr>
          <a:xfrm>
            <a:off x="97813" y="3194591"/>
            <a:ext cx="2356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Sustained Performance</a:t>
            </a:r>
          </a:p>
          <a:p>
            <a:pPr algn="ctr"/>
            <a:r>
              <a:rPr lang="en-US" dirty="0"/>
              <a:t>(ops/sec)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4DA12C-631C-341D-125E-5D64F6F23FE0}"/>
              </a:ext>
            </a:extLst>
          </p:cNvPr>
          <p:cNvSpPr txBox="1"/>
          <p:nvPr/>
        </p:nvSpPr>
        <p:spPr>
          <a:xfrm>
            <a:off x="9009067" y="4937123"/>
            <a:ext cx="218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Arithmetic Intensity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DE846E-3736-240D-ED5A-D35CDB0FB92A}"/>
              </a:ext>
            </a:extLst>
          </p:cNvPr>
          <p:cNvCxnSpPr>
            <a:cxnSpLocks/>
          </p:cNvCxnSpPr>
          <p:nvPr/>
        </p:nvCxnSpPr>
        <p:spPr>
          <a:xfrm>
            <a:off x="4642338" y="2107290"/>
            <a:ext cx="0" cy="2697537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EAE5BD1-BB1B-59BC-0B92-D3136A4AFC96}"/>
              </a:ext>
            </a:extLst>
          </p:cNvPr>
          <p:cNvSpPr txBox="1"/>
          <p:nvPr/>
        </p:nvSpPr>
        <p:spPr>
          <a:xfrm>
            <a:off x="5738294" y="2161331"/>
            <a:ext cx="191116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Calibri"/>
                <a:cs typeface="Calibri"/>
              </a:rPr>
              <a:t>Compute Bound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4D3D4E-E46E-8274-8C75-4F50AE32D277}"/>
              </a:ext>
            </a:extLst>
          </p:cNvPr>
          <p:cNvSpPr txBox="1"/>
          <p:nvPr/>
        </p:nvSpPr>
        <p:spPr>
          <a:xfrm>
            <a:off x="1972374" y="4805041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0.1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AD96AE-6B7E-0511-8C42-EC3D6647CCC4}"/>
              </a:ext>
            </a:extLst>
          </p:cNvPr>
          <p:cNvSpPr txBox="1"/>
          <p:nvPr/>
        </p:nvSpPr>
        <p:spPr>
          <a:xfrm>
            <a:off x="2857668" y="4796758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1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18DE30-9B2E-722F-7F5F-4F62CEBB1038}"/>
              </a:ext>
            </a:extLst>
          </p:cNvPr>
          <p:cNvSpPr txBox="1"/>
          <p:nvPr/>
        </p:nvSpPr>
        <p:spPr>
          <a:xfrm>
            <a:off x="3753134" y="4796758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10</a:t>
            </a:r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A0C7D80-0CBF-EDD4-76C7-E52AA9CDFA52}"/>
              </a:ext>
            </a:extLst>
          </p:cNvPr>
          <p:cNvCxnSpPr>
            <a:cxnSpLocks/>
          </p:cNvCxnSpPr>
          <p:nvPr/>
        </p:nvCxnSpPr>
        <p:spPr>
          <a:xfrm flipV="1">
            <a:off x="1244303" y="3840922"/>
            <a:ext cx="0" cy="377566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3D9F2E-F4BF-D421-1CF0-DB1AA0F7DCD2}"/>
              </a:ext>
            </a:extLst>
          </p:cNvPr>
          <p:cNvCxnSpPr>
            <a:cxnSpLocks/>
          </p:cNvCxnSpPr>
          <p:nvPr/>
        </p:nvCxnSpPr>
        <p:spPr>
          <a:xfrm>
            <a:off x="8592462" y="5074459"/>
            <a:ext cx="453869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61A3E56-5CB5-0EC4-A656-F1413AB2EA46}"/>
              </a:ext>
            </a:extLst>
          </p:cNvPr>
          <p:cNvSpPr txBox="1"/>
          <p:nvPr/>
        </p:nvSpPr>
        <p:spPr>
          <a:xfrm>
            <a:off x="8675914" y="3720054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log-log plot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514002-DEDA-4BDE-FEB9-737A8616401C}"/>
              </a:ext>
            </a:extLst>
          </p:cNvPr>
          <p:cNvSpPr txBox="1"/>
          <p:nvPr/>
        </p:nvSpPr>
        <p:spPr>
          <a:xfrm>
            <a:off x="2522523" y="2548260"/>
            <a:ext cx="1391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Peak </a:t>
            </a:r>
          </a:p>
          <a:p>
            <a:pPr algn="ctr"/>
            <a:r>
              <a:rPr lang="en-US" dirty="0"/>
              <a:t>Performance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1A2483-F273-CF5A-3386-FC2F52C0D804}"/>
              </a:ext>
            </a:extLst>
          </p:cNvPr>
          <p:cNvCxnSpPr>
            <a:cxnSpLocks/>
          </p:cNvCxnSpPr>
          <p:nvPr/>
        </p:nvCxnSpPr>
        <p:spPr>
          <a:xfrm>
            <a:off x="3610707" y="2733068"/>
            <a:ext cx="316901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B7BB631-6804-19F6-5F70-A25938EB4A0B}"/>
              </a:ext>
            </a:extLst>
          </p:cNvPr>
          <p:cNvSpPr txBox="1"/>
          <p:nvPr/>
        </p:nvSpPr>
        <p:spPr>
          <a:xfrm>
            <a:off x="3632479" y="1480088"/>
            <a:ext cx="1055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Machine </a:t>
            </a:r>
          </a:p>
          <a:p>
            <a:pPr algn="ctr"/>
            <a:r>
              <a:rPr lang="en-US" dirty="0"/>
              <a:t>Balance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C7C3531-4A9F-C99A-60C2-F008ADC58E1F}"/>
              </a:ext>
            </a:extLst>
          </p:cNvPr>
          <p:cNvCxnSpPr>
            <a:cxnSpLocks/>
          </p:cNvCxnSpPr>
          <p:nvPr/>
        </p:nvCxnSpPr>
        <p:spPr>
          <a:xfrm flipH="1">
            <a:off x="4640690" y="1730828"/>
            <a:ext cx="1648" cy="314148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EEA1C2-0847-88DA-201B-9A4308AA5B09}"/>
              </a:ext>
            </a:extLst>
          </p:cNvPr>
          <p:cNvCxnSpPr/>
          <p:nvPr/>
        </p:nvCxnSpPr>
        <p:spPr>
          <a:xfrm>
            <a:off x="3804901" y="4167134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1A542C-22ED-D1C6-757A-F9F8B7165ACA}"/>
              </a:ext>
            </a:extLst>
          </p:cNvPr>
          <p:cNvCxnSpPr>
            <a:cxnSpLocks/>
          </p:cNvCxnSpPr>
          <p:nvPr/>
        </p:nvCxnSpPr>
        <p:spPr>
          <a:xfrm flipH="1">
            <a:off x="3804901" y="4181612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C564C91-A3DC-7F79-A0EB-81334B79A9DA}"/>
              </a:ext>
            </a:extLst>
          </p:cNvPr>
          <p:cNvCxnSpPr/>
          <p:nvPr/>
        </p:nvCxnSpPr>
        <p:spPr>
          <a:xfrm>
            <a:off x="5239472" y="3411750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2CCA394-B1CE-449D-C9FA-986CD310F3AE}"/>
              </a:ext>
            </a:extLst>
          </p:cNvPr>
          <p:cNvCxnSpPr>
            <a:cxnSpLocks/>
          </p:cNvCxnSpPr>
          <p:nvPr/>
        </p:nvCxnSpPr>
        <p:spPr>
          <a:xfrm flipH="1">
            <a:off x="5239472" y="3426228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2F4D080-2DB8-053E-EBFB-93479C330B7A}"/>
              </a:ext>
            </a:extLst>
          </p:cNvPr>
          <p:cNvCxnSpPr/>
          <p:nvPr/>
        </p:nvCxnSpPr>
        <p:spPr>
          <a:xfrm>
            <a:off x="5946188" y="4331996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763BDD-75DF-3119-6898-2D4D5EFF2BE1}"/>
              </a:ext>
            </a:extLst>
          </p:cNvPr>
          <p:cNvCxnSpPr>
            <a:cxnSpLocks/>
          </p:cNvCxnSpPr>
          <p:nvPr/>
        </p:nvCxnSpPr>
        <p:spPr>
          <a:xfrm flipH="1">
            <a:off x="5946188" y="4346474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978C079-C9E0-B3E4-51F5-CB74443CC589}"/>
              </a:ext>
            </a:extLst>
          </p:cNvPr>
          <p:cNvCxnSpPr/>
          <p:nvPr/>
        </p:nvCxnSpPr>
        <p:spPr>
          <a:xfrm>
            <a:off x="6343250" y="3345277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B4BF0A8-233C-6505-CC9E-290AB7291692}"/>
              </a:ext>
            </a:extLst>
          </p:cNvPr>
          <p:cNvCxnSpPr>
            <a:cxnSpLocks/>
          </p:cNvCxnSpPr>
          <p:nvPr/>
        </p:nvCxnSpPr>
        <p:spPr>
          <a:xfrm flipH="1">
            <a:off x="6343250" y="3359755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29222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03F4349C-A3A6-986B-4A5E-D6AA6F285D77}"/>
              </a:ext>
            </a:extLst>
          </p:cNvPr>
          <p:cNvSpPr/>
          <p:nvPr/>
        </p:nvSpPr>
        <p:spPr>
          <a:xfrm>
            <a:off x="4687576" y="2741564"/>
            <a:ext cx="3799932" cy="2071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F8FD6439-BAC3-0410-2D4B-9B0D6F6FE31D}"/>
              </a:ext>
            </a:extLst>
          </p:cNvPr>
          <p:cNvSpPr/>
          <p:nvPr/>
        </p:nvSpPr>
        <p:spPr>
          <a:xfrm>
            <a:off x="2645006" y="2845381"/>
            <a:ext cx="1984101" cy="1950950"/>
          </a:xfrm>
          <a:prstGeom prst="triangle">
            <a:avLst>
              <a:gd name="adj" fmla="val 99069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E4B9D-DBB7-9655-7B7A-691918D14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31971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Compute Bound vs Memory Bound</a:t>
            </a:r>
            <a:br>
              <a:rPr lang="en-US" dirty="0"/>
            </a:br>
            <a:r>
              <a:rPr lang="en-US" sz="3600" dirty="0"/>
              <a:t>Roofline Model (for a given platform)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6F04CFD-B48C-CD65-C901-82ECFA6C7074}"/>
              </a:ext>
            </a:extLst>
          </p:cNvPr>
          <p:cNvCxnSpPr>
            <a:cxnSpLocks/>
          </p:cNvCxnSpPr>
          <p:nvPr/>
        </p:nvCxnSpPr>
        <p:spPr>
          <a:xfrm>
            <a:off x="1817076" y="4804827"/>
            <a:ext cx="71979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4C8C6C-0077-0899-6831-05D36709D89C}"/>
              </a:ext>
            </a:extLst>
          </p:cNvPr>
          <p:cNvCxnSpPr>
            <a:cxnSpLocks/>
          </p:cNvCxnSpPr>
          <p:nvPr/>
        </p:nvCxnSpPr>
        <p:spPr>
          <a:xfrm flipV="1">
            <a:off x="2579076" y="2260919"/>
            <a:ext cx="0" cy="28135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A3871F-0B03-FBDD-5245-D6679F385208}"/>
              </a:ext>
            </a:extLst>
          </p:cNvPr>
          <p:cNvCxnSpPr/>
          <p:nvPr/>
        </p:nvCxnSpPr>
        <p:spPr>
          <a:xfrm flipV="1">
            <a:off x="2579076" y="2741565"/>
            <a:ext cx="2063262" cy="2063262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0F8413-14CA-60D5-927B-71FAAF3CF281}"/>
              </a:ext>
            </a:extLst>
          </p:cNvPr>
          <p:cNvCxnSpPr>
            <a:cxnSpLocks/>
          </p:cNvCxnSpPr>
          <p:nvPr/>
        </p:nvCxnSpPr>
        <p:spPr>
          <a:xfrm flipH="1">
            <a:off x="4630615" y="2741564"/>
            <a:ext cx="3856893" cy="1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87014F6-F83C-BA5B-A8B6-292407903475}"/>
              </a:ext>
            </a:extLst>
          </p:cNvPr>
          <p:cNvSpPr txBox="1"/>
          <p:nvPr/>
        </p:nvSpPr>
        <p:spPr>
          <a:xfrm>
            <a:off x="2656118" y="2157930"/>
            <a:ext cx="19744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Memory Bound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D2F69-900A-BB59-6291-7728FA4A11F8}"/>
              </a:ext>
            </a:extLst>
          </p:cNvPr>
          <p:cNvSpPr txBox="1"/>
          <p:nvPr/>
        </p:nvSpPr>
        <p:spPr>
          <a:xfrm>
            <a:off x="97813" y="3194591"/>
            <a:ext cx="2356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Sustained Performance</a:t>
            </a:r>
          </a:p>
          <a:p>
            <a:pPr algn="ctr"/>
            <a:r>
              <a:rPr lang="en-US" dirty="0"/>
              <a:t>(ops/sec)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4DA12C-631C-341D-125E-5D64F6F23FE0}"/>
              </a:ext>
            </a:extLst>
          </p:cNvPr>
          <p:cNvSpPr txBox="1"/>
          <p:nvPr/>
        </p:nvSpPr>
        <p:spPr>
          <a:xfrm>
            <a:off x="9009067" y="4937123"/>
            <a:ext cx="218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Arithmetic Intensity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DE846E-3736-240D-ED5A-D35CDB0FB92A}"/>
              </a:ext>
            </a:extLst>
          </p:cNvPr>
          <p:cNvCxnSpPr>
            <a:cxnSpLocks/>
          </p:cNvCxnSpPr>
          <p:nvPr/>
        </p:nvCxnSpPr>
        <p:spPr>
          <a:xfrm>
            <a:off x="4642338" y="2107290"/>
            <a:ext cx="0" cy="2697537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EAE5BD1-BB1B-59BC-0B92-D3136A4AFC96}"/>
              </a:ext>
            </a:extLst>
          </p:cNvPr>
          <p:cNvSpPr txBox="1"/>
          <p:nvPr/>
        </p:nvSpPr>
        <p:spPr>
          <a:xfrm>
            <a:off x="5738294" y="2161331"/>
            <a:ext cx="191116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Calibri"/>
                <a:cs typeface="Calibri"/>
              </a:rPr>
              <a:t>Compute Bound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4D3D4E-E46E-8274-8C75-4F50AE32D277}"/>
              </a:ext>
            </a:extLst>
          </p:cNvPr>
          <p:cNvSpPr txBox="1"/>
          <p:nvPr/>
        </p:nvSpPr>
        <p:spPr>
          <a:xfrm>
            <a:off x="1972374" y="4805041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0.1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AD96AE-6B7E-0511-8C42-EC3D6647CCC4}"/>
              </a:ext>
            </a:extLst>
          </p:cNvPr>
          <p:cNvSpPr txBox="1"/>
          <p:nvPr/>
        </p:nvSpPr>
        <p:spPr>
          <a:xfrm>
            <a:off x="2857668" y="4796758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1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18DE30-9B2E-722F-7F5F-4F62CEBB1038}"/>
              </a:ext>
            </a:extLst>
          </p:cNvPr>
          <p:cNvSpPr txBox="1"/>
          <p:nvPr/>
        </p:nvSpPr>
        <p:spPr>
          <a:xfrm>
            <a:off x="3753134" y="4796758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10</a:t>
            </a:r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A0C7D80-0CBF-EDD4-76C7-E52AA9CDFA52}"/>
              </a:ext>
            </a:extLst>
          </p:cNvPr>
          <p:cNvCxnSpPr>
            <a:cxnSpLocks/>
          </p:cNvCxnSpPr>
          <p:nvPr/>
        </p:nvCxnSpPr>
        <p:spPr>
          <a:xfrm flipV="1">
            <a:off x="1244303" y="3840922"/>
            <a:ext cx="0" cy="377566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3D9F2E-F4BF-D421-1CF0-DB1AA0F7DCD2}"/>
              </a:ext>
            </a:extLst>
          </p:cNvPr>
          <p:cNvCxnSpPr>
            <a:cxnSpLocks/>
          </p:cNvCxnSpPr>
          <p:nvPr/>
        </p:nvCxnSpPr>
        <p:spPr>
          <a:xfrm>
            <a:off x="8592462" y="5074459"/>
            <a:ext cx="453869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61A3E56-5CB5-0EC4-A656-F1413AB2EA46}"/>
              </a:ext>
            </a:extLst>
          </p:cNvPr>
          <p:cNvSpPr txBox="1"/>
          <p:nvPr/>
        </p:nvSpPr>
        <p:spPr>
          <a:xfrm>
            <a:off x="8675914" y="3720054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log-log plot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514002-DEDA-4BDE-FEB9-737A8616401C}"/>
              </a:ext>
            </a:extLst>
          </p:cNvPr>
          <p:cNvSpPr txBox="1"/>
          <p:nvPr/>
        </p:nvSpPr>
        <p:spPr>
          <a:xfrm>
            <a:off x="2522523" y="2548260"/>
            <a:ext cx="1391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Peak </a:t>
            </a:r>
          </a:p>
          <a:p>
            <a:pPr algn="ctr"/>
            <a:r>
              <a:rPr lang="en-US" dirty="0"/>
              <a:t>Performance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1A2483-F273-CF5A-3386-FC2F52C0D804}"/>
              </a:ext>
            </a:extLst>
          </p:cNvPr>
          <p:cNvCxnSpPr>
            <a:cxnSpLocks/>
          </p:cNvCxnSpPr>
          <p:nvPr/>
        </p:nvCxnSpPr>
        <p:spPr>
          <a:xfrm>
            <a:off x="3610707" y="2733068"/>
            <a:ext cx="316901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B7BB631-6804-19F6-5F70-A25938EB4A0B}"/>
              </a:ext>
            </a:extLst>
          </p:cNvPr>
          <p:cNvSpPr txBox="1"/>
          <p:nvPr/>
        </p:nvSpPr>
        <p:spPr>
          <a:xfrm>
            <a:off x="3632479" y="1480088"/>
            <a:ext cx="1055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Machine </a:t>
            </a:r>
          </a:p>
          <a:p>
            <a:pPr algn="ctr"/>
            <a:r>
              <a:rPr lang="en-US" dirty="0"/>
              <a:t>Balance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C7C3531-4A9F-C99A-60C2-F008ADC58E1F}"/>
              </a:ext>
            </a:extLst>
          </p:cNvPr>
          <p:cNvCxnSpPr>
            <a:cxnSpLocks/>
          </p:cNvCxnSpPr>
          <p:nvPr/>
        </p:nvCxnSpPr>
        <p:spPr>
          <a:xfrm flipH="1">
            <a:off x="4640690" y="1730828"/>
            <a:ext cx="1648" cy="314148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EEA1C2-0847-88DA-201B-9A4308AA5B09}"/>
              </a:ext>
            </a:extLst>
          </p:cNvPr>
          <p:cNvCxnSpPr/>
          <p:nvPr/>
        </p:nvCxnSpPr>
        <p:spPr>
          <a:xfrm>
            <a:off x="3804901" y="4167134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1A542C-22ED-D1C6-757A-F9F8B7165ACA}"/>
              </a:ext>
            </a:extLst>
          </p:cNvPr>
          <p:cNvCxnSpPr>
            <a:cxnSpLocks/>
          </p:cNvCxnSpPr>
          <p:nvPr/>
        </p:nvCxnSpPr>
        <p:spPr>
          <a:xfrm flipH="1">
            <a:off x="3804901" y="4181612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C564C91-A3DC-7F79-A0EB-81334B79A9DA}"/>
              </a:ext>
            </a:extLst>
          </p:cNvPr>
          <p:cNvCxnSpPr/>
          <p:nvPr/>
        </p:nvCxnSpPr>
        <p:spPr>
          <a:xfrm>
            <a:off x="5239472" y="3411750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2CCA394-B1CE-449D-C9FA-986CD310F3AE}"/>
              </a:ext>
            </a:extLst>
          </p:cNvPr>
          <p:cNvCxnSpPr>
            <a:cxnSpLocks/>
          </p:cNvCxnSpPr>
          <p:nvPr/>
        </p:nvCxnSpPr>
        <p:spPr>
          <a:xfrm flipH="1">
            <a:off x="5239472" y="3426228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2F4D080-2DB8-053E-EBFB-93479C330B7A}"/>
              </a:ext>
            </a:extLst>
          </p:cNvPr>
          <p:cNvCxnSpPr/>
          <p:nvPr/>
        </p:nvCxnSpPr>
        <p:spPr>
          <a:xfrm>
            <a:off x="5946188" y="4331996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763BDD-75DF-3119-6898-2D4D5EFF2BE1}"/>
              </a:ext>
            </a:extLst>
          </p:cNvPr>
          <p:cNvCxnSpPr>
            <a:cxnSpLocks/>
          </p:cNvCxnSpPr>
          <p:nvPr/>
        </p:nvCxnSpPr>
        <p:spPr>
          <a:xfrm flipH="1">
            <a:off x="5946188" y="4346474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978C079-C9E0-B3E4-51F5-CB74443CC589}"/>
              </a:ext>
            </a:extLst>
          </p:cNvPr>
          <p:cNvCxnSpPr/>
          <p:nvPr/>
        </p:nvCxnSpPr>
        <p:spPr>
          <a:xfrm>
            <a:off x="6343250" y="3345277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B4BF0A8-233C-6505-CC9E-290AB7291692}"/>
              </a:ext>
            </a:extLst>
          </p:cNvPr>
          <p:cNvCxnSpPr>
            <a:cxnSpLocks/>
          </p:cNvCxnSpPr>
          <p:nvPr/>
        </p:nvCxnSpPr>
        <p:spPr>
          <a:xfrm flipH="1">
            <a:off x="6343250" y="3359755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C237581-63F1-C05C-EE32-4FA572FBC7A3}"/>
              </a:ext>
            </a:extLst>
          </p:cNvPr>
          <p:cNvSpPr txBox="1"/>
          <p:nvPr/>
        </p:nvSpPr>
        <p:spPr>
          <a:xfrm>
            <a:off x="1080656" y="5355005"/>
            <a:ext cx="10116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Bold Red line denotes the maximum achievable performance for a given arithmetic intensity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bound region: maximum achievable performance bounded by memory bandwidth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bound region: maximum achievable performance bounded by compute capability</a:t>
            </a:r>
          </a:p>
        </p:txBody>
      </p:sp>
    </p:spTree>
    <p:extLst>
      <p:ext uri="{BB962C8B-B14F-4D97-AF65-F5344CB8AC3E}">
        <p14:creationId xmlns:p14="http://schemas.microsoft.com/office/powerpoint/2010/main" val="38604080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5E057-7112-1F57-FE4C-CEC9E38BC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Bound vs Memory Bound</a:t>
            </a:r>
            <a:br>
              <a:rPr lang="en-US" dirty="0"/>
            </a:br>
            <a:r>
              <a:rPr lang="en-US" sz="4400" dirty="0"/>
              <a:t>Roofline Model (for a given platform)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CE25-236C-9E0A-A555-F7DCDF134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Compute Bound: </a:t>
            </a:r>
            <a:r>
              <a:rPr lang="en-US" dirty="0"/>
              <a:t>Maximum </a:t>
            </a:r>
            <a:r>
              <a:rPr lang="en-US" sz="2800" dirty="0"/>
              <a:t>Performance is limited by available compute resources</a:t>
            </a:r>
          </a:p>
          <a:p>
            <a:pPr lvl="1"/>
            <a:r>
              <a:rPr lang="en-US" dirty="0"/>
              <a:t>if we add more compute resources, the performance may improve (for a given bandwidth)</a:t>
            </a:r>
          </a:p>
          <a:p>
            <a:pPr lvl="1"/>
            <a:r>
              <a:rPr lang="en-US" dirty="0"/>
              <a:t>Useful in designing accelerators. Not a focus of this class</a:t>
            </a:r>
          </a:p>
          <a:p>
            <a:pPr lvl="1"/>
            <a:endParaRPr lang="en-US" dirty="0"/>
          </a:p>
          <a:p>
            <a:r>
              <a:rPr lang="en-US" dirty="0"/>
              <a:t>Memory Bound: Maximum Performance is limited by memory bandwidth</a:t>
            </a:r>
          </a:p>
          <a:p>
            <a:pPr lvl="1"/>
            <a:r>
              <a:rPr lang="en-US" dirty="0"/>
              <a:t>Reorder computations to more efficiently utilize bandwidth</a:t>
            </a:r>
          </a:p>
          <a:p>
            <a:pPr lvl="1"/>
            <a:r>
              <a:rPr lang="en-US" dirty="0"/>
              <a:t>In other words, improve arithmetic intensity to move right on x axis, which also improves </a:t>
            </a:r>
            <a:r>
              <a:rPr lang="en-US"/>
              <a:t>y axis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54796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5A71-6E0B-0BE2-EBEC-B99B479D1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Roofline Model – What about actual performance?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BA2F40-42AE-4667-CE1A-19DC658FE32A}"/>
              </a:ext>
            </a:extLst>
          </p:cNvPr>
          <p:cNvSpPr/>
          <p:nvPr/>
        </p:nvSpPr>
        <p:spPr>
          <a:xfrm>
            <a:off x="4687576" y="2741564"/>
            <a:ext cx="3799932" cy="2071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17D0DAF6-4045-6D39-6E83-9B8F1B21DD81}"/>
              </a:ext>
            </a:extLst>
          </p:cNvPr>
          <p:cNvSpPr/>
          <p:nvPr/>
        </p:nvSpPr>
        <p:spPr>
          <a:xfrm>
            <a:off x="2645006" y="2845381"/>
            <a:ext cx="1984101" cy="1950950"/>
          </a:xfrm>
          <a:prstGeom prst="triangle">
            <a:avLst>
              <a:gd name="adj" fmla="val 99069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7256DB-9C03-B7F9-C5DC-149A18733128}"/>
              </a:ext>
            </a:extLst>
          </p:cNvPr>
          <p:cNvCxnSpPr>
            <a:cxnSpLocks/>
          </p:cNvCxnSpPr>
          <p:nvPr/>
        </p:nvCxnSpPr>
        <p:spPr>
          <a:xfrm>
            <a:off x="1817076" y="4804827"/>
            <a:ext cx="71979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A38E7D-0599-EBB1-16B6-FA957E90BA6A}"/>
              </a:ext>
            </a:extLst>
          </p:cNvPr>
          <p:cNvCxnSpPr>
            <a:cxnSpLocks/>
          </p:cNvCxnSpPr>
          <p:nvPr/>
        </p:nvCxnSpPr>
        <p:spPr>
          <a:xfrm flipV="1">
            <a:off x="2579076" y="2260919"/>
            <a:ext cx="0" cy="28135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7F68A7-EE9A-673A-667C-FDFC9A5AF7D4}"/>
              </a:ext>
            </a:extLst>
          </p:cNvPr>
          <p:cNvCxnSpPr/>
          <p:nvPr/>
        </p:nvCxnSpPr>
        <p:spPr>
          <a:xfrm flipV="1">
            <a:off x="2579076" y="2741565"/>
            <a:ext cx="2063262" cy="2063262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EE6505-9473-94CC-9C16-D8034A463C36}"/>
              </a:ext>
            </a:extLst>
          </p:cNvPr>
          <p:cNvCxnSpPr>
            <a:cxnSpLocks/>
          </p:cNvCxnSpPr>
          <p:nvPr/>
        </p:nvCxnSpPr>
        <p:spPr>
          <a:xfrm flipH="1">
            <a:off x="4630615" y="2741564"/>
            <a:ext cx="3856893" cy="1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7C847C2-34F8-7291-6742-52B844AFFB5C}"/>
              </a:ext>
            </a:extLst>
          </p:cNvPr>
          <p:cNvSpPr txBox="1"/>
          <p:nvPr/>
        </p:nvSpPr>
        <p:spPr>
          <a:xfrm>
            <a:off x="2656118" y="2157930"/>
            <a:ext cx="19744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Memory Bound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C31A37-C0E0-BBC6-3CDA-CA8D093E5C12}"/>
              </a:ext>
            </a:extLst>
          </p:cNvPr>
          <p:cNvSpPr txBox="1"/>
          <p:nvPr/>
        </p:nvSpPr>
        <p:spPr>
          <a:xfrm>
            <a:off x="97813" y="3194591"/>
            <a:ext cx="2356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Sustained Performance</a:t>
            </a:r>
          </a:p>
          <a:p>
            <a:pPr algn="ctr"/>
            <a:r>
              <a:rPr lang="en-US" dirty="0"/>
              <a:t>(ops/sec)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6774A4-7235-38B5-2B14-DA3825F72C3E}"/>
              </a:ext>
            </a:extLst>
          </p:cNvPr>
          <p:cNvSpPr txBox="1"/>
          <p:nvPr/>
        </p:nvSpPr>
        <p:spPr>
          <a:xfrm>
            <a:off x="9009067" y="4937123"/>
            <a:ext cx="218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Arithmetic Intensity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A56854-0F0B-13BF-CB03-3D5E3FE27EF0}"/>
              </a:ext>
            </a:extLst>
          </p:cNvPr>
          <p:cNvCxnSpPr>
            <a:cxnSpLocks/>
          </p:cNvCxnSpPr>
          <p:nvPr/>
        </p:nvCxnSpPr>
        <p:spPr>
          <a:xfrm>
            <a:off x="4642338" y="2107290"/>
            <a:ext cx="0" cy="2697537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5863756-CF10-6A36-E3B4-02B69F8E3F18}"/>
              </a:ext>
            </a:extLst>
          </p:cNvPr>
          <p:cNvSpPr txBox="1"/>
          <p:nvPr/>
        </p:nvSpPr>
        <p:spPr>
          <a:xfrm>
            <a:off x="5738294" y="2161331"/>
            <a:ext cx="191116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Calibri"/>
                <a:cs typeface="Calibri"/>
              </a:rPr>
              <a:t>Compute Bound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E5CAF8-11DF-6845-09E0-32220B36B55D}"/>
              </a:ext>
            </a:extLst>
          </p:cNvPr>
          <p:cNvSpPr txBox="1"/>
          <p:nvPr/>
        </p:nvSpPr>
        <p:spPr>
          <a:xfrm>
            <a:off x="1972374" y="4805041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0.1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3B9C33-0BA8-1A4C-8DD3-50C4D8E6D627}"/>
              </a:ext>
            </a:extLst>
          </p:cNvPr>
          <p:cNvSpPr txBox="1"/>
          <p:nvPr/>
        </p:nvSpPr>
        <p:spPr>
          <a:xfrm>
            <a:off x="2857668" y="4796758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1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755D7C-9190-3E30-087F-7F06B2A46EDA}"/>
              </a:ext>
            </a:extLst>
          </p:cNvPr>
          <p:cNvSpPr txBox="1"/>
          <p:nvPr/>
        </p:nvSpPr>
        <p:spPr>
          <a:xfrm>
            <a:off x="3753134" y="4796758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10</a:t>
            </a:r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351EB96-5465-2FFC-BA4D-039F083CEC41}"/>
              </a:ext>
            </a:extLst>
          </p:cNvPr>
          <p:cNvCxnSpPr>
            <a:cxnSpLocks/>
          </p:cNvCxnSpPr>
          <p:nvPr/>
        </p:nvCxnSpPr>
        <p:spPr>
          <a:xfrm flipV="1">
            <a:off x="1244303" y="3840922"/>
            <a:ext cx="0" cy="377566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84A584-D4FB-C955-470C-F24C733FFB90}"/>
              </a:ext>
            </a:extLst>
          </p:cNvPr>
          <p:cNvCxnSpPr>
            <a:cxnSpLocks/>
          </p:cNvCxnSpPr>
          <p:nvPr/>
        </p:nvCxnSpPr>
        <p:spPr>
          <a:xfrm>
            <a:off x="8592462" y="5074459"/>
            <a:ext cx="453869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37B2FDD-F62B-8BEE-580D-ED7C3B675D34}"/>
              </a:ext>
            </a:extLst>
          </p:cNvPr>
          <p:cNvSpPr txBox="1"/>
          <p:nvPr/>
        </p:nvSpPr>
        <p:spPr>
          <a:xfrm>
            <a:off x="8675914" y="3720054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log-log plot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433DB9-6D31-DE55-7E29-A0AE41E9E955}"/>
              </a:ext>
            </a:extLst>
          </p:cNvPr>
          <p:cNvSpPr txBox="1"/>
          <p:nvPr/>
        </p:nvSpPr>
        <p:spPr>
          <a:xfrm>
            <a:off x="2522523" y="2548260"/>
            <a:ext cx="1391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Peak </a:t>
            </a:r>
          </a:p>
          <a:p>
            <a:pPr algn="ctr"/>
            <a:r>
              <a:rPr lang="en-US" dirty="0"/>
              <a:t>Performance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CA7D7CA-EF8A-6D9D-32E8-5D885985838D}"/>
              </a:ext>
            </a:extLst>
          </p:cNvPr>
          <p:cNvCxnSpPr>
            <a:cxnSpLocks/>
          </p:cNvCxnSpPr>
          <p:nvPr/>
        </p:nvCxnSpPr>
        <p:spPr>
          <a:xfrm>
            <a:off x="3610707" y="2733068"/>
            <a:ext cx="316901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76A6ED1-96CC-EE7D-0D74-EB5A1EE0C8C8}"/>
              </a:ext>
            </a:extLst>
          </p:cNvPr>
          <p:cNvSpPr txBox="1"/>
          <p:nvPr/>
        </p:nvSpPr>
        <p:spPr>
          <a:xfrm>
            <a:off x="3632479" y="1480088"/>
            <a:ext cx="1055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Machine </a:t>
            </a:r>
          </a:p>
          <a:p>
            <a:pPr algn="ctr"/>
            <a:r>
              <a:rPr lang="en-US" dirty="0"/>
              <a:t>Balance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5D5440F-B942-E764-5321-32E0AB83E861}"/>
              </a:ext>
            </a:extLst>
          </p:cNvPr>
          <p:cNvCxnSpPr>
            <a:cxnSpLocks/>
          </p:cNvCxnSpPr>
          <p:nvPr/>
        </p:nvCxnSpPr>
        <p:spPr>
          <a:xfrm flipH="1">
            <a:off x="4640690" y="1730828"/>
            <a:ext cx="1648" cy="314148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46C446B-5158-C9D4-5DCF-4B72B14AEC44}"/>
              </a:ext>
            </a:extLst>
          </p:cNvPr>
          <p:cNvCxnSpPr/>
          <p:nvPr/>
        </p:nvCxnSpPr>
        <p:spPr>
          <a:xfrm>
            <a:off x="3804901" y="4167134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70A75EF-9EFD-32E8-93A0-31E562E89614}"/>
              </a:ext>
            </a:extLst>
          </p:cNvPr>
          <p:cNvCxnSpPr>
            <a:cxnSpLocks/>
          </p:cNvCxnSpPr>
          <p:nvPr/>
        </p:nvCxnSpPr>
        <p:spPr>
          <a:xfrm flipH="1">
            <a:off x="3804901" y="4181612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7363744-06D3-9906-5B82-E16C76B17371}"/>
              </a:ext>
            </a:extLst>
          </p:cNvPr>
          <p:cNvCxnSpPr/>
          <p:nvPr/>
        </p:nvCxnSpPr>
        <p:spPr>
          <a:xfrm>
            <a:off x="5239472" y="3411750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F9C141C-B790-983D-A0BF-CFD0FCE6BBD9}"/>
              </a:ext>
            </a:extLst>
          </p:cNvPr>
          <p:cNvCxnSpPr>
            <a:cxnSpLocks/>
          </p:cNvCxnSpPr>
          <p:nvPr/>
        </p:nvCxnSpPr>
        <p:spPr>
          <a:xfrm flipH="1">
            <a:off x="5239472" y="3426228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3C08BC-66FE-071F-0492-D83B0F9AA387}"/>
              </a:ext>
            </a:extLst>
          </p:cNvPr>
          <p:cNvCxnSpPr/>
          <p:nvPr/>
        </p:nvCxnSpPr>
        <p:spPr>
          <a:xfrm>
            <a:off x="5946188" y="4331996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DE3D6B4-1267-BEA7-AA40-B249C5E2E431}"/>
              </a:ext>
            </a:extLst>
          </p:cNvPr>
          <p:cNvCxnSpPr>
            <a:cxnSpLocks/>
          </p:cNvCxnSpPr>
          <p:nvPr/>
        </p:nvCxnSpPr>
        <p:spPr>
          <a:xfrm flipH="1">
            <a:off x="5946188" y="4346474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90CF3CE-C207-34E4-9197-DD1D935B8664}"/>
              </a:ext>
            </a:extLst>
          </p:cNvPr>
          <p:cNvCxnSpPr/>
          <p:nvPr/>
        </p:nvCxnSpPr>
        <p:spPr>
          <a:xfrm>
            <a:off x="6343250" y="3345277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49749D-35B2-AF0D-E147-2C0B17C437E1}"/>
              </a:ext>
            </a:extLst>
          </p:cNvPr>
          <p:cNvCxnSpPr>
            <a:cxnSpLocks/>
          </p:cNvCxnSpPr>
          <p:nvPr/>
        </p:nvCxnSpPr>
        <p:spPr>
          <a:xfrm flipH="1">
            <a:off x="6343250" y="3359755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CEC2E18-671F-45B1-382F-D38DBE958CED}"/>
              </a:ext>
            </a:extLst>
          </p:cNvPr>
          <p:cNvSpPr txBox="1"/>
          <p:nvPr/>
        </p:nvSpPr>
        <p:spPr>
          <a:xfrm>
            <a:off x="424873" y="5286957"/>
            <a:ext cx="107719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a fixed AI: improving performance (going up) requires better parallelism – Data and Task Parallel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Red bold line is reached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Green Region: Write better algorithm to improve </a:t>
            </a:r>
            <a:r>
              <a:rPr lang="en-US"/>
              <a:t>arithmetic intensity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Yellow Region: No algorithmic solution, need to add more computation power</a:t>
            </a:r>
          </a:p>
        </p:txBody>
      </p:sp>
    </p:spTree>
    <p:extLst>
      <p:ext uri="{BB962C8B-B14F-4D97-AF65-F5344CB8AC3E}">
        <p14:creationId xmlns:p14="http://schemas.microsoft.com/office/powerpoint/2010/main" val="168951572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72897-3FB9-3D9C-6E72-CEBC7B016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1878A-9501-240E-5420-CE5315581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be able to answer all questions except the sorting one. We will discuss parallel sort in the next class</a:t>
            </a:r>
          </a:p>
        </p:txBody>
      </p:sp>
    </p:spTree>
    <p:extLst>
      <p:ext uri="{BB962C8B-B14F-4D97-AF65-F5344CB8AC3E}">
        <p14:creationId xmlns:p14="http://schemas.microsoft.com/office/powerpoint/2010/main" val="393043049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9/16 Lecture 7 – Parallel Sorting; Task Parallelism</a:t>
            </a:r>
          </a:p>
        </p:txBody>
      </p:sp>
    </p:spTree>
    <p:extLst>
      <p:ext uri="{BB962C8B-B14F-4D97-AF65-F5344CB8AC3E}">
        <p14:creationId xmlns:p14="http://schemas.microsoft.com/office/powerpoint/2010/main" val="383787504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3835</TotalTime>
  <Words>5714</Words>
  <Application>Microsoft Office PowerPoint</Application>
  <PresentationFormat>Widescreen</PresentationFormat>
  <Paragraphs>1184</Paragraphs>
  <Slides>96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3" baseType="lpstr">
      <vt:lpstr>宋体</vt:lpstr>
      <vt:lpstr>Arial</vt:lpstr>
      <vt:lpstr>Calibri</vt:lpstr>
      <vt:lpstr>Calibri Light</vt:lpstr>
      <vt:lpstr>Cambria Math</vt:lpstr>
      <vt:lpstr>Wingdings</vt:lpstr>
      <vt:lpstr>Office Theme</vt:lpstr>
      <vt:lpstr>CSDS 451: Designing High Performant Systems for AI</vt:lpstr>
      <vt:lpstr>Outline</vt:lpstr>
      <vt:lpstr>Outline</vt:lpstr>
      <vt:lpstr>Modeling GPU Architectures</vt:lpstr>
      <vt:lpstr>GPU Model</vt:lpstr>
      <vt:lpstr>Data Parallelism</vt:lpstr>
      <vt:lpstr>Data Parallelism - Approaches</vt:lpstr>
      <vt:lpstr>Data Parallelism - Approaches</vt:lpstr>
      <vt:lpstr>Data Parallelism - Approaches</vt:lpstr>
      <vt:lpstr>Data Parallelism - Approaches</vt:lpstr>
      <vt:lpstr>Data Parallelism – Approaches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Modeling GPU Architectures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Data Parallelism – Approaches</vt:lpstr>
      <vt:lpstr>Data Parallelism - Approaches</vt:lpstr>
      <vt:lpstr>Data Parallelism - Approaches</vt:lpstr>
      <vt:lpstr>Data Parallelism - Approaches</vt:lpstr>
      <vt:lpstr>Data Parallelism - Approaches</vt:lpstr>
      <vt:lpstr>Data Parallelism - Approaches</vt:lpstr>
      <vt:lpstr>Sum of Elements in an Array</vt:lpstr>
      <vt:lpstr>Sum of Array</vt:lpstr>
      <vt:lpstr>Sum of Array</vt:lpstr>
      <vt:lpstr>Sum of Array</vt:lpstr>
      <vt:lpstr>Sum of Array</vt:lpstr>
      <vt:lpstr>Sum of Array</vt:lpstr>
      <vt:lpstr>Sum of Array</vt:lpstr>
      <vt:lpstr>Sum of Array</vt:lpstr>
      <vt:lpstr>Sum of Array</vt:lpstr>
      <vt:lpstr>Sum of Array</vt:lpstr>
      <vt:lpstr>Sum of Array</vt:lpstr>
      <vt:lpstr>Sum of Array</vt:lpstr>
      <vt:lpstr>Sum of Array</vt:lpstr>
      <vt:lpstr>Sum of Array</vt:lpstr>
      <vt:lpstr>Sum of Array</vt:lpstr>
      <vt:lpstr>Sum of Array</vt:lpstr>
      <vt:lpstr>Sum of Array</vt:lpstr>
      <vt:lpstr>Sum of Array</vt:lpstr>
      <vt:lpstr>Sum of Array</vt:lpstr>
      <vt:lpstr>Sum of Array</vt:lpstr>
      <vt:lpstr>Sum of Array</vt:lpstr>
      <vt:lpstr>Sum of Array – Phase II</vt:lpstr>
      <vt:lpstr>Data Parallelism – Hybrid Approaches</vt:lpstr>
      <vt:lpstr>Data Parallelism</vt:lpstr>
      <vt:lpstr>Outline</vt:lpstr>
      <vt:lpstr>Techniques to Improve Application Performance</vt:lpstr>
      <vt:lpstr>But…</vt:lpstr>
      <vt:lpstr>Speedup</vt:lpstr>
      <vt:lpstr>Amdahl’s Law</vt:lpstr>
      <vt:lpstr>Amdahl’s Law</vt:lpstr>
      <vt:lpstr>Amdahl’s Law</vt:lpstr>
      <vt:lpstr>Scalability (1)</vt:lpstr>
      <vt:lpstr>Scalability (2)</vt:lpstr>
      <vt:lpstr>Overheads in Parallel Computation</vt:lpstr>
      <vt:lpstr>Scaled Speedup (Gustafson’s Law) (1)</vt:lpstr>
      <vt:lpstr>Scaled Speedup (Gustafson’s Law) (2)</vt:lpstr>
      <vt:lpstr>Scaled Speedup (Gustafson’s Law) (3)</vt:lpstr>
      <vt:lpstr>Scaled Speedup (Gustafson’s Law) (4)</vt:lpstr>
      <vt:lpstr>Scaled Speedup (Gustafson’s Law) (5)</vt:lpstr>
      <vt:lpstr>Scaled Speedup (Gustafson’s Law) (6)</vt:lpstr>
      <vt:lpstr>Strong or Weak Scaling</vt:lpstr>
      <vt:lpstr>Performance (1)</vt:lpstr>
      <vt:lpstr>Performance (2)</vt:lpstr>
      <vt:lpstr>Performance (3)</vt:lpstr>
      <vt:lpstr>Blocked Matrix Multiplication</vt:lpstr>
      <vt:lpstr>Sum of Elements in an Array</vt:lpstr>
      <vt:lpstr>Roofline Model</vt:lpstr>
      <vt:lpstr>Roofline Model</vt:lpstr>
      <vt:lpstr>Roofline Model</vt:lpstr>
      <vt:lpstr>Compute Bound vs Memory Bound Roofline Model (for a given platform)</vt:lpstr>
      <vt:lpstr>Compute Bound vs Memory Bound Roofline Model (for a given platform)</vt:lpstr>
      <vt:lpstr>Compute Bound vs Memory Bound Roofline Model (for a given platform)</vt:lpstr>
      <vt:lpstr>Roofline Model – What about actual performance?</vt:lpstr>
      <vt:lpstr>WA 1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100</cp:revision>
  <dcterms:created xsi:type="dcterms:W3CDTF">2022-08-26T11:47:57Z</dcterms:created>
  <dcterms:modified xsi:type="dcterms:W3CDTF">2026-02-15T20:36:46Z</dcterms:modified>
</cp:coreProperties>
</file>
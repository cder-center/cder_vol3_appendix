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1568" r:id="rId3"/>
    <p:sldId id="381" r:id="rId4"/>
    <p:sldId id="382" r:id="rId5"/>
    <p:sldId id="268" r:id="rId6"/>
    <p:sldId id="269" r:id="rId7"/>
    <p:sldId id="1569" r:id="rId8"/>
    <p:sldId id="1575" r:id="rId9"/>
    <p:sldId id="1570" r:id="rId10"/>
    <p:sldId id="1577" r:id="rId11"/>
    <p:sldId id="1578" r:id="rId12"/>
    <p:sldId id="1579" r:id="rId13"/>
    <p:sldId id="1580" r:id="rId14"/>
    <p:sldId id="1576" r:id="rId15"/>
    <p:sldId id="1581" r:id="rId16"/>
    <p:sldId id="1582" r:id="rId17"/>
    <p:sldId id="1583" r:id="rId18"/>
    <p:sldId id="1584" r:id="rId19"/>
    <p:sldId id="1585" r:id="rId20"/>
    <p:sldId id="1586" r:id="rId21"/>
    <p:sldId id="1571" r:id="rId22"/>
    <p:sldId id="1572" r:id="rId23"/>
    <p:sldId id="1573" r:id="rId24"/>
    <p:sldId id="1574" r:id="rId25"/>
    <p:sldId id="1587" r:id="rId26"/>
    <p:sldId id="1588" r:id="rId27"/>
    <p:sldId id="307" r:id="rId28"/>
    <p:sldId id="296" r:id="rId29"/>
    <p:sldId id="1589" r:id="rId30"/>
    <p:sldId id="1591" r:id="rId31"/>
    <p:sldId id="1592" r:id="rId32"/>
    <p:sldId id="270" r:id="rId33"/>
    <p:sldId id="271" r:id="rId34"/>
    <p:sldId id="1593" r:id="rId35"/>
    <p:sldId id="319" r:id="rId36"/>
    <p:sldId id="1594" r:id="rId37"/>
    <p:sldId id="393" r:id="rId38"/>
    <p:sldId id="1595" r:id="rId39"/>
    <p:sldId id="1596" r:id="rId40"/>
    <p:sldId id="394" r:id="rId41"/>
    <p:sldId id="402" r:id="rId42"/>
    <p:sldId id="396" r:id="rId43"/>
    <p:sldId id="397" r:id="rId44"/>
    <p:sldId id="398" r:id="rId45"/>
    <p:sldId id="399" r:id="rId46"/>
    <p:sldId id="395" r:id="rId47"/>
    <p:sldId id="400" r:id="rId48"/>
    <p:sldId id="401" r:id="rId49"/>
    <p:sldId id="403" r:id="rId50"/>
    <p:sldId id="410" r:id="rId51"/>
    <p:sldId id="411" r:id="rId52"/>
    <p:sldId id="1551" r:id="rId53"/>
    <p:sldId id="391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73FA5-DEB4-4B5F-9ED1-5B424EE3A6F0}" v="9" dt="2025-11-06T18:39:04.081"/>
    <p1510:client id="{C27725A2-E224-4283-BF03-1170A27E5CC3}" v="2" dt="2025-11-06T02:32:15.9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B69DB1D5-9C4C-4C25-915D-54B5305EDB7B}"/>
    <pc:docChg chg="custSel addSld delSld modSld">
      <pc:chgData name="Sanmukh Kuppannagari" userId="ad215094-da36-4b66-9c79-369a17aea26b" providerId="ADAL" clId="{B69DB1D5-9C4C-4C25-915D-54B5305EDB7B}" dt="2024-10-17T17:17:35.235" v="938" actId="14100"/>
      <pc:docMkLst>
        <pc:docMk/>
      </pc:docMkLst>
      <pc:sldChg chg="modSp mod">
        <pc:chgData name="Sanmukh Kuppannagari" userId="ad215094-da36-4b66-9c79-369a17aea26b" providerId="ADAL" clId="{B69DB1D5-9C4C-4C25-915D-54B5305EDB7B}" dt="2024-10-17T13:19:32.44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B69DB1D5-9C4C-4C25-915D-54B5305EDB7B}" dt="2024-10-17T13:20:31.092" v="61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69DB1D5-9C4C-4C25-915D-54B5305EDB7B}" dt="2024-10-17T13:22:00.593" v="88" actId="47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899752863" sldId="128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199527142" sldId="128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58271014" sldId="1299"/>
        </pc:sldMkLst>
      </pc:sldChg>
      <pc:sldChg chg="modSp mod">
        <pc:chgData name="Sanmukh Kuppannagari" userId="ad215094-da36-4b66-9c79-369a17aea26b" providerId="ADAL" clId="{B69DB1D5-9C4C-4C25-915D-54B5305EDB7B}" dt="2024-10-17T13:21:46.720" v="86" actId="2057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77631310" sldId="13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062603384" sldId="131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3015343" sldId="132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558153898" sldId="132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446468191" sldId="132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70243835" sldId="133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89707620" sldId="1332"/>
        </pc:sldMkLst>
      </pc:sldChg>
      <pc:sldChg chg="modSp mod">
        <pc:chgData name="Sanmukh Kuppannagari" userId="ad215094-da36-4b66-9c79-369a17aea26b" providerId="ADAL" clId="{B69DB1D5-9C4C-4C25-915D-54B5305EDB7B}" dt="2024-10-17T13:22:08.958" v="96" actId="2057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B69DB1D5-9C4C-4C25-915D-54B5305EDB7B}" dt="2024-10-17T13:22:27.885" v="98" actId="47"/>
        <pc:sldMkLst>
          <pc:docMk/>
          <pc:sldMk cId="4042243871" sldId="1349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4189498737" sldId="1350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540455608" sldId="1351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955974285" sldId="1352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190843385" sldId="1353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3949718224" sldId="1354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2944983638" sldId="1355"/>
        </pc:sldMkLst>
      </pc:sldChg>
      <pc:sldChg chg="del">
        <pc:chgData name="Sanmukh Kuppannagari" userId="ad215094-da36-4b66-9c79-369a17aea26b" providerId="ADAL" clId="{B69DB1D5-9C4C-4C25-915D-54B5305EDB7B}" dt="2024-10-17T13:22:21.955" v="97" actId="47"/>
        <pc:sldMkLst>
          <pc:docMk/>
          <pc:sldMk cId="602010999" sldId="1356"/>
        </pc:sldMkLst>
      </pc:sldChg>
      <pc:sldChg chg="modSp del mod">
        <pc:chgData name="Sanmukh Kuppannagari" userId="ad215094-da36-4b66-9c79-369a17aea26b" providerId="ADAL" clId="{B69DB1D5-9C4C-4C25-915D-54B5305EDB7B}" dt="2024-10-17T13:22:39.236" v="107" actId="47"/>
        <pc:sldMkLst>
          <pc:docMk/>
          <pc:sldMk cId="3928916360" sldId="1357"/>
        </pc:sldMkLst>
      </pc:sldChg>
      <pc:sldChg chg="modSp mod">
        <pc:chgData name="Sanmukh Kuppannagari" userId="ad215094-da36-4b66-9c79-369a17aea26b" providerId="ADAL" clId="{B69DB1D5-9C4C-4C25-915D-54B5305EDB7B}" dt="2024-10-17T13:22:44.968" v="115" actId="2057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1255597569" sldId="1359"/>
        </pc:sldMkLst>
      </pc:sldChg>
      <pc:sldChg chg="del">
        <pc:chgData name="Sanmukh Kuppannagari" userId="ad215094-da36-4b66-9c79-369a17aea26b" providerId="ADAL" clId="{B69DB1D5-9C4C-4C25-915D-54B5305EDB7B}" dt="2024-10-17T13:22:52.508" v="116" actId="47"/>
        <pc:sldMkLst>
          <pc:docMk/>
          <pc:sldMk cId="255600020" sldId="1360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324345654" sldId="1363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952027562" sldId="1364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2681935685" sldId="1365"/>
        </pc:sldMkLst>
      </pc:sldChg>
      <pc:sldChg chg="del">
        <pc:chgData name="Sanmukh Kuppannagari" userId="ad215094-da36-4b66-9c79-369a17aea26b" providerId="ADAL" clId="{B69DB1D5-9C4C-4C25-915D-54B5305EDB7B}" dt="2024-10-17T13:21:56.574" v="87" actId="47"/>
        <pc:sldMkLst>
          <pc:docMk/>
          <pc:sldMk cId="1694987608" sldId="136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1760047259" sldId="1386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3990091177" sldId="1389"/>
        </pc:sldMkLst>
      </pc:sldChg>
      <pc:sldChg chg="add">
        <pc:chgData name="Sanmukh Kuppannagari" userId="ad215094-da36-4b66-9c79-369a17aea26b" providerId="ADAL" clId="{B69DB1D5-9C4C-4C25-915D-54B5305EDB7B}" dt="2024-10-17T14:24:07.674" v="298"/>
        <pc:sldMkLst>
          <pc:docMk/>
          <pc:sldMk cId="798029583" sldId="139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89880766" sldId="139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547436486" sldId="139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02618607" sldId="139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6476748" sldId="139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6597970" sldId="139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17642017" sldId="139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917602464" sldId="139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35936496" sldId="140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700221882" sldId="140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296018570" sldId="140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1582163347" sldId="140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904800431" sldId="1404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392244592" sldId="1405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697652818" sldId="1406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455634612" sldId="1407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839119350" sldId="1408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080220527" sldId="1409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47426298" sldId="1410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4009862055" sldId="1411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3931076547" sldId="1412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299857702" sldId="1413"/>
        </pc:sldMkLst>
      </pc:sldChg>
      <pc:sldChg chg="add">
        <pc:chgData name="Sanmukh Kuppannagari" userId="ad215094-da36-4b66-9c79-369a17aea26b" providerId="ADAL" clId="{B69DB1D5-9C4C-4C25-915D-54B5305EDB7B}" dt="2024-10-17T14:25:30.609" v="299"/>
        <pc:sldMkLst>
          <pc:docMk/>
          <pc:sldMk cId="2715450416" sldId="141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796868375" sldId="141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4085597991" sldId="141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51372455" sldId="141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65169132" sldId="142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52650841" sldId="1421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777539220" sldId="142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831660177" sldId="142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959762428" sldId="142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018266416" sldId="1425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264869930" sldId="1426"/>
        </pc:sldMkLst>
      </pc:sldChg>
      <pc:sldChg chg="addSp delSp modSp add mod">
        <pc:chgData name="Sanmukh Kuppannagari" userId="ad215094-da36-4b66-9c79-369a17aea26b" providerId="ADAL" clId="{B69DB1D5-9C4C-4C25-915D-54B5305EDB7B}" dt="2024-10-17T17:16:45.932" v="931" actId="122"/>
        <pc:sldMkLst>
          <pc:docMk/>
          <pc:sldMk cId="3229075924" sldId="142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88611062" sldId="142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598700407" sldId="1429"/>
        </pc:sldMkLst>
      </pc:sldChg>
      <pc:sldChg chg="addSp modSp add mod">
        <pc:chgData name="Sanmukh Kuppannagari" userId="ad215094-da36-4b66-9c79-369a17aea26b" providerId="ADAL" clId="{B69DB1D5-9C4C-4C25-915D-54B5305EDB7B}" dt="2024-10-17T17:17:15.113" v="933" actId="1076"/>
        <pc:sldMkLst>
          <pc:docMk/>
          <pc:sldMk cId="381585255" sldId="1430"/>
        </pc:sldMkLst>
      </pc:sldChg>
      <pc:sldChg chg="addSp modSp add">
        <pc:chgData name="Sanmukh Kuppannagari" userId="ad215094-da36-4b66-9c79-369a17aea26b" providerId="ADAL" clId="{B69DB1D5-9C4C-4C25-915D-54B5305EDB7B}" dt="2024-10-17T17:17:21.022" v="934"/>
        <pc:sldMkLst>
          <pc:docMk/>
          <pc:sldMk cId="3320575543" sldId="1431"/>
        </pc:sldMkLst>
      </pc:sldChg>
      <pc:sldChg chg="addSp modSp add">
        <pc:chgData name="Sanmukh Kuppannagari" userId="ad215094-da36-4b66-9c79-369a17aea26b" providerId="ADAL" clId="{B69DB1D5-9C4C-4C25-915D-54B5305EDB7B}" dt="2024-10-17T17:17:23.374" v="935"/>
        <pc:sldMkLst>
          <pc:docMk/>
          <pc:sldMk cId="1263179583" sldId="1432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65562540" sldId="1435"/>
        </pc:sldMkLst>
      </pc:sldChg>
      <pc:sldChg chg="addSp delSp modSp add mod">
        <pc:chgData name="Sanmukh Kuppannagari" userId="ad215094-da36-4b66-9c79-369a17aea26b" providerId="ADAL" clId="{B69DB1D5-9C4C-4C25-915D-54B5305EDB7B}" dt="2024-10-17T17:17:35.235" v="938" actId="14100"/>
        <pc:sldMkLst>
          <pc:docMk/>
          <pc:sldMk cId="1868073248" sldId="1436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546537403" sldId="1437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3588532588" sldId="1438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1606166730" sldId="1439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832541632" sldId="1440"/>
        </pc:sldMkLst>
      </pc:sldChg>
      <pc:sldChg chg="add">
        <pc:chgData name="Sanmukh Kuppannagari" userId="ad215094-da36-4b66-9c79-369a17aea26b" providerId="ADAL" clId="{B69DB1D5-9C4C-4C25-915D-54B5305EDB7B}" dt="2024-10-17T14:26:46.745" v="300"/>
        <pc:sldMkLst>
          <pc:docMk/>
          <pc:sldMk cId="2439492477" sldId="1441"/>
        </pc:sldMkLst>
      </pc:sldChg>
      <pc:sldChg chg="modSp add mod">
        <pc:chgData name="Sanmukh Kuppannagari" userId="ad215094-da36-4b66-9c79-369a17aea26b" providerId="ADAL" clId="{B69DB1D5-9C4C-4C25-915D-54B5305EDB7B}" dt="2024-10-17T14:44:25.738" v="810" actId="20577"/>
        <pc:sldMkLst>
          <pc:docMk/>
          <pc:sldMk cId="3863061003" sldId="1442"/>
        </pc:sldMkLst>
      </pc:sldChg>
      <pc:sldChg chg="modSp mod">
        <pc:chgData name="Sanmukh Kuppannagari" userId="ad215094-da36-4b66-9c79-369a17aea26b" providerId="ADAL" clId="{B69DB1D5-9C4C-4C25-915D-54B5305EDB7B}" dt="2024-10-17T13:20:46.101" v="74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B69DB1D5-9C4C-4C25-915D-54B5305EDB7B}" dt="2024-10-17T14:42:55.233" v="433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B69DB1D5-9C4C-4C25-915D-54B5305EDB7B}" dt="2024-10-17T13:21:12.569" v="77" actId="47"/>
        <pc:sldMkLst>
          <pc:docMk/>
          <pc:sldMk cId="4030791014" sldId="1604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460223335" sldId="1605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95513352" sldId="1606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1256665225" sldId="1607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149257190" sldId="1608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455736369" sldId="1609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25795403" sldId="1610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322584748" sldId="1611"/>
        </pc:sldMkLst>
      </pc:sldChg>
      <pc:sldChg chg="del">
        <pc:chgData name="Sanmukh Kuppannagari" userId="ad215094-da36-4b66-9c79-369a17aea26b" providerId="ADAL" clId="{B69DB1D5-9C4C-4C25-915D-54B5305EDB7B}" dt="2024-10-17T13:21:41.010" v="78" actId="47"/>
        <pc:sldMkLst>
          <pc:docMk/>
          <pc:sldMk cId="3968471985" sldId="1612"/>
        </pc:sldMkLst>
      </pc:sldChg>
      <pc:sldChg chg="addSp modSp mod">
        <pc:chgData name="Sanmukh Kuppannagari" userId="ad215094-da36-4b66-9c79-369a17aea26b" providerId="ADAL" clId="{B69DB1D5-9C4C-4C25-915D-54B5305EDB7B}" dt="2024-10-17T13:26:24.581" v="297" actId="1076"/>
        <pc:sldMkLst>
          <pc:docMk/>
          <pc:sldMk cId="1500153295" sldId="1613"/>
        </pc:sldMkLst>
      </pc:sldChg>
      <pc:sldChg chg="modSp add mod">
        <pc:chgData name="Sanmukh Kuppannagari" userId="ad215094-da36-4b66-9c79-369a17aea26b" providerId="ADAL" clId="{B69DB1D5-9C4C-4C25-915D-54B5305EDB7B}" dt="2024-10-17T13:21:10.086" v="76" actId="207"/>
        <pc:sldMkLst>
          <pc:docMk/>
          <pc:sldMk cId="3880060560" sldId="1614"/>
        </pc:sldMkLst>
      </pc:sldChg>
      <pc:sldChg chg="modSp add mod">
        <pc:chgData name="Sanmukh Kuppannagari" userId="ad215094-da36-4b66-9c79-369a17aea26b" providerId="ADAL" clId="{B69DB1D5-9C4C-4C25-915D-54B5305EDB7B}" dt="2024-10-17T14:27:13.779" v="302" actId="207"/>
        <pc:sldMkLst>
          <pc:docMk/>
          <pc:sldMk cId="3528850612" sldId="1615"/>
        </pc:sldMkLst>
      </pc:sldChg>
      <pc:sldChg chg="modSp add mod">
        <pc:chgData name="Sanmukh Kuppannagari" userId="ad215094-da36-4b66-9c79-369a17aea26b" providerId="ADAL" clId="{B69DB1D5-9C4C-4C25-915D-54B5305EDB7B}" dt="2024-10-17T14:38:20.106" v="310" actId="207"/>
        <pc:sldMkLst>
          <pc:docMk/>
          <pc:sldMk cId="3587678191" sldId="1616"/>
        </pc:sldMkLst>
      </pc:sldChg>
      <pc:sldChg chg="modSp add mod">
        <pc:chgData name="Sanmukh Kuppannagari" userId="ad215094-da36-4b66-9c79-369a17aea26b" providerId="ADAL" clId="{B69DB1D5-9C4C-4C25-915D-54B5305EDB7B}" dt="2024-10-17T14:38:44.446" v="406" actId="2057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581B50A9-72F4-4B95-B03A-65D58777032F}"/>
    <pc:docChg chg="undo custSel addSld delSld modSld">
      <pc:chgData name="Sanmukh Kuppannagari" userId="ad215094-da36-4b66-9c79-369a17aea26b" providerId="ADAL" clId="{581B50A9-72F4-4B95-B03A-65D58777032F}" dt="2024-11-12T15:34:15.608" v="5830" actId="20577"/>
      <pc:docMkLst>
        <pc:docMk/>
      </pc:docMkLst>
      <pc:sldChg chg="modSp mod">
        <pc:chgData name="Sanmukh Kuppannagari" userId="ad215094-da36-4b66-9c79-369a17aea26b" providerId="ADAL" clId="{581B50A9-72F4-4B95-B03A-65D58777032F}" dt="2024-11-12T13:32:59.516" v="3" actId="20577"/>
        <pc:sldMkLst>
          <pc:docMk/>
          <pc:sldMk cId="728785357" sldId="256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3533229006" sldId="268"/>
        </pc:sldMkLst>
      </pc:sldChg>
      <pc:sldChg chg="add">
        <pc:chgData name="Sanmukh Kuppannagari" userId="ad215094-da36-4b66-9c79-369a17aea26b" providerId="ADAL" clId="{581B50A9-72F4-4B95-B03A-65D58777032F}" dt="2024-11-12T13:41:26.545" v="160"/>
        <pc:sldMkLst>
          <pc:docMk/>
          <pc:sldMk cId="419610907" sldId="269"/>
        </pc:sldMkLst>
      </pc:sldChg>
      <pc:sldChg chg="add">
        <pc:chgData name="Sanmukh Kuppannagari" userId="ad215094-da36-4b66-9c79-369a17aea26b" providerId="ADAL" clId="{581B50A9-72F4-4B95-B03A-65D58777032F}" dt="2024-11-12T14:58:37.426" v="3601"/>
        <pc:sldMkLst>
          <pc:docMk/>
          <pc:sldMk cId="2792377922" sldId="270"/>
        </pc:sldMkLst>
      </pc:sldChg>
      <pc:sldChg chg="addSp delSp modSp add mod">
        <pc:chgData name="Sanmukh Kuppannagari" userId="ad215094-da36-4b66-9c79-369a17aea26b" providerId="ADAL" clId="{581B50A9-72F4-4B95-B03A-65D58777032F}" dt="2024-11-12T15:10:45.516" v="4338" actId="14100"/>
        <pc:sldMkLst>
          <pc:docMk/>
          <pc:sldMk cId="1680120527" sldId="271"/>
        </pc:sldMkLst>
      </pc:sldChg>
      <pc:sldChg chg="modSp add mod">
        <pc:chgData name="Sanmukh Kuppannagari" userId="ad215094-da36-4b66-9c79-369a17aea26b" providerId="ADAL" clId="{581B50A9-72F4-4B95-B03A-65D58777032F}" dt="2024-11-12T15:34:15.608" v="5830" actId="20577"/>
        <pc:sldMkLst>
          <pc:docMk/>
          <pc:sldMk cId="2642091756" sldId="27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597565292" sldId="274"/>
        </pc:sldMkLst>
      </pc:sldChg>
      <pc:sldChg chg="addSp delSp modSp add mod">
        <pc:chgData name="Sanmukh Kuppannagari" userId="ad215094-da36-4b66-9c79-369a17aea26b" providerId="ADAL" clId="{581B50A9-72F4-4B95-B03A-65D58777032F}" dt="2024-11-12T14:44:39.302" v="3149" actId="20577"/>
        <pc:sldMkLst>
          <pc:docMk/>
          <pc:sldMk cId="528188491" sldId="296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524082761" sldId="306"/>
        </pc:sldMkLst>
      </pc:sldChg>
      <pc:sldChg chg="addSp delSp modSp add mod">
        <pc:chgData name="Sanmukh Kuppannagari" userId="ad215094-da36-4b66-9c79-369a17aea26b" providerId="ADAL" clId="{581B50A9-72F4-4B95-B03A-65D58777032F}" dt="2024-11-12T14:44:35.089" v="3145" actId="20577"/>
        <pc:sldMkLst>
          <pc:docMk/>
          <pc:sldMk cId="1503363967" sldId="307"/>
        </pc:sldMkLst>
      </pc:sldChg>
      <pc:sldChg chg="addSp delSp modSp add mod">
        <pc:chgData name="Sanmukh Kuppannagari" userId="ad215094-da36-4b66-9c79-369a17aea26b" providerId="ADAL" clId="{581B50A9-72F4-4B95-B03A-65D58777032F}" dt="2024-11-12T15:32:43.909" v="5815" actId="20577"/>
        <pc:sldMkLst>
          <pc:docMk/>
          <pc:sldMk cId="3467572805" sldId="31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583269833" sldId="331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81682477" sldId="33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702116543" sldId="33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009248266" sldId="33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39992507" sldId="335"/>
        </pc:sldMkLst>
      </pc:sldChg>
      <pc:sldChg chg="modSp add mod">
        <pc:chgData name="Sanmukh Kuppannagari" userId="ad215094-da36-4b66-9c79-369a17aea26b" providerId="ADAL" clId="{581B50A9-72F4-4B95-B03A-65D58777032F}" dt="2024-11-12T13:38:31.623" v="105" actId="20577"/>
        <pc:sldMkLst>
          <pc:docMk/>
          <pc:sldMk cId="3557461879" sldId="374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3518218886" sldId="381"/>
        </pc:sldMkLst>
      </pc:sldChg>
      <pc:sldChg chg="add">
        <pc:chgData name="Sanmukh Kuppannagari" userId="ad215094-da36-4b66-9c79-369a17aea26b" providerId="ADAL" clId="{581B50A9-72F4-4B95-B03A-65D58777032F}" dt="2024-11-12T13:40:53.401" v="106"/>
        <pc:sldMkLst>
          <pc:docMk/>
          <pc:sldMk cId="786365083" sldId="382"/>
        </pc:sldMkLst>
      </pc:sldChg>
      <pc:sldChg chg="addSp delSp modSp add mod">
        <pc:chgData name="Sanmukh Kuppannagari" userId="ad215094-da36-4b66-9c79-369a17aea26b" providerId="ADAL" clId="{581B50A9-72F4-4B95-B03A-65D58777032F}" dt="2024-11-12T15:27:38.664" v="5416" actId="20577"/>
        <pc:sldMkLst>
          <pc:docMk/>
          <pc:sldMk cId="765535228" sldId="39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451194251" sldId="39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49010110" sldId="395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366561092" sldId="396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203941809" sldId="397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888183405" sldId="398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59027184" sldId="39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399745747" sldId="400"/>
        </pc:sldMkLst>
      </pc:sldChg>
      <pc:sldChg chg="modSp add mod">
        <pc:chgData name="Sanmukh Kuppannagari" userId="ad215094-da36-4b66-9c79-369a17aea26b" providerId="ADAL" clId="{581B50A9-72F4-4B95-B03A-65D58777032F}" dt="2024-11-12T15:32:14.713" v="5762" actId="20577"/>
        <pc:sldMkLst>
          <pc:docMk/>
          <pc:sldMk cId="3669932227" sldId="401"/>
        </pc:sldMkLst>
      </pc:sldChg>
      <pc:sldChg chg="modSp add mod">
        <pc:chgData name="Sanmukh Kuppannagari" userId="ad215094-da36-4b66-9c79-369a17aea26b" providerId="ADAL" clId="{581B50A9-72F4-4B95-B03A-65D58777032F}" dt="2024-11-12T15:31:23.531" v="5720" actId="207"/>
        <pc:sldMkLst>
          <pc:docMk/>
          <pc:sldMk cId="3781257025" sldId="402"/>
        </pc:sldMkLst>
      </pc:sldChg>
      <pc:sldChg chg="modSp add mod">
        <pc:chgData name="Sanmukh Kuppannagari" userId="ad215094-da36-4b66-9c79-369a17aea26b" providerId="ADAL" clId="{581B50A9-72F4-4B95-B03A-65D58777032F}" dt="2024-11-12T15:33:29.973" v="5817" actId="20577"/>
        <pc:sldMkLst>
          <pc:docMk/>
          <pc:sldMk cId="2532226765" sldId="403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3769614656" sldId="404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404695635" sldId="407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864559443" sldId="408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058244021" sldId="409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64297978" sldId="410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2578242728" sldId="411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649591942" sldId="412"/>
        </pc:sldMkLst>
      </pc:sldChg>
      <pc:sldChg chg="add">
        <pc:chgData name="Sanmukh Kuppannagari" userId="ad215094-da36-4b66-9c79-369a17aea26b" providerId="ADAL" clId="{581B50A9-72F4-4B95-B03A-65D58777032F}" dt="2024-11-12T15:30:11.872" v="5660"/>
        <pc:sldMkLst>
          <pc:docMk/>
          <pc:sldMk cId="1127968122" sldId="41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123372165" sldId="499"/>
        </pc:sldMkLst>
      </pc:sldChg>
      <pc:sldChg chg="modSp mod">
        <pc:chgData name="Sanmukh Kuppannagari" userId="ad215094-da36-4b66-9c79-369a17aea26b" providerId="ADAL" clId="{581B50A9-72F4-4B95-B03A-65D58777032F}" dt="2024-11-12T13:34:15.718" v="82" actId="20577"/>
        <pc:sldMkLst>
          <pc:docMk/>
          <pc:sldMk cId="1297240811" sldId="1551"/>
        </pc:sldMkLst>
      </pc:sldChg>
      <pc:sldChg chg="modSp mod">
        <pc:chgData name="Sanmukh Kuppannagari" userId="ad215094-da36-4b66-9c79-369a17aea26b" providerId="ADAL" clId="{581B50A9-72F4-4B95-B03A-65D58777032F}" dt="2024-11-12T13:33:25.316" v="36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310001645" sldId="1569"/>
        </pc:sldMkLst>
      </pc:sldChg>
      <pc:sldChg chg="modSp new mod">
        <pc:chgData name="Sanmukh Kuppannagari" userId="ad215094-da36-4b66-9c79-369a17aea26b" providerId="ADAL" clId="{581B50A9-72F4-4B95-B03A-65D58777032F}" dt="2024-11-12T13:52:47.877" v="457" actId="20577"/>
        <pc:sldMkLst>
          <pc:docMk/>
          <pc:sldMk cId="3470486560" sldId="1569"/>
        </pc:sldMkLst>
      </pc:sldChg>
      <pc:sldChg chg="addSp modSp new mod">
        <pc:chgData name="Sanmukh Kuppannagari" userId="ad215094-da36-4b66-9c79-369a17aea26b" providerId="ADAL" clId="{581B50A9-72F4-4B95-B03A-65D58777032F}" dt="2024-11-12T13:56:52.276" v="744" actId="20577"/>
        <pc:sldMkLst>
          <pc:docMk/>
          <pc:sldMk cId="74582656" sldId="1570"/>
        </pc:sldMkLst>
      </pc:sldChg>
      <pc:sldChg chg="addSp modSp new mod">
        <pc:chgData name="Sanmukh Kuppannagari" userId="ad215094-da36-4b66-9c79-369a17aea26b" providerId="ADAL" clId="{581B50A9-72F4-4B95-B03A-65D58777032F}" dt="2024-11-12T14:33:42.396" v="2656" actId="14100"/>
        <pc:sldMkLst>
          <pc:docMk/>
          <pc:sldMk cId="2896380269" sldId="1571"/>
        </pc:sldMkLst>
      </pc:sldChg>
      <pc:sldChg chg="addSp delSp modSp new mod">
        <pc:chgData name="Sanmukh Kuppannagari" userId="ad215094-da36-4b66-9c79-369a17aea26b" providerId="ADAL" clId="{581B50A9-72F4-4B95-B03A-65D58777032F}" dt="2024-11-12T14:36:25.832" v="2658" actId="20577"/>
        <pc:sldMkLst>
          <pc:docMk/>
          <pc:sldMk cId="3951137548" sldId="1572"/>
        </pc:sldMkLst>
      </pc:sldChg>
      <pc:sldChg chg="addSp delSp modSp add mod">
        <pc:chgData name="Sanmukh Kuppannagari" userId="ad215094-da36-4b66-9c79-369a17aea26b" providerId="ADAL" clId="{581B50A9-72F4-4B95-B03A-65D58777032F}" dt="2024-11-12T14:36:31.284" v="2660" actId="20577"/>
        <pc:sldMkLst>
          <pc:docMk/>
          <pc:sldMk cId="2230120584" sldId="1573"/>
        </pc:sldMkLst>
      </pc:sldChg>
      <pc:sldChg chg="addSp modSp add mod">
        <pc:chgData name="Sanmukh Kuppannagari" userId="ad215094-da36-4b66-9c79-369a17aea26b" providerId="ADAL" clId="{581B50A9-72F4-4B95-B03A-65D58777032F}" dt="2024-11-12T14:36:36.409" v="2662" actId="20577"/>
        <pc:sldMkLst>
          <pc:docMk/>
          <pc:sldMk cId="3314602696" sldId="157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887999413" sldId="1575"/>
        </pc:sldMkLst>
      </pc:sldChg>
      <pc:sldChg chg="modSp new mod">
        <pc:chgData name="Sanmukh Kuppannagari" userId="ad215094-da36-4b66-9c79-369a17aea26b" providerId="ADAL" clId="{581B50A9-72F4-4B95-B03A-65D58777032F}" dt="2024-11-12T14:15:20.686" v="1371" actId="20577"/>
        <pc:sldMkLst>
          <pc:docMk/>
          <pc:sldMk cId="3064485244" sldId="1575"/>
        </pc:sldMkLst>
      </pc:sldChg>
      <pc:sldChg chg="addSp modSp new mod">
        <pc:chgData name="Sanmukh Kuppannagari" userId="ad215094-da36-4b66-9c79-369a17aea26b" providerId="ADAL" clId="{581B50A9-72F4-4B95-B03A-65D58777032F}" dt="2024-11-12T14:25:42.813" v="2147" actId="20577"/>
        <pc:sldMkLst>
          <pc:docMk/>
          <pc:sldMk cId="1376933412" sldId="15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2075645" sldId="1577"/>
        </pc:sldMkLst>
      </pc:sldChg>
      <pc:sldChg chg="addSp delSp modSp new mod">
        <pc:chgData name="Sanmukh Kuppannagari" userId="ad215094-da36-4b66-9c79-369a17aea26b" providerId="ADAL" clId="{581B50A9-72F4-4B95-B03A-65D58777032F}" dt="2024-11-12T14:20:58.810" v="1611" actId="478"/>
        <pc:sldMkLst>
          <pc:docMk/>
          <pc:sldMk cId="674356991" sldId="157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97900727" sldId="1578"/>
        </pc:sldMkLst>
      </pc:sldChg>
      <pc:sldChg chg="addSp modSp add mod">
        <pc:chgData name="Sanmukh Kuppannagari" userId="ad215094-da36-4b66-9c79-369a17aea26b" providerId="ADAL" clId="{581B50A9-72F4-4B95-B03A-65D58777032F}" dt="2024-11-12T14:23:09.387" v="1848" actId="20577"/>
        <pc:sldMkLst>
          <pc:docMk/>
          <pc:sldMk cId="2990319068" sldId="1578"/>
        </pc:sldMkLst>
      </pc:sldChg>
      <pc:sldChg chg="addSp delSp modSp add mod">
        <pc:chgData name="Sanmukh Kuppannagari" userId="ad215094-da36-4b66-9c79-369a17aea26b" providerId="ADAL" clId="{581B50A9-72F4-4B95-B03A-65D58777032F}" dt="2024-11-12T14:23:13.494" v="1850" actId="20577"/>
        <pc:sldMkLst>
          <pc:docMk/>
          <pc:sldMk cId="1968236297" sldId="1579"/>
        </pc:sldMkLst>
      </pc:sldChg>
      <pc:sldChg chg="delSp modSp add mod">
        <pc:chgData name="Sanmukh Kuppannagari" userId="ad215094-da36-4b66-9c79-369a17aea26b" providerId="ADAL" clId="{581B50A9-72F4-4B95-B03A-65D58777032F}" dt="2024-11-12T14:23:17.140" v="1852" actId="20577"/>
        <pc:sldMkLst>
          <pc:docMk/>
          <pc:sldMk cId="1753347635" sldId="1580"/>
        </pc:sldMkLst>
      </pc:sldChg>
      <pc:sldChg chg="addSp modSp add mod">
        <pc:chgData name="Sanmukh Kuppannagari" userId="ad215094-da36-4b66-9c79-369a17aea26b" providerId="ADAL" clId="{581B50A9-72F4-4B95-B03A-65D58777032F}" dt="2024-11-12T14:24:04.934" v="1926" actId="20577"/>
        <pc:sldMkLst>
          <pc:docMk/>
          <pc:sldMk cId="3584237781" sldId="1581"/>
        </pc:sldMkLst>
      </pc:sldChg>
      <pc:sldChg chg="modSp add mod">
        <pc:chgData name="Sanmukh Kuppannagari" userId="ad215094-da36-4b66-9c79-369a17aea26b" providerId="ADAL" clId="{581B50A9-72F4-4B95-B03A-65D58777032F}" dt="2024-11-12T14:24:50.141" v="1992" actId="20577"/>
        <pc:sldMkLst>
          <pc:docMk/>
          <pc:sldMk cId="4258452458" sldId="1582"/>
        </pc:sldMkLst>
      </pc:sldChg>
      <pc:sldChg chg="modSp add mod">
        <pc:chgData name="Sanmukh Kuppannagari" userId="ad215094-da36-4b66-9c79-369a17aea26b" providerId="ADAL" clId="{581B50A9-72F4-4B95-B03A-65D58777032F}" dt="2024-11-12T14:26:25.918" v="2191" actId="20577"/>
        <pc:sldMkLst>
          <pc:docMk/>
          <pc:sldMk cId="3757350365" sldId="1583"/>
        </pc:sldMkLst>
      </pc:sldChg>
      <pc:sldChg chg="addSp modSp new mod">
        <pc:chgData name="Sanmukh Kuppannagari" userId="ad215094-da36-4b66-9c79-369a17aea26b" providerId="ADAL" clId="{581B50A9-72F4-4B95-B03A-65D58777032F}" dt="2024-11-12T14:30:56.931" v="2402" actId="1076"/>
        <pc:sldMkLst>
          <pc:docMk/>
          <pc:sldMk cId="2493925970" sldId="1584"/>
        </pc:sldMkLst>
      </pc:sldChg>
      <pc:sldChg chg="new del">
        <pc:chgData name="Sanmukh Kuppannagari" userId="ad215094-da36-4b66-9c79-369a17aea26b" providerId="ADAL" clId="{581B50A9-72F4-4B95-B03A-65D58777032F}" dt="2024-11-12T14:27:10.490" v="2193" actId="47"/>
        <pc:sldMkLst>
          <pc:docMk/>
          <pc:sldMk cId="2618034380" sldId="1584"/>
        </pc:sldMkLst>
      </pc:sldChg>
      <pc:sldChg chg="addSp delSp modSp add mod">
        <pc:chgData name="Sanmukh Kuppannagari" userId="ad215094-da36-4b66-9c79-369a17aea26b" providerId="ADAL" clId="{581B50A9-72F4-4B95-B03A-65D58777032F}" dt="2024-11-12T14:32:16.956" v="2456" actId="20577"/>
        <pc:sldMkLst>
          <pc:docMk/>
          <pc:sldMk cId="2987105228" sldId="1585"/>
        </pc:sldMkLst>
      </pc:sldChg>
      <pc:sldChg chg="modSp add mod">
        <pc:chgData name="Sanmukh Kuppannagari" userId="ad215094-da36-4b66-9c79-369a17aea26b" providerId="ADAL" clId="{581B50A9-72F4-4B95-B03A-65D58777032F}" dt="2024-11-12T14:32:22.238" v="2458" actId="20577"/>
        <pc:sldMkLst>
          <pc:docMk/>
          <pc:sldMk cId="1153630353" sldId="1586"/>
        </pc:sldMkLst>
      </pc:sldChg>
      <pc:sldChg chg="addSp delSp modSp new mod">
        <pc:chgData name="Sanmukh Kuppannagari" userId="ad215094-da36-4b66-9c79-369a17aea26b" providerId="ADAL" clId="{581B50A9-72F4-4B95-B03A-65D58777032F}" dt="2024-11-12T14:40:31.582" v="2960" actId="207"/>
        <pc:sldMkLst>
          <pc:docMk/>
          <pc:sldMk cId="2823089004" sldId="1587"/>
        </pc:sldMkLst>
      </pc:sldChg>
      <pc:sldChg chg="addSp modSp add mod">
        <pc:chgData name="Sanmukh Kuppannagari" userId="ad215094-da36-4b66-9c79-369a17aea26b" providerId="ADAL" clId="{581B50A9-72F4-4B95-B03A-65D58777032F}" dt="2024-11-12T14:42:00.698" v="3078" actId="1076"/>
        <pc:sldMkLst>
          <pc:docMk/>
          <pc:sldMk cId="868054796" sldId="1588"/>
        </pc:sldMkLst>
      </pc:sldChg>
      <pc:sldChg chg="addSp delSp modSp new mod modClrScheme chgLayout">
        <pc:chgData name="Sanmukh Kuppannagari" userId="ad215094-da36-4b66-9c79-369a17aea26b" providerId="ADAL" clId="{581B50A9-72F4-4B95-B03A-65D58777032F}" dt="2024-11-12T14:51:56.632" v="3395"/>
        <pc:sldMkLst>
          <pc:docMk/>
          <pc:sldMk cId="1099178132" sldId="1589"/>
        </pc:sldMkLst>
      </pc:sldChg>
      <pc:sldChg chg="modSp new del mod">
        <pc:chgData name="Sanmukh Kuppannagari" userId="ad215094-da36-4b66-9c79-369a17aea26b" providerId="ADAL" clId="{581B50A9-72F4-4B95-B03A-65D58777032F}" dt="2024-11-12T14:54:22.518" v="3452" actId="47"/>
        <pc:sldMkLst>
          <pc:docMk/>
          <pc:sldMk cId="104261516" sldId="1590"/>
        </pc:sldMkLst>
      </pc:sldChg>
      <pc:sldChg chg="modSp add mod">
        <pc:chgData name="Sanmukh Kuppannagari" userId="ad215094-da36-4b66-9c79-369a17aea26b" providerId="ADAL" clId="{581B50A9-72F4-4B95-B03A-65D58777032F}" dt="2024-11-12T15:16:10.901" v="4391" actId="20577"/>
        <pc:sldMkLst>
          <pc:docMk/>
          <pc:sldMk cId="3460381202" sldId="1591"/>
        </pc:sldMkLst>
      </pc:sldChg>
      <pc:sldChg chg="modSp new mod">
        <pc:chgData name="Sanmukh Kuppannagari" userId="ad215094-da36-4b66-9c79-369a17aea26b" providerId="ADAL" clId="{581B50A9-72F4-4B95-B03A-65D58777032F}" dt="2024-11-12T15:16:53.172" v="4511" actId="20577"/>
        <pc:sldMkLst>
          <pc:docMk/>
          <pc:sldMk cId="2317587595" sldId="1592"/>
        </pc:sldMkLst>
      </pc:sldChg>
      <pc:sldChg chg="modSp add mod">
        <pc:chgData name="Sanmukh Kuppannagari" userId="ad215094-da36-4b66-9c79-369a17aea26b" providerId="ADAL" clId="{581B50A9-72F4-4B95-B03A-65D58777032F}" dt="2024-11-12T15:11:03.767" v="4347" actId="20577"/>
        <pc:sldMkLst>
          <pc:docMk/>
          <pc:sldMk cId="1219640330" sldId="1593"/>
        </pc:sldMkLst>
      </pc:sldChg>
      <pc:sldChg chg="modSp add mod">
        <pc:chgData name="Sanmukh Kuppannagari" userId="ad215094-da36-4b66-9c79-369a17aea26b" providerId="ADAL" clId="{581B50A9-72F4-4B95-B03A-65D58777032F}" dt="2024-11-12T15:21:01.266" v="4909" actId="20577"/>
        <pc:sldMkLst>
          <pc:docMk/>
          <pc:sldMk cId="2815170906" sldId="1594"/>
        </pc:sldMkLst>
      </pc:sldChg>
      <pc:sldChg chg="add">
        <pc:chgData name="Sanmukh Kuppannagari" userId="ad215094-da36-4b66-9c79-369a17aea26b" providerId="ADAL" clId="{581B50A9-72F4-4B95-B03A-65D58777032F}" dt="2024-11-12T15:26:52.720" v="5279"/>
        <pc:sldMkLst>
          <pc:docMk/>
          <pc:sldMk cId="3871963494" sldId="1595"/>
        </pc:sldMkLst>
      </pc:sldChg>
      <pc:sldChg chg="modSp add mod">
        <pc:chgData name="Sanmukh Kuppannagari" userId="ad215094-da36-4b66-9c79-369a17aea26b" providerId="ADAL" clId="{581B50A9-72F4-4B95-B03A-65D58777032F}" dt="2024-11-12T15:29:29.887" v="5659" actId="20577"/>
        <pc:sldMkLst>
          <pc:docMk/>
          <pc:sldMk cId="1362236973" sldId="159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07402305" sldId="159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36635294" sldId="163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16696527" sldId="163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83138431" sldId="163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337974634" sldId="163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32770037" sldId="163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82786581" sldId="163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45155834" sldId="163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44206030" sldId="164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50903322" sldId="164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27684509" sldId="164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765491602" sldId="164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93342492" sldId="164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70409120" sldId="164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639779663" sldId="164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186956841" sldId="164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042585612" sldId="164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275191448" sldId="164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854469762" sldId="165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65947422" sldId="165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80679193" sldId="165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6647267" sldId="165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677622787" sldId="165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198238203" sldId="165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740734978" sldId="165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82505045" sldId="165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701904922" sldId="165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59573420" sldId="166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094260836" sldId="166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23833842" sldId="166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557462687" sldId="166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562102177" sldId="166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37975433" sldId="166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025623174" sldId="166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877085988" sldId="166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6589442" sldId="166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333549580" sldId="166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365070291" sldId="167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84615017" sldId="167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82264176" sldId="167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985731518" sldId="167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635089384" sldId="167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96645940" sldId="167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856943849" sldId="167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986577428" sldId="167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928041951" sldId="167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95840474" sldId="167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5717642" sldId="1680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287910746" sldId="1681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54890462" sldId="1682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436858653" sldId="1683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3013173445" sldId="1684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44376231" sldId="1685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260636141" sldId="1686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641286764" sldId="1687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986889770" sldId="1688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2784912087" sldId="1689"/>
        </pc:sldMkLst>
      </pc:sldChg>
      <pc:sldChg chg="del">
        <pc:chgData name="Sanmukh Kuppannagari" userId="ad215094-da36-4b66-9c79-369a17aea26b" providerId="ADAL" clId="{581B50A9-72F4-4B95-B03A-65D58777032F}" dt="2024-11-12T13:33:12.068" v="4" actId="47"/>
        <pc:sldMkLst>
          <pc:docMk/>
          <pc:sldMk cId="1139479645" sldId="1690"/>
        </pc:sldMkLst>
      </pc:sldChg>
    </pc:docChg>
  </pc:docChgLst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C8CDBD4B-E4D7-4CA0-A4AD-DF1A5A47F461}"/>
    <pc:docChg chg="undo custSel addSld delSld modSld sldOrd">
      <pc:chgData name="Sanmukh Kuppannagari" userId="ad215094-da36-4b66-9c79-369a17aea26b" providerId="ADAL" clId="{C8CDBD4B-E4D7-4CA0-A4AD-DF1A5A47F461}" dt="2024-10-31T17:40:07.948" v="1046" actId="20577"/>
      <pc:docMkLst>
        <pc:docMk/>
      </pc:docMkLst>
      <pc:sldChg chg="modSp mod">
        <pc:chgData name="Sanmukh Kuppannagari" userId="ad215094-da36-4b66-9c79-369a17aea26b" providerId="ADAL" clId="{C8CDBD4B-E4D7-4CA0-A4AD-DF1A5A47F461}" dt="2024-10-31T02:04:39.867" v="2" actId="20577"/>
        <pc:sldMkLst>
          <pc:docMk/>
          <pc:sldMk cId="728785357" sldId="256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950079441" sldId="328"/>
        </pc:sldMkLst>
      </pc:sldChg>
      <pc:sldChg chg="modSp add del mod">
        <pc:chgData name="Sanmukh Kuppannagari" userId="ad215094-da36-4b66-9c79-369a17aea26b" providerId="ADAL" clId="{C8CDBD4B-E4D7-4CA0-A4AD-DF1A5A47F461}" dt="2024-10-31T02:23:20.419" v="460" actId="2057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64301062" sldId="387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3600441437" sldId="388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2207470624" sldId="389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1815334288" sldId="390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724930187" sldId="42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59658705" sldId="42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629983926" sldId="42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2973371" sldId="42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753733990" sldId="42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151445815" sldId="42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01899917" sldId="42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44291425" sldId="42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836978265" sldId="43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311539244" sldId="43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078570096" sldId="43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576002580" sldId="43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63207235" sldId="43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990935921" sldId="43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940354538" sldId="43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76867335" sldId="43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011520680" sldId="43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893186507" sldId="43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406261468" sldId="44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323582431" sldId="44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565966128" sldId="44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632519047" sldId="44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554119236" sldId="44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073254755" sldId="44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09819789" sldId="44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271664296" sldId="447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100843867" sldId="44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655613574" sldId="44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720382076" sldId="450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4039188923" sldId="45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645858176" sldId="45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454390023" sldId="45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974613922" sldId="45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856037237" sldId="456"/>
        </pc:sldMkLst>
      </pc:sldChg>
      <pc:sldChg chg="add ord">
        <pc:chgData name="Sanmukh Kuppannagari" userId="ad215094-da36-4b66-9c79-369a17aea26b" providerId="ADAL" clId="{C8CDBD4B-E4D7-4CA0-A4AD-DF1A5A47F461}" dt="2024-10-31T02:24:13.534" v="463"/>
        <pc:sldMkLst>
          <pc:docMk/>
          <pc:sldMk cId="341916898" sldId="457"/>
        </pc:sldMkLst>
      </pc:sldChg>
      <pc:sldChg chg="addSp delSp modSp add mod">
        <pc:chgData name="Sanmukh Kuppannagari" userId="ad215094-da36-4b66-9c79-369a17aea26b" providerId="ADAL" clId="{C8CDBD4B-E4D7-4CA0-A4AD-DF1A5A47F461}" dt="2024-10-31T16:12:59.963" v="551" actId="20577"/>
        <pc:sldMkLst>
          <pc:docMk/>
          <pc:sldMk cId="2601988511" sldId="460"/>
        </pc:sldMkLst>
      </pc:sldChg>
      <pc:sldChg chg="addSp delSp modSp add del mod">
        <pc:chgData name="Sanmukh Kuppannagari" userId="ad215094-da36-4b66-9c79-369a17aea26b" providerId="ADAL" clId="{C8CDBD4B-E4D7-4CA0-A4AD-DF1A5A47F461}" dt="2024-10-31T02:26:50.639" v="523" actId="47"/>
        <pc:sldMkLst>
          <pc:docMk/>
          <pc:sldMk cId="3907957483" sldId="461"/>
        </pc:sldMkLst>
      </pc:sldChg>
      <pc:sldChg chg="addSp delSp modSp add mod">
        <pc:chgData name="Sanmukh Kuppannagari" userId="ad215094-da36-4b66-9c79-369a17aea26b" providerId="ADAL" clId="{C8CDBD4B-E4D7-4CA0-A4AD-DF1A5A47F461}" dt="2024-10-31T02:27:17.916" v="539" actId="20577"/>
        <pc:sldMkLst>
          <pc:docMk/>
          <pc:sldMk cId="481577837" sldId="463"/>
        </pc:sldMkLst>
      </pc:sldChg>
      <pc:sldChg chg="modSp add">
        <pc:chgData name="Sanmukh Kuppannagari" userId="ad215094-da36-4b66-9c79-369a17aea26b" providerId="ADAL" clId="{C8CDBD4B-E4D7-4CA0-A4AD-DF1A5A47F461}" dt="2024-10-31T02:27:46.531" v="543" actId="20577"/>
        <pc:sldMkLst>
          <pc:docMk/>
          <pc:sldMk cId="1187406926" sldId="464"/>
        </pc:sldMkLst>
      </pc:sldChg>
      <pc:sldChg chg="add">
        <pc:chgData name="Sanmukh Kuppannagari" userId="ad215094-da36-4b66-9c79-369a17aea26b" providerId="ADAL" clId="{C8CDBD4B-E4D7-4CA0-A4AD-DF1A5A47F461}" dt="2024-10-31T02:28:10.778" v="544"/>
        <pc:sldMkLst>
          <pc:docMk/>
          <pc:sldMk cId="1659536501" sldId="477"/>
        </pc:sldMkLst>
      </pc:sldChg>
      <pc:sldChg chg="modSp add">
        <pc:chgData name="Sanmukh Kuppannagari" userId="ad215094-da36-4b66-9c79-369a17aea26b" providerId="ADAL" clId="{C8CDBD4B-E4D7-4CA0-A4AD-DF1A5A47F461}" dt="2024-10-31T16:13:34.143" v="555" actId="20577"/>
        <pc:sldMkLst>
          <pc:docMk/>
          <pc:sldMk cId="1515942174" sldId="478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020898153" sldId="479"/>
        </pc:sldMkLst>
      </pc:sldChg>
      <pc:sldChg chg="addSp modSp add mod">
        <pc:chgData name="Sanmukh Kuppannagari" userId="ad215094-da36-4b66-9c79-369a17aea26b" providerId="ADAL" clId="{C8CDBD4B-E4D7-4CA0-A4AD-DF1A5A47F461}" dt="2024-10-31T16:16:09.239" v="620" actId="20577"/>
        <pc:sldMkLst>
          <pc:docMk/>
          <pc:sldMk cId="95937722" sldId="480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928985008" sldId="482"/>
        </pc:sldMkLst>
      </pc:sldChg>
      <pc:sldChg chg="addSp modSp add mod">
        <pc:chgData name="Sanmukh Kuppannagari" userId="ad215094-da36-4b66-9c79-369a17aea26b" providerId="ADAL" clId="{C8CDBD4B-E4D7-4CA0-A4AD-DF1A5A47F461}" dt="2024-10-31T16:30:13.085" v="680" actId="207"/>
        <pc:sldMkLst>
          <pc:docMk/>
          <pc:sldMk cId="1617999572" sldId="483"/>
        </pc:sldMkLst>
      </pc:sldChg>
      <pc:sldChg chg="modSp add">
        <pc:chgData name="Sanmukh Kuppannagari" userId="ad215094-da36-4b66-9c79-369a17aea26b" providerId="ADAL" clId="{C8CDBD4B-E4D7-4CA0-A4AD-DF1A5A47F461}" dt="2024-10-31T16:29:23.304" v="638" actId="20577"/>
        <pc:sldMkLst>
          <pc:docMk/>
          <pc:sldMk cId="1110268650" sldId="484"/>
        </pc:sldMkLst>
      </pc:sldChg>
      <pc:sldChg chg="modSp add">
        <pc:chgData name="Sanmukh Kuppannagari" userId="ad215094-da36-4b66-9c79-369a17aea26b" providerId="ADAL" clId="{C8CDBD4B-E4D7-4CA0-A4AD-DF1A5A47F461}" dt="2024-10-31T16:29:44.632" v="646" actId="20577"/>
        <pc:sldMkLst>
          <pc:docMk/>
          <pc:sldMk cId="1120752997" sldId="485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949217274" sldId="486"/>
        </pc:sldMkLst>
      </pc:sldChg>
      <pc:sldChg chg="modSp add">
        <pc:chgData name="Sanmukh Kuppannagari" userId="ad215094-da36-4b66-9c79-369a17aea26b" providerId="ADAL" clId="{C8CDBD4B-E4D7-4CA0-A4AD-DF1A5A47F461}" dt="2024-10-31T16:34:59.605" v="699" actId="20577"/>
        <pc:sldMkLst>
          <pc:docMk/>
          <pc:sldMk cId="750096599" sldId="487"/>
        </pc:sldMkLst>
      </pc:sldChg>
      <pc:sldChg chg="modSp add">
        <pc:chgData name="Sanmukh Kuppannagari" userId="ad215094-da36-4b66-9c79-369a17aea26b" providerId="ADAL" clId="{C8CDBD4B-E4D7-4CA0-A4AD-DF1A5A47F461}" dt="2024-10-31T16:35:41.035" v="718" actId="20577"/>
        <pc:sldMkLst>
          <pc:docMk/>
          <pc:sldMk cId="2902185754" sldId="488"/>
        </pc:sldMkLst>
      </pc:sldChg>
      <pc:sldChg chg="modSp add">
        <pc:chgData name="Sanmukh Kuppannagari" userId="ad215094-da36-4b66-9c79-369a17aea26b" providerId="ADAL" clId="{C8CDBD4B-E4D7-4CA0-A4AD-DF1A5A47F461}" dt="2024-10-31T16:36:06.645" v="733" actId="20577"/>
        <pc:sldMkLst>
          <pc:docMk/>
          <pc:sldMk cId="3048045561" sldId="489"/>
        </pc:sldMkLst>
      </pc:sldChg>
      <pc:sldChg chg="modSp add">
        <pc:chgData name="Sanmukh Kuppannagari" userId="ad215094-da36-4b66-9c79-369a17aea26b" providerId="ADAL" clId="{C8CDBD4B-E4D7-4CA0-A4AD-DF1A5A47F461}" dt="2024-10-31T16:36:27.365" v="740" actId="20577"/>
        <pc:sldMkLst>
          <pc:docMk/>
          <pc:sldMk cId="1844141991" sldId="490"/>
        </pc:sldMkLst>
      </pc:sldChg>
      <pc:sldChg chg="modSp add">
        <pc:chgData name="Sanmukh Kuppannagari" userId="ad215094-da36-4b66-9c79-369a17aea26b" providerId="ADAL" clId="{C8CDBD4B-E4D7-4CA0-A4AD-DF1A5A47F461}" dt="2024-10-31T16:37:41.075" v="758" actId="20577"/>
        <pc:sldMkLst>
          <pc:docMk/>
          <pc:sldMk cId="300793038" sldId="491"/>
        </pc:sldMkLst>
      </pc:sldChg>
      <pc:sldChg chg="modSp add">
        <pc:chgData name="Sanmukh Kuppannagari" userId="ad215094-da36-4b66-9c79-369a17aea26b" providerId="ADAL" clId="{C8CDBD4B-E4D7-4CA0-A4AD-DF1A5A47F461}" dt="2024-10-31T16:38:09.053" v="775" actId="20577"/>
        <pc:sldMkLst>
          <pc:docMk/>
          <pc:sldMk cId="4160602476" sldId="492"/>
        </pc:sldMkLst>
      </pc:sldChg>
      <pc:sldChg chg="modSp add">
        <pc:chgData name="Sanmukh Kuppannagari" userId="ad215094-da36-4b66-9c79-369a17aea26b" providerId="ADAL" clId="{C8CDBD4B-E4D7-4CA0-A4AD-DF1A5A47F461}" dt="2024-10-31T16:38:24.966" v="783" actId="20577"/>
        <pc:sldMkLst>
          <pc:docMk/>
          <pc:sldMk cId="3476368844" sldId="493"/>
        </pc:sldMkLst>
      </pc:sldChg>
      <pc:sldChg chg="modSp add">
        <pc:chgData name="Sanmukh Kuppannagari" userId="ad215094-da36-4b66-9c79-369a17aea26b" providerId="ADAL" clId="{C8CDBD4B-E4D7-4CA0-A4AD-DF1A5A47F461}" dt="2024-10-31T16:39:08.819" v="806" actId="20577"/>
        <pc:sldMkLst>
          <pc:docMk/>
          <pc:sldMk cId="456626189" sldId="494"/>
        </pc:sldMkLst>
      </pc:sldChg>
      <pc:sldChg chg="modSp add">
        <pc:chgData name="Sanmukh Kuppannagari" userId="ad215094-da36-4b66-9c79-369a17aea26b" providerId="ADAL" clId="{C8CDBD4B-E4D7-4CA0-A4AD-DF1A5A47F461}" dt="2024-10-31T16:39:44.327" v="834" actId="20577"/>
        <pc:sldMkLst>
          <pc:docMk/>
          <pc:sldMk cId="1238860180" sldId="495"/>
        </pc:sldMkLst>
      </pc:sldChg>
      <pc:sldChg chg="modSp add">
        <pc:chgData name="Sanmukh Kuppannagari" userId="ad215094-da36-4b66-9c79-369a17aea26b" providerId="ADAL" clId="{C8CDBD4B-E4D7-4CA0-A4AD-DF1A5A47F461}" dt="2024-10-31T16:40:09.638" v="840" actId="20577"/>
        <pc:sldMkLst>
          <pc:docMk/>
          <pc:sldMk cId="2081575624" sldId="496"/>
        </pc:sldMkLst>
      </pc:sldChg>
      <pc:sldChg chg="modSp add">
        <pc:chgData name="Sanmukh Kuppannagari" userId="ad215094-da36-4b66-9c79-369a17aea26b" providerId="ADAL" clId="{C8CDBD4B-E4D7-4CA0-A4AD-DF1A5A47F461}" dt="2024-10-31T16:40:48.019" v="859" actId="20577"/>
        <pc:sldMkLst>
          <pc:docMk/>
          <pc:sldMk cId="842476258" sldId="497"/>
        </pc:sldMkLst>
      </pc:sldChg>
      <pc:sldChg chg="modSp add mod">
        <pc:chgData name="Sanmukh Kuppannagari" userId="ad215094-da36-4b66-9c79-369a17aea26b" providerId="ADAL" clId="{C8CDBD4B-E4D7-4CA0-A4AD-DF1A5A47F461}" dt="2024-10-31T16:41:41.844" v="884" actId="20577"/>
        <pc:sldMkLst>
          <pc:docMk/>
          <pc:sldMk cId="3045889812" sldId="498"/>
        </pc:sldMkLst>
      </pc:sldChg>
      <pc:sldChg chg="modSp add">
        <pc:chgData name="Sanmukh Kuppannagari" userId="ad215094-da36-4b66-9c79-369a17aea26b" providerId="ADAL" clId="{C8CDBD4B-E4D7-4CA0-A4AD-DF1A5A47F461}" dt="2024-10-31T16:41:55.636" v="890" actId="20577"/>
        <pc:sldMkLst>
          <pc:docMk/>
          <pc:sldMk cId="3123372165" sldId="499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10919993" sldId="500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92526672" sldId="501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3638767231" sldId="502"/>
        </pc:sldMkLst>
      </pc:sldChg>
      <pc:sldChg chg="add">
        <pc:chgData name="Sanmukh Kuppannagari" userId="ad215094-da36-4b66-9c79-369a17aea26b" providerId="ADAL" clId="{C8CDBD4B-E4D7-4CA0-A4AD-DF1A5A47F461}" dt="2024-10-31T02:29:31.510" v="546"/>
        <pc:sldMkLst>
          <pc:docMk/>
          <pc:sldMk cId="2237676536" sldId="506"/>
        </pc:sldMkLst>
      </pc:sldChg>
      <pc:sldChg chg="modSp mod">
        <pc:chgData name="Sanmukh Kuppannagari" userId="ad215094-da36-4b66-9c79-369a17aea26b" providerId="ADAL" clId="{C8CDBD4B-E4D7-4CA0-A4AD-DF1A5A47F461}" dt="2024-10-31T02:21:31.775" v="27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C8CDBD4B-E4D7-4CA0-A4AD-DF1A5A47F461}" dt="2024-10-31T02:05:28.765" v="40" actId="47"/>
        <pc:sldMkLst>
          <pc:docMk/>
          <pc:sldMk cId="3518660825" sldId="1552"/>
        </pc:sldMkLst>
      </pc:sldChg>
      <pc:sldChg chg="modSp mod">
        <pc:chgData name="Sanmukh Kuppannagari" userId="ad215094-da36-4b66-9c79-369a17aea26b" providerId="ADAL" clId="{C8CDBD4B-E4D7-4CA0-A4AD-DF1A5A47F461}" dt="2024-10-31T02:20:53.416" v="264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1310001645" sldId="1569"/>
        </pc:sldMkLst>
      </pc:sldChg>
      <pc:sldChg chg="modSp mod">
        <pc:chgData name="Sanmukh Kuppannagari" userId="ad215094-da36-4b66-9c79-369a17aea26b" providerId="ADAL" clId="{C8CDBD4B-E4D7-4CA0-A4AD-DF1A5A47F461}" dt="2024-10-31T02:05:02.494" v="37" actId="2057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3044227913" sldId="1573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887999413" sldId="1575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4161213131" sldId="1576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12075645" sldId="1577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897900727" sldId="1578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3366667923" sldId="1579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2418387073" sldId="1580"/>
        </pc:sldMkLst>
      </pc:sldChg>
      <pc:sldChg chg="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687000461" sldId="1581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838156000" sldId="1582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967358820" sldId="1583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514611781" sldId="1584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104593775" sldId="1585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949565610" sldId="1586"/>
        </pc:sldMkLst>
      </pc:sldChg>
      <pc:sldChg chg="del">
        <pc:chgData name="Sanmukh Kuppannagari" userId="ad215094-da36-4b66-9c79-369a17aea26b" providerId="ADAL" clId="{C8CDBD4B-E4D7-4CA0-A4AD-DF1A5A47F461}" dt="2024-10-31T02:05:58.590" v="41" actId="47"/>
        <pc:sldMkLst>
          <pc:docMk/>
          <pc:sldMk cId="1737341798" sldId="1587"/>
        </pc:sldMkLst>
      </pc:sldChg>
      <pc:sldChg chg="del">
        <pc:chgData name="Sanmukh Kuppannagari" userId="ad215094-da36-4b66-9c79-369a17aea26b" providerId="ADAL" clId="{C8CDBD4B-E4D7-4CA0-A4AD-DF1A5A47F461}" dt="2024-10-31T02:06:07.001" v="42" actId="47"/>
        <pc:sldMkLst>
          <pc:docMk/>
          <pc:sldMk cId="1322974604" sldId="1588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2447559563" sldId="1589"/>
        </pc:sldMkLst>
      </pc:sldChg>
      <pc:sldChg chg="add del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450624807" sldId="1589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1942984142" sldId="1590"/>
        </pc:sldMkLst>
      </pc:sldChg>
      <pc:sldChg chg="modSp new del mod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2256363865" sldId="1590"/>
        </pc:sldMkLst>
      </pc:sldChg>
      <pc:sldChg chg="modSp new del mod">
        <pc:chgData name="Sanmukh Kuppannagari" userId="ad215094-da36-4b66-9c79-369a17aea26b" providerId="ADAL" clId="{C8CDBD4B-E4D7-4CA0-A4AD-DF1A5A47F461}" dt="2024-10-31T02:21:12.338" v="266" actId="47"/>
        <pc:sldMkLst>
          <pc:docMk/>
          <pc:sldMk cId="376289220" sldId="1591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562871704" sldId="1591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127211946" sldId="1592"/>
        </pc:sldMkLst>
      </pc:sldChg>
      <pc:sldChg chg="add">
        <pc:chgData name="Sanmukh Kuppannagari" userId="ad215094-da36-4b66-9c79-369a17aea26b" providerId="ADAL" clId="{C8CDBD4B-E4D7-4CA0-A4AD-DF1A5A47F461}" dt="2024-10-31T02:21:06.825" v="265"/>
        <pc:sldMkLst>
          <pc:docMk/>
          <pc:sldMk cId="1526805434" sldId="1592"/>
        </pc:sldMkLst>
      </pc:sldChg>
      <pc:sldChg chg="modSp new mod">
        <pc:chgData name="Sanmukh Kuppannagari" userId="ad215094-da36-4b66-9c79-369a17aea26b" providerId="ADAL" clId="{C8CDBD4B-E4D7-4CA0-A4AD-DF1A5A47F461}" dt="2024-10-31T02:22:20.157" v="451" actId="20577"/>
        <pc:sldMkLst>
          <pc:docMk/>
          <pc:sldMk cId="632576344" sldId="1593"/>
        </pc:sldMkLst>
      </pc:sldChg>
      <pc:sldChg chg="del">
        <pc:chgData name="Sanmukh Kuppannagari" userId="ad215094-da36-4b66-9c79-369a17aea26b" providerId="ADAL" clId="{C8CDBD4B-E4D7-4CA0-A4AD-DF1A5A47F461}" dt="2024-10-31T02:05:08.710" v="38" actId="47"/>
        <pc:sldMkLst>
          <pc:docMk/>
          <pc:sldMk cId="2765769096" sldId="1593"/>
        </pc:sldMkLst>
      </pc:sldChg>
      <pc:sldChg chg="addSp delSp modSp add mod">
        <pc:chgData name="Sanmukh Kuppannagari" userId="ad215094-da36-4b66-9c79-369a17aea26b" providerId="ADAL" clId="{C8CDBD4B-E4D7-4CA0-A4AD-DF1A5A47F461}" dt="2024-10-31T16:12:43.805" v="547" actId="20577"/>
        <pc:sldMkLst>
          <pc:docMk/>
          <pc:sldMk cId="2563867407" sldId="1594"/>
        </pc:sldMkLst>
      </pc:sldChg>
      <pc:sldChg chg="modSp add">
        <pc:chgData name="Sanmukh Kuppannagari" userId="ad215094-da36-4b66-9c79-369a17aea26b" providerId="ADAL" clId="{C8CDBD4B-E4D7-4CA0-A4AD-DF1A5A47F461}" dt="2024-10-31T16:12:52.610" v="549" actId="20577"/>
        <pc:sldMkLst>
          <pc:docMk/>
          <pc:sldMk cId="1367162041" sldId="1595"/>
        </pc:sldMkLst>
      </pc:sldChg>
      <pc:sldChg chg="addSp delSp modSp add mod">
        <pc:chgData name="Sanmukh Kuppannagari" userId="ad215094-da36-4b66-9c79-369a17aea26b" providerId="ADAL" clId="{C8CDBD4B-E4D7-4CA0-A4AD-DF1A5A47F461}" dt="2024-10-31T16:13:07.117" v="553" actId="20577"/>
        <pc:sldMkLst>
          <pc:docMk/>
          <pc:sldMk cId="3508594656" sldId="1596"/>
        </pc:sldMkLst>
      </pc:sldChg>
      <pc:sldChg chg="modSp new mod">
        <pc:chgData name="Sanmukh Kuppannagari" userId="ad215094-da36-4b66-9c79-369a17aea26b" providerId="ADAL" clId="{C8CDBD4B-E4D7-4CA0-A4AD-DF1A5A47F461}" dt="2024-10-31T17:40:07.948" v="1046" actId="20577"/>
        <pc:sldMkLst>
          <pc:docMk/>
          <pc:sldMk cId="692865834" sldId="1597"/>
        </pc:sldMkLst>
      </pc:sldChg>
    </pc:docChg>
  </pc:docChgLst>
  <pc:docChgLst>
    <pc:chgData name="Sanmukh Kuppannagari" userId="ad215094-da36-4b66-9c79-369a17aea26b" providerId="ADAL" clId="{3A4868DD-ACF3-4B99-AD74-39007F479744}"/>
    <pc:docChg chg="undo custSel addSld delSld modSld">
      <pc:chgData name="Sanmukh Kuppannagari" userId="ad215094-da36-4b66-9c79-369a17aea26b" providerId="ADAL" clId="{3A4868DD-ACF3-4B99-AD74-39007F479744}" dt="2024-11-07T15:54:58.931" v="5688" actId="20577"/>
      <pc:docMkLst>
        <pc:docMk/>
      </pc:docMkLst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617999572" sldId="483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110268650" sldId="484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120752997" sldId="485"/>
        </pc:sldMkLst>
      </pc:sldChg>
      <pc:sldChg chg="add del">
        <pc:chgData name="Sanmukh Kuppannagari" userId="ad215094-da36-4b66-9c79-369a17aea26b" providerId="ADAL" clId="{3A4868DD-ACF3-4B99-AD74-39007F479744}" dt="2024-11-07T13:03:36.467" v="10" actId="47"/>
        <pc:sldMkLst>
          <pc:docMk/>
          <pc:sldMk cId="1949217274" sldId="486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750096599" sldId="487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2902185754" sldId="488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48045561" sldId="489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844141991" sldId="490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0793038" sldId="491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4160602476" sldId="492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476368844" sldId="493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456626189" sldId="494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1238860180" sldId="495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2081575624" sldId="496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842476258" sldId="497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045889812" sldId="498"/>
        </pc:sldMkLst>
      </pc:sldChg>
      <pc:sldChg chg="add">
        <pc:chgData name="Sanmukh Kuppannagari" userId="ad215094-da36-4b66-9c79-369a17aea26b" providerId="ADAL" clId="{3A4868DD-ACF3-4B99-AD74-39007F479744}" dt="2024-11-07T13:03:25.644" v="9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3A4868DD-ACF3-4B99-AD74-39007F479744}" dt="2024-11-07T13:00:59.071" v="4" actId="20577"/>
        <pc:sldMkLst>
          <pc:docMk/>
          <pc:sldMk cId="3183358524" sldId="1568"/>
        </pc:sldMkLst>
      </pc:sldChg>
      <pc:sldChg chg="del">
        <pc:chgData name="Sanmukh Kuppannagari" userId="ad215094-da36-4b66-9c79-369a17aea26b" providerId="ADAL" clId="{3A4868DD-ACF3-4B99-AD74-39007F479744}" dt="2024-11-07T13:01:05.362" v="5" actId="4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3A4868DD-ACF3-4B99-AD74-39007F479744}" dt="2024-11-07T13:01:09.688" v="6" actId="47"/>
        <pc:sldMkLst>
          <pc:docMk/>
          <pc:sldMk cId="1526805434" sldId="1592"/>
        </pc:sldMkLst>
      </pc:sldChg>
      <pc:sldChg chg="del">
        <pc:chgData name="Sanmukh Kuppannagari" userId="ad215094-da36-4b66-9c79-369a17aea26b" providerId="ADAL" clId="{3A4868DD-ACF3-4B99-AD74-39007F479744}" dt="2024-11-07T13:01:05.362" v="5" actId="47"/>
        <pc:sldMkLst>
          <pc:docMk/>
          <pc:sldMk cId="692865834" sldId="159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466826485" sldId="159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797456560" sldId="160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693005505" sldId="160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313563272" sldId="160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07449202" sldId="160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261395334" sldId="160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86643695" sldId="160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680640391" sldId="160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99252937" sldId="160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267267742" sldId="160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058626297" sldId="160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780095048" sldId="161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256113819" sldId="161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933520038" sldId="161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06680847" sldId="161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21639447" sldId="161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05905525" sldId="161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182474925" sldId="161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087289126" sldId="161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93807214" sldId="161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14805936" sldId="161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714458313" sldId="162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562125515" sldId="162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4214346942" sldId="1622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160332016" sldId="1623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80671827" sldId="1624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57613999" sldId="162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294109236" sldId="1626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29692619" sldId="1627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11330501" sldId="1628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3815602038" sldId="1629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2883496550" sldId="1630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288722780" sldId="1631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977554441" sldId="1632"/>
        </pc:sldMkLst>
      </pc:sldChg>
      <pc:sldChg chg="addSp delSp modSp new mod">
        <pc:chgData name="Sanmukh Kuppannagari" userId="ad215094-da36-4b66-9c79-369a17aea26b" providerId="ADAL" clId="{3A4868DD-ACF3-4B99-AD74-39007F479744}" dt="2024-11-07T13:11:27.523" v="288" actId="14100"/>
        <pc:sldMkLst>
          <pc:docMk/>
          <pc:sldMk cId="683138431" sldId="1635"/>
        </pc:sldMkLst>
      </pc:sldChg>
      <pc:sldChg chg="del">
        <pc:chgData name="Sanmukh Kuppannagari" userId="ad215094-da36-4b66-9c79-369a17aea26b" providerId="ADAL" clId="{3A4868DD-ACF3-4B99-AD74-39007F479744}" dt="2024-11-07T13:02:34.499" v="8" actId="47"/>
        <pc:sldMkLst>
          <pc:docMk/>
          <pc:sldMk cId="2093206662" sldId="1635"/>
        </pc:sldMkLst>
      </pc:sldChg>
      <pc:sldChg chg="del">
        <pc:chgData name="Sanmukh Kuppannagari" userId="ad215094-da36-4b66-9c79-369a17aea26b" providerId="ADAL" clId="{3A4868DD-ACF3-4B99-AD74-39007F479744}" dt="2024-11-07T13:02:25.044" v="7" actId="47"/>
        <pc:sldMkLst>
          <pc:docMk/>
          <pc:sldMk cId="1357504419" sldId="1636"/>
        </pc:sldMkLst>
      </pc:sldChg>
      <pc:sldChg chg="addSp modSp add mod">
        <pc:chgData name="Sanmukh Kuppannagari" userId="ad215094-da36-4b66-9c79-369a17aea26b" providerId="ADAL" clId="{3A4868DD-ACF3-4B99-AD74-39007F479744}" dt="2024-11-07T15:49:52.877" v="5677" actId="1076"/>
        <pc:sldMkLst>
          <pc:docMk/>
          <pc:sldMk cId="3337974634" sldId="1636"/>
        </pc:sldMkLst>
      </pc:sldChg>
      <pc:sldChg chg="addSp modSp add mod">
        <pc:chgData name="Sanmukh Kuppannagari" userId="ad215094-da36-4b66-9c79-369a17aea26b" providerId="ADAL" clId="{3A4868DD-ACF3-4B99-AD74-39007F479744}" dt="2024-11-07T15:50:02.407" v="5678"/>
        <pc:sldMkLst>
          <pc:docMk/>
          <pc:sldMk cId="4132770037" sldId="1637"/>
        </pc:sldMkLst>
      </pc:sldChg>
      <pc:sldChg chg="addSp modSp add mod">
        <pc:chgData name="Sanmukh Kuppannagari" userId="ad215094-da36-4b66-9c79-369a17aea26b" providerId="ADAL" clId="{3A4868DD-ACF3-4B99-AD74-39007F479744}" dt="2024-11-07T15:50:08.157" v="5679"/>
        <pc:sldMkLst>
          <pc:docMk/>
          <pc:sldMk cId="3282786581" sldId="1638"/>
        </pc:sldMkLst>
      </pc:sldChg>
      <pc:sldChg chg="addSp modSp add mod">
        <pc:chgData name="Sanmukh Kuppannagari" userId="ad215094-da36-4b66-9c79-369a17aea26b" providerId="ADAL" clId="{3A4868DD-ACF3-4B99-AD74-39007F479744}" dt="2024-11-07T15:50:14.912" v="5680"/>
        <pc:sldMkLst>
          <pc:docMk/>
          <pc:sldMk cId="1245155834" sldId="1639"/>
        </pc:sldMkLst>
      </pc:sldChg>
      <pc:sldChg chg="addSp modSp add mod">
        <pc:chgData name="Sanmukh Kuppannagari" userId="ad215094-da36-4b66-9c79-369a17aea26b" providerId="ADAL" clId="{3A4868DD-ACF3-4B99-AD74-39007F479744}" dt="2024-11-07T15:50:45.948" v="5687" actId="1076"/>
        <pc:sldMkLst>
          <pc:docMk/>
          <pc:sldMk cId="1844206030" sldId="1640"/>
        </pc:sldMkLst>
      </pc:sldChg>
      <pc:sldChg chg="modSp new mod">
        <pc:chgData name="Sanmukh Kuppannagari" userId="ad215094-da36-4b66-9c79-369a17aea26b" providerId="ADAL" clId="{3A4868DD-ACF3-4B99-AD74-39007F479744}" dt="2024-11-07T13:12:26.457" v="340" actId="207"/>
        <pc:sldMkLst>
          <pc:docMk/>
          <pc:sldMk cId="3250903322" sldId="1641"/>
        </pc:sldMkLst>
      </pc:sldChg>
      <pc:sldChg chg="modSp add mod">
        <pc:chgData name="Sanmukh Kuppannagari" userId="ad215094-da36-4b66-9c79-369a17aea26b" providerId="ADAL" clId="{3A4868DD-ACF3-4B99-AD74-39007F479744}" dt="2024-11-07T13:13:04.064" v="397" actId="20577"/>
        <pc:sldMkLst>
          <pc:docMk/>
          <pc:sldMk cId="2327684509" sldId="1642"/>
        </pc:sldMkLst>
      </pc:sldChg>
      <pc:sldChg chg="modSp add mod">
        <pc:chgData name="Sanmukh Kuppannagari" userId="ad215094-da36-4b66-9c79-369a17aea26b" providerId="ADAL" clId="{3A4868DD-ACF3-4B99-AD74-39007F479744}" dt="2024-11-07T13:15:45.396" v="850" actId="207"/>
        <pc:sldMkLst>
          <pc:docMk/>
          <pc:sldMk cId="1765491602" sldId="1643"/>
        </pc:sldMkLst>
      </pc:sldChg>
      <pc:sldChg chg="modSp new mod">
        <pc:chgData name="Sanmukh Kuppannagari" userId="ad215094-da36-4b66-9c79-369a17aea26b" providerId="ADAL" clId="{3A4868DD-ACF3-4B99-AD74-39007F479744}" dt="2024-11-07T13:18:11.225" v="1101" actId="207"/>
        <pc:sldMkLst>
          <pc:docMk/>
          <pc:sldMk cId="1893342492" sldId="1644"/>
        </pc:sldMkLst>
      </pc:sldChg>
      <pc:sldChg chg="modSp new mod">
        <pc:chgData name="Sanmukh Kuppannagari" userId="ad215094-da36-4b66-9c79-369a17aea26b" providerId="ADAL" clId="{3A4868DD-ACF3-4B99-AD74-39007F479744}" dt="2024-11-07T13:37:56.398" v="1219" actId="20577"/>
        <pc:sldMkLst>
          <pc:docMk/>
          <pc:sldMk cId="370409120" sldId="1645"/>
        </pc:sldMkLst>
      </pc:sldChg>
      <pc:sldChg chg="delSp modSp add mod">
        <pc:chgData name="Sanmukh Kuppannagari" userId="ad215094-da36-4b66-9c79-369a17aea26b" providerId="ADAL" clId="{3A4868DD-ACF3-4B99-AD74-39007F479744}" dt="2024-11-07T13:40:46.984" v="1346" actId="20577"/>
        <pc:sldMkLst>
          <pc:docMk/>
          <pc:sldMk cId="3639779663" sldId="1646"/>
        </pc:sldMkLst>
      </pc:sldChg>
      <pc:sldChg chg="addSp modSp add mod">
        <pc:chgData name="Sanmukh Kuppannagari" userId="ad215094-da36-4b66-9c79-369a17aea26b" providerId="ADAL" clId="{3A4868DD-ACF3-4B99-AD74-39007F479744}" dt="2024-11-07T13:41:20.467" v="1351" actId="1076"/>
        <pc:sldMkLst>
          <pc:docMk/>
          <pc:sldMk cId="4186956841" sldId="1647"/>
        </pc:sldMkLst>
      </pc:sldChg>
      <pc:sldChg chg="addSp modSp add mod">
        <pc:chgData name="Sanmukh Kuppannagari" userId="ad215094-da36-4b66-9c79-369a17aea26b" providerId="ADAL" clId="{3A4868DD-ACF3-4B99-AD74-39007F479744}" dt="2024-11-07T13:42:45.848" v="1389" actId="1035"/>
        <pc:sldMkLst>
          <pc:docMk/>
          <pc:sldMk cId="4042585612" sldId="1648"/>
        </pc:sldMkLst>
      </pc:sldChg>
      <pc:sldChg chg="addSp modSp add mod">
        <pc:chgData name="Sanmukh Kuppannagari" userId="ad215094-da36-4b66-9c79-369a17aea26b" providerId="ADAL" clId="{3A4868DD-ACF3-4B99-AD74-39007F479744}" dt="2024-11-07T13:42:52.657" v="1390"/>
        <pc:sldMkLst>
          <pc:docMk/>
          <pc:sldMk cId="4275191448" sldId="1649"/>
        </pc:sldMkLst>
      </pc:sldChg>
      <pc:sldChg chg="addSp modSp add mod">
        <pc:chgData name="Sanmukh Kuppannagari" userId="ad215094-da36-4b66-9c79-369a17aea26b" providerId="ADAL" clId="{3A4868DD-ACF3-4B99-AD74-39007F479744}" dt="2024-11-07T13:42:55.099" v="1391"/>
        <pc:sldMkLst>
          <pc:docMk/>
          <pc:sldMk cId="3854469762" sldId="1650"/>
        </pc:sldMkLst>
      </pc:sldChg>
      <pc:sldChg chg="addSp modSp add mod">
        <pc:chgData name="Sanmukh Kuppannagari" userId="ad215094-da36-4b66-9c79-369a17aea26b" providerId="ADAL" clId="{3A4868DD-ACF3-4B99-AD74-39007F479744}" dt="2024-11-07T13:43:20.420" v="1395" actId="1076"/>
        <pc:sldMkLst>
          <pc:docMk/>
          <pc:sldMk cId="665947422" sldId="1651"/>
        </pc:sldMkLst>
      </pc:sldChg>
      <pc:sldChg chg="addSp modSp add mod">
        <pc:chgData name="Sanmukh Kuppannagari" userId="ad215094-da36-4b66-9c79-369a17aea26b" providerId="ADAL" clId="{3A4868DD-ACF3-4B99-AD74-39007F479744}" dt="2024-11-07T13:43:45.610" v="1401" actId="1076"/>
        <pc:sldMkLst>
          <pc:docMk/>
          <pc:sldMk cId="2980679193" sldId="1652"/>
        </pc:sldMkLst>
      </pc:sldChg>
      <pc:sldChg chg="addSp modSp add mod">
        <pc:chgData name="Sanmukh Kuppannagari" userId="ad215094-da36-4b66-9c79-369a17aea26b" providerId="ADAL" clId="{3A4868DD-ACF3-4B99-AD74-39007F479744}" dt="2024-11-07T13:55:16.653" v="2202"/>
        <pc:sldMkLst>
          <pc:docMk/>
          <pc:sldMk cId="216647267" sldId="1653"/>
        </pc:sldMkLst>
      </pc:sldChg>
      <pc:sldChg chg="addSp modSp add del mod">
        <pc:chgData name="Sanmukh Kuppannagari" userId="ad215094-da36-4b66-9c79-369a17aea26b" providerId="ADAL" clId="{3A4868DD-ACF3-4B99-AD74-39007F479744}" dt="2024-11-07T13:55:13.210" v="2201"/>
        <pc:sldMkLst>
          <pc:docMk/>
          <pc:sldMk cId="1677622787" sldId="1654"/>
        </pc:sldMkLst>
      </pc:sldChg>
      <pc:sldChg chg="modSp new mod">
        <pc:chgData name="Sanmukh Kuppannagari" userId="ad215094-da36-4b66-9c79-369a17aea26b" providerId="ADAL" clId="{3A4868DD-ACF3-4B99-AD74-39007F479744}" dt="2024-11-07T13:50:02.087" v="2074" actId="20577"/>
        <pc:sldMkLst>
          <pc:docMk/>
          <pc:sldMk cId="2198238203" sldId="1655"/>
        </pc:sldMkLst>
      </pc:sldChg>
      <pc:sldChg chg="modSp new del mod">
        <pc:chgData name="Sanmukh Kuppannagari" userId="ad215094-da36-4b66-9c79-369a17aea26b" providerId="ADAL" clId="{3A4868DD-ACF3-4B99-AD74-39007F479744}" dt="2024-11-07T13:50:38.540" v="2080" actId="47"/>
        <pc:sldMkLst>
          <pc:docMk/>
          <pc:sldMk cId="2434272162" sldId="1656"/>
        </pc:sldMkLst>
      </pc:sldChg>
      <pc:sldChg chg="addSp delSp modSp add mod">
        <pc:chgData name="Sanmukh Kuppannagari" userId="ad215094-da36-4b66-9c79-369a17aea26b" providerId="ADAL" clId="{3A4868DD-ACF3-4B99-AD74-39007F479744}" dt="2024-11-07T13:55:09.582" v="2200"/>
        <pc:sldMkLst>
          <pc:docMk/>
          <pc:sldMk cId="740734978" sldId="1657"/>
        </pc:sldMkLst>
      </pc:sldChg>
      <pc:sldChg chg="addSp delSp modSp add mod">
        <pc:chgData name="Sanmukh Kuppannagari" userId="ad215094-da36-4b66-9c79-369a17aea26b" providerId="ADAL" clId="{3A4868DD-ACF3-4B99-AD74-39007F479744}" dt="2024-11-07T13:55:06.705" v="2199" actId="1076"/>
        <pc:sldMkLst>
          <pc:docMk/>
          <pc:sldMk cId="682505045" sldId="1658"/>
        </pc:sldMkLst>
      </pc:sldChg>
      <pc:sldChg chg="addSp delSp modSp add mod">
        <pc:chgData name="Sanmukh Kuppannagari" userId="ad215094-da36-4b66-9c79-369a17aea26b" providerId="ADAL" clId="{3A4868DD-ACF3-4B99-AD74-39007F479744}" dt="2024-11-07T13:55:51.698" v="2257" actId="207"/>
        <pc:sldMkLst>
          <pc:docMk/>
          <pc:sldMk cId="2701904922" sldId="1659"/>
        </pc:sldMkLst>
      </pc:sldChg>
      <pc:sldChg chg="modSp add mod">
        <pc:chgData name="Sanmukh Kuppannagari" userId="ad215094-da36-4b66-9c79-369a17aea26b" providerId="ADAL" clId="{3A4868DD-ACF3-4B99-AD74-39007F479744}" dt="2024-11-07T13:56:19.863" v="2312" actId="20577"/>
        <pc:sldMkLst>
          <pc:docMk/>
          <pc:sldMk cId="2359573420" sldId="1660"/>
        </pc:sldMkLst>
      </pc:sldChg>
      <pc:sldChg chg="modSp add mod">
        <pc:chgData name="Sanmukh Kuppannagari" userId="ad215094-da36-4b66-9c79-369a17aea26b" providerId="ADAL" clId="{3A4868DD-ACF3-4B99-AD74-39007F479744}" dt="2024-11-07T13:56:32.890" v="2341" actId="20577"/>
        <pc:sldMkLst>
          <pc:docMk/>
          <pc:sldMk cId="4094260836" sldId="1661"/>
        </pc:sldMkLst>
      </pc:sldChg>
      <pc:sldChg chg="modSp new mod">
        <pc:chgData name="Sanmukh Kuppannagari" userId="ad215094-da36-4b66-9c79-369a17aea26b" providerId="ADAL" clId="{3A4868DD-ACF3-4B99-AD74-39007F479744}" dt="2024-11-07T14:24:02.086" v="3009" actId="20577"/>
        <pc:sldMkLst>
          <pc:docMk/>
          <pc:sldMk cId="3223833842" sldId="1662"/>
        </pc:sldMkLst>
      </pc:sldChg>
      <pc:sldChg chg="modSp new mod">
        <pc:chgData name="Sanmukh Kuppannagari" userId="ad215094-da36-4b66-9c79-369a17aea26b" providerId="ADAL" clId="{3A4868DD-ACF3-4B99-AD74-39007F479744}" dt="2024-11-07T14:28:27.604" v="3272" actId="20577"/>
        <pc:sldMkLst>
          <pc:docMk/>
          <pc:sldMk cId="1557462687" sldId="1663"/>
        </pc:sldMkLst>
      </pc:sldChg>
      <pc:sldChg chg="modSp new del mod">
        <pc:chgData name="Sanmukh Kuppannagari" userId="ad215094-da36-4b66-9c79-369a17aea26b" providerId="ADAL" clId="{3A4868DD-ACF3-4B99-AD74-39007F479744}" dt="2024-11-07T14:22:17.645" v="2860" actId="47"/>
        <pc:sldMkLst>
          <pc:docMk/>
          <pc:sldMk cId="875651395" sldId="1664"/>
        </pc:sldMkLst>
      </pc:sldChg>
      <pc:sldChg chg="addSp delSp modSp new mod">
        <pc:chgData name="Sanmukh Kuppannagari" userId="ad215094-da36-4b66-9c79-369a17aea26b" providerId="ADAL" clId="{3A4868DD-ACF3-4B99-AD74-39007F479744}" dt="2024-11-07T14:32:21.733" v="3380" actId="1076"/>
        <pc:sldMkLst>
          <pc:docMk/>
          <pc:sldMk cId="2562102177" sldId="1664"/>
        </pc:sldMkLst>
      </pc:sldChg>
      <pc:sldChg chg="modSp add mod">
        <pc:chgData name="Sanmukh Kuppannagari" userId="ad215094-da36-4b66-9c79-369a17aea26b" providerId="ADAL" clId="{3A4868DD-ACF3-4B99-AD74-39007F479744}" dt="2024-11-07T14:32:45.063" v="3385" actId="20577"/>
        <pc:sldMkLst>
          <pc:docMk/>
          <pc:sldMk cId="2937975433" sldId="1665"/>
        </pc:sldMkLst>
      </pc:sldChg>
      <pc:sldChg chg="modSp add mod">
        <pc:chgData name="Sanmukh Kuppannagari" userId="ad215094-da36-4b66-9c79-369a17aea26b" providerId="ADAL" clId="{3A4868DD-ACF3-4B99-AD74-39007F479744}" dt="2024-11-07T14:33:13.233" v="3390" actId="20577"/>
        <pc:sldMkLst>
          <pc:docMk/>
          <pc:sldMk cId="1025623174" sldId="1666"/>
        </pc:sldMkLst>
      </pc:sldChg>
      <pc:sldChg chg="modSp add mod">
        <pc:chgData name="Sanmukh Kuppannagari" userId="ad215094-da36-4b66-9c79-369a17aea26b" providerId="ADAL" clId="{3A4868DD-ACF3-4B99-AD74-39007F479744}" dt="2024-11-07T14:33:45.220" v="3397" actId="20577"/>
        <pc:sldMkLst>
          <pc:docMk/>
          <pc:sldMk cId="877085988" sldId="1667"/>
        </pc:sldMkLst>
      </pc:sldChg>
      <pc:sldChg chg="addSp modSp add mod">
        <pc:chgData name="Sanmukh Kuppannagari" userId="ad215094-da36-4b66-9c79-369a17aea26b" providerId="ADAL" clId="{3A4868DD-ACF3-4B99-AD74-39007F479744}" dt="2024-11-07T14:34:18.188" v="3418"/>
        <pc:sldMkLst>
          <pc:docMk/>
          <pc:sldMk cId="26589442" sldId="1668"/>
        </pc:sldMkLst>
      </pc:sldChg>
      <pc:sldChg chg="addSp delSp modSp add mod">
        <pc:chgData name="Sanmukh Kuppannagari" userId="ad215094-da36-4b66-9c79-369a17aea26b" providerId="ADAL" clId="{3A4868DD-ACF3-4B99-AD74-39007F479744}" dt="2024-11-07T14:34:58.965" v="3427" actId="20577"/>
        <pc:sldMkLst>
          <pc:docMk/>
          <pc:sldMk cId="2333549580" sldId="1669"/>
        </pc:sldMkLst>
      </pc:sldChg>
      <pc:sldChg chg="addSp delSp modSp new mod">
        <pc:chgData name="Sanmukh Kuppannagari" userId="ad215094-da36-4b66-9c79-369a17aea26b" providerId="ADAL" clId="{3A4868DD-ACF3-4B99-AD74-39007F479744}" dt="2024-11-07T14:48:33.805" v="3625" actId="20577"/>
        <pc:sldMkLst>
          <pc:docMk/>
          <pc:sldMk cId="3365070291" sldId="1670"/>
        </pc:sldMkLst>
      </pc:sldChg>
      <pc:sldChg chg="modSp add mod">
        <pc:chgData name="Sanmukh Kuppannagari" userId="ad215094-da36-4b66-9c79-369a17aea26b" providerId="ADAL" clId="{3A4868DD-ACF3-4B99-AD74-39007F479744}" dt="2024-11-07T14:50:52.859" v="3820" actId="20577"/>
        <pc:sldMkLst>
          <pc:docMk/>
          <pc:sldMk cId="1284615017" sldId="1671"/>
        </pc:sldMkLst>
      </pc:sldChg>
      <pc:sldChg chg="modSp add mod">
        <pc:chgData name="Sanmukh Kuppannagari" userId="ad215094-da36-4b66-9c79-369a17aea26b" providerId="ADAL" clId="{3A4868DD-ACF3-4B99-AD74-39007F479744}" dt="2024-11-07T14:52:11.635" v="3850" actId="20577"/>
        <pc:sldMkLst>
          <pc:docMk/>
          <pc:sldMk cId="1882264176" sldId="1672"/>
        </pc:sldMkLst>
      </pc:sldChg>
      <pc:sldChg chg="modSp add mod">
        <pc:chgData name="Sanmukh Kuppannagari" userId="ad215094-da36-4b66-9c79-369a17aea26b" providerId="ADAL" clId="{3A4868DD-ACF3-4B99-AD74-39007F479744}" dt="2024-11-07T14:52:24.562" v="3875" actId="20577"/>
        <pc:sldMkLst>
          <pc:docMk/>
          <pc:sldMk cId="1985731518" sldId="1673"/>
        </pc:sldMkLst>
      </pc:sldChg>
      <pc:sldChg chg="modSp new mod">
        <pc:chgData name="Sanmukh Kuppannagari" userId="ad215094-da36-4b66-9c79-369a17aea26b" providerId="ADAL" clId="{3A4868DD-ACF3-4B99-AD74-39007F479744}" dt="2024-11-07T15:08:40.929" v="4158" actId="20577"/>
        <pc:sldMkLst>
          <pc:docMk/>
          <pc:sldMk cId="635089384" sldId="1674"/>
        </pc:sldMkLst>
      </pc:sldChg>
      <pc:sldChg chg="modSp new mod">
        <pc:chgData name="Sanmukh Kuppannagari" userId="ad215094-da36-4b66-9c79-369a17aea26b" providerId="ADAL" clId="{3A4868DD-ACF3-4B99-AD74-39007F479744}" dt="2024-11-07T15:15:19.497" v="4648" actId="27636"/>
        <pc:sldMkLst>
          <pc:docMk/>
          <pc:sldMk cId="396645940" sldId="1675"/>
        </pc:sldMkLst>
      </pc:sldChg>
      <pc:sldChg chg="addSp delSp modSp new mod">
        <pc:chgData name="Sanmukh Kuppannagari" userId="ad215094-da36-4b66-9c79-369a17aea26b" providerId="ADAL" clId="{3A4868DD-ACF3-4B99-AD74-39007F479744}" dt="2024-11-07T15:17:34.509" v="4653" actId="1076"/>
        <pc:sldMkLst>
          <pc:docMk/>
          <pc:sldMk cId="1856943849" sldId="1676"/>
        </pc:sldMkLst>
      </pc:sldChg>
      <pc:sldChg chg="addSp modSp add mod">
        <pc:chgData name="Sanmukh Kuppannagari" userId="ad215094-da36-4b66-9c79-369a17aea26b" providerId="ADAL" clId="{3A4868DD-ACF3-4B99-AD74-39007F479744}" dt="2024-11-07T15:17:51.686" v="4658" actId="1076"/>
        <pc:sldMkLst>
          <pc:docMk/>
          <pc:sldMk cId="986577428" sldId="1677"/>
        </pc:sldMkLst>
      </pc:sldChg>
      <pc:sldChg chg="modSp add">
        <pc:chgData name="Sanmukh Kuppannagari" userId="ad215094-da36-4b66-9c79-369a17aea26b" providerId="ADAL" clId="{3A4868DD-ACF3-4B99-AD74-39007F479744}" dt="2024-11-07T15:18:15.740" v="4660" actId="207"/>
        <pc:sldMkLst>
          <pc:docMk/>
          <pc:sldMk cId="1928041951" sldId="1678"/>
        </pc:sldMkLst>
      </pc:sldChg>
      <pc:sldChg chg="modSp add">
        <pc:chgData name="Sanmukh Kuppannagari" userId="ad215094-da36-4b66-9c79-369a17aea26b" providerId="ADAL" clId="{3A4868DD-ACF3-4B99-AD74-39007F479744}" dt="2024-11-07T15:19:25.066" v="4670" actId="207"/>
        <pc:sldMkLst>
          <pc:docMk/>
          <pc:sldMk cId="3495840474" sldId="1679"/>
        </pc:sldMkLst>
      </pc:sldChg>
      <pc:sldChg chg="addSp delSp modSp add mod">
        <pc:chgData name="Sanmukh Kuppannagari" userId="ad215094-da36-4b66-9c79-369a17aea26b" providerId="ADAL" clId="{3A4868DD-ACF3-4B99-AD74-39007F479744}" dt="2024-11-07T15:19:21.228" v="4669" actId="1076"/>
        <pc:sldMkLst>
          <pc:docMk/>
          <pc:sldMk cId="35717642" sldId="1680"/>
        </pc:sldMkLst>
      </pc:sldChg>
      <pc:sldChg chg="modSp add">
        <pc:chgData name="Sanmukh Kuppannagari" userId="ad215094-da36-4b66-9c79-369a17aea26b" providerId="ADAL" clId="{3A4868DD-ACF3-4B99-AD74-39007F479744}" dt="2024-11-07T15:20:02.954" v="4674" actId="207"/>
        <pc:sldMkLst>
          <pc:docMk/>
          <pc:sldMk cId="3287910746" sldId="1681"/>
        </pc:sldMkLst>
      </pc:sldChg>
      <pc:sldChg chg="addSp delSp modSp add mod">
        <pc:chgData name="Sanmukh Kuppannagari" userId="ad215094-da36-4b66-9c79-369a17aea26b" providerId="ADAL" clId="{3A4868DD-ACF3-4B99-AD74-39007F479744}" dt="2024-11-07T15:20:27.363" v="4679" actId="1076"/>
        <pc:sldMkLst>
          <pc:docMk/>
          <pc:sldMk cId="154890462" sldId="1682"/>
        </pc:sldMkLst>
      </pc:sldChg>
      <pc:sldChg chg="addSp delSp modSp add mod">
        <pc:chgData name="Sanmukh Kuppannagari" userId="ad215094-da36-4b66-9c79-369a17aea26b" providerId="ADAL" clId="{3A4868DD-ACF3-4B99-AD74-39007F479744}" dt="2024-11-07T15:20:52.731" v="4685" actId="1076"/>
        <pc:sldMkLst>
          <pc:docMk/>
          <pc:sldMk cId="3436858653" sldId="1683"/>
        </pc:sldMkLst>
      </pc:sldChg>
      <pc:sldChg chg="modSp new mod">
        <pc:chgData name="Sanmukh Kuppannagari" userId="ad215094-da36-4b66-9c79-369a17aea26b" providerId="ADAL" clId="{3A4868DD-ACF3-4B99-AD74-39007F479744}" dt="2024-11-07T15:23:28.525" v="5014" actId="20577"/>
        <pc:sldMkLst>
          <pc:docMk/>
          <pc:sldMk cId="3013173445" sldId="1684"/>
        </pc:sldMkLst>
      </pc:sldChg>
      <pc:sldChg chg="modSp add mod">
        <pc:chgData name="Sanmukh Kuppannagari" userId="ad215094-da36-4b66-9c79-369a17aea26b" providerId="ADAL" clId="{3A4868DD-ACF3-4B99-AD74-39007F479744}" dt="2024-11-07T15:22:25.450" v="4850" actId="20577"/>
        <pc:sldMkLst>
          <pc:docMk/>
          <pc:sldMk cId="44376231" sldId="1685"/>
        </pc:sldMkLst>
      </pc:sldChg>
      <pc:sldChg chg="modSp add mod">
        <pc:chgData name="Sanmukh Kuppannagari" userId="ad215094-da36-4b66-9c79-369a17aea26b" providerId="ADAL" clId="{3A4868DD-ACF3-4B99-AD74-39007F479744}" dt="2024-11-07T15:24:01.295" v="5080" actId="20577"/>
        <pc:sldMkLst>
          <pc:docMk/>
          <pc:sldMk cId="1260636141" sldId="1686"/>
        </pc:sldMkLst>
      </pc:sldChg>
      <pc:sldChg chg="modSp new mod">
        <pc:chgData name="Sanmukh Kuppannagari" userId="ad215094-da36-4b66-9c79-369a17aea26b" providerId="ADAL" clId="{3A4868DD-ACF3-4B99-AD74-39007F479744}" dt="2024-11-07T15:54:58.931" v="5688" actId="20577"/>
        <pc:sldMkLst>
          <pc:docMk/>
          <pc:sldMk cId="2641286764" sldId="1687"/>
        </pc:sldMkLst>
      </pc:sldChg>
      <pc:sldChg chg="addSp delSp modSp new mod">
        <pc:chgData name="Sanmukh Kuppannagari" userId="ad215094-da36-4b66-9c79-369a17aea26b" providerId="ADAL" clId="{3A4868DD-ACF3-4B99-AD74-39007F479744}" dt="2024-11-07T15:47:14.345" v="5351" actId="20577"/>
        <pc:sldMkLst>
          <pc:docMk/>
          <pc:sldMk cId="2986889770" sldId="1688"/>
        </pc:sldMkLst>
      </pc:sldChg>
      <pc:sldChg chg="modSp add mod">
        <pc:chgData name="Sanmukh Kuppannagari" userId="ad215094-da36-4b66-9c79-369a17aea26b" providerId="ADAL" clId="{3A4868DD-ACF3-4B99-AD74-39007F479744}" dt="2024-11-07T15:48:36.336" v="5558" actId="1076"/>
        <pc:sldMkLst>
          <pc:docMk/>
          <pc:sldMk cId="2784912087" sldId="1689"/>
        </pc:sldMkLst>
      </pc:sldChg>
      <pc:sldChg chg="modSp add mod">
        <pc:chgData name="Sanmukh Kuppannagari" userId="ad215094-da36-4b66-9c79-369a17aea26b" providerId="ADAL" clId="{3A4868DD-ACF3-4B99-AD74-39007F479744}" dt="2024-11-07T15:49:12.890" v="5675" actId="20577"/>
        <pc:sldMkLst>
          <pc:docMk/>
          <pc:sldMk cId="1139479645" sldId="1690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C5355D82-D5E0-4131-B258-EC764CF19DC6}"/>
    <pc:docChg chg="undo redo custSel addSld delSld modSld sldOrd">
      <pc:chgData name="Sanmukh Kuppannagari" userId="ad215094-da36-4b66-9c79-369a17aea26b" providerId="ADAL" clId="{C5355D82-D5E0-4131-B258-EC764CF19DC6}" dt="2024-11-05T14:17:38.530" v="6263" actId="1076"/>
      <pc:docMkLst>
        <pc:docMk/>
      </pc:docMkLst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41916898" sldId="45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601988511" sldId="46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81577837" sldId="46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87406926" sldId="46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659536501" sldId="47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515942174" sldId="47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020898153" sldId="47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95937722" sldId="48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928985008" sldId="48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617999572" sldId="48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10268650" sldId="48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120752997" sldId="48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949217274" sldId="486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750096599" sldId="48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02185754" sldId="48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48045561" sldId="48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844141991" sldId="49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0793038" sldId="491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160602476" sldId="49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476368844" sldId="49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456626189" sldId="49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238860180" sldId="49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081575624" sldId="496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842476258" sldId="497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045889812" sldId="498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123372165" sldId="499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0919993" sldId="500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92526672" sldId="501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638767231" sldId="502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237676536" sldId="506"/>
        </pc:sldMkLst>
      </pc:sldChg>
      <pc:sldChg chg="addSp modSp add mod">
        <pc:chgData name="Sanmukh Kuppannagari" userId="ad215094-da36-4b66-9c79-369a17aea26b" providerId="ADAL" clId="{C5355D82-D5E0-4131-B258-EC764CF19DC6}" dt="2024-11-05T13:41:40.218" v="4643" actId="2057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C5355D82-D5E0-4131-B258-EC764CF19DC6}" dt="2024-11-05T02:16:31.647" v="63" actId="20577"/>
        <pc:sldMkLst>
          <pc:docMk/>
          <pc:sldMk cId="3183358524" sldId="1568"/>
        </pc:sldMkLst>
      </pc:sldChg>
      <pc:sldChg chg="add">
        <pc:chgData name="Sanmukh Kuppannagari" userId="ad215094-da36-4b66-9c79-369a17aea26b" providerId="ADAL" clId="{C5355D82-D5E0-4131-B258-EC764CF19DC6}" dt="2024-11-05T02:22:38.841" v="339"/>
        <pc:sldMkLst>
          <pc:docMk/>
          <pc:sldMk cId="1310001645" sldId="1569"/>
        </pc:sldMkLst>
      </pc:sldChg>
      <pc:sldChg chg="modSp mod">
        <pc:chgData name="Sanmukh Kuppannagari" userId="ad215094-da36-4b66-9c79-369a17aea26b" providerId="ADAL" clId="{C5355D82-D5E0-4131-B258-EC764CF19DC6}" dt="2024-11-05T02:16:59.908" v="144" actId="20577"/>
        <pc:sldMkLst>
          <pc:docMk/>
          <pc:sldMk cId="3018800808" sldId="1570"/>
        </pc:sldMkLst>
      </pc:sldChg>
      <pc:sldChg chg="modSp add">
        <pc:chgData name="Sanmukh Kuppannagari" userId="ad215094-da36-4b66-9c79-369a17aea26b" providerId="ADAL" clId="{C5355D82-D5E0-4131-B258-EC764CF19DC6}" dt="2024-11-05T02:23:46.269" v="384" actId="20577"/>
        <pc:sldMkLst>
          <pc:docMk/>
          <pc:sldMk cId="2887999413" sldId="1575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4161213131" sldId="1576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212075645" sldId="1577"/>
        </pc:sldMkLst>
      </pc:sldChg>
      <pc:sldChg chg="add">
        <pc:chgData name="Sanmukh Kuppannagari" userId="ad215094-da36-4b66-9c79-369a17aea26b" providerId="ADAL" clId="{C5355D82-D5E0-4131-B258-EC764CF19DC6}" dt="2024-11-05T02:23:14.688" v="340"/>
        <pc:sldMkLst>
          <pc:docMk/>
          <pc:sldMk cId="897900727" sldId="1578"/>
        </pc:sldMkLst>
      </pc:sldChg>
      <pc:sldChg chg="modSp mod">
        <pc:chgData name="Sanmukh Kuppannagari" userId="ad215094-da36-4b66-9c79-369a17aea26b" providerId="ADAL" clId="{C5355D82-D5E0-4131-B258-EC764CF19DC6}" dt="2024-11-05T02:18:04.062" v="288"/>
        <pc:sldMkLst>
          <pc:docMk/>
          <pc:sldMk cId="1526805434" sldId="1592"/>
        </pc:sldMkLst>
      </pc:sldChg>
      <pc:sldChg chg="modSp del mod">
        <pc:chgData name="Sanmukh Kuppannagari" userId="ad215094-da36-4b66-9c79-369a17aea26b" providerId="ADAL" clId="{C5355D82-D5E0-4131-B258-EC764CF19DC6}" dt="2024-11-05T02:17:52.778" v="287" actId="47"/>
        <pc:sldMkLst>
          <pc:docMk/>
          <pc:sldMk cId="632576344" sldId="1593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2563867407" sldId="1594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1367162041" sldId="1595"/>
        </pc:sldMkLst>
      </pc:sldChg>
      <pc:sldChg chg="del">
        <pc:chgData name="Sanmukh Kuppannagari" userId="ad215094-da36-4b66-9c79-369a17aea26b" providerId="ADAL" clId="{C5355D82-D5E0-4131-B258-EC764CF19DC6}" dt="2024-11-05T02:20:23.174" v="289" actId="47"/>
        <pc:sldMkLst>
          <pc:docMk/>
          <pc:sldMk cId="3508594656" sldId="1596"/>
        </pc:sldMkLst>
      </pc:sldChg>
      <pc:sldChg chg="modSp new mod ord">
        <pc:chgData name="Sanmukh Kuppannagari" userId="ad215094-da36-4b66-9c79-369a17aea26b" providerId="ADAL" clId="{C5355D82-D5E0-4131-B258-EC764CF19DC6}" dt="2024-11-05T02:26:18.623" v="637" actId="20577"/>
        <pc:sldMkLst>
          <pc:docMk/>
          <pc:sldMk cId="807402305" sldId="1598"/>
        </pc:sldMkLst>
      </pc:sldChg>
      <pc:sldChg chg="modSp add mod">
        <pc:chgData name="Sanmukh Kuppannagari" userId="ad215094-da36-4b66-9c79-369a17aea26b" providerId="ADAL" clId="{C5355D82-D5E0-4131-B258-EC764CF19DC6}" dt="2024-11-05T02:32:17.824" v="731" actId="113"/>
        <pc:sldMkLst>
          <pc:docMk/>
          <pc:sldMk cId="2466826485" sldId="1599"/>
        </pc:sldMkLst>
      </pc:sldChg>
      <pc:sldChg chg="modSp new mod">
        <pc:chgData name="Sanmukh Kuppannagari" userId="ad215094-da36-4b66-9c79-369a17aea26b" providerId="ADAL" clId="{C5355D82-D5E0-4131-B258-EC764CF19DC6}" dt="2024-11-05T03:27:15.179" v="3071" actId="20577"/>
        <pc:sldMkLst>
          <pc:docMk/>
          <pc:sldMk cId="3797456560" sldId="1600"/>
        </pc:sldMkLst>
      </pc:sldChg>
      <pc:sldChg chg="addSp modSp add mod">
        <pc:chgData name="Sanmukh Kuppannagari" userId="ad215094-da36-4b66-9c79-369a17aea26b" providerId="ADAL" clId="{C5355D82-D5E0-4131-B258-EC764CF19DC6}" dt="2024-11-05T02:44:37.953" v="1194" actId="1076"/>
        <pc:sldMkLst>
          <pc:docMk/>
          <pc:sldMk cId="693005505" sldId="1601"/>
        </pc:sldMkLst>
      </pc:sldChg>
      <pc:sldChg chg="modSp new mod">
        <pc:chgData name="Sanmukh Kuppannagari" userId="ad215094-da36-4b66-9c79-369a17aea26b" providerId="ADAL" clId="{C5355D82-D5E0-4131-B258-EC764CF19DC6}" dt="2024-11-05T03:22:06.453" v="3063" actId="20577"/>
        <pc:sldMkLst>
          <pc:docMk/>
          <pc:sldMk cId="3313563272" sldId="1602"/>
        </pc:sldMkLst>
      </pc:sldChg>
      <pc:sldChg chg="addSp delSp modSp add mod">
        <pc:chgData name="Sanmukh Kuppannagari" userId="ad215094-da36-4b66-9c79-369a17aea26b" providerId="ADAL" clId="{C5355D82-D5E0-4131-B258-EC764CF19DC6}" dt="2024-11-05T02:48:36.821" v="1401" actId="207"/>
        <pc:sldMkLst>
          <pc:docMk/>
          <pc:sldMk cId="3907449202" sldId="1603"/>
        </pc:sldMkLst>
      </pc:sldChg>
      <pc:sldChg chg="modSp add">
        <pc:chgData name="Sanmukh Kuppannagari" userId="ad215094-da36-4b66-9c79-369a17aea26b" providerId="ADAL" clId="{C5355D82-D5E0-4131-B258-EC764CF19DC6}" dt="2024-11-05T02:48:32.622" v="1400" actId="207"/>
        <pc:sldMkLst>
          <pc:docMk/>
          <pc:sldMk cId="1261395334" sldId="1604"/>
        </pc:sldMkLst>
      </pc:sldChg>
      <pc:sldChg chg="modSp add mod ord">
        <pc:chgData name="Sanmukh Kuppannagari" userId="ad215094-da36-4b66-9c79-369a17aea26b" providerId="ADAL" clId="{C5355D82-D5E0-4131-B258-EC764CF19DC6}" dt="2024-11-05T03:10:31.052" v="2519" actId="27636"/>
        <pc:sldMkLst>
          <pc:docMk/>
          <pc:sldMk cId="3986643695" sldId="1605"/>
        </pc:sldMkLst>
      </pc:sldChg>
      <pc:sldChg chg="modSp add mod">
        <pc:chgData name="Sanmukh Kuppannagari" userId="ad215094-da36-4b66-9c79-369a17aea26b" providerId="ADAL" clId="{C5355D82-D5E0-4131-B258-EC764CF19DC6}" dt="2024-11-05T02:49:51.259" v="1481" actId="5793"/>
        <pc:sldMkLst>
          <pc:docMk/>
          <pc:sldMk cId="1680640391" sldId="1606"/>
        </pc:sldMkLst>
      </pc:sldChg>
      <pc:sldChg chg="modSp new mod">
        <pc:chgData name="Sanmukh Kuppannagari" userId="ad215094-da36-4b66-9c79-369a17aea26b" providerId="ADAL" clId="{C5355D82-D5E0-4131-B258-EC764CF19DC6}" dt="2024-11-05T02:57:34.541" v="1722" actId="20577"/>
        <pc:sldMkLst>
          <pc:docMk/>
          <pc:sldMk cId="399252937" sldId="1607"/>
        </pc:sldMkLst>
      </pc:sldChg>
      <pc:sldChg chg="addSp modSp new mod">
        <pc:chgData name="Sanmukh Kuppannagari" userId="ad215094-da36-4b66-9c79-369a17aea26b" providerId="ADAL" clId="{C5355D82-D5E0-4131-B258-EC764CF19DC6}" dt="2024-11-05T02:59:27.170" v="1980" actId="20577"/>
        <pc:sldMkLst>
          <pc:docMk/>
          <pc:sldMk cId="2267267742" sldId="1608"/>
        </pc:sldMkLst>
      </pc:sldChg>
      <pc:sldChg chg="addSp delSp modSp new mod">
        <pc:chgData name="Sanmukh Kuppannagari" userId="ad215094-da36-4b66-9c79-369a17aea26b" providerId="ADAL" clId="{C5355D82-D5E0-4131-B258-EC764CF19DC6}" dt="2024-11-05T03:01:38.365" v="1984"/>
        <pc:sldMkLst>
          <pc:docMk/>
          <pc:sldMk cId="3058626297" sldId="1609"/>
        </pc:sldMkLst>
      </pc:sldChg>
      <pc:sldChg chg="addSp delSp modSp new mod">
        <pc:chgData name="Sanmukh Kuppannagari" userId="ad215094-da36-4b66-9c79-369a17aea26b" providerId="ADAL" clId="{C5355D82-D5E0-4131-B258-EC764CF19DC6}" dt="2024-11-05T03:06:28.790" v="2356" actId="1076"/>
        <pc:sldMkLst>
          <pc:docMk/>
          <pc:sldMk cId="2780095048" sldId="1610"/>
        </pc:sldMkLst>
      </pc:sldChg>
      <pc:sldChg chg="modSp add mod">
        <pc:chgData name="Sanmukh Kuppannagari" userId="ad215094-da36-4b66-9c79-369a17aea26b" providerId="ADAL" clId="{C5355D82-D5E0-4131-B258-EC764CF19DC6}" dt="2024-11-05T03:06:16.301" v="2352" actId="20577"/>
        <pc:sldMkLst>
          <pc:docMk/>
          <pc:sldMk cId="4256113819" sldId="1611"/>
        </pc:sldMkLst>
      </pc:sldChg>
      <pc:sldChg chg="modSp new mod">
        <pc:chgData name="Sanmukh Kuppannagari" userId="ad215094-da36-4b66-9c79-369a17aea26b" providerId="ADAL" clId="{C5355D82-D5E0-4131-B258-EC764CF19DC6}" dt="2024-11-05T03:03:34.555" v="2045" actId="207"/>
        <pc:sldMkLst>
          <pc:docMk/>
          <pc:sldMk cId="2933520038" sldId="1612"/>
        </pc:sldMkLst>
      </pc:sldChg>
      <pc:sldChg chg="modSp add mod">
        <pc:chgData name="Sanmukh Kuppannagari" userId="ad215094-da36-4b66-9c79-369a17aea26b" providerId="ADAL" clId="{C5355D82-D5E0-4131-B258-EC764CF19DC6}" dt="2024-11-05T03:04:03.723" v="2092" actId="207"/>
        <pc:sldMkLst>
          <pc:docMk/>
          <pc:sldMk cId="406680847" sldId="1613"/>
        </pc:sldMkLst>
      </pc:sldChg>
      <pc:sldChg chg="modSp add mod">
        <pc:chgData name="Sanmukh Kuppannagari" userId="ad215094-da36-4b66-9c79-369a17aea26b" providerId="ADAL" clId="{C5355D82-D5E0-4131-B258-EC764CF19DC6}" dt="2024-11-05T03:06:42.176" v="2359" actId="20577"/>
        <pc:sldMkLst>
          <pc:docMk/>
          <pc:sldMk cId="921639447" sldId="1614"/>
        </pc:sldMkLst>
      </pc:sldChg>
      <pc:sldChg chg="modSp add mod">
        <pc:chgData name="Sanmukh Kuppannagari" userId="ad215094-da36-4b66-9c79-369a17aea26b" providerId="ADAL" clId="{C5355D82-D5E0-4131-B258-EC764CF19DC6}" dt="2024-11-05T03:11:05.996" v="2565" actId="20577"/>
        <pc:sldMkLst>
          <pc:docMk/>
          <pc:sldMk cId="905905525" sldId="1615"/>
        </pc:sldMkLst>
      </pc:sldChg>
      <pc:sldChg chg="modSp new mod">
        <pc:chgData name="Sanmukh Kuppannagari" userId="ad215094-da36-4b66-9c79-369a17aea26b" providerId="ADAL" clId="{C5355D82-D5E0-4131-B258-EC764CF19DC6}" dt="2024-11-05T03:13:27.209" v="2837" actId="20577"/>
        <pc:sldMkLst>
          <pc:docMk/>
          <pc:sldMk cId="4182474925" sldId="1616"/>
        </pc:sldMkLst>
      </pc:sldChg>
      <pc:sldChg chg="modSp add mod">
        <pc:chgData name="Sanmukh Kuppannagari" userId="ad215094-da36-4b66-9c79-369a17aea26b" providerId="ADAL" clId="{C5355D82-D5E0-4131-B258-EC764CF19DC6}" dt="2024-11-05T03:26:46.299" v="3065" actId="113"/>
        <pc:sldMkLst>
          <pc:docMk/>
          <pc:sldMk cId="2087289126" sldId="1617"/>
        </pc:sldMkLst>
      </pc:sldChg>
      <pc:sldChg chg="addSp delSp modSp add mod">
        <pc:chgData name="Sanmukh Kuppannagari" userId="ad215094-da36-4b66-9c79-369a17aea26b" providerId="ADAL" clId="{C5355D82-D5E0-4131-B258-EC764CF19DC6}" dt="2024-11-05T03:27:30.514" v="3080" actId="27636"/>
        <pc:sldMkLst>
          <pc:docMk/>
          <pc:sldMk cId="993807214" sldId="1618"/>
        </pc:sldMkLst>
      </pc:sldChg>
      <pc:sldChg chg="modSp new mod">
        <pc:chgData name="Sanmukh Kuppannagari" userId="ad215094-da36-4b66-9c79-369a17aea26b" providerId="ADAL" clId="{C5355D82-D5E0-4131-B258-EC764CF19DC6}" dt="2024-11-05T04:03:30.910" v="3717" actId="20577"/>
        <pc:sldMkLst>
          <pc:docMk/>
          <pc:sldMk cId="414805936" sldId="1619"/>
        </pc:sldMkLst>
      </pc:sldChg>
      <pc:sldChg chg="addSp delSp modSp new mod">
        <pc:chgData name="Sanmukh Kuppannagari" userId="ad215094-da36-4b66-9c79-369a17aea26b" providerId="ADAL" clId="{C5355D82-D5E0-4131-B258-EC764CF19DC6}" dt="2024-11-05T03:46:17.417" v="3344" actId="14100"/>
        <pc:sldMkLst>
          <pc:docMk/>
          <pc:sldMk cId="1714458313" sldId="1620"/>
        </pc:sldMkLst>
      </pc:sldChg>
      <pc:sldChg chg="addSp modSp add mod">
        <pc:chgData name="Sanmukh Kuppannagari" userId="ad215094-da36-4b66-9c79-369a17aea26b" providerId="ADAL" clId="{C5355D82-D5E0-4131-B258-EC764CF19DC6}" dt="2024-11-05T03:47:54.927" v="3441" actId="20577"/>
        <pc:sldMkLst>
          <pc:docMk/>
          <pc:sldMk cId="2562125515" sldId="1621"/>
        </pc:sldMkLst>
      </pc:sldChg>
      <pc:sldChg chg="addSp modSp add mod">
        <pc:chgData name="Sanmukh Kuppannagari" userId="ad215094-da36-4b66-9c79-369a17aea26b" providerId="ADAL" clId="{C5355D82-D5E0-4131-B258-EC764CF19DC6}" dt="2024-11-05T03:48:58.851" v="3528" actId="20577"/>
        <pc:sldMkLst>
          <pc:docMk/>
          <pc:sldMk cId="4214346942" sldId="1622"/>
        </pc:sldMkLst>
      </pc:sldChg>
      <pc:sldChg chg="addSp delSp modSp new mod">
        <pc:chgData name="Sanmukh Kuppannagari" userId="ad215094-da36-4b66-9c79-369a17aea26b" providerId="ADAL" clId="{C5355D82-D5E0-4131-B258-EC764CF19DC6}" dt="2024-11-05T13:33:33.560" v="4056" actId="14100"/>
        <pc:sldMkLst>
          <pc:docMk/>
          <pc:sldMk cId="1160332016" sldId="1623"/>
        </pc:sldMkLst>
      </pc:sldChg>
      <pc:sldChg chg="delSp modSp add mod">
        <pc:chgData name="Sanmukh Kuppannagari" userId="ad215094-da36-4b66-9c79-369a17aea26b" providerId="ADAL" clId="{C5355D82-D5E0-4131-B258-EC764CF19DC6}" dt="2024-11-05T13:37:54.565" v="4615" actId="20577"/>
        <pc:sldMkLst>
          <pc:docMk/>
          <pc:sldMk cId="980671827" sldId="1624"/>
        </pc:sldMkLst>
      </pc:sldChg>
      <pc:sldChg chg="addSp modSp add mod">
        <pc:chgData name="Sanmukh Kuppannagari" userId="ad215094-da36-4b66-9c79-369a17aea26b" providerId="ADAL" clId="{C5355D82-D5E0-4131-B258-EC764CF19DC6}" dt="2024-11-05T13:39:07.965" v="4622" actId="14100"/>
        <pc:sldMkLst>
          <pc:docMk/>
          <pc:sldMk cId="157613999" sldId="1625"/>
        </pc:sldMkLst>
      </pc:sldChg>
      <pc:sldChg chg="addSp delSp modSp add mod">
        <pc:chgData name="Sanmukh Kuppannagari" userId="ad215094-da36-4b66-9c79-369a17aea26b" providerId="ADAL" clId="{C5355D82-D5E0-4131-B258-EC764CF19DC6}" dt="2024-11-05T13:49:18.579" v="4685" actId="478"/>
        <pc:sldMkLst>
          <pc:docMk/>
          <pc:sldMk cId="3294109236" sldId="1626"/>
        </pc:sldMkLst>
      </pc:sldChg>
      <pc:sldChg chg="addSp delSp modSp add mod">
        <pc:chgData name="Sanmukh Kuppannagari" userId="ad215094-da36-4b66-9c79-369a17aea26b" providerId="ADAL" clId="{C5355D82-D5E0-4131-B258-EC764CF19DC6}" dt="2024-11-05T14:00:05.744" v="5129" actId="1036"/>
        <pc:sldMkLst>
          <pc:docMk/>
          <pc:sldMk cId="2829692619" sldId="1627"/>
        </pc:sldMkLst>
      </pc:sldChg>
      <pc:sldChg chg="modSp add mod">
        <pc:chgData name="Sanmukh Kuppannagari" userId="ad215094-da36-4b66-9c79-369a17aea26b" providerId="ADAL" clId="{C5355D82-D5E0-4131-B258-EC764CF19DC6}" dt="2024-11-05T14:01:03.095" v="5237" actId="20577"/>
        <pc:sldMkLst>
          <pc:docMk/>
          <pc:sldMk cId="2811330501" sldId="1628"/>
        </pc:sldMkLst>
      </pc:sldChg>
      <pc:sldChg chg="delSp modSp add mod">
        <pc:chgData name="Sanmukh Kuppannagari" userId="ad215094-da36-4b66-9c79-369a17aea26b" providerId="ADAL" clId="{C5355D82-D5E0-4131-B258-EC764CF19DC6}" dt="2024-11-05T14:04:36.458" v="5452" actId="113"/>
        <pc:sldMkLst>
          <pc:docMk/>
          <pc:sldMk cId="3815602038" sldId="1629"/>
        </pc:sldMkLst>
      </pc:sldChg>
      <pc:sldChg chg="modSp add mod">
        <pc:chgData name="Sanmukh Kuppannagari" userId="ad215094-da36-4b66-9c79-369a17aea26b" providerId="ADAL" clId="{C5355D82-D5E0-4131-B258-EC764CF19DC6}" dt="2024-11-05T14:05:45.120" v="5576" actId="207"/>
        <pc:sldMkLst>
          <pc:docMk/>
          <pc:sldMk cId="2883496550" sldId="1630"/>
        </pc:sldMkLst>
      </pc:sldChg>
      <pc:sldChg chg="addSp modSp add mod">
        <pc:chgData name="Sanmukh Kuppannagari" userId="ad215094-da36-4b66-9c79-369a17aea26b" providerId="ADAL" clId="{C5355D82-D5E0-4131-B258-EC764CF19DC6}" dt="2024-11-05T14:06:54.834" v="5584" actId="207"/>
        <pc:sldMkLst>
          <pc:docMk/>
          <pc:sldMk cId="1288722780" sldId="1631"/>
        </pc:sldMkLst>
      </pc:sldChg>
      <pc:sldChg chg="modSp add mod">
        <pc:chgData name="Sanmukh Kuppannagari" userId="ad215094-da36-4b66-9c79-369a17aea26b" providerId="ADAL" clId="{C5355D82-D5E0-4131-B258-EC764CF19DC6}" dt="2024-11-05T14:16:30.888" v="6223" actId="207"/>
        <pc:sldMkLst>
          <pc:docMk/>
          <pc:sldMk cId="977554441" sldId="1632"/>
        </pc:sldMkLst>
      </pc:sldChg>
      <pc:sldChg chg="modSp add mod">
        <pc:chgData name="Sanmukh Kuppannagari" userId="ad215094-da36-4b66-9c79-369a17aea26b" providerId="ADAL" clId="{C5355D82-D5E0-4131-B258-EC764CF19DC6}" dt="2024-11-05T14:08:50.244" v="5656" actId="1076"/>
        <pc:sldMkLst>
          <pc:docMk/>
          <pc:sldMk cId="436635294" sldId="1633"/>
        </pc:sldMkLst>
      </pc:sldChg>
      <pc:sldChg chg="modSp new mod">
        <pc:chgData name="Sanmukh Kuppannagari" userId="ad215094-da36-4b66-9c79-369a17aea26b" providerId="ADAL" clId="{C5355D82-D5E0-4131-B258-EC764CF19DC6}" dt="2024-11-05T14:12:08.020" v="5984" actId="20577"/>
        <pc:sldMkLst>
          <pc:docMk/>
          <pc:sldMk cId="2916696527" sldId="1634"/>
        </pc:sldMkLst>
      </pc:sldChg>
      <pc:sldChg chg="modSp add mod">
        <pc:chgData name="Sanmukh Kuppannagari" userId="ad215094-da36-4b66-9c79-369a17aea26b" providerId="ADAL" clId="{C5355D82-D5E0-4131-B258-EC764CF19DC6}" dt="2024-11-05T14:13:09.825" v="6105" actId="20577"/>
        <pc:sldMkLst>
          <pc:docMk/>
          <pc:sldMk cId="2093206662" sldId="1635"/>
        </pc:sldMkLst>
      </pc:sldChg>
      <pc:sldChg chg="addSp modSp add mod">
        <pc:chgData name="Sanmukh Kuppannagari" userId="ad215094-da36-4b66-9c79-369a17aea26b" providerId="ADAL" clId="{C5355D82-D5E0-4131-B258-EC764CF19DC6}" dt="2024-11-05T14:17:38.530" v="6263" actId="1076"/>
        <pc:sldMkLst>
          <pc:docMk/>
          <pc:sldMk cId="1357504419" sldId="1636"/>
        </pc:sldMkLst>
      </pc:sldChg>
    </pc:docChg>
  </pc:docChgLst>
  <pc:docChgLst>
    <pc:chgData name="Sanmukh Kuppannagari" userId="ad215094-da36-4b66-9c79-369a17aea26b" providerId="ADAL" clId="{2282FFC7-29A6-4174-8285-4717AC3C90CE}"/>
    <pc:docChg chg="undo custSel addSld delSld modSld">
      <pc:chgData name="Sanmukh Kuppannagari" userId="ad215094-da36-4b66-9c79-369a17aea26b" providerId="ADAL" clId="{2282FFC7-29A6-4174-8285-4717AC3C90CE}" dt="2024-10-24T19:29:55.223" v="2576" actId="6549"/>
      <pc:docMkLst>
        <pc:docMk/>
      </pc:docMkLst>
      <pc:sldChg chg="modSp mod">
        <pc:chgData name="Sanmukh Kuppannagari" userId="ad215094-da36-4b66-9c79-369a17aea26b" providerId="ADAL" clId="{2282FFC7-29A6-4174-8285-4717AC3C90CE}" dt="2024-10-24T12:43:45.679" v="2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2282FFC7-29A6-4174-8285-4717AC3C90CE}" dt="2024-10-24T14:46:44.195" v="2194" actId="47"/>
        <pc:sldMkLst>
          <pc:docMk/>
          <pc:sldMk cId="1227806320" sldId="37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3480161" sldId="380"/>
        </pc:sldMkLst>
      </pc:sldChg>
      <pc:sldChg chg="modSp add">
        <pc:chgData name="Sanmukh Kuppannagari" userId="ad215094-da36-4b66-9c79-369a17aea26b" providerId="ADAL" clId="{2282FFC7-29A6-4174-8285-4717AC3C90CE}" dt="2024-10-24T13:03:10.198" v="329" actId="20577"/>
        <pc:sldMkLst>
          <pc:docMk/>
          <pc:sldMk cId="493727002" sldId="38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987569806" sldId="382"/>
        </pc:sldMkLst>
      </pc:sldChg>
      <pc:sldChg chg="modSp add">
        <pc:chgData name="Sanmukh Kuppannagari" userId="ad215094-da36-4b66-9c79-369a17aea26b" providerId="ADAL" clId="{2282FFC7-29A6-4174-8285-4717AC3C90CE}" dt="2024-10-24T13:04:51.711" v="435" actId="207"/>
        <pc:sldMkLst>
          <pc:docMk/>
          <pc:sldMk cId="2314141646" sldId="38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66039725" sldId="384"/>
        </pc:sldMkLst>
      </pc:sldChg>
      <pc:sldChg chg="addSp modSp add mod">
        <pc:chgData name="Sanmukh Kuppannagari" userId="ad215094-da36-4b66-9c79-369a17aea26b" providerId="ADAL" clId="{2282FFC7-29A6-4174-8285-4717AC3C90CE}" dt="2024-10-24T13:26:41.186" v="711" actId="1076"/>
        <pc:sldMkLst>
          <pc:docMk/>
          <pc:sldMk cId="3918348740" sldId="385"/>
        </pc:sldMkLst>
      </pc:sldChg>
      <pc:sldChg chg="modSp add mod">
        <pc:chgData name="Sanmukh Kuppannagari" userId="ad215094-da36-4b66-9c79-369a17aea26b" providerId="ADAL" clId="{2282FFC7-29A6-4174-8285-4717AC3C90CE}" dt="2024-10-24T13:03:43.074" v="431" actId="20577"/>
        <pc:sldMkLst>
          <pc:docMk/>
          <pc:sldMk cId="2501429446" sldId="38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64301062" sldId="387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00441437" sldId="38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207470624" sldId="38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815334288" sldId="390"/>
        </pc:sldMkLst>
      </pc:sldChg>
      <pc:sldChg chg="modSp add">
        <pc:chgData name="Sanmukh Kuppannagari" userId="ad215094-da36-4b66-9c79-369a17aea26b" providerId="ADAL" clId="{2282FFC7-29A6-4174-8285-4717AC3C90CE}" dt="2024-10-24T13:09:32.411" v="464" actId="20577"/>
        <pc:sldMkLst>
          <pc:docMk/>
          <pc:sldMk cId="839902624" sldId="392"/>
        </pc:sldMkLst>
      </pc:sldChg>
      <pc:sldChg chg="add del">
        <pc:chgData name="Sanmukh Kuppannagari" userId="ad215094-da36-4b66-9c79-369a17aea26b" providerId="ADAL" clId="{2282FFC7-29A6-4174-8285-4717AC3C90CE}" dt="2024-10-24T13:09:36.238" v="465" actId="47"/>
        <pc:sldMkLst>
          <pc:docMk/>
          <pc:sldMk cId="1019069846" sldId="393"/>
        </pc:sldMkLst>
      </pc:sldChg>
      <pc:sldChg chg="modSp add">
        <pc:chgData name="Sanmukh Kuppannagari" userId="ad215094-da36-4b66-9c79-369a17aea26b" providerId="ADAL" clId="{2282FFC7-29A6-4174-8285-4717AC3C90CE}" dt="2024-10-24T14:22:30.648" v="1145" actId="20577"/>
        <pc:sldMkLst>
          <pc:docMk/>
          <pc:sldMk cId="769510508" sldId="39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810649952" sldId="39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61232548" sldId="396"/>
        </pc:sldMkLst>
      </pc:sldChg>
      <pc:sldChg chg="add del">
        <pc:chgData name="Sanmukh Kuppannagari" userId="ad215094-da36-4b66-9c79-369a17aea26b" providerId="ADAL" clId="{2282FFC7-29A6-4174-8285-4717AC3C90CE}" dt="2024-10-24T14:47:06.182" v="2199" actId="47"/>
        <pc:sldMkLst>
          <pc:docMk/>
          <pc:sldMk cId="3467862507" sldId="39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086022481" sldId="399"/>
        </pc:sldMkLst>
      </pc:sldChg>
      <pc:sldChg chg="modSp add">
        <pc:chgData name="Sanmukh Kuppannagari" userId="ad215094-da36-4b66-9c79-369a17aea26b" providerId="ADAL" clId="{2282FFC7-29A6-4174-8285-4717AC3C90CE}" dt="2024-10-24T14:31:51.119" v="1277" actId="20577"/>
        <pc:sldMkLst>
          <pc:docMk/>
          <pc:sldMk cId="635767275" sldId="40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01861459" sldId="40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673632280" sldId="402"/>
        </pc:sldMkLst>
      </pc:sldChg>
      <pc:sldChg chg="modSp add mod">
        <pc:chgData name="Sanmukh Kuppannagari" userId="ad215094-da36-4b66-9c79-369a17aea26b" providerId="ADAL" clId="{2282FFC7-29A6-4174-8285-4717AC3C90CE}" dt="2024-10-24T14:32:08.878" v="1280" actId="20577"/>
        <pc:sldMkLst>
          <pc:docMk/>
          <pc:sldMk cId="729842550" sldId="403"/>
        </pc:sldMkLst>
      </pc:sldChg>
      <pc:sldChg chg="modSp add">
        <pc:chgData name="Sanmukh Kuppannagari" userId="ad215094-da36-4b66-9c79-369a17aea26b" providerId="ADAL" clId="{2282FFC7-29A6-4174-8285-4717AC3C90CE}" dt="2024-10-24T14:32:16.513" v="1281" actId="20577"/>
        <pc:sldMkLst>
          <pc:docMk/>
          <pc:sldMk cId="173111426" sldId="40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384020216" sldId="40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893908978" sldId="406"/>
        </pc:sldMkLst>
      </pc:sldChg>
      <pc:sldChg chg="modSp add">
        <pc:chgData name="Sanmukh Kuppannagari" userId="ad215094-da36-4b66-9c79-369a17aea26b" providerId="ADAL" clId="{2282FFC7-29A6-4174-8285-4717AC3C90CE}" dt="2024-10-24T14:32:42.022" v="1283" actId="20577"/>
        <pc:sldMkLst>
          <pc:docMk/>
          <pc:sldMk cId="3967707079" sldId="407"/>
        </pc:sldMkLst>
      </pc:sldChg>
      <pc:sldChg chg="modSp add">
        <pc:chgData name="Sanmukh Kuppannagari" userId="ad215094-da36-4b66-9c79-369a17aea26b" providerId="ADAL" clId="{2282FFC7-29A6-4174-8285-4717AC3C90CE}" dt="2024-10-24T14:32:53.787" v="1285" actId="20577"/>
        <pc:sldMkLst>
          <pc:docMk/>
          <pc:sldMk cId="2134846611" sldId="408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4105409593" sldId="409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441650656" sldId="410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966939341" sldId="41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1630215837" sldId="412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593562061" sldId="413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279492699" sldId="414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180999186" sldId="415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780168295" sldId="416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2306970955" sldId="417"/>
        </pc:sldMkLst>
      </pc:sldChg>
      <pc:sldChg chg="modSp add mod">
        <pc:chgData name="Sanmukh Kuppannagari" userId="ad215094-da36-4b66-9c79-369a17aea26b" providerId="ADAL" clId="{2282FFC7-29A6-4174-8285-4717AC3C90CE}" dt="2024-10-24T14:42:05.704" v="1923"/>
        <pc:sldMkLst>
          <pc:docMk/>
          <pc:sldMk cId="645276164" sldId="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58832422" sldId="13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20621833" sldId="13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61206213" sldId="13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47096827" sldId="134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54485064" sldId="135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091206708" sldId="136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60047259" sldId="138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90091177" sldId="138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798029583" sldId="139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89880766" sldId="139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47436486" sldId="139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02618607" sldId="139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6476748" sldId="139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6597970" sldId="139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17642017" sldId="139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917602464" sldId="139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35936496" sldId="140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700221882" sldId="140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96018570" sldId="140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82163347" sldId="140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904800431" sldId="140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92244592" sldId="140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697652818" sldId="140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55634612" sldId="140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9119350" sldId="140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80220527" sldId="140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47426298" sldId="141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09862055" sldId="141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931076547" sldId="141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99857702" sldId="14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15450416" sldId="14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796868375" sldId="141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4085597991" sldId="141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51372455" sldId="141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65169132" sldId="142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52650841" sldId="142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777539220" sldId="142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831660177" sldId="142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959762428" sldId="142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018266416" sldId="142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264869930" sldId="142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229075924" sldId="142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88611062" sldId="142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598700407" sldId="142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1585255" sldId="1430"/>
        </pc:sldMkLst>
      </pc:sldChg>
      <pc:sldChg chg="modSp add mod">
        <pc:chgData name="Sanmukh Kuppannagari" userId="ad215094-da36-4b66-9c79-369a17aea26b" providerId="ADAL" clId="{2282FFC7-29A6-4174-8285-4717AC3C90CE}" dt="2024-10-24T18:04:46.781" v="2355" actId="2057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320575543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3924068536" sldId="1431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263179583" sldId="143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73356031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015219598" sldId="1433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141082296" sldId="1434"/>
        </pc:sldMkLst>
      </pc:sldChg>
      <pc:sldChg chg="add">
        <pc:chgData name="Sanmukh Kuppannagari" userId="ad215094-da36-4b66-9c79-369a17aea26b" providerId="ADAL" clId="{2282FFC7-29A6-4174-8285-4717AC3C90CE}" dt="2024-10-24T14:46:08.480" v="2168"/>
        <pc:sldMkLst>
          <pc:docMk/>
          <pc:sldMk cId="2052288365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65562540" sldId="143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868073248" sldId="143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546537403" sldId="1437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8532588" sldId="1438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606166730" sldId="1439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832541632" sldId="1440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439492477" sldId="1441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63061003" sldId="1442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2282FFC7-29A6-4174-8285-4717AC3C90CE}" dt="2024-10-24T13:02:01.872" v="272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2282FFC7-29A6-4174-8285-4717AC3C90CE}" dt="2024-10-24T12:58:57.869" v="4"/>
        <pc:sldMkLst>
          <pc:docMk/>
          <pc:sldMk cId="3518660825" sldId="1552"/>
        </pc:sldMkLst>
      </pc:sldChg>
      <pc:sldChg chg="addSp delSp modSp new mod">
        <pc:chgData name="Sanmukh Kuppannagari" userId="ad215094-da36-4b66-9c79-369a17aea26b" providerId="ADAL" clId="{2282FFC7-29A6-4174-8285-4717AC3C90CE}" dt="2024-10-24T14:21:54.808" v="1141" actId="1076"/>
        <pc:sldMkLst>
          <pc:docMk/>
          <pc:sldMk cId="1668494294" sldId="1553"/>
        </pc:sldMkLst>
      </pc:sldChg>
      <pc:sldChg chg="addSp modSp add mod">
        <pc:chgData name="Sanmukh Kuppannagari" userId="ad215094-da36-4b66-9c79-369a17aea26b" providerId="ADAL" clId="{2282FFC7-29A6-4174-8285-4717AC3C90CE}" dt="2024-10-24T14:22:04.314" v="1142"/>
        <pc:sldMkLst>
          <pc:docMk/>
          <pc:sldMk cId="2501767924" sldId="1554"/>
        </pc:sldMkLst>
      </pc:sldChg>
      <pc:sldChg chg="addSp delSp modSp add mod">
        <pc:chgData name="Sanmukh Kuppannagari" userId="ad215094-da36-4b66-9c79-369a17aea26b" providerId="ADAL" clId="{2282FFC7-29A6-4174-8285-4717AC3C90CE}" dt="2024-10-24T14:23:04.472" v="1150" actId="20577"/>
        <pc:sldMkLst>
          <pc:docMk/>
          <pc:sldMk cId="1362731012" sldId="1555"/>
        </pc:sldMkLst>
      </pc:sldChg>
      <pc:sldChg chg="delSp modSp add mod">
        <pc:chgData name="Sanmukh Kuppannagari" userId="ad215094-da36-4b66-9c79-369a17aea26b" providerId="ADAL" clId="{2282FFC7-29A6-4174-8285-4717AC3C90CE}" dt="2024-10-24T14:14:35.836" v="918" actId="20577"/>
        <pc:sldMkLst>
          <pc:docMk/>
          <pc:sldMk cId="4090303317" sldId="1556"/>
        </pc:sldMkLst>
      </pc:sldChg>
      <pc:sldChg chg="modSp add">
        <pc:chgData name="Sanmukh Kuppannagari" userId="ad215094-da36-4b66-9c79-369a17aea26b" providerId="ADAL" clId="{2282FFC7-29A6-4174-8285-4717AC3C90CE}" dt="2024-10-24T14:22:49.686" v="1148" actId="20577"/>
        <pc:sldMkLst>
          <pc:docMk/>
          <pc:sldMk cId="3429093343" sldId="1557"/>
        </pc:sldMkLst>
      </pc:sldChg>
      <pc:sldChg chg="modSp add">
        <pc:chgData name="Sanmukh Kuppannagari" userId="ad215094-da36-4b66-9c79-369a17aea26b" providerId="ADAL" clId="{2282FFC7-29A6-4174-8285-4717AC3C90CE}" dt="2024-10-24T14:23:16.961" v="1152" actId="20577"/>
        <pc:sldMkLst>
          <pc:docMk/>
          <pc:sldMk cId="400322744" sldId="1558"/>
        </pc:sldMkLst>
      </pc:sldChg>
      <pc:sldChg chg="delSp modSp add mod">
        <pc:chgData name="Sanmukh Kuppannagari" userId="ad215094-da36-4b66-9c79-369a17aea26b" providerId="ADAL" clId="{2282FFC7-29A6-4174-8285-4717AC3C90CE}" dt="2024-10-24T14:23:28.852" v="1153" actId="20577"/>
        <pc:sldMkLst>
          <pc:docMk/>
          <pc:sldMk cId="2084123303" sldId="1559"/>
        </pc:sldMkLst>
      </pc:sldChg>
      <pc:sldChg chg="addSp delSp modSp add mod">
        <pc:chgData name="Sanmukh Kuppannagari" userId="ad215094-da36-4b66-9c79-369a17aea26b" providerId="ADAL" clId="{2282FFC7-29A6-4174-8285-4717AC3C90CE}" dt="2024-10-24T14:23:38.892" v="1155" actId="20577"/>
        <pc:sldMkLst>
          <pc:docMk/>
          <pc:sldMk cId="2891138365" sldId="1560"/>
        </pc:sldMkLst>
      </pc:sldChg>
      <pc:sldChg chg="modSp add">
        <pc:chgData name="Sanmukh Kuppannagari" userId="ad215094-da36-4b66-9c79-369a17aea26b" providerId="ADAL" clId="{2282FFC7-29A6-4174-8285-4717AC3C90CE}" dt="2024-10-24T14:23:48.804" v="1157" actId="20577"/>
        <pc:sldMkLst>
          <pc:docMk/>
          <pc:sldMk cId="735200732" sldId="1561"/>
        </pc:sldMkLst>
      </pc:sldChg>
      <pc:sldChg chg="addSp delSp modSp add mod">
        <pc:chgData name="Sanmukh Kuppannagari" userId="ad215094-da36-4b66-9c79-369a17aea26b" providerId="ADAL" clId="{2282FFC7-29A6-4174-8285-4717AC3C90CE}" dt="2024-10-24T14:24:04.998" v="1160" actId="20577"/>
        <pc:sldMkLst>
          <pc:docMk/>
          <pc:sldMk cId="184633821" sldId="1562"/>
        </pc:sldMkLst>
      </pc:sldChg>
      <pc:sldChg chg="delSp modSp add mod">
        <pc:chgData name="Sanmukh Kuppannagari" userId="ad215094-da36-4b66-9c79-369a17aea26b" providerId="ADAL" clId="{2282FFC7-29A6-4174-8285-4717AC3C90CE}" dt="2024-10-24T14:25:11.973" v="1266" actId="478"/>
        <pc:sldMkLst>
          <pc:docMk/>
          <pc:sldMk cId="3469590337" sldId="1563"/>
        </pc:sldMkLst>
      </pc:sldChg>
      <pc:sldChg chg="modSp new mod">
        <pc:chgData name="Sanmukh Kuppannagari" userId="ad215094-da36-4b66-9c79-369a17aea26b" providerId="ADAL" clId="{2282FFC7-29A6-4174-8285-4717AC3C90CE}" dt="2024-10-24T14:33:47.998" v="1365" actId="207"/>
        <pc:sldMkLst>
          <pc:docMk/>
          <pc:sldMk cId="477277082" sldId="1564"/>
        </pc:sldMkLst>
      </pc:sldChg>
      <pc:sldChg chg="addSp modSp add mod">
        <pc:chgData name="Sanmukh Kuppannagari" userId="ad215094-da36-4b66-9c79-369a17aea26b" providerId="ADAL" clId="{2282FFC7-29A6-4174-8285-4717AC3C90CE}" dt="2024-10-24T14:39:01.465" v="1455" actId="20577"/>
        <pc:sldMkLst>
          <pc:docMk/>
          <pc:sldMk cId="1326569452" sldId="1565"/>
        </pc:sldMkLst>
      </pc:sldChg>
      <pc:sldChg chg="modSp new mod">
        <pc:chgData name="Sanmukh Kuppannagari" userId="ad215094-da36-4b66-9c79-369a17aea26b" providerId="ADAL" clId="{2282FFC7-29A6-4174-8285-4717AC3C90CE}" dt="2024-10-24T14:41:58.247" v="1922" actId="20577"/>
        <pc:sldMkLst>
          <pc:docMk/>
          <pc:sldMk cId="1520463495" sldId="1566"/>
        </pc:sldMkLst>
      </pc:sldChg>
      <pc:sldChg chg="modSp new mod">
        <pc:chgData name="Sanmukh Kuppannagari" userId="ad215094-da36-4b66-9c79-369a17aea26b" providerId="ADAL" clId="{2282FFC7-29A6-4174-8285-4717AC3C90CE}" dt="2024-10-24T14:43:11.030" v="2167" actId="20577"/>
        <pc:sldMkLst>
          <pc:docMk/>
          <pc:sldMk cId="196759949" sldId="1567"/>
        </pc:sldMkLst>
      </pc:sldChg>
      <pc:sldChg chg="modSp add mod">
        <pc:chgData name="Sanmukh Kuppannagari" userId="ad215094-da36-4b66-9c79-369a17aea26b" providerId="ADAL" clId="{2282FFC7-29A6-4174-8285-4717AC3C90CE}" dt="2024-10-24T14:46:27.005" v="2190" actId="14"/>
        <pc:sldMkLst>
          <pc:docMk/>
          <pc:sldMk cId="3183358524" sldId="1568"/>
        </pc:sldMkLst>
      </pc:sldChg>
      <pc:sldChg chg="modSp add mod">
        <pc:chgData name="Sanmukh Kuppannagari" userId="ad215094-da36-4b66-9c79-369a17aea26b" providerId="ADAL" clId="{2282FFC7-29A6-4174-8285-4717AC3C90CE}" dt="2024-10-24T14:46:37.077" v="2192" actId="207"/>
        <pc:sldMkLst>
          <pc:docMk/>
          <pc:sldMk cId="3292789048" sldId="1569"/>
        </pc:sldMkLst>
      </pc:sldChg>
      <pc:sldChg chg="modSp add mod">
        <pc:chgData name="Sanmukh Kuppannagari" userId="ad215094-da36-4b66-9c79-369a17aea26b" providerId="ADAL" clId="{2282FFC7-29A6-4174-8285-4717AC3C90CE}" dt="2024-10-24T14:46:51.195" v="2196" actId="207"/>
        <pc:sldMkLst>
          <pc:docMk/>
          <pc:sldMk cId="3123235236" sldId="1570"/>
        </pc:sldMkLst>
      </pc:sldChg>
      <pc:sldChg chg="modSp add mod">
        <pc:chgData name="Sanmukh Kuppannagari" userId="ad215094-da36-4b66-9c79-369a17aea26b" providerId="ADAL" clId="{2282FFC7-29A6-4174-8285-4717AC3C90CE}" dt="2024-10-24T14:47:02.736" v="2198" actId="207"/>
        <pc:sldMkLst>
          <pc:docMk/>
          <pc:sldMk cId="3645698628" sldId="1571"/>
        </pc:sldMkLst>
      </pc:sldChg>
      <pc:sldChg chg="modSp new mod">
        <pc:chgData name="Sanmukh Kuppannagari" userId="ad215094-da36-4b66-9c79-369a17aea26b" providerId="ADAL" clId="{2282FFC7-29A6-4174-8285-4717AC3C90CE}" dt="2024-10-24T19:29:55.223" v="2576" actId="6549"/>
        <pc:sldMkLst>
          <pc:docMk/>
          <pc:sldMk cId="1878988337" sldId="1572"/>
        </pc:sldMkLst>
      </pc:sldChg>
      <pc:sldChg chg="addSp modSp new mod">
        <pc:chgData name="Sanmukh Kuppannagari" userId="ad215094-da36-4b66-9c79-369a17aea26b" providerId="ADAL" clId="{2282FFC7-29A6-4174-8285-4717AC3C90CE}" dt="2024-10-24T18:03:41.195" v="2353" actId="1076"/>
        <pc:sldMkLst>
          <pc:docMk/>
          <pc:sldMk cId="123768210" sldId="1573"/>
        </pc:sldMkLst>
      </pc:sldChg>
      <pc:sldChg chg="modSp new mod">
        <pc:chgData name="Sanmukh Kuppannagari" userId="ad215094-da36-4b66-9c79-369a17aea26b" providerId="ADAL" clId="{2282FFC7-29A6-4174-8285-4717AC3C90CE}" dt="2024-10-24T18:17:29.465" v="2546" actId="20577"/>
        <pc:sldMkLst>
          <pc:docMk/>
          <pc:sldMk cId="3278008166" sldId="1574"/>
        </pc:sldMkLst>
      </pc:sldChg>
      <pc:sldChg chg="modSp new mod">
        <pc:chgData name="Sanmukh Kuppannagari" userId="ad215094-da36-4b66-9c79-369a17aea26b" providerId="ADAL" clId="{2282FFC7-29A6-4174-8285-4717AC3C90CE}" dt="2024-10-24T18:17:51.597" v="2575"/>
        <pc:sldMkLst>
          <pc:docMk/>
          <pc:sldMk cId="1171121697" sldId="157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1500153295" sldId="1613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880060560" sldId="1614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28850612" sldId="1615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3587678191" sldId="1616"/>
        </pc:sldMkLst>
      </pc:sldChg>
      <pc:sldChg chg="del">
        <pc:chgData name="Sanmukh Kuppannagari" userId="ad215094-da36-4b66-9c79-369a17aea26b" providerId="ADAL" clId="{2282FFC7-29A6-4174-8285-4717AC3C90CE}" dt="2024-10-24T12:58:54.712" v="3" actId="47"/>
        <pc:sldMkLst>
          <pc:docMk/>
          <pc:sldMk cId="2602862771" sldId="1617"/>
        </pc:sldMkLst>
      </pc:sldChg>
    </pc:docChg>
  </pc:docChgLst>
  <pc:docChgLst>
    <pc:chgData name="Sanmukh Kuppannagari" userId="ad215094-da36-4b66-9c79-369a17aea26b" providerId="ADAL" clId="{EDB5FD90-1BFF-4AEF-BAAE-76D7B38836FE}"/>
    <pc:docChg chg="undo custSel addSld delSld modSld">
      <pc:chgData name="Sanmukh Kuppannagari" userId="ad215094-da36-4b66-9c79-369a17aea26b" providerId="ADAL" clId="{EDB5FD90-1BFF-4AEF-BAAE-76D7B38836FE}" dt="2024-10-29T13:57:50.004" v="3939" actId="20577"/>
      <pc:docMkLst>
        <pc:docMk/>
      </pc:docMkLst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513480161" sldId="38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493727002" sldId="38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987569806" sldId="38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314141646" sldId="383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4166039725" sldId="384"/>
        </pc:sldMkLst>
      </pc:sldChg>
      <pc:sldChg chg="modSp mod">
        <pc:chgData name="Sanmukh Kuppannagari" userId="ad215094-da36-4b66-9c79-369a17aea26b" providerId="ADAL" clId="{EDB5FD90-1BFF-4AEF-BAAE-76D7B38836FE}" dt="2024-10-29T13:33:03.457" v="3615" actId="20577"/>
        <pc:sldMkLst>
          <pc:docMk/>
          <pc:sldMk cId="3918348740" sldId="385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501429446" sldId="386"/>
        </pc:sldMkLst>
      </pc:sldChg>
      <pc:sldChg chg="del">
        <pc:chgData name="Sanmukh Kuppannagari" userId="ad215094-da36-4b66-9c79-369a17aea26b" providerId="ADAL" clId="{EDB5FD90-1BFF-4AEF-BAAE-76D7B38836FE}" dt="2024-10-29T00:51:21.307" v="26" actId="47"/>
        <pc:sldMkLst>
          <pc:docMk/>
          <pc:sldMk cId="839902624" sldId="39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69510508" sldId="39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810649952" sldId="39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61232548" sldId="39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86022481" sldId="39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635767275" sldId="40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201861459" sldId="40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673632280" sldId="40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29842550" sldId="40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73111426" sldId="40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84020216" sldId="40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893908978" sldId="40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967707079" sldId="407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134846611" sldId="408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105409593" sldId="40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441650656" sldId="41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966939341" sldId="41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630215837" sldId="41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593562061" sldId="41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279492699" sldId="41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180999186" sldId="41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80168295" sldId="41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306970955" sldId="417"/>
        </pc:sldMkLst>
      </pc:sldChg>
      <pc:sldChg chg="modSp mod">
        <pc:chgData name="Sanmukh Kuppannagari" userId="ad215094-da36-4b66-9c79-369a17aea26b" providerId="ADAL" clId="{EDB5FD90-1BFF-4AEF-BAAE-76D7B38836FE}" dt="2024-10-29T00:52:13.297" v="28" actId="113"/>
        <pc:sldMkLst>
          <pc:docMk/>
          <pc:sldMk cId="645276164" sldId="418"/>
        </pc:sldMkLst>
      </pc:sldChg>
      <pc:sldChg chg="addSp delSp modSp add mod">
        <pc:chgData name="Sanmukh Kuppannagari" userId="ad215094-da36-4b66-9c79-369a17aea26b" providerId="ADAL" clId="{EDB5FD90-1BFF-4AEF-BAAE-76D7B38836FE}" dt="2024-10-29T12:55:49.521" v="1249" actId="21"/>
        <pc:sldMkLst>
          <pc:docMk/>
          <pc:sldMk cId="724930187" sldId="421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59658705" sldId="423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629983926" sldId="424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72973371" sldId="425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753733990" sldId="426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1151445815" sldId="427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601899917" sldId="428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944291425" sldId="429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2836978265" sldId="430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311539244" sldId="431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3078570096" sldId="432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3576002580" sldId="433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1763207235" sldId="434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1990935921" sldId="435"/>
        </pc:sldMkLst>
      </pc:sldChg>
      <pc:sldChg chg="add">
        <pc:chgData name="Sanmukh Kuppannagari" userId="ad215094-da36-4b66-9c79-369a17aea26b" providerId="ADAL" clId="{EDB5FD90-1BFF-4AEF-BAAE-76D7B38836FE}" dt="2024-10-29T13:15:42.144" v="2621"/>
        <pc:sldMkLst>
          <pc:docMk/>
          <pc:sldMk cId="2940354538" sldId="436"/>
        </pc:sldMkLst>
      </pc:sldChg>
      <pc:sldChg chg="add">
        <pc:chgData name="Sanmukh Kuppannagari" userId="ad215094-da36-4b66-9c79-369a17aea26b" providerId="ADAL" clId="{EDB5FD90-1BFF-4AEF-BAAE-76D7B38836FE}" dt="2024-10-29T13:16:05.901" v="2622"/>
        <pc:sldMkLst>
          <pc:docMk/>
          <pc:sldMk cId="3976867335" sldId="437"/>
        </pc:sldMkLst>
      </pc:sldChg>
      <pc:sldChg chg="add">
        <pc:chgData name="Sanmukh Kuppannagari" userId="ad215094-da36-4b66-9c79-369a17aea26b" providerId="ADAL" clId="{EDB5FD90-1BFF-4AEF-BAAE-76D7B38836FE}" dt="2024-10-29T13:16:05.901" v="2622"/>
        <pc:sldMkLst>
          <pc:docMk/>
          <pc:sldMk cId="1011520680" sldId="438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893186507" sldId="439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406261468" sldId="440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323582431" sldId="441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565966128" sldId="442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632519047" sldId="443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554119236" sldId="444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073254755" sldId="445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609819789" sldId="446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1271664296" sldId="447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2100843867" sldId="448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655613574" sldId="449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720382076" sldId="450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4039188923" sldId="451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645858176" sldId="452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454390023" sldId="453"/>
        </pc:sldMkLst>
      </pc:sldChg>
      <pc:sldChg chg="add">
        <pc:chgData name="Sanmukh Kuppannagari" userId="ad215094-da36-4b66-9c79-369a17aea26b" providerId="ADAL" clId="{EDB5FD90-1BFF-4AEF-BAAE-76D7B38836FE}" dt="2024-10-29T13:19:06.421" v="2625"/>
        <pc:sldMkLst>
          <pc:docMk/>
          <pc:sldMk cId="3974613922" sldId="454"/>
        </pc:sldMkLst>
      </pc:sldChg>
      <pc:sldChg chg="add">
        <pc:chgData name="Sanmukh Kuppannagari" userId="ad215094-da36-4b66-9c79-369a17aea26b" providerId="ADAL" clId="{EDB5FD90-1BFF-4AEF-BAAE-76D7B38836FE}" dt="2024-10-29T13:15:04.259" v="2620"/>
        <pc:sldMkLst>
          <pc:docMk/>
          <pc:sldMk cId="3856037237" sldId="456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866512624" sldId="143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924068536" sldId="143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61308088" sldId="143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015219598" sldId="1433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219106765" sldId="143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2052288365" sldId="1435"/>
        </pc:sldMkLst>
      </pc:sldChg>
      <pc:sldChg chg="modSp mod">
        <pc:chgData name="Sanmukh Kuppannagari" userId="ad215094-da36-4b66-9c79-369a17aea26b" providerId="ADAL" clId="{EDB5FD90-1BFF-4AEF-BAAE-76D7B38836FE}" dt="2024-10-29T13:32:24.710" v="3579" actId="20577"/>
        <pc:sldMkLst>
          <pc:docMk/>
          <pc:sldMk cId="1297240811" sldId="1551"/>
        </pc:sldMkLst>
      </pc:sldChg>
      <pc:sldChg chg="modSp">
        <pc:chgData name="Sanmukh Kuppannagari" userId="ad215094-da36-4b66-9c79-369a17aea26b" providerId="ADAL" clId="{EDB5FD90-1BFF-4AEF-BAAE-76D7B38836FE}" dt="2024-10-29T13:33:26.532" v="3616" actId="20577"/>
        <pc:sldMkLst>
          <pc:docMk/>
          <pc:sldMk cId="3518660825" sldId="155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668494294" sldId="155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501767924" sldId="155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62731012" sldId="155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90303317" sldId="155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429093343" sldId="1557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00322744" sldId="1558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084123303" sldId="1559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2891138365" sldId="156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735200732" sldId="1561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84633821" sldId="1562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469590337" sldId="1563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477277082" sldId="1564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326569452" sldId="1565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520463495" sldId="1566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196759949" sldId="1567"/>
        </pc:sldMkLst>
      </pc:sldChg>
      <pc:sldChg chg="modSp mod">
        <pc:chgData name="Sanmukh Kuppannagari" userId="ad215094-da36-4b66-9c79-369a17aea26b" providerId="ADAL" clId="{EDB5FD90-1BFF-4AEF-BAAE-76D7B38836FE}" dt="2024-10-29T13:38:50.168" v="3652" actId="20577"/>
        <pc:sldMkLst>
          <pc:docMk/>
          <pc:sldMk cId="3183358524" sldId="1568"/>
        </pc:sldMkLst>
      </pc:sldChg>
      <pc:sldChg chg="addSp delSp modSp new mod">
        <pc:chgData name="Sanmukh Kuppannagari" userId="ad215094-da36-4b66-9c79-369a17aea26b" providerId="ADAL" clId="{EDB5FD90-1BFF-4AEF-BAAE-76D7B38836FE}" dt="2024-10-29T00:58:55.319" v="295" actId="1076"/>
        <pc:sldMkLst>
          <pc:docMk/>
          <pc:sldMk cId="1310001645" sldId="1569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292789048" sldId="1569"/>
        </pc:sldMkLst>
      </pc:sldChg>
      <pc:sldChg chg="modSp new mod">
        <pc:chgData name="Sanmukh Kuppannagari" userId="ad215094-da36-4b66-9c79-369a17aea26b" providerId="ADAL" clId="{EDB5FD90-1BFF-4AEF-BAAE-76D7B38836FE}" dt="2024-10-29T01:04:05.646" v="525" actId="20577"/>
        <pc:sldMkLst>
          <pc:docMk/>
          <pc:sldMk cId="3018800808" sldId="1570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123235236" sldId="1570"/>
        </pc:sldMkLst>
      </pc:sldChg>
      <pc:sldChg chg="del">
        <pc:chgData name="Sanmukh Kuppannagari" userId="ad215094-da36-4b66-9c79-369a17aea26b" providerId="ADAL" clId="{EDB5FD90-1BFF-4AEF-BAAE-76D7B38836FE}" dt="2024-10-29T00:52:00.004" v="27" actId="47"/>
        <pc:sldMkLst>
          <pc:docMk/>
          <pc:sldMk cId="3645698628" sldId="1571"/>
        </pc:sldMkLst>
      </pc:sldChg>
      <pc:sldChg chg="add del">
        <pc:chgData name="Sanmukh Kuppannagari" userId="ad215094-da36-4b66-9c79-369a17aea26b" providerId="ADAL" clId="{EDB5FD90-1BFF-4AEF-BAAE-76D7B38836FE}" dt="2024-10-29T13:11:37.149" v="2236" actId="47"/>
        <pc:sldMkLst>
          <pc:docMk/>
          <pc:sldMk cId="3980222076" sldId="1571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878988337" sldId="1572"/>
        </pc:sldMkLst>
      </pc:sldChg>
      <pc:sldChg chg="addSp delSp modSp new mod">
        <pc:chgData name="Sanmukh Kuppannagari" userId="ad215094-da36-4b66-9c79-369a17aea26b" providerId="ADAL" clId="{EDB5FD90-1BFF-4AEF-BAAE-76D7B38836FE}" dt="2024-10-29T12:56:28.002" v="1260"/>
        <pc:sldMkLst>
          <pc:docMk/>
          <pc:sldMk cId="2492548520" sldId="1572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23768210" sldId="1573"/>
        </pc:sldMkLst>
      </pc:sldChg>
      <pc:sldChg chg="addSp delSp modSp new mod">
        <pc:chgData name="Sanmukh Kuppannagari" userId="ad215094-da36-4b66-9c79-369a17aea26b" providerId="ADAL" clId="{EDB5FD90-1BFF-4AEF-BAAE-76D7B38836FE}" dt="2024-10-29T12:56:26.093" v="1259"/>
        <pc:sldMkLst>
          <pc:docMk/>
          <pc:sldMk cId="3044227913" sldId="1573"/>
        </pc:sldMkLst>
      </pc:sldChg>
      <pc:sldChg chg="addSp modSp add mod">
        <pc:chgData name="Sanmukh Kuppannagari" userId="ad215094-da36-4b66-9c79-369a17aea26b" providerId="ADAL" clId="{EDB5FD90-1BFF-4AEF-BAAE-76D7B38836FE}" dt="2024-10-29T12:56:24.046" v="1258"/>
        <pc:sldMkLst>
          <pc:docMk/>
          <pc:sldMk cId="912820729" sldId="157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3278008166" sldId="1574"/>
        </pc:sldMkLst>
      </pc:sldChg>
      <pc:sldChg chg="del">
        <pc:chgData name="Sanmukh Kuppannagari" userId="ad215094-da36-4b66-9c79-369a17aea26b" providerId="ADAL" clId="{EDB5FD90-1BFF-4AEF-BAAE-76D7B38836FE}" dt="2024-10-29T00:50:58.143" v="25" actId="47"/>
        <pc:sldMkLst>
          <pc:docMk/>
          <pc:sldMk cId="1171121697" sldId="1575"/>
        </pc:sldMkLst>
      </pc:sldChg>
      <pc:sldChg chg="addSp modSp add mod">
        <pc:chgData name="Sanmukh Kuppannagari" userId="ad215094-da36-4b66-9c79-369a17aea26b" providerId="ADAL" clId="{EDB5FD90-1BFF-4AEF-BAAE-76D7B38836FE}" dt="2024-10-29T12:56:09.144" v="1255"/>
        <pc:sldMkLst>
          <pc:docMk/>
          <pc:sldMk cId="2887999413" sldId="1575"/>
        </pc:sldMkLst>
      </pc:sldChg>
      <pc:sldChg chg="addSp delSp modSp add mod">
        <pc:chgData name="Sanmukh Kuppannagari" userId="ad215094-da36-4b66-9c79-369a17aea26b" providerId="ADAL" clId="{EDB5FD90-1BFF-4AEF-BAAE-76D7B38836FE}" dt="2024-10-29T13:02:28.925" v="1484" actId="1076"/>
        <pc:sldMkLst>
          <pc:docMk/>
          <pc:sldMk cId="4161213131" sldId="1576"/>
        </pc:sldMkLst>
      </pc:sldChg>
      <pc:sldChg chg="addSp delSp modSp add mod">
        <pc:chgData name="Sanmukh Kuppannagari" userId="ad215094-da36-4b66-9c79-369a17aea26b" providerId="ADAL" clId="{EDB5FD90-1BFF-4AEF-BAAE-76D7B38836FE}" dt="2024-10-29T13:02:58.846" v="1512" actId="1076"/>
        <pc:sldMkLst>
          <pc:docMk/>
          <pc:sldMk cId="212075645" sldId="1577"/>
        </pc:sldMkLst>
      </pc:sldChg>
      <pc:sldChg chg="addSp delSp modSp new mod">
        <pc:chgData name="Sanmukh Kuppannagari" userId="ad215094-da36-4b66-9c79-369a17aea26b" providerId="ADAL" clId="{EDB5FD90-1BFF-4AEF-BAAE-76D7B38836FE}" dt="2024-10-29T13:04:19.962" v="1520" actId="1076"/>
        <pc:sldMkLst>
          <pc:docMk/>
          <pc:sldMk cId="897900727" sldId="1578"/>
        </pc:sldMkLst>
      </pc:sldChg>
      <pc:sldChg chg="modSp new mod">
        <pc:chgData name="Sanmukh Kuppannagari" userId="ad215094-da36-4b66-9c79-369a17aea26b" providerId="ADAL" clId="{EDB5FD90-1BFF-4AEF-BAAE-76D7B38836FE}" dt="2024-10-29T13:09:40.118" v="1959" actId="20577"/>
        <pc:sldMkLst>
          <pc:docMk/>
          <pc:sldMk cId="3366667923" sldId="1579"/>
        </pc:sldMkLst>
      </pc:sldChg>
      <pc:sldChg chg="modSp new mod">
        <pc:chgData name="Sanmukh Kuppannagari" userId="ad215094-da36-4b66-9c79-369a17aea26b" providerId="ADAL" clId="{EDB5FD90-1BFF-4AEF-BAAE-76D7B38836FE}" dt="2024-10-29T13:10:21.229" v="2156" actId="20577"/>
        <pc:sldMkLst>
          <pc:docMk/>
          <pc:sldMk cId="2418387073" sldId="1580"/>
        </pc:sldMkLst>
      </pc:sldChg>
      <pc:sldChg chg="modSp add mod">
        <pc:chgData name="Sanmukh Kuppannagari" userId="ad215094-da36-4b66-9c79-369a17aea26b" providerId="ADAL" clId="{EDB5FD90-1BFF-4AEF-BAAE-76D7B38836FE}" dt="2024-10-29T13:11:44.804" v="2237" actId="207"/>
        <pc:sldMkLst>
          <pc:docMk/>
          <pc:sldMk cId="687000461" sldId="1581"/>
        </pc:sldMkLst>
      </pc:sldChg>
      <pc:sldChg chg="modSp add mod">
        <pc:chgData name="Sanmukh Kuppannagari" userId="ad215094-da36-4b66-9c79-369a17aea26b" providerId="ADAL" clId="{EDB5FD90-1BFF-4AEF-BAAE-76D7B38836FE}" dt="2024-10-29T13:38:42.855" v="3640" actId="20577"/>
        <pc:sldMkLst>
          <pc:docMk/>
          <pc:sldMk cId="838156000" sldId="1582"/>
        </pc:sldMkLst>
      </pc:sldChg>
      <pc:sldChg chg="modSp new mod">
        <pc:chgData name="Sanmukh Kuppannagari" userId="ad215094-da36-4b66-9c79-369a17aea26b" providerId="ADAL" clId="{EDB5FD90-1BFF-4AEF-BAAE-76D7B38836FE}" dt="2024-10-29T13:13:41.129" v="2619" actId="20577"/>
        <pc:sldMkLst>
          <pc:docMk/>
          <pc:sldMk cId="967358820" sldId="1583"/>
        </pc:sldMkLst>
      </pc:sldChg>
      <pc:sldChg chg="modSp add mod">
        <pc:chgData name="Sanmukh Kuppannagari" userId="ad215094-da36-4b66-9c79-369a17aea26b" providerId="ADAL" clId="{EDB5FD90-1BFF-4AEF-BAAE-76D7B38836FE}" dt="2024-10-29T13:38:30.556" v="3628" actId="20577"/>
        <pc:sldMkLst>
          <pc:docMk/>
          <pc:sldMk cId="514611781" sldId="1584"/>
        </pc:sldMkLst>
      </pc:sldChg>
      <pc:sldChg chg="addSp modSp new mod">
        <pc:chgData name="Sanmukh Kuppannagari" userId="ad215094-da36-4b66-9c79-369a17aea26b" providerId="ADAL" clId="{EDB5FD90-1BFF-4AEF-BAAE-76D7B38836FE}" dt="2024-10-29T13:26:14.941" v="2877" actId="20577"/>
        <pc:sldMkLst>
          <pc:docMk/>
          <pc:sldMk cId="1104593775" sldId="1585"/>
        </pc:sldMkLst>
      </pc:sldChg>
      <pc:sldChg chg="addSp modSp new mod">
        <pc:chgData name="Sanmukh Kuppannagari" userId="ad215094-da36-4b66-9c79-369a17aea26b" providerId="ADAL" clId="{EDB5FD90-1BFF-4AEF-BAAE-76D7B38836FE}" dt="2024-10-29T13:29:12.697" v="3164" actId="20577"/>
        <pc:sldMkLst>
          <pc:docMk/>
          <pc:sldMk cId="1949565610" sldId="1586"/>
        </pc:sldMkLst>
      </pc:sldChg>
      <pc:sldChg chg="addSp delSp modSp new mod">
        <pc:chgData name="Sanmukh Kuppannagari" userId="ad215094-da36-4b66-9c79-369a17aea26b" providerId="ADAL" clId="{EDB5FD90-1BFF-4AEF-BAAE-76D7B38836FE}" dt="2024-10-29T13:30:45.588" v="3243" actId="27636"/>
        <pc:sldMkLst>
          <pc:docMk/>
          <pc:sldMk cId="1737341798" sldId="1587"/>
        </pc:sldMkLst>
      </pc:sldChg>
      <pc:sldChg chg="modSp new mod">
        <pc:chgData name="Sanmukh Kuppannagari" userId="ad215094-da36-4b66-9c79-369a17aea26b" providerId="ADAL" clId="{EDB5FD90-1BFF-4AEF-BAAE-76D7B38836FE}" dt="2024-10-29T13:32:02.103" v="3539" actId="20577"/>
        <pc:sldMkLst>
          <pc:docMk/>
          <pc:sldMk cId="1322974604" sldId="1588"/>
        </pc:sldMkLst>
      </pc:sldChg>
      <pc:sldChg chg="modSp new mod">
        <pc:chgData name="Sanmukh Kuppannagari" userId="ad215094-da36-4b66-9c79-369a17aea26b" providerId="ADAL" clId="{EDB5FD90-1BFF-4AEF-BAAE-76D7B38836FE}" dt="2024-10-29T13:42:31.336" v="3741" actId="20577"/>
        <pc:sldMkLst>
          <pc:docMk/>
          <pc:sldMk cId="2447559563" sldId="1589"/>
        </pc:sldMkLst>
      </pc:sldChg>
      <pc:sldChg chg="modSp add mod">
        <pc:chgData name="Sanmukh Kuppannagari" userId="ad215094-da36-4b66-9c79-369a17aea26b" providerId="ADAL" clId="{EDB5FD90-1BFF-4AEF-BAAE-76D7B38836FE}" dt="2024-10-29T13:48:39.351" v="3775" actId="27636"/>
        <pc:sldMkLst>
          <pc:docMk/>
          <pc:sldMk cId="1942984142" sldId="1590"/>
        </pc:sldMkLst>
      </pc:sldChg>
      <pc:sldChg chg="modSp add mod">
        <pc:chgData name="Sanmukh Kuppannagari" userId="ad215094-da36-4b66-9c79-369a17aea26b" providerId="ADAL" clId="{EDB5FD90-1BFF-4AEF-BAAE-76D7B38836FE}" dt="2024-10-29T13:53:32.956" v="3843" actId="255"/>
        <pc:sldMkLst>
          <pc:docMk/>
          <pc:sldMk cId="562871704" sldId="1591"/>
        </pc:sldMkLst>
      </pc:sldChg>
      <pc:sldChg chg="modSp add mod">
        <pc:chgData name="Sanmukh Kuppannagari" userId="ad215094-da36-4b66-9c79-369a17aea26b" providerId="ADAL" clId="{EDB5FD90-1BFF-4AEF-BAAE-76D7B38836FE}" dt="2024-10-29T13:55:53.978" v="3894" actId="27636"/>
        <pc:sldMkLst>
          <pc:docMk/>
          <pc:sldMk cId="127211946" sldId="1592"/>
        </pc:sldMkLst>
      </pc:sldChg>
      <pc:sldChg chg="modSp new mod">
        <pc:chgData name="Sanmukh Kuppannagari" userId="ad215094-da36-4b66-9c79-369a17aea26b" providerId="ADAL" clId="{EDB5FD90-1BFF-4AEF-BAAE-76D7B38836FE}" dt="2024-10-29T13:57:50.004" v="3939" actId="20577"/>
        <pc:sldMkLst>
          <pc:docMk/>
          <pc:sldMk cId="2765769096" sldId="1593"/>
        </pc:sldMkLst>
      </pc:sldChg>
    </pc:docChg>
  </pc:docChgLst>
  <pc:docChgLst>
    <pc:chgData name="Sanmukh Kuppannagari" userId="ad215094-da36-4b66-9c79-369a17aea26b" providerId="ADAL" clId="{5AD0DD8E-94C3-43F5-AB7F-2D8E935C9CFF}"/>
    <pc:docChg chg="undo custSel addSld delSld modSld">
      <pc:chgData name="Sanmukh Kuppannagari" userId="ad215094-da36-4b66-9c79-369a17aea26b" providerId="ADAL" clId="{5AD0DD8E-94C3-43F5-AB7F-2D8E935C9CFF}" dt="2024-10-15T17:05:34.964" v="891" actId="20577"/>
      <pc:docMkLst>
        <pc:docMk/>
      </pc:docMkLst>
      <pc:sldChg chg="modSp mod">
        <pc:chgData name="Sanmukh Kuppannagari" userId="ad215094-da36-4b66-9c79-369a17aea26b" providerId="ADAL" clId="{5AD0DD8E-94C3-43F5-AB7F-2D8E935C9CFF}" dt="2024-10-15T14:03:29.331" v="12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837546598" sldId="96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747551071" sldId="966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882591950" sldId="123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630924" sldId="125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4284530624" sldId="125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413064123" sldId="125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574746539" sldId="125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927700788" sldId="125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750676043" sldId="125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329904463" sldId="125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892195865" sldId="126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157439954" sldId="126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769619670" sldId="1262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80733138" sldId="1263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1938244019" sldId="1264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16587120" sldId="1265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5148523" sldId="1266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207822773" sldId="1267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166595346" sldId="1268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888322834" sldId="1269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981461382" sldId="1270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3073609131" sldId="1271"/>
        </pc:sldMkLst>
      </pc:sldChg>
      <pc:sldChg chg="del">
        <pc:chgData name="Sanmukh Kuppannagari" userId="ad215094-da36-4b66-9c79-369a17aea26b" providerId="ADAL" clId="{5AD0DD8E-94C3-43F5-AB7F-2D8E935C9CFF}" dt="2024-10-15T14:05:31.153" v="257" actId="47"/>
        <pc:sldMkLst>
          <pc:docMk/>
          <pc:sldMk cId="2505794832" sldId="1272"/>
        </pc:sldMkLst>
      </pc:sldChg>
      <pc:sldChg chg="addSp delSp modSp mod">
        <pc:chgData name="Sanmukh Kuppannagari" userId="ad215094-da36-4b66-9c79-369a17aea26b" providerId="ADAL" clId="{5AD0DD8E-94C3-43F5-AB7F-2D8E935C9CFF}" dt="2024-10-15T14:34:28.426" v="617" actId="20577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5AD0DD8E-94C3-43F5-AB7F-2D8E935C9CFF}" dt="2024-10-15T14:36:56.355" v="623"/>
        <pc:sldMkLst>
          <pc:docMk/>
          <pc:sldMk cId="558271014" sldId="1299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8832422" sldId="1300"/>
        </pc:sldMkLst>
      </pc:sldChg>
      <pc:sldChg chg="add">
        <pc:chgData name="Sanmukh Kuppannagari" userId="ad215094-da36-4b66-9c79-369a17aea26b" providerId="ADAL" clId="{5AD0DD8E-94C3-43F5-AB7F-2D8E935C9CFF}" dt="2024-10-15T14:37:31.490" v="624"/>
        <pc:sldMkLst>
          <pc:docMk/>
          <pc:sldMk cId="2120621833" sldId="1301"/>
        </pc:sldMkLst>
      </pc:sldChg>
      <pc:sldChg chg="add del">
        <pc:chgData name="Sanmukh Kuppannagari" userId="ad215094-da36-4b66-9c79-369a17aea26b" providerId="ADAL" clId="{5AD0DD8E-94C3-43F5-AB7F-2D8E935C9CFF}" dt="2024-10-15T14:43:51.572" v="629"/>
        <pc:sldMkLst>
          <pc:docMk/>
          <pc:sldMk cId="761206213" sldId="1302"/>
        </pc:sldMkLst>
      </pc:sldChg>
      <pc:sldChg chg="addSp modSp">
        <pc:chgData name="Sanmukh Kuppannagari" userId="ad215094-da36-4b66-9c79-369a17aea26b" providerId="ADAL" clId="{5AD0DD8E-94C3-43F5-AB7F-2D8E935C9CFF}" dt="2024-10-15T14:20:53.772" v="436"/>
        <pc:sldMkLst>
          <pc:docMk/>
          <pc:sldMk cId="3902944658" sldId="1309"/>
        </pc:sldMkLst>
      </pc:sldChg>
      <pc:sldChg chg="addSp modSp">
        <pc:chgData name="Sanmukh Kuppannagari" userId="ad215094-da36-4b66-9c79-369a17aea26b" providerId="ADAL" clId="{5AD0DD8E-94C3-43F5-AB7F-2D8E935C9CFF}" dt="2024-10-15T14:20:55.611" v="437"/>
        <pc:sldMkLst>
          <pc:docMk/>
          <pc:sldMk cId="2577631310" sldId="1310"/>
        </pc:sldMkLst>
      </pc:sldChg>
      <pc:sldChg chg="addSp modSp">
        <pc:chgData name="Sanmukh Kuppannagari" userId="ad215094-da36-4b66-9c79-369a17aea26b" providerId="ADAL" clId="{5AD0DD8E-94C3-43F5-AB7F-2D8E935C9CFF}" dt="2024-10-15T14:20:57.033" v="438"/>
        <pc:sldMkLst>
          <pc:docMk/>
          <pc:sldMk cId="692720287" sldId="1311"/>
        </pc:sldMkLst>
      </pc:sldChg>
      <pc:sldChg chg="addSp modSp mod">
        <pc:chgData name="Sanmukh Kuppannagari" userId="ad215094-da36-4b66-9c79-369a17aea26b" providerId="ADAL" clId="{5AD0DD8E-94C3-43F5-AB7F-2D8E935C9CFF}" dt="2024-10-15T14:20:46.767" v="435" actId="122"/>
        <pc:sldMkLst>
          <pc:docMk/>
          <pc:sldMk cId="4072723455" sldId="1312"/>
        </pc:sldMkLst>
      </pc:sldChg>
      <pc:sldChg chg="addSp modSp">
        <pc:chgData name="Sanmukh Kuppannagari" userId="ad215094-da36-4b66-9c79-369a17aea26b" providerId="ADAL" clId="{5AD0DD8E-94C3-43F5-AB7F-2D8E935C9CFF}" dt="2024-10-15T14:21:03.744" v="440"/>
        <pc:sldMkLst>
          <pc:docMk/>
          <pc:sldMk cId="830590251" sldId="1313"/>
        </pc:sldMkLst>
      </pc:sldChg>
      <pc:sldChg chg="addSp modSp">
        <pc:chgData name="Sanmukh Kuppannagari" userId="ad215094-da36-4b66-9c79-369a17aea26b" providerId="ADAL" clId="{5AD0DD8E-94C3-43F5-AB7F-2D8E935C9CFF}" dt="2024-10-15T14:21:00.492" v="439"/>
        <pc:sldMkLst>
          <pc:docMk/>
          <pc:sldMk cId="3979417289" sldId="1314"/>
        </pc:sldMkLst>
      </pc:sldChg>
      <pc:sldChg chg="addSp modSp mod">
        <pc:chgData name="Sanmukh Kuppannagari" userId="ad215094-da36-4b66-9c79-369a17aea26b" providerId="ADAL" clId="{5AD0DD8E-94C3-43F5-AB7F-2D8E935C9CFF}" dt="2024-10-15T14:21:09.433" v="442" actId="1076"/>
        <pc:sldMkLst>
          <pc:docMk/>
          <pc:sldMk cId="2062603384" sldId="1315"/>
        </pc:sldMkLst>
      </pc:sldChg>
      <pc:sldChg chg="addSp modSp mod">
        <pc:chgData name="Sanmukh Kuppannagari" userId="ad215094-da36-4b66-9c79-369a17aea26b" providerId="ADAL" clId="{5AD0DD8E-94C3-43F5-AB7F-2D8E935C9CFF}" dt="2024-10-15T14:21:15.186" v="444" actId="1076"/>
        <pc:sldMkLst>
          <pc:docMk/>
          <pc:sldMk cId="3238687387" sldId="1316"/>
        </pc:sldMkLst>
      </pc:sldChg>
      <pc:sldChg chg="addSp modSp mod">
        <pc:chgData name="Sanmukh Kuppannagari" userId="ad215094-da36-4b66-9c79-369a17aea26b" providerId="ADAL" clId="{5AD0DD8E-94C3-43F5-AB7F-2D8E935C9CFF}" dt="2024-10-15T14:21:23.356" v="446" actId="1076"/>
        <pc:sldMkLst>
          <pc:docMk/>
          <pc:sldMk cId="105581169" sldId="1317"/>
        </pc:sldMkLst>
      </pc:sldChg>
      <pc:sldChg chg="addSp modSp mod">
        <pc:chgData name="Sanmukh Kuppannagari" userId="ad215094-da36-4b66-9c79-369a17aea26b" providerId="ADAL" clId="{5AD0DD8E-94C3-43F5-AB7F-2D8E935C9CFF}" dt="2024-10-15T14:21:29.336" v="448" actId="1076"/>
        <pc:sldMkLst>
          <pc:docMk/>
          <pc:sldMk cId="1626710577" sldId="1318"/>
        </pc:sldMkLst>
      </pc:sldChg>
      <pc:sldChg chg="addSp modSp mod">
        <pc:chgData name="Sanmukh Kuppannagari" userId="ad215094-da36-4b66-9c79-369a17aea26b" providerId="ADAL" clId="{5AD0DD8E-94C3-43F5-AB7F-2D8E935C9CFF}" dt="2024-10-15T14:21:37.921" v="450" actId="1076"/>
        <pc:sldMkLst>
          <pc:docMk/>
          <pc:sldMk cId="2589855805" sldId="1319"/>
        </pc:sldMkLst>
      </pc:sldChg>
      <pc:sldChg chg="addSp modSp mod">
        <pc:chgData name="Sanmukh Kuppannagari" userId="ad215094-da36-4b66-9c79-369a17aea26b" providerId="ADAL" clId="{5AD0DD8E-94C3-43F5-AB7F-2D8E935C9CFF}" dt="2024-10-15T14:21:44.233" v="452" actId="1076"/>
        <pc:sldMkLst>
          <pc:docMk/>
          <pc:sldMk cId="3870134566" sldId="132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7096827" sldId="134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042243871" sldId="134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4189498737" sldId="135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540455608" sldId="1351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955974285" sldId="1352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90843385" sldId="1353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49718224" sldId="1354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944983638" sldId="1355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602010999" sldId="1356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3928916360" sldId="1357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554485064" sldId="1358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1255597569" sldId="1359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55600020" sldId="1360"/>
        </pc:sldMkLst>
      </pc:sldChg>
      <pc:sldChg chg="add">
        <pc:chgData name="Sanmukh Kuppannagari" userId="ad215094-da36-4b66-9c79-369a17aea26b" providerId="ADAL" clId="{5AD0DD8E-94C3-43F5-AB7F-2D8E935C9CFF}" dt="2024-10-15T14:43:51.572" v="629"/>
        <pc:sldMkLst>
          <pc:docMk/>
          <pc:sldMk cId="2091206708" sldId="1361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324345654" sldId="1363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952027562" sldId="1364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2681935685" sldId="1365"/>
        </pc:sldMkLst>
      </pc:sldChg>
      <pc:sldChg chg="add">
        <pc:chgData name="Sanmukh Kuppannagari" userId="ad215094-da36-4b66-9c79-369a17aea26b" providerId="ADAL" clId="{5AD0DD8E-94C3-43F5-AB7F-2D8E935C9CFF}" dt="2024-10-15T14:37:55.060" v="625"/>
        <pc:sldMkLst>
          <pc:docMk/>
          <pc:sldMk cId="1694987608" sldId="1366"/>
        </pc:sldMkLst>
      </pc:sldChg>
      <pc:sldChg chg="modSp mod">
        <pc:chgData name="Sanmukh Kuppannagari" userId="ad215094-da36-4b66-9c79-369a17aea26b" providerId="ADAL" clId="{5AD0DD8E-94C3-43F5-AB7F-2D8E935C9CFF}" dt="2024-10-15T14:04:41.747" v="252" actId="2057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5AD0DD8E-94C3-43F5-AB7F-2D8E935C9CFF}" dt="2024-10-15T14:46:12.171" v="690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15837963" sldId="1592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224980005" sldId="1593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815668378" sldId="1594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715348697" sldId="1595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2509833866" sldId="1596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616425618" sldId="1597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573490693" sldId="1598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244126963" sldId="1599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309785814" sldId="1600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645901525" sldId="1601"/>
        </pc:sldMkLst>
      </pc:sldChg>
      <pc:sldChg chg="del">
        <pc:chgData name="Sanmukh Kuppannagari" userId="ad215094-da36-4b66-9c79-369a17aea26b" providerId="ADAL" clId="{5AD0DD8E-94C3-43F5-AB7F-2D8E935C9CFF}" dt="2024-10-15T14:04:53.642" v="253" actId="47"/>
        <pc:sldMkLst>
          <pc:docMk/>
          <pc:sldMk cId="15954888" sldId="1602"/>
        </pc:sldMkLst>
      </pc:sldChg>
      <pc:sldChg chg="del">
        <pc:chgData name="Sanmukh Kuppannagari" userId="ad215094-da36-4b66-9c79-369a17aea26b" providerId="ADAL" clId="{5AD0DD8E-94C3-43F5-AB7F-2D8E935C9CFF}" dt="2024-10-15T14:05:06.434" v="256" actId="47"/>
        <pc:sldMkLst>
          <pc:docMk/>
          <pc:sldMk cId="1139153944" sldId="1603"/>
        </pc:sldMkLst>
      </pc:sldChg>
      <pc:sldChg chg="modSp add mod">
        <pc:chgData name="Sanmukh Kuppannagari" userId="ad215094-da36-4b66-9c79-369a17aea26b" providerId="ADAL" clId="{5AD0DD8E-94C3-43F5-AB7F-2D8E935C9CFF}" dt="2024-10-15T14:05:04.491" v="255" actId="207"/>
        <pc:sldMkLst>
          <pc:docMk/>
          <pc:sldMk cId="4030791014" sldId="1604"/>
        </pc:sldMkLst>
      </pc:sldChg>
      <pc:sldChg chg="addSp modSp add mod">
        <pc:chgData name="Sanmukh Kuppannagari" userId="ad215094-da36-4b66-9c79-369a17aea26b" providerId="ADAL" clId="{5AD0DD8E-94C3-43F5-AB7F-2D8E935C9CFF}" dt="2024-10-15T14:21:55.214" v="454" actId="1076"/>
        <pc:sldMkLst>
          <pc:docMk/>
          <pc:sldMk cId="1460223335" sldId="1605"/>
        </pc:sldMkLst>
      </pc:sldChg>
      <pc:sldChg chg="modSp new mod">
        <pc:chgData name="Sanmukh Kuppannagari" userId="ad215094-da36-4b66-9c79-369a17aea26b" providerId="ADAL" clId="{5AD0DD8E-94C3-43F5-AB7F-2D8E935C9CFF}" dt="2024-10-15T14:15:03.705" v="334" actId="207"/>
        <pc:sldMkLst>
          <pc:docMk/>
          <pc:sldMk cId="95513352" sldId="1606"/>
        </pc:sldMkLst>
      </pc:sldChg>
      <pc:sldChg chg="modSp add">
        <pc:chgData name="Sanmukh Kuppannagari" userId="ad215094-da36-4b66-9c79-369a17aea26b" providerId="ADAL" clId="{5AD0DD8E-94C3-43F5-AB7F-2D8E935C9CFF}" dt="2024-10-15T14:35:10.724" v="620" actId="20577"/>
        <pc:sldMkLst>
          <pc:docMk/>
          <pc:sldMk cId="1256665225" sldId="1607"/>
        </pc:sldMkLst>
      </pc:sldChg>
      <pc:sldChg chg="modSp add mod">
        <pc:chgData name="Sanmukh Kuppannagari" userId="ad215094-da36-4b66-9c79-369a17aea26b" providerId="ADAL" clId="{5AD0DD8E-94C3-43F5-AB7F-2D8E935C9CFF}" dt="2024-10-15T14:22:24.084" v="519" actId="207"/>
        <pc:sldMkLst>
          <pc:docMk/>
          <pc:sldMk cId="4149257190" sldId="1608"/>
        </pc:sldMkLst>
      </pc:sldChg>
      <pc:sldChg chg="modSp add mod">
        <pc:chgData name="Sanmukh Kuppannagari" userId="ad215094-da36-4b66-9c79-369a17aea26b" providerId="ADAL" clId="{5AD0DD8E-94C3-43F5-AB7F-2D8E935C9CFF}" dt="2024-10-15T14:23:16.805" v="521" actId="208"/>
        <pc:sldMkLst>
          <pc:docMk/>
          <pc:sldMk cId="455736369" sldId="1609"/>
        </pc:sldMkLst>
      </pc:sldChg>
      <pc:sldChg chg="addSp delSp modSp add mod">
        <pc:chgData name="Sanmukh Kuppannagari" userId="ad215094-da36-4b66-9c79-369a17aea26b" providerId="ADAL" clId="{5AD0DD8E-94C3-43F5-AB7F-2D8E935C9CFF}" dt="2024-10-15T14:33:43.174" v="613" actId="1076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5AD0DD8E-94C3-43F5-AB7F-2D8E935C9CFF}" dt="2024-10-15T14:30:39.725" v="522"/>
        <pc:sldMkLst>
          <pc:docMk/>
          <pc:sldMk cId="3322584748" sldId="1611"/>
        </pc:sldMkLst>
      </pc:sldChg>
      <pc:sldChg chg="modSp add mod">
        <pc:chgData name="Sanmukh Kuppannagari" userId="ad215094-da36-4b66-9c79-369a17aea26b" providerId="ADAL" clId="{5AD0DD8E-94C3-43F5-AB7F-2D8E935C9CFF}" dt="2024-10-15T14:36:21.806" v="622" actId="207"/>
        <pc:sldMkLst>
          <pc:docMk/>
          <pc:sldMk cId="3968471985" sldId="1612"/>
        </pc:sldMkLst>
      </pc:sldChg>
      <pc:sldChg chg="modSp new mod">
        <pc:chgData name="Sanmukh Kuppannagari" userId="ad215094-da36-4b66-9c79-369a17aea26b" providerId="ADAL" clId="{5AD0DD8E-94C3-43F5-AB7F-2D8E935C9CFF}" dt="2024-10-15T17:05:34.964" v="891" actId="20577"/>
        <pc:sldMkLst>
          <pc:docMk/>
          <pc:sldMk cId="1500153295" sldId="1613"/>
        </pc:sldMkLst>
      </pc:sldChg>
      <pc:sldChg chg="new del">
        <pc:chgData name="Sanmukh Kuppannagari" userId="ad215094-da36-4b66-9c79-369a17aea26b" providerId="ADAL" clId="{5AD0DD8E-94C3-43F5-AB7F-2D8E935C9CFF}" dt="2024-10-15T14:43:09.131" v="628" actId="2696"/>
        <pc:sldMkLst>
          <pc:docMk/>
          <pc:sldMk cId="3394277621" sldId="1613"/>
        </pc:sldMkLst>
      </pc:sldChg>
    </pc:docChg>
  </pc:docChgLst>
  <pc:docChgLst>
    <pc:chgData name="Sanmukh Kuppannagari" userId="ad215094-da36-4b66-9c79-369a17aea26b" providerId="ADAL" clId="{14DF58E2-5DCD-486C-9091-D93E447591FD}"/>
    <pc:docChg chg="custSel addSld delSld modSld sldOrd">
      <pc:chgData name="Sanmukh Kuppannagari" userId="ad215094-da36-4b66-9c79-369a17aea26b" providerId="ADAL" clId="{14DF58E2-5DCD-486C-9091-D93E447591FD}" dt="2024-10-03T15:17:44.142" v="3678" actId="20577"/>
      <pc:docMkLst>
        <pc:docMk/>
      </pc:docMkLst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402981858" sldId="386"/>
        </pc:sldMkLst>
      </pc:sldChg>
      <pc:sldChg chg="add">
        <pc:chgData name="Sanmukh Kuppannagari" userId="ad215094-da36-4b66-9c79-369a17aea26b" providerId="ADAL" clId="{14DF58E2-5DCD-486C-9091-D93E447591FD}" dt="2024-10-03T13:46:17.043" v="105"/>
        <pc:sldMkLst>
          <pc:docMk/>
          <pc:sldMk cId="1837546598" sldId="965"/>
        </pc:sldMkLst>
      </pc:sldChg>
      <pc:sldChg chg="modSp add mod">
        <pc:chgData name="Sanmukh Kuppannagari" userId="ad215094-da36-4b66-9c79-369a17aea26b" providerId="ADAL" clId="{14DF58E2-5DCD-486C-9091-D93E447591FD}" dt="2024-10-03T13:48:03.639" v="338" actId="20577"/>
        <pc:sldMkLst>
          <pc:docMk/>
          <pc:sldMk cId="3747551071" sldId="9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574746539" sldId="125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927700788" sldId="1257"/>
        </pc:sldMkLst>
      </pc:sldChg>
      <pc:sldChg chg="addSp modSp add mod">
        <pc:chgData name="Sanmukh Kuppannagari" userId="ad215094-da36-4b66-9c79-369a17aea26b" providerId="ADAL" clId="{14DF58E2-5DCD-486C-9091-D93E447591FD}" dt="2024-10-03T15:13:15.224" v="3621" actId="1076"/>
        <pc:sldMkLst>
          <pc:docMk/>
          <pc:sldMk cId="1750676043" sldId="125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80733138" sldId="1263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1938244019" sldId="1264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14DF58E2-5DCD-486C-9091-D93E447591FD}" dt="2024-10-03T14:39:08.210" v="3591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14DF58E2-5DCD-486C-9091-D93E447591FD}" dt="2024-10-03T14:40:06.405" v="3595"/>
        <pc:sldMkLst>
          <pc:docMk/>
          <pc:sldMk cId="2899752863" sldId="1280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199527142" sldId="1281"/>
        </pc:sldMkLst>
      </pc:sldChg>
      <pc:sldChg chg="add">
        <pc:chgData name="Sanmukh Kuppannagari" userId="ad215094-da36-4b66-9c79-369a17aea26b" providerId="ADAL" clId="{14DF58E2-5DCD-486C-9091-D93E447591FD}" dt="2024-10-03T14:44:07.344" v="3596"/>
        <pc:sldMkLst>
          <pc:docMk/>
          <pc:sldMk cId="1004796864" sldId="12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14DF58E2-5DCD-486C-9091-D93E447591FD}" dt="2024-10-03T14:48:21.289" v="3597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14DF58E2-5DCD-486C-9091-D93E447591FD}" dt="2024-10-03T15:17:44.142" v="3678" actId="20577"/>
        <pc:sldMkLst>
          <pc:docMk/>
          <pc:sldMk cId="3927615945" sldId="132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25259238" sldId="1323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48302563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10092015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558153898" sldId="1325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9066671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446468191" sldId="1329"/>
        </pc:sldMkLst>
      </pc:sldChg>
      <pc:sldChg chg="add">
        <pc:chgData name="Sanmukh Kuppannagari" userId="ad215094-da36-4b66-9c79-369a17aea26b" providerId="ADAL" clId="{14DF58E2-5DCD-486C-9091-D93E447591FD}" dt="2024-10-03T14:53:24.102" v="3598"/>
        <pc:sldMkLst>
          <pc:docMk/>
          <pc:sldMk cId="3270243835" sldId="1330"/>
        </pc:sldMkLst>
      </pc:sldChg>
      <pc:sldChg chg="modSp add">
        <pc:chgData name="Sanmukh Kuppannagari" userId="ad215094-da36-4b66-9c79-369a17aea26b" providerId="ADAL" clId="{14DF58E2-5DCD-486C-9091-D93E447591FD}" dt="2024-10-03T14:54:13.739" v="3604" actId="20577"/>
        <pc:sldMkLst>
          <pc:docMk/>
          <pc:sldMk cId="580580032" sldId="133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14DF58E2-5DCD-486C-9091-D93E447591FD}" dt="2024-10-03T15:10:46.464" v="3611" actId="20577"/>
        <pc:sldMkLst>
          <pc:docMk/>
          <pc:sldMk cId="189707620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14DF58E2-5DCD-486C-9091-D93E447591FD}" dt="2024-10-03T10:25:48.480" v="29" actId="47"/>
        <pc:sldMkLst>
          <pc:docMk/>
          <pc:sldMk cId="48973366" sldId="1514"/>
        </pc:sldMkLst>
      </pc:sldChg>
      <pc:sldChg chg="modSp mod">
        <pc:chgData name="Sanmukh Kuppannagari" userId="ad215094-da36-4b66-9c79-369a17aea26b" providerId="ADAL" clId="{14DF58E2-5DCD-486C-9091-D93E447591FD}" dt="2024-10-03T10:26:04.208" v="35" actId="5793"/>
        <pc:sldMkLst>
          <pc:docMk/>
          <pc:sldMk cId="312789784" sldId="154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14DF58E2-5DCD-486C-9091-D93E447591FD}" dt="2024-10-03T10:27:23.846" v="104" actId="20577"/>
        <pc:sldMkLst>
          <pc:docMk/>
          <pc:sldMk cId="1297240811" sldId="155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14DF58E2-5DCD-486C-9091-D93E447591FD}" dt="2024-10-03T10:26:20.787" v="37" actId="47"/>
        <pc:sldMkLst>
          <pc:docMk/>
          <pc:sldMk cId="2024305596" sldId="1591"/>
        </pc:sldMkLst>
      </pc:sldChg>
      <pc:sldChg chg="modSp add mod">
        <pc:chgData name="Sanmukh Kuppannagari" userId="ad215094-da36-4b66-9c79-369a17aea26b" providerId="ADAL" clId="{14DF58E2-5DCD-486C-9091-D93E447591FD}" dt="2024-10-03T14:39:17.709" v="3592" actId="207"/>
        <pc:sldMkLst>
          <pc:docMk/>
          <pc:sldMk cId="215837963" sldId="1592"/>
        </pc:sldMkLst>
      </pc:sldChg>
      <pc:sldChg chg="modSp new mod">
        <pc:chgData name="Sanmukh Kuppannagari" userId="ad215094-da36-4b66-9c79-369a17aea26b" providerId="ADAL" clId="{14DF58E2-5DCD-486C-9091-D93E447591FD}" dt="2024-10-03T13:51:31.444" v="1022" actId="20577"/>
        <pc:sldMkLst>
          <pc:docMk/>
          <pc:sldMk cId="2224980005" sldId="1593"/>
        </pc:sldMkLst>
      </pc:sldChg>
      <pc:sldChg chg="modSp new mod">
        <pc:chgData name="Sanmukh Kuppannagari" userId="ad215094-da36-4b66-9c79-369a17aea26b" providerId="ADAL" clId="{14DF58E2-5DCD-486C-9091-D93E447591FD}" dt="2024-10-03T13:53:39.615" v="1359" actId="20577"/>
        <pc:sldMkLst>
          <pc:docMk/>
          <pc:sldMk cId="3815668378" sldId="1594"/>
        </pc:sldMkLst>
      </pc:sldChg>
      <pc:sldChg chg="modSp new mod">
        <pc:chgData name="Sanmukh Kuppannagari" userId="ad215094-da36-4b66-9c79-369a17aea26b" providerId="ADAL" clId="{14DF58E2-5DCD-486C-9091-D93E447591FD}" dt="2024-10-03T13:58:21.495" v="1812" actId="20577"/>
        <pc:sldMkLst>
          <pc:docMk/>
          <pc:sldMk cId="1715348697" sldId="1595"/>
        </pc:sldMkLst>
      </pc:sldChg>
      <pc:sldChg chg="modSp new mod">
        <pc:chgData name="Sanmukh Kuppannagari" userId="ad215094-da36-4b66-9c79-369a17aea26b" providerId="ADAL" clId="{14DF58E2-5DCD-486C-9091-D93E447591FD}" dt="2024-10-03T14:02:41.615" v="2216" actId="20577"/>
        <pc:sldMkLst>
          <pc:docMk/>
          <pc:sldMk cId="2509833866" sldId="1596"/>
        </pc:sldMkLst>
      </pc:sldChg>
      <pc:sldChg chg="modSp new mod ord">
        <pc:chgData name="Sanmukh Kuppannagari" userId="ad215094-da36-4b66-9c79-369a17aea26b" providerId="ADAL" clId="{14DF58E2-5DCD-486C-9091-D93E447591FD}" dt="2024-10-03T14:05:47.216" v="2633" actId="27636"/>
        <pc:sldMkLst>
          <pc:docMk/>
          <pc:sldMk cId="616425618" sldId="1597"/>
        </pc:sldMkLst>
      </pc:sldChg>
      <pc:sldChg chg="modSp new mod">
        <pc:chgData name="Sanmukh Kuppannagari" userId="ad215094-da36-4b66-9c79-369a17aea26b" providerId="ADAL" clId="{14DF58E2-5DCD-486C-9091-D93E447591FD}" dt="2024-10-03T14:07:20.074" v="2794" actId="20577"/>
        <pc:sldMkLst>
          <pc:docMk/>
          <pc:sldMk cId="573490693" sldId="1598"/>
        </pc:sldMkLst>
      </pc:sldChg>
      <pc:sldChg chg="modSp new mod">
        <pc:chgData name="Sanmukh Kuppannagari" userId="ad215094-da36-4b66-9c79-369a17aea26b" providerId="ADAL" clId="{14DF58E2-5DCD-486C-9091-D93E447591FD}" dt="2024-10-03T14:09:16.036" v="3118" actId="20577"/>
        <pc:sldMkLst>
          <pc:docMk/>
          <pc:sldMk cId="3244126963" sldId="1599"/>
        </pc:sldMkLst>
      </pc:sldChg>
      <pc:sldChg chg="modSp new mod">
        <pc:chgData name="Sanmukh Kuppannagari" userId="ad215094-da36-4b66-9c79-369a17aea26b" providerId="ADAL" clId="{14DF58E2-5DCD-486C-9091-D93E447591FD}" dt="2024-10-03T14:14:19.109" v="3383" actId="20577"/>
        <pc:sldMkLst>
          <pc:docMk/>
          <pc:sldMk cId="309785814" sldId="1600"/>
        </pc:sldMkLst>
      </pc:sldChg>
      <pc:sldChg chg="modSp new mod">
        <pc:chgData name="Sanmukh Kuppannagari" userId="ad215094-da36-4b66-9c79-369a17aea26b" providerId="ADAL" clId="{14DF58E2-5DCD-486C-9091-D93E447591FD}" dt="2024-10-03T14:15:43.405" v="3510" actId="20577"/>
        <pc:sldMkLst>
          <pc:docMk/>
          <pc:sldMk cId="1645901525" sldId="1601"/>
        </pc:sldMkLst>
      </pc:sldChg>
      <pc:sldChg chg="modSp new mod">
        <pc:chgData name="Sanmukh Kuppannagari" userId="ad215094-da36-4b66-9c79-369a17aea26b" providerId="ADAL" clId="{14DF58E2-5DCD-486C-9091-D93E447591FD}" dt="2024-10-03T14:16:15.270" v="3590" actId="20577"/>
        <pc:sldMkLst>
          <pc:docMk/>
          <pc:sldMk cId="15954888" sldId="1602"/>
        </pc:sldMkLst>
      </pc:sldChg>
      <pc:sldChg chg="modSp add mod">
        <pc:chgData name="Sanmukh Kuppannagari" userId="ad215094-da36-4b66-9c79-369a17aea26b" providerId="ADAL" clId="{14DF58E2-5DCD-486C-9091-D93E447591FD}" dt="2024-10-03T14:39:35.623" v="3594" actId="207"/>
        <pc:sldMkLst>
          <pc:docMk/>
          <pc:sldMk cId="1139153944" sldId="1603"/>
        </pc:sldMkLst>
      </pc:sldChg>
    </pc:docChg>
  </pc:docChgLst>
  <pc:docChgLst>
    <pc:chgData name="Sanmukh Kuppannagari" userId="ad215094-da36-4b66-9c79-369a17aea26b" providerId="ADAL" clId="{18DA49F4-CD4F-46E0-AB35-D6CB797BE416}"/>
    <pc:docChg chg="custSel delSld modSld">
      <pc:chgData name="Sanmukh Kuppannagari" userId="ad215094-da36-4b66-9c79-369a17aea26b" providerId="ADAL" clId="{18DA49F4-CD4F-46E0-AB35-D6CB797BE416}" dt="2025-11-06T02:47:51.678" v="576" actId="5793"/>
      <pc:docMkLst>
        <pc:docMk/>
      </pc:docMkLst>
      <pc:sldChg chg="modSp mod">
        <pc:chgData name="Sanmukh Kuppannagari" userId="ad215094-da36-4b66-9c79-369a17aea26b" providerId="ADAL" clId="{18DA49F4-CD4F-46E0-AB35-D6CB797BE416}" dt="2025-11-06T01:23:21.587" v="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18DA49F4-CD4F-46E0-AB35-D6CB797BE416}" dt="2025-11-06T01:23:21.587" v="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Sp mod">
        <pc:chgData name="Sanmukh Kuppannagari" userId="ad215094-da36-4b66-9c79-369a17aea26b" providerId="ADAL" clId="{18DA49F4-CD4F-46E0-AB35-D6CB797BE416}" dt="2025-11-06T02:26:58.077" v="453" actId="478"/>
        <pc:sldMkLst>
          <pc:docMk/>
          <pc:sldMk cId="3533229006" sldId="268"/>
        </pc:sldMkLst>
        <pc:spChg chg="del">
          <ac:chgData name="Sanmukh Kuppannagari" userId="ad215094-da36-4b66-9c79-369a17aea26b" providerId="ADAL" clId="{18DA49F4-CD4F-46E0-AB35-D6CB797BE416}" dt="2025-11-06T02:26:58.077" v="453" actId="478"/>
          <ac:spMkLst>
            <pc:docMk/>
            <pc:sldMk cId="3533229006" sldId="268"/>
            <ac:spMk id="2" creationId="{00000000-0000-0000-0000-000000000000}"/>
          </ac:spMkLst>
        </pc:spChg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2642091756" sldId="272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3597565292" sldId="274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524082761" sldId="306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1583269833" sldId="331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3781682477" sldId="332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1702116543" sldId="333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2009248266" sldId="334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339992507" sldId="335"/>
        </pc:sldMkLst>
      </pc:sldChg>
      <pc:sldChg chg="modSp mod">
        <pc:chgData name="Sanmukh Kuppannagari" userId="ad215094-da36-4b66-9c79-369a17aea26b" providerId="ADAL" clId="{18DA49F4-CD4F-46E0-AB35-D6CB797BE416}" dt="2025-11-06T01:28:02.495" v="401" actId="20577"/>
        <pc:sldMkLst>
          <pc:docMk/>
          <pc:sldMk cId="3557461879" sldId="374"/>
        </pc:sldMkLst>
        <pc:spChg chg="mod">
          <ac:chgData name="Sanmukh Kuppannagari" userId="ad215094-da36-4b66-9c79-369a17aea26b" providerId="ADAL" clId="{18DA49F4-CD4F-46E0-AB35-D6CB797BE416}" dt="2025-11-06T01:28:02.495" v="401" actId="20577"/>
          <ac:spMkLst>
            <pc:docMk/>
            <pc:sldMk cId="3557461879" sldId="374"/>
            <ac:spMk id="3" creationId="{A57E7A8A-2CCA-A1A4-8196-50BB10190163}"/>
          </ac:spMkLst>
        </pc:spChg>
      </pc:sldChg>
      <pc:sldChg chg="modSp mod">
        <pc:chgData name="Sanmukh Kuppannagari" userId="ad215094-da36-4b66-9c79-369a17aea26b" providerId="ADAL" clId="{18DA49F4-CD4F-46E0-AB35-D6CB797BE416}" dt="2025-11-06T02:26:26.304" v="451" actId="5793"/>
        <pc:sldMkLst>
          <pc:docMk/>
          <pc:sldMk cId="3518218886" sldId="381"/>
        </pc:sldMkLst>
        <pc:spChg chg="mod">
          <ac:chgData name="Sanmukh Kuppannagari" userId="ad215094-da36-4b66-9c79-369a17aea26b" providerId="ADAL" clId="{18DA49F4-CD4F-46E0-AB35-D6CB797BE416}" dt="2025-11-06T02:26:26.304" v="451" actId="5793"/>
          <ac:spMkLst>
            <pc:docMk/>
            <pc:sldMk cId="3518218886" sldId="381"/>
            <ac:spMk id="3" creationId="{E73E162C-3CEB-665D-DFB9-B4D332C28FD4}"/>
          </ac:spMkLst>
        </pc:spChg>
      </pc:sldChg>
      <pc:sldChg chg="modSp">
        <pc:chgData name="Sanmukh Kuppannagari" userId="ad215094-da36-4b66-9c79-369a17aea26b" providerId="ADAL" clId="{18DA49F4-CD4F-46E0-AB35-D6CB797BE416}" dt="2025-11-06T02:26:44.102" v="452" actId="20577"/>
        <pc:sldMkLst>
          <pc:docMk/>
          <pc:sldMk cId="786365083" sldId="382"/>
        </pc:sldMkLst>
        <pc:spChg chg="mod">
          <ac:chgData name="Sanmukh Kuppannagari" userId="ad215094-da36-4b66-9c79-369a17aea26b" providerId="ADAL" clId="{18DA49F4-CD4F-46E0-AB35-D6CB797BE416}" dt="2025-11-06T02:26:44.102" v="452" actId="20577"/>
          <ac:spMkLst>
            <pc:docMk/>
            <pc:sldMk cId="786365083" sldId="382"/>
            <ac:spMk id="6" creationId="{67C25426-20FF-904F-CBD1-C12E66393505}"/>
          </ac:spMkLst>
        </pc:spChg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3769614656" sldId="404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1404695635" sldId="407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2864559443" sldId="408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2058244021" sldId="409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649591942" sldId="412"/>
        </pc:sldMkLst>
      </pc:sldChg>
      <pc:sldChg chg="del">
        <pc:chgData name="Sanmukh Kuppannagari" userId="ad215094-da36-4b66-9c79-369a17aea26b" providerId="ADAL" clId="{18DA49F4-CD4F-46E0-AB35-D6CB797BE416}" dt="2025-11-06T02:47:35.308" v="573" actId="47"/>
        <pc:sldMkLst>
          <pc:docMk/>
          <pc:sldMk cId="1127968122" sldId="413"/>
        </pc:sldMkLst>
      </pc:sldChg>
      <pc:sldChg chg="modSp mod">
        <pc:chgData name="Sanmukh Kuppannagari" userId="ad215094-da36-4b66-9c79-369a17aea26b" providerId="ADAL" clId="{18DA49F4-CD4F-46E0-AB35-D6CB797BE416}" dt="2025-11-06T02:47:12.985" v="572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18DA49F4-CD4F-46E0-AB35-D6CB797BE416}" dt="2025-11-06T02:47:12.985" v="572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modSp mod">
        <pc:chgData name="Sanmukh Kuppannagari" userId="ad215094-da36-4b66-9c79-369a17aea26b" providerId="ADAL" clId="{18DA49F4-CD4F-46E0-AB35-D6CB797BE416}" dt="2025-11-06T02:47:51.678" v="576" actId="5793"/>
        <pc:sldMkLst>
          <pc:docMk/>
          <pc:sldMk cId="3183358524" sldId="1568"/>
        </pc:sldMkLst>
        <pc:spChg chg="mod">
          <ac:chgData name="Sanmukh Kuppannagari" userId="ad215094-da36-4b66-9c79-369a17aea26b" providerId="ADAL" clId="{18DA49F4-CD4F-46E0-AB35-D6CB797BE416}" dt="2025-11-06T02:47:51.678" v="576" actId="5793"/>
          <ac:spMkLst>
            <pc:docMk/>
            <pc:sldMk cId="3183358524" sldId="1568"/>
            <ac:spMk id="3" creationId="{2EC10C35-0549-AEF0-42D6-A2DE08E0C9AB}"/>
          </ac:spMkLst>
        </pc:spChg>
      </pc:sldChg>
      <pc:sldChg chg="modSp mod">
        <pc:chgData name="Sanmukh Kuppannagari" userId="ad215094-da36-4b66-9c79-369a17aea26b" providerId="ADAL" clId="{18DA49F4-CD4F-46E0-AB35-D6CB797BE416}" dt="2025-11-06T02:27:43.182" v="466" actId="20577"/>
        <pc:sldMkLst>
          <pc:docMk/>
          <pc:sldMk cId="3470486560" sldId="1569"/>
        </pc:sldMkLst>
        <pc:spChg chg="mod">
          <ac:chgData name="Sanmukh Kuppannagari" userId="ad215094-da36-4b66-9c79-369a17aea26b" providerId="ADAL" clId="{18DA49F4-CD4F-46E0-AB35-D6CB797BE416}" dt="2025-11-06T02:27:43.182" v="466" actId="20577"/>
          <ac:spMkLst>
            <pc:docMk/>
            <pc:sldMk cId="3470486560" sldId="1569"/>
            <ac:spMk id="3" creationId="{7A28429E-4BB8-1876-1BDD-82428F4CE4EB}"/>
          </ac:spMkLst>
        </pc:spChg>
      </pc:sldChg>
      <pc:sldChg chg="modSp">
        <pc:chgData name="Sanmukh Kuppannagari" userId="ad215094-da36-4b66-9c79-369a17aea26b" providerId="ADAL" clId="{18DA49F4-CD4F-46E0-AB35-D6CB797BE416}" dt="2025-11-06T02:32:15.904" v="467"/>
        <pc:sldMkLst>
          <pc:docMk/>
          <pc:sldMk cId="3460381202" sldId="1591"/>
        </pc:sldMkLst>
        <pc:spChg chg="mod">
          <ac:chgData name="Sanmukh Kuppannagari" userId="ad215094-da36-4b66-9c79-369a17aea26b" providerId="ADAL" clId="{18DA49F4-CD4F-46E0-AB35-D6CB797BE416}" dt="2025-11-06T02:32:15.904" v="467"/>
          <ac:spMkLst>
            <pc:docMk/>
            <pc:sldMk cId="3460381202" sldId="1591"/>
            <ac:spMk id="3" creationId="{7A28429E-4BB8-1876-1BDD-82428F4CE4EB}"/>
          </ac:spMkLst>
        </pc:spChg>
      </pc:sldChg>
      <pc:sldChg chg="modSp mod">
        <pc:chgData name="Sanmukh Kuppannagari" userId="ad215094-da36-4b66-9c79-369a17aea26b" providerId="ADAL" clId="{18DA49F4-CD4F-46E0-AB35-D6CB797BE416}" dt="2025-11-06T02:41:44.003" v="469" actId="6549"/>
        <pc:sldMkLst>
          <pc:docMk/>
          <pc:sldMk cId="1219640330" sldId="1593"/>
        </pc:sldMkLst>
        <pc:spChg chg="mod">
          <ac:chgData name="Sanmukh Kuppannagari" userId="ad215094-da36-4b66-9c79-369a17aea26b" providerId="ADAL" clId="{18DA49F4-CD4F-46E0-AB35-D6CB797BE416}" dt="2025-11-06T02:41:44.003" v="469" actId="6549"/>
          <ac:spMkLst>
            <pc:docMk/>
            <pc:sldMk cId="1219640330" sldId="1593"/>
            <ac:spMk id="104" creationId="{00000000-0000-0000-0000-000000000000}"/>
          </ac:spMkLst>
        </pc:spChg>
      </pc:sld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  <pc:docChgLst>
    <pc:chgData name="Sanmukh Kuppannagari" userId="ad215094-da36-4b66-9c79-369a17aea26b" providerId="ADAL" clId="{9537EAB1-655A-4E47-8FB9-582DCDBDC643}"/>
    <pc:docChg chg="modSld">
      <pc:chgData name="Sanmukh Kuppannagari" userId="ad215094-da36-4b66-9c79-369a17aea26b" providerId="ADAL" clId="{9537EAB1-655A-4E47-8FB9-582DCDBDC643}" dt="2025-11-06T20:56:53.544" v="1" actId="20577"/>
      <pc:docMkLst>
        <pc:docMk/>
      </pc:docMkLst>
      <pc:sldChg chg="modSp mod">
        <pc:chgData name="Sanmukh Kuppannagari" userId="ad215094-da36-4b66-9c79-369a17aea26b" providerId="ADAL" clId="{9537EAB1-655A-4E47-8FB9-582DCDBDC643}" dt="2025-11-06T20:56:53.544" v="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9537EAB1-655A-4E47-8FB9-582DCDBDC643}" dt="2025-11-06T20:56:53.544" v="1" actId="20577"/>
          <ac:spMkLst>
            <pc:docMk/>
            <pc:sldMk cId="728785357" sldId="256"/>
            <ac:spMk id="3" creationId="{C46BB279-3651-105A-8503-217F67B1FED8}"/>
          </ac:spMkLst>
        </pc:spChg>
      </pc:sldChg>
    </pc:docChg>
  </pc:docChgLst>
  <pc:docChgLst>
    <pc:chgData name="Sanmukh Kuppannagari" userId="ad215094-da36-4b66-9c79-369a17aea26b" providerId="ADAL" clId="{DC1972DA-D35E-4E93-B58E-F3B37703BD11}"/>
    <pc:docChg chg="custSel modSld">
      <pc:chgData name="Sanmukh Kuppannagari" userId="ad215094-da36-4b66-9c79-369a17aea26b" providerId="ADAL" clId="{DC1972DA-D35E-4E93-B58E-F3B37703BD11}" dt="2025-11-06T18:39:18.340" v="10" actId="478"/>
      <pc:docMkLst>
        <pc:docMk/>
      </pc:docMkLst>
      <pc:sldChg chg="modTransition">
        <pc:chgData name="Sanmukh Kuppannagari" userId="ad215094-da36-4b66-9c79-369a17aea26b" providerId="ADAL" clId="{DC1972DA-D35E-4E93-B58E-F3B37703BD11}" dt="2025-11-06T18:38:37.747" v="0"/>
        <pc:sldMkLst>
          <pc:docMk/>
          <pc:sldMk cId="3533229006" sldId="268"/>
        </pc:sldMkLst>
      </pc:sldChg>
      <pc:sldChg chg="modTransition">
        <pc:chgData name="Sanmukh Kuppannagari" userId="ad215094-da36-4b66-9c79-369a17aea26b" providerId="ADAL" clId="{DC1972DA-D35E-4E93-B58E-F3B37703BD11}" dt="2025-11-06T18:38:41.057" v="1"/>
        <pc:sldMkLst>
          <pc:docMk/>
          <pc:sldMk cId="419610907" sldId="269"/>
        </pc:sldMkLst>
      </pc:sldChg>
      <pc:sldChg chg="modTransition">
        <pc:chgData name="Sanmukh Kuppannagari" userId="ad215094-da36-4b66-9c79-369a17aea26b" providerId="ADAL" clId="{DC1972DA-D35E-4E93-B58E-F3B37703BD11}" dt="2025-11-06T18:38:54.383" v="4"/>
        <pc:sldMkLst>
          <pc:docMk/>
          <pc:sldMk cId="2792377922" sldId="270"/>
        </pc:sldMkLst>
      </pc:sldChg>
      <pc:sldChg chg="modTransition">
        <pc:chgData name="Sanmukh Kuppannagari" userId="ad215094-da36-4b66-9c79-369a17aea26b" providerId="ADAL" clId="{DC1972DA-D35E-4E93-B58E-F3B37703BD11}" dt="2025-11-06T18:38:56.440" v="5"/>
        <pc:sldMkLst>
          <pc:docMk/>
          <pc:sldMk cId="1680120527" sldId="271"/>
        </pc:sldMkLst>
      </pc:sldChg>
      <pc:sldChg chg="modTransition">
        <pc:chgData name="Sanmukh Kuppannagari" userId="ad215094-da36-4b66-9c79-369a17aea26b" providerId="ADAL" clId="{DC1972DA-D35E-4E93-B58E-F3B37703BD11}" dt="2025-11-06T18:38:51.239" v="3"/>
        <pc:sldMkLst>
          <pc:docMk/>
          <pc:sldMk cId="528188491" sldId="296"/>
        </pc:sldMkLst>
      </pc:sldChg>
      <pc:sldChg chg="modTransition">
        <pc:chgData name="Sanmukh Kuppannagari" userId="ad215094-da36-4b66-9c79-369a17aea26b" providerId="ADAL" clId="{DC1972DA-D35E-4E93-B58E-F3B37703BD11}" dt="2025-11-06T18:38:49.102" v="2"/>
        <pc:sldMkLst>
          <pc:docMk/>
          <pc:sldMk cId="1503363967" sldId="307"/>
        </pc:sldMkLst>
      </pc:sldChg>
      <pc:sldChg chg="modTransition">
        <pc:chgData name="Sanmukh Kuppannagari" userId="ad215094-da36-4b66-9c79-369a17aea26b" providerId="ADAL" clId="{DC1972DA-D35E-4E93-B58E-F3B37703BD11}" dt="2025-11-06T18:39:01.678" v="7"/>
        <pc:sldMkLst>
          <pc:docMk/>
          <pc:sldMk cId="3467572805" sldId="319"/>
        </pc:sldMkLst>
      </pc:sldChg>
      <pc:sldChg chg="delSp mod">
        <pc:chgData name="Sanmukh Kuppannagari" userId="ad215094-da36-4b66-9c79-369a17aea26b" providerId="ADAL" clId="{DC1972DA-D35E-4E93-B58E-F3B37703BD11}" dt="2025-11-06T18:39:18.340" v="10" actId="478"/>
        <pc:sldMkLst>
          <pc:docMk/>
          <pc:sldMk cId="249010110" sldId="395"/>
        </pc:sldMkLst>
        <pc:spChg chg="del">
          <ac:chgData name="Sanmukh Kuppannagari" userId="ad215094-da36-4b66-9c79-369a17aea26b" providerId="ADAL" clId="{DC1972DA-D35E-4E93-B58E-F3B37703BD11}" dt="2025-11-06T18:39:18.340" v="10" actId="478"/>
          <ac:spMkLst>
            <pc:docMk/>
            <pc:sldMk cId="249010110" sldId="395"/>
            <ac:spMk id="19" creationId="{090B5AA1-7B34-0048-AF8C-CD18E53FAF34}"/>
          </ac:spMkLst>
        </pc:spChg>
      </pc:sldChg>
      <pc:sldChg chg="delSp mod">
        <pc:chgData name="Sanmukh Kuppannagari" userId="ad215094-da36-4b66-9c79-369a17aea26b" providerId="ADAL" clId="{DC1972DA-D35E-4E93-B58E-F3B37703BD11}" dt="2025-11-06T18:39:14.239" v="9" actId="478"/>
        <pc:sldMkLst>
          <pc:docMk/>
          <pc:sldMk cId="1399745747" sldId="400"/>
        </pc:sldMkLst>
        <pc:spChg chg="del">
          <ac:chgData name="Sanmukh Kuppannagari" userId="ad215094-da36-4b66-9c79-369a17aea26b" providerId="ADAL" clId="{DC1972DA-D35E-4E93-B58E-F3B37703BD11}" dt="2025-11-06T18:39:14.239" v="9" actId="478"/>
          <ac:spMkLst>
            <pc:docMk/>
            <pc:sldMk cId="1399745747" sldId="400"/>
            <ac:spMk id="19" creationId="{090B5AA1-7B34-0048-AF8C-CD18E53FAF34}"/>
          </ac:spMkLst>
        </pc:spChg>
      </pc:sldChg>
      <pc:sldChg chg="modTransition">
        <pc:chgData name="Sanmukh Kuppannagari" userId="ad215094-da36-4b66-9c79-369a17aea26b" providerId="ADAL" clId="{DC1972DA-D35E-4E93-B58E-F3B37703BD11}" dt="2025-11-06T18:38:58.519" v="6"/>
        <pc:sldMkLst>
          <pc:docMk/>
          <pc:sldMk cId="1219640330" sldId="1593"/>
        </pc:sldMkLst>
      </pc:sldChg>
      <pc:sldChg chg="modTransition">
        <pc:chgData name="Sanmukh Kuppannagari" userId="ad215094-da36-4b66-9c79-369a17aea26b" providerId="ADAL" clId="{DC1972DA-D35E-4E93-B58E-F3B37703BD11}" dt="2025-11-06T18:39:04.081" v="8"/>
        <pc:sldMkLst>
          <pc:docMk/>
          <pc:sldMk cId="2815170906" sldId="1594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8067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71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92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70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613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82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24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00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63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B61BD6-40F4-4CA7-80C7-3A1955AC54C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9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9926-1E48-441B-9B7A-5850061CF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986" y="63740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fld id="{768403BB-35EA-4024-B38F-4B7F815A1C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755FE4-B6B5-394A-B8D4-9228D31048B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3866" y="940672"/>
            <a:ext cx="10406213" cy="502561"/>
          </a:xfrm>
        </p:spPr>
        <p:txBody>
          <a:bodyPr/>
          <a:lstStyle>
            <a:lvl1pPr marL="0" indent="0" algn="ctr">
              <a:buNone/>
              <a:defRPr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C261D9-2424-244A-B686-C0FA90AA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4" y="96529"/>
            <a:ext cx="10406214" cy="9931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010E23B-0DAF-9C4A-8B0B-1C3A9911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3" y="1443233"/>
            <a:ext cx="11234060" cy="4638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97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fs.hlrs.de/projects/par/par_prog_ws/pdf/mpi_3.1_rab.pdf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fs.hlrs.de/projects/par/par_prog_ws/pdf/mpi_3.1_rab.pdf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1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png"/><Relationship Id="rId4" Type="http://schemas.openxmlformats.org/officeDocument/2006/relationships/image" Target="../media/image2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20</a:t>
            </a:r>
          </a:p>
          <a:p>
            <a:r>
              <a:rPr lang="en-US"/>
              <a:t>11/6/2025</a:t>
            </a:r>
            <a:endParaRPr lang="en-US" dirty="0"/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8C60-D1CD-EF05-9A4D-40F29237E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10C35-0549-AEF0-42D6-A2DE08E0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 of </a:t>
            </a:r>
            <a:r>
              <a:rPr lang="en-US"/>
              <a:t>Accelerators – Basics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35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870CF-D403-1B95-814B-2A52ADFC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of Accelerators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E162C-3CEB-665D-DFB9-B4D332C2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47040" cy="99105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Multiple Accelerator-Memory devices connected through an interconnection network</a:t>
            </a:r>
          </a:p>
          <a:p>
            <a:r>
              <a:rPr lang="en-US" dirty="0"/>
              <a:t>Accelerator – CPU,GPU, Systolic Array, …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74EDD1-34D0-53F9-C267-41F2A86CF7A5}"/>
              </a:ext>
            </a:extLst>
          </p:cNvPr>
          <p:cNvGrpSpPr/>
          <p:nvPr/>
        </p:nvGrpSpPr>
        <p:grpSpPr>
          <a:xfrm>
            <a:off x="2057104" y="3174891"/>
            <a:ext cx="2057400" cy="2819400"/>
            <a:chOff x="3886200" y="1480810"/>
            <a:chExt cx="2133600" cy="324359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E62CBC-207F-6927-1DD6-0F01DEACCB4F}"/>
                </a:ext>
              </a:extLst>
            </p:cNvPr>
            <p:cNvSpPr/>
            <p:nvPr/>
          </p:nvSpPr>
          <p:spPr>
            <a:xfrm>
              <a:off x="3962400" y="1480810"/>
              <a:ext cx="1905000" cy="12954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</a:rPr>
                <a:t>Memory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BD46547-444C-943E-C788-985DB7024ABE}"/>
                </a:ext>
              </a:extLst>
            </p:cNvPr>
            <p:cNvSpPr/>
            <p:nvPr/>
          </p:nvSpPr>
          <p:spPr>
            <a:xfrm>
              <a:off x="3886200" y="3429000"/>
              <a:ext cx="2133600" cy="12954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</a:rPr>
                <a:t>Accelerator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06C74BF-39B2-2CC8-23A4-8BE94426FC6F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4914900" y="2776210"/>
              <a:ext cx="0" cy="652791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E466EFD-3601-17B5-5FE7-2AD5D0F2F433}"/>
              </a:ext>
            </a:extLst>
          </p:cNvPr>
          <p:cNvGrpSpPr/>
          <p:nvPr/>
        </p:nvGrpSpPr>
        <p:grpSpPr>
          <a:xfrm>
            <a:off x="4574284" y="3174891"/>
            <a:ext cx="2057400" cy="2819400"/>
            <a:chOff x="3886200" y="1480810"/>
            <a:chExt cx="2133600" cy="324359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261C43-A39E-0528-AC64-86036E8E93C5}"/>
                </a:ext>
              </a:extLst>
            </p:cNvPr>
            <p:cNvSpPr/>
            <p:nvPr/>
          </p:nvSpPr>
          <p:spPr>
            <a:xfrm>
              <a:off x="3962400" y="1480810"/>
              <a:ext cx="1905000" cy="12954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</a:rPr>
                <a:t>Memory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254AC8B-604B-C0B7-F07E-15C24A5EE332}"/>
                </a:ext>
              </a:extLst>
            </p:cNvPr>
            <p:cNvSpPr/>
            <p:nvPr/>
          </p:nvSpPr>
          <p:spPr>
            <a:xfrm>
              <a:off x="3886200" y="3429000"/>
              <a:ext cx="2133600" cy="12954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</a:rPr>
                <a:t>Accelerator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D43475A-9048-992C-8A25-A854B2F0F1A7}"/>
                </a:ext>
              </a:extLst>
            </p:cNvPr>
            <p:cNvCxnSpPr>
              <a:cxnSpLocks/>
              <a:stCxn id="10" idx="2"/>
            </p:cNvCxnSpPr>
            <p:nvPr/>
          </p:nvCxnSpPr>
          <p:spPr>
            <a:xfrm>
              <a:off x="4914900" y="2776210"/>
              <a:ext cx="0" cy="652791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42009A-CED4-FB78-2353-4D04832980F0}"/>
              </a:ext>
            </a:extLst>
          </p:cNvPr>
          <p:cNvGrpSpPr/>
          <p:nvPr/>
        </p:nvGrpSpPr>
        <p:grpSpPr>
          <a:xfrm>
            <a:off x="8004017" y="3174891"/>
            <a:ext cx="2057400" cy="2819400"/>
            <a:chOff x="3886200" y="1480810"/>
            <a:chExt cx="2133600" cy="324359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4DC798F-3B72-A4F5-0EEF-AB08CF5BA6DE}"/>
                </a:ext>
              </a:extLst>
            </p:cNvPr>
            <p:cNvSpPr/>
            <p:nvPr/>
          </p:nvSpPr>
          <p:spPr>
            <a:xfrm>
              <a:off x="3962400" y="1480810"/>
              <a:ext cx="1905000" cy="1295400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</a:rPr>
                <a:t>Memory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FD7303E-0855-204F-C996-34F4B13B9323}"/>
                </a:ext>
              </a:extLst>
            </p:cNvPr>
            <p:cNvSpPr/>
            <p:nvPr/>
          </p:nvSpPr>
          <p:spPr>
            <a:xfrm>
              <a:off x="3886200" y="3429000"/>
              <a:ext cx="2133600" cy="1295400"/>
            </a:xfrm>
            <a:prstGeom prst="ellipse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</a:rPr>
                <a:t>Accelerator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DE712C4-A6D3-8A2D-052E-597D555DF0FC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>
              <a:off x="4914900" y="2776210"/>
              <a:ext cx="0" cy="652791"/>
            </a:xfrm>
            <a:prstGeom prst="straightConnector1">
              <a:avLst/>
            </a:prstGeom>
            <a:ln>
              <a:solidFill>
                <a:srgbClr val="0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0889A99-07A6-99DE-BB48-3553EE270F9A}"/>
              </a:ext>
            </a:extLst>
          </p:cNvPr>
          <p:cNvSpPr/>
          <p:nvPr/>
        </p:nvSpPr>
        <p:spPr>
          <a:xfrm>
            <a:off x="2130583" y="6412911"/>
            <a:ext cx="7783877" cy="3294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Interconnection Network</a:t>
            </a:r>
          </a:p>
        </p:txBody>
      </p:sp>
    </p:spTree>
    <p:extLst>
      <p:ext uri="{BB962C8B-B14F-4D97-AF65-F5344CB8AC3E}">
        <p14:creationId xmlns:p14="http://schemas.microsoft.com/office/powerpoint/2010/main" val="3518218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E3F8D-9232-23BC-932E-9729A023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of Accelerators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60E856-9E16-725C-5964-ABE0062098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741141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processors (memory + accelerator)</a:t>
                </a:r>
              </a:p>
              <a:p>
                <a:pPr lvl="1"/>
                <a:r>
                  <a:rPr lang="en-US" dirty="0"/>
                  <a:t>Local compute</a:t>
                </a:r>
              </a:p>
              <a:p>
                <a:pPr lvl="1"/>
                <a:r>
                  <a:rPr lang="en-US" dirty="0"/>
                  <a:t>Local memory</a:t>
                </a:r>
              </a:p>
              <a:p>
                <a:r>
                  <a:rPr lang="en-US" dirty="0"/>
                  <a:t>Connected using an Interconnection Network</a:t>
                </a:r>
              </a:p>
              <a:p>
                <a:r>
                  <a:rPr lang="en-US" dirty="0"/>
                  <a:t>Communication through Message Passing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60E856-9E16-725C-5964-ABE0062098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741141"/>
              </a:xfrm>
              <a:blipFill>
                <a:blip r:embed="rId2"/>
                <a:stretch>
                  <a:fillRect l="-812" t="-8042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7222463-DFA9-2BC0-3D0E-3F35F1801EA8}"/>
                  </a:ext>
                </a:extLst>
              </p:cNvPr>
              <p:cNvSpPr/>
              <p:nvPr/>
            </p:nvSpPr>
            <p:spPr>
              <a:xfrm>
                <a:off x="5632240" y="5910294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7222463-DFA9-2BC0-3D0E-3F35F1801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240" y="5910294"/>
                <a:ext cx="853844" cy="78723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23952C-7491-DBB4-F3A0-4BD3925E88EA}"/>
                  </a:ext>
                </a:extLst>
              </p:cNvPr>
              <p:cNvSpPr/>
              <p:nvPr/>
            </p:nvSpPr>
            <p:spPr>
              <a:xfrm>
                <a:off x="7304603" y="5904239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23952C-7491-DBB4-F3A0-4BD3925E88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603" y="5904239"/>
                <a:ext cx="853844" cy="78723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7C25426-20FF-904F-CBD1-C12E66393505}"/>
                  </a:ext>
                </a:extLst>
              </p:cNvPr>
              <p:cNvSpPr/>
              <p:nvPr/>
            </p:nvSpPr>
            <p:spPr>
              <a:xfrm>
                <a:off x="10926878" y="5904239"/>
                <a:ext cx="853844" cy="78723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7C25426-20FF-904F-CBD1-C12E663935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878" y="5904239"/>
                <a:ext cx="853844" cy="78723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D101F7D-24A9-26AB-D469-32C91392E29E}"/>
              </a:ext>
            </a:extLst>
          </p:cNvPr>
          <p:cNvSpPr txBox="1"/>
          <p:nvPr/>
        </p:nvSpPr>
        <p:spPr>
          <a:xfrm>
            <a:off x="9362507" y="614040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…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BE627B-B9A2-42BC-4FEC-D9A662A17881}"/>
              </a:ext>
            </a:extLst>
          </p:cNvPr>
          <p:cNvSpPr/>
          <p:nvPr/>
        </p:nvSpPr>
        <p:spPr>
          <a:xfrm>
            <a:off x="7624542" y="3893769"/>
            <a:ext cx="2725033" cy="9689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Interconnection Network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750B39-3976-810D-6141-5EE78D34AF7F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6059162" y="4862669"/>
            <a:ext cx="2927897" cy="1047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9BFFC4-3066-6747-BFA1-DC7AC1FC96F5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7740609" y="4862669"/>
            <a:ext cx="1246450" cy="10476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3FC30A-589F-4F12-059A-AA62CD8FA4D6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987059" y="4862669"/>
            <a:ext cx="2420738" cy="10415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365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Message Passing Programming Model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187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Message passing</a:t>
                </a:r>
              </a:p>
              <a:p>
                <a:pPr lvl="1"/>
                <a:r>
                  <a:rPr lang="en-US" dirty="0"/>
                  <a:t>One of the oldest parallel programming paradigms</a:t>
                </a:r>
              </a:p>
              <a:p>
                <a:pPr lvl="1"/>
                <a:r>
                  <a:rPr lang="en-US" dirty="0"/>
                  <a:t>Widely used</a:t>
                </a:r>
              </a:p>
              <a:p>
                <a:pPr lvl="1"/>
                <a:r>
                  <a:rPr lang="en-US" dirty="0"/>
                  <a:t>Key features</a:t>
                </a:r>
              </a:p>
              <a:p>
                <a:pPr lvl="2"/>
                <a:r>
                  <a:rPr lang="en-US" dirty="0"/>
                  <a:t>Partition address space </a:t>
                </a:r>
              </a:p>
              <a:p>
                <a:pPr marL="914400" lvl="2" indent="0">
                  <a:buNone/>
                </a:pPr>
                <a:r>
                  <a:rPr lang="en-US" dirty="0"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dirty="0"/>
                  <a:t> local data, remote data</a:t>
                </a:r>
              </a:p>
              <a:p>
                <a:pPr lvl="2"/>
                <a:r>
                  <a:rPr lang="en-US" dirty="0"/>
                  <a:t>Explicit parallelization </a:t>
                </a:r>
              </a:p>
              <a:p>
                <a:pPr marL="914400" lvl="2" indent="0">
                  <a:buNone/>
                </a:pPr>
                <a:r>
                  <a:rPr lang="en-US" dirty="0"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→</m:t>
                    </m:r>
                  </m:oMath>
                </a14:m>
                <a:r>
                  <a:rPr lang="en-US" dirty="0"/>
                  <a:t> user is responsible to specify and manage concurrency</a:t>
                </a:r>
              </a:p>
              <a:p>
                <a:pPr marL="5715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9187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77" t="-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322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Message Passing Programming Model (2)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9010" y="2299587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0476" y="3415104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1981200" y="5080002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Communication - needs coordination among the communicating processes</a:t>
            </a:r>
          </a:p>
          <a:p>
            <a:pPr marL="0" lvl="1" indent="0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Most Popular Framework – Message Passing Interface (MPI)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50476" y="2151334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8295" y="2151334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ounded Rectangle 22"/>
              <p:cNvSpPr/>
              <p:nvPr/>
            </p:nvSpPr>
            <p:spPr>
              <a:xfrm>
                <a:off x="6629401" y="2155647"/>
                <a:ext cx="1293833" cy="6858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Program</a:t>
                </a:r>
                <a14:m>
                  <m:oMath xmlns:m="http://schemas.openxmlformats.org/officeDocument/2006/math">
                    <m:r>
                      <a:rPr lang="en-US" i="1" baseline="-250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baseline="-25000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</a:p>
            </p:txBody>
          </p:sp>
        </mc:Choice>
        <mc:Fallback xmlns="">
          <p:sp>
            <p:nvSpPr>
              <p:cNvPr id="23" name="Rounded 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1" y="2155647"/>
                <a:ext cx="1293833" cy="685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/>
          <p:cNvSpPr/>
          <p:nvPr/>
        </p:nvSpPr>
        <p:spPr>
          <a:xfrm>
            <a:off x="3274824" y="1845097"/>
            <a:ext cx="3430776" cy="310551"/>
          </a:xfrm>
          <a:custGeom>
            <a:avLst/>
            <a:gdLst>
              <a:gd name="connsiteX0" fmla="*/ 0 w 3743864"/>
              <a:gd name="connsiteY0" fmla="*/ 310551 h 310551"/>
              <a:gd name="connsiteX1" fmla="*/ 1837426 w 3743864"/>
              <a:gd name="connsiteY1" fmla="*/ 0 h 310551"/>
              <a:gd name="connsiteX2" fmla="*/ 3743864 w 3743864"/>
              <a:gd name="connsiteY2" fmla="*/ 310551 h 31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3864" h="310551">
                <a:moveTo>
                  <a:pt x="0" y="310551"/>
                </a:moveTo>
                <a:cubicBezTo>
                  <a:pt x="606724" y="155275"/>
                  <a:pt x="1213449" y="0"/>
                  <a:pt x="1837426" y="0"/>
                </a:cubicBezTo>
                <a:cubicBezTo>
                  <a:pt x="2461403" y="0"/>
                  <a:pt x="3102633" y="155275"/>
                  <a:pt x="3743864" y="310551"/>
                </a:cubicBezTo>
              </a:path>
            </a:pathLst>
          </a:custGeom>
          <a:noFill/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4836206" y="2750870"/>
            <a:ext cx="1793195" cy="138248"/>
          </a:xfrm>
          <a:custGeom>
            <a:avLst/>
            <a:gdLst>
              <a:gd name="connsiteX0" fmla="*/ 0 w 2122098"/>
              <a:gd name="connsiteY0" fmla="*/ 25879 h 138248"/>
              <a:gd name="connsiteX1" fmla="*/ 1000664 w 2122098"/>
              <a:gd name="connsiteY1" fmla="*/ 138023 h 138248"/>
              <a:gd name="connsiteX2" fmla="*/ 2122098 w 2122098"/>
              <a:gd name="connsiteY2" fmla="*/ 0 h 138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2098" h="138248">
                <a:moveTo>
                  <a:pt x="0" y="25879"/>
                </a:moveTo>
                <a:cubicBezTo>
                  <a:pt x="323490" y="84107"/>
                  <a:pt x="646981" y="142336"/>
                  <a:pt x="1000664" y="138023"/>
                </a:cubicBezTo>
                <a:cubicBezTo>
                  <a:pt x="1354347" y="133710"/>
                  <a:pt x="1738222" y="66855"/>
                  <a:pt x="2122098" y="0"/>
                </a:cubicBezTo>
              </a:path>
            </a:pathLst>
          </a:custGeom>
          <a:noFill/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629401" y="3415104"/>
                <a:ext cx="1293832" cy="91440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Data local to program</a:t>
                </a:r>
                <a14:m>
                  <m:oMath xmlns:m="http://schemas.openxmlformats.org/officeDocument/2006/math">
                    <m:r>
                      <a:rPr lang="en-US" i="1" baseline="-250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baseline="-25000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1" y="3415104"/>
                <a:ext cx="1293832" cy="914400"/>
              </a:xfrm>
              <a:prstGeom prst="rect">
                <a:avLst/>
              </a:prstGeom>
              <a:blipFill>
                <a:blip r:embed="rId4"/>
                <a:stretch>
                  <a:fillRect t="-2632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3568295" y="3403602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4" name="Straight Connector 13"/>
          <p:cNvCxnSpPr>
            <a:stCxn id="3" idx="2"/>
            <a:endCxn id="12" idx="0"/>
          </p:cNvCxnSpPr>
          <p:nvPr/>
        </p:nvCxnSpPr>
        <p:spPr>
          <a:xfrm>
            <a:off x="2697392" y="2837134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215211" y="2837134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7315200" y="2841447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Oval Callout 38"/>
          <p:cNvSpPr/>
          <p:nvPr/>
        </p:nvSpPr>
        <p:spPr>
          <a:xfrm>
            <a:off x="6522669" y="1346202"/>
            <a:ext cx="2430046" cy="609600"/>
          </a:xfrm>
          <a:prstGeom prst="wedgeEllipseCallout">
            <a:avLst>
              <a:gd name="adj1" fmla="val -41760"/>
              <a:gd name="adj2" fmla="val 46910"/>
            </a:avLst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Explicit communication</a:t>
            </a:r>
          </a:p>
        </p:txBody>
      </p:sp>
    </p:spTree>
    <p:extLst>
      <p:ext uri="{BB962C8B-B14F-4D97-AF65-F5344CB8AC3E}">
        <p14:creationId xmlns:p14="http://schemas.microsoft.com/office/powerpoint/2010/main" val="419610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FCBD-8564-D867-5F0E-052039A52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8429E-4BB8-1876-1BDD-82428F4CE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program clusters using Message Passing?</a:t>
            </a:r>
          </a:p>
          <a:p>
            <a:endParaRPr lang="en-US" dirty="0"/>
          </a:p>
          <a:p>
            <a:r>
              <a:rPr lang="en-US" dirty="0"/>
              <a:t>We need to specify the local computations that each processor will execute</a:t>
            </a:r>
          </a:p>
          <a:p>
            <a:endParaRPr lang="en-US" dirty="0"/>
          </a:p>
          <a:p>
            <a:r>
              <a:rPr lang="en-US" dirty="0"/>
              <a:t>We also need to specify at what time which pairs of processors will communicate and what data they will transfer to each other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486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A9E6-421B-1C71-7AFE-EB8735F9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E8A0-AC52-A673-8799-F0BFB2705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from University of Stuttgart - </a:t>
            </a:r>
            <a:r>
              <a:rPr lang="en-US" dirty="0">
                <a:hlinkClick r:id="rId2"/>
              </a:rPr>
              <a:t>https://fs.hlrs.de/projects/par/par_prog_ws/pdf/mpi_3.1_rab.pdf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Covers all the important details of MPI (744 slides)</a:t>
            </a:r>
          </a:p>
          <a:p>
            <a:endParaRPr lang="en-US" dirty="0"/>
          </a:p>
          <a:p>
            <a:r>
              <a:rPr lang="en-US" dirty="0"/>
              <a:t>We will cover only enough for its application to AI </a:t>
            </a:r>
          </a:p>
        </p:txBody>
      </p:sp>
    </p:spTree>
    <p:extLst>
      <p:ext uri="{BB962C8B-B14F-4D97-AF65-F5344CB8AC3E}">
        <p14:creationId xmlns:p14="http://schemas.microsoft.com/office/powerpoint/2010/main" val="306448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1C62-B09F-046F-3323-2A2EDBB79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Operations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028CA8-4E3C-6432-4EBD-6D49866EBB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138349"/>
              </a:xfrm>
            </p:spPr>
            <p:txBody>
              <a:bodyPr/>
              <a:lstStyle/>
              <a:p>
                <a:r>
                  <a:rPr lang="en-US" dirty="0"/>
                  <a:t>A pair of Send and Receive is used to implement a communication step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sends</a:t>
                </a:r>
                <a:r>
                  <a:rPr lang="en-US" dirty="0"/>
                  <a:t> size amount of data to 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receives</a:t>
                </a:r>
                <a:r>
                  <a:rPr lang="en-US" dirty="0"/>
                  <a:t> size amount of data from Processor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Needs to be symmetric: If not, will lead to hard to debug errors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028CA8-4E3C-6432-4EBD-6D49866EBB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138349"/>
              </a:xfrm>
              <a:blipFill>
                <a:blip r:embed="rId2"/>
                <a:stretch>
                  <a:fillRect l="-1043" t="-1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5FBD7CB-C006-F7C5-9BEF-657B2154C805}"/>
              </a:ext>
            </a:extLst>
          </p:cNvPr>
          <p:cNvGrpSpPr/>
          <p:nvPr/>
        </p:nvGrpSpPr>
        <p:grpSpPr>
          <a:xfrm>
            <a:off x="1966463" y="2950805"/>
            <a:ext cx="8259074" cy="2084487"/>
            <a:chOff x="190500" y="1447800"/>
            <a:chExt cx="8259074" cy="20844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68A8667-10B8-B648-40AA-6627EE9FA39F}"/>
                    </a:ext>
                  </a:extLst>
                </p:cNvPr>
                <p:cNvSpPr txBox="1"/>
                <p:nvPr/>
              </p:nvSpPr>
              <p:spPr>
                <a:xfrm>
                  <a:off x="1018622" y="1447800"/>
                  <a:ext cx="2367965" cy="16312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2000" b="1">
                    <a:solidFill>
                      <a:schemeClr val="bg2">
                        <a:lumMod val="10000"/>
                      </a:schemeClr>
                    </a:solidFill>
                    <a:latin typeface="+mn-lt"/>
                  </a:endParaRPr>
                </a:p>
                <a:p>
                  <a:endParaRPr lang="en-US" sz="2000">
                    <a:solidFill>
                      <a:schemeClr val="bg2">
                        <a:lumMod val="10000"/>
                      </a:schemeClr>
                    </a:solidFill>
                    <a:latin typeface="+mn-lt"/>
                  </a:endParaRPr>
                </a:p>
                <a:p>
                  <a:r>
                    <a:rPr lang="en-US" sz="2000" b="1">
                      <a:solidFill>
                        <a:srgbClr val="C00000"/>
                      </a:solidFill>
                      <a:latin typeface="+mn-lt"/>
                    </a:rPr>
                    <a:t>Send</a:t>
                  </a:r>
                  <a:r>
                    <a:rPr lang="en-US" sz="200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 (       </a:t>
                  </a:r>
                  <a:r>
                    <a:rPr lang="en-US" sz="2000" err="1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sendbuf</a:t>
                  </a:r>
                  <a:r>
                    <a:rPr lang="en-US" sz="200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,</a:t>
                  </a:r>
                </a:p>
                <a:p>
                  <a:r>
                    <a:rPr lang="en-US" sz="200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	  size,</a:t>
                  </a:r>
                </a:p>
                <a:p>
                  <a:r>
                    <a:rPr lang="en-US" sz="200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	  </a:t>
                  </a:r>
                  <a:r>
                    <a:rPr lang="en-US" sz="2000" err="1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dest</a:t>
                  </a:r>
                  <a:r>
                    <a:rPr lang="en-US" sz="200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	)</a:t>
                  </a:r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622" y="1447800"/>
                  <a:ext cx="2367965" cy="1631216"/>
                </a:xfrm>
                <a:prstGeom prst="rect">
                  <a:avLst/>
                </a:prstGeom>
                <a:blipFill>
                  <a:blip r:embed="rId3"/>
                  <a:stretch>
                    <a:fillRect l="-2571" b="-55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E5D1D8D-DBA5-744C-5D17-BF4B7419C6E4}"/>
                    </a:ext>
                  </a:extLst>
                </p:cNvPr>
                <p:cNvSpPr txBox="1"/>
                <p:nvPr/>
              </p:nvSpPr>
              <p:spPr>
                <a:xfrm>
                  <a:off x="5249174" y="1447800"/>
                  <a:ext cx="3200400" cy="19389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𝑷</m:t>
                            </m:r>
                          </m:e>
                          <m:sub>
                            <m:r>
                              <a:rPr lang="en-US" sz="2000" b="1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000" b="1">
                    <a:solidFill>
                      <a:schemeClr val="bg2">
                        <a:lumMod val="10000"/>
                      </a:schemeClr>
                    </a:solidFill>
                    <a:latin typeface="+mn-lt"/>
                  </a:endParaRPr>
                </a:p>
                <a:p>
                  <a:endParaRPr lang="en-US" sz="2000">
                    <a:solidFill>
                      <a:schemeClr val="bg2">
                        <a:lumMod val="10000"/>
                      </a:schemeClr>
                    </a:solidFill>
                    <a:latin typeface="+mn-lt"/>
                  </a:endParaRPr>
                </a:p>
                <a:p>
                  <a:r>
                    <a:rPr lang="en-US" sz="2000" b="1">
                      <a:solidFill>
                        <a:srgbClr val="C00000"/>
                      </a:solidFill>
                      <a:latin typeface="+mn-lt"/>
                    </a:rPr>
                    <a:t>Receive</a:t>
                  </a:r>
                  <a:r>
                    <a:rPr lang="en-US" sz="200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 ( 	       </a:t>
                  </a:r>
                  <a:r>
                    <a:rPr lang="en-US" sz="2000" err="1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recvbuf</a:t>
                  </a:r>
                  <a:r>
                    <a:rPr lang="en-US" sz="200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,</a:t>
                  </a:r>
                </a:p>
                <a:p>
                  <a:r>
                    <a:rPr lang="en-US" sz="200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	       size,</a:t>
                  </a:r>
                </a:p>
                <a:p>
                  <a:r>
                    <a:rPr lang="en-US" sz="2000">
                      <a:solidFill>
                        <a:schemeClr val="bg2">
                          <a:lumMod val="10000"/>
                        </a:schemeClr>
                      </a:solidFill>
                      <a:latin typeface="+mn-lt"/>
                    </a:rPr>
                    <a:t>	       source	)</a:t>
                  </a: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174" y="1447800"/>
                  <a:ext cx="3200400" cy="1938992"/>
                </a:xfrm>
                <a:prstGeom prst="rect">
                  <a:avLst/>
                </a:prstGeom>
                <a:blipFill>
                  <a:blip r:embed="rId4"/>
                  <a:stretch>
                    <a:fillRect l="-1905" b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ular Callout 4">
              <a:extLst>
                <a:ext uri="{FF2B5EF4-FFF2-40B4-BE49-F238E27FC236}">
                  <a16:creationId xmlns:a16="http://schemas.microsoft.com/office/drawing/2014/main" id="{CFDE55D0-5449-43AC-FDBE-BEFF1EA6387A}"/>
                </a:ext>
              </a:extLst>
            </p:cNvPr>
            <p:cNvSpPr/>
            <p:nvPr/>
          </p:nvSpPr>
          <p:spPr>
            <a:xfrm>
              <a:off x="3284551" y="1754088"/>
              <a:ext cx="677849" cy="304800"/>
            </a:xfrm>
            <a:prstGeom prst="wedgeRectCallout">
              <a:avLst>
                <a:gd name="adj1" fmla="val -87272"/>
                <a:gd name="adj2" fmla="val 68161"/>
              </a:avLst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sp>
          <p:nvSpPr>
            <p:cNvPr id="8" name="Rectangular Callout 30">
              <a:extLst>
                <a:ext uri="{FF2B5EF4-FFF2-40B4-BE49-F238E27FC236}">
                  <a16:creationId xmlns:a16="http://schemas.microsoft.com/office/drawing/2014/main" id="{BB4ABC12-731E-49CD-878B-58FE5D2943B3}"/>
                </a:ext>
              </a:extLst>
            </p:cNvPr>
            <p:cNvSpPr/>
            <p:nvPr/>
          </p:nvSpPr>
          <p:spPr>
            <a:xfrm>
              <a:off x="3162300" y="2261920"/>
              <a:ext cx="677849" cy="304800"/>
            </a:xfrm>
            <a:prstGeom prst="wedgeRectCallout">
              <a:avLst>
                <a:gd name="adj1" fmla="val -84727"/>
                <a:gd name="adj2" fmla="val 65330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size</a:t>
              </a:r>
            </a:p>
          </p:txBody>
        </p:sp>
        <p:sp>
          <p:nvSpPr>
            <p:cNvPr id="9" name="Rectangular Callout 31">
              <a:extLst>
                <a:ext uri="{FF2B5EF4-FFF2-40B4-BE49-F238E27FC236}">
                  <a16:creationId xmlns:a16="http://schemas.microsoft.com/office/drawing/2014/main" id="{C715A39B-7AF3-C8D6-DBC0-5E8F3B3B1F32}"/>
                </a:ext>
              </a:extLst>
            </p:cNvPr>
            <p:cNvSpPr/>
            <p:nvPr/>
          </p:nvSpPr>
          <p:spPr>
            <a:xfrm>
              <a:off x="190500" y="2604254"/>
              <a:ext cx="1485900" cy="762000"/>
            </a:xfrm>
            <a:prstGeom prst="wedgeRectCallout">
              <a:avLst>
                <a:gd name="adj1" fmla="val 77294"/>
                <a:gd name="adj2" fmla="val -9917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Destination process ID</a:t>
              </a:r>
            </a:p>
          </p:txBody>
        </p:sp>
        <p:sp>
          <p:nvSpPr>
            <p:cNvPr id="10" name="Rectangular Callout 32">
              <a:extLst>
                <a:ext uri="{FF2B5EF4-FFF2-40B4-BE49-F238E27FC236}">
                  <a16:creationId xmlns:a16="http://schemas.microsoft.com/office/drawing/2014/main" id="{E86485FC-C130-CF07-F5B4-C41CE9DF360A}"/>
                </a:ext>
              </a:extLst>
            </p:cNvPr>
            <p:cNvSpPr/>
            <p:nvPr/>
          </p:nvSpPr>
          <p:spPr>
            <a:xfrm>
              <a:off x="4686300" y="2846487"/>
              <a:ext cx="1333500" cy="685800"/>
            </a:xfrm>
            <a:prstGeom prst="wedgeRectCallout">
              <a:avLst>
                <a:gd name="adj1" fmla="val 89733"/>
                <a:gd name="adj2" fmla="val -14094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Source process 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58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4F3A-86EA-8E9D-9805-75D3F2F0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Operations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B690F-11F2-0C4B-2C2A-51045B3C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4794"/>
          </a:xfrm>
        </p:spPr>
        <p:txBody>
          <a:bodyPr/>
          <a:lstStyle/>
          <a:p>
            <a:r>
              <a:rPr lang="en-US" dirty="0"/>
              <a:t>How do we identify processor IDs? </a:t>
            </a:r>
            <a:r>
              <a:rPr lang="en-US" dirty="0">
                <a:solidFill>
                  <a:srgbClr val="C00000"/>
                </a:solidFill>
              </a:rPr>
              <a:t>Ranks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A6E4D-E51F-71B0-8764-FE8A3755A7BC}"/>
              </a:ext>
            </a:extLst>
          </p:cNvPr>
          <p:cNvSpPr txBox="1"/>
          <p:nvPr/>
        </p:nvSpPr>
        <p:spPr>
          <a:xfrm>
            <a:off x="6250629" y="3819550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071FC-F2E4-911F-DE33-4FD18E05A402}"/>
              </a:ext>
            </a:extLst>
          </p:cNvPr>
          <p:cNvSpPr/>
          <p:nvPr/>
        </p:nvSpPr>
        <p:spPr>
          <a:xfrm>
            <a:off x="2662095" y="4935067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1A863FFA-11D2-7438-1E4B-39C79BDD30E3}"/>
              </a:ext>
            </a:extLst>
          </p:cNvPr>
          <p:cNvSpPr/>
          <p:nvPr/>
        </p:nvSpPr>
        <p:spPr>
          <a:xfrm>
            <a:off x="2662095" y="367129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0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ounded Rectangle 21">
            <a:extLst>
              <a:ext uri="{FF2B5EF4-FFF2-40B4-BE49-F238E27FC236}">
                <a16:creationId xmlns:a16="http://schemas.microsoft.com/office/drawing/2014/main" id="{7155D47B-6AC0-C741-0A98-812C36833667}"/>
              </a:ext>
            </a:extLst>
          </p:cNvPr>
          <p:cNvSpPr/>
          <p:nvPr/>
        </p:nvSpPr>
        <p:spPr>
          <a:xfrm>
            <a:off x="4179914" y="367129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1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22">
                <a:extLst>
                  <a:ext uri="{FF2B5EF4-FFF2-40B4-BE49-F238E27FC236}">
                    <a16:creationId xmlns:a16="http://schemas.microsoft.com/office/drawing/2014/main" id="{A1763E67-A668-BBCB-8DE7-534672DF975B}"/>
                  </a:ext>
                </a:extLst>
              </p:cNvPr>
              <p:cNvSpPr/>
              <p:nvPr/>
            </p:nvSpPr>
            <p:spPr>
              <a:xfrm>
                <a:off x="7241020" y="3675610"/>
                <a:ext cx="1293833" cy="6858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Rank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baseline="-25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ounded Rectangle 22">
                <a:extLst>
                  <a:ext uri="{FF2B5EF4-FFF2-40B4-BE49-F238E27FC236}">
                    <a16:creationId xmlns:a16="http://schemas.microsoft.com/office/drawing/2014/main" id="{A1763E67-A668-BBCB-8DE7-534672DF9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20" y="3675610"/>
                <a:ext cx="1293833" cy="685800"/>
              </a:xfrm>
              <a:prstGeom prst="roundRect">
                <a:avLst/>
              </a:prstGeom>
              <a:blipFill>
                <a:blip r:embed="rId2"/>
                <a:stretch>
                  <a:fillRect l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7">
            <a:extLst>
              <a:ext uri="{FF2B5EF4-FFF2-40B4-BE49-F238E27FC236}">
                <a16:creationId xmlns:a16="http://schemas.microsoft.com/office/drawing/2014/main" id="{B2FC6347-9043-CF4D-747D-C71268326C28}"/>
              </a:ext>
            </a:extLst>
          </p:cNvPr>
          <p:cNvSpPr/>
          <p:nvPr/>
        </p:nvSpPr>
        <p:spPr>
          <a:xfrm>
            <a:off x="3886443" y="3365060"/>
            <a:ext cx="3430776" cy="310551"/>
          </a:xfrm>
          <a:custGeom>
            <a:avLst/>
            <a:gdLst>
              <a:gd name="connsiteX0" fmla="*/ 0 w 3743864"/>
              <a:gd name="connsiteY0" fmla="*/ 310551 h 310551"/>
              <a:gd name="connsiteX1" fmla="*/ 1837426 w 3743864"/>
              <a:gd name="connsiteY1" fmla="*/ 0 h 310551"/>
              <a:gd name="connsiteX2" fmla="*/ 3743864 w 3743864"/>
              <a:gd name="connsiteY2" fmla="*/ 310551 h 31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3864" h="310551">
                <a:moveTo>
                  <a:pt x="0" y="310551"/>
                </a:moveTo>
                <a:cubicBezTo>
                  <a:pt x="606724" y="155275"/>
                  <a:pt x="1213449" y="0"/>
                  <a:pt x="1837426" y="0"/>
                </a:cubicBezTo>
                <a:cubicBezTo>
                  <a:pt x="2461403" y="0"/>
                  <a:pt x="3102633" y="155275"/>
                  <a:pt x="3743864" y="310551"/>
                </a:cubicBezTo>
              </a:path>
            </a:pathLst>
          </a:custGeom>
          <a:noFill/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BB7B189E-FA86-7CC8-5259-63863815BA1B}"/>
              </a:ext>
            </a:extLst>
          </p:cNvPr>
          <p:cNvSpPr/>
          <p:nvPr/>
        </p:nvSpPr>
        <p:spPr>
          <a:xfrm>
            <a:off x="5447825" y="4270833"/>
            <a:ext cx="1793195" cy="138248"/>
          </a:xfrm>
          <a:custGeom>
            <a:avLst/>
            <a:gdLst>
              <a:gd name="connsiteX0" fmla="*/ 0 w 2122098"/>
              <a:gd name="connsiteY0" fmla="*/ 25879 h 138248"/>
              <a:gd name="connsiteX1" fmla="*/ 1000664 w 2122098"/>
              <a:gd name="connsiteY1" fmla="*/ 138023 h 138248"/>
              <a:gd name="connsiteX2" fmla="*/ 2122098 w 2122098"/>
              <a:gd name="connsiteY2" fmla="*/ 0 h 138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2098" h="138248">
                <a:moveTo>
                  <a:pt x="0" y="25879"/>
                </a:moveTo>
                <a:cubicBezTo>
                  <a:pt x="323490" y="84107"/>
                  <a:pt x="646981" y="142336"/>
                  <a:pt x="1000664" y="138023"/>
                </a:cubicBezTo>
                <a:cubicBezTo>
                  <a:pt x="1354347" y="133710"/>
                  <a:pt x="1738222" y="66855"/>
                  <a:pt x="2122098" y="0"/>
                </a:cubicBezTo>
              </a:path>
            </a:pathLst>
          </a:custGeom>
          <a:noFill/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0A1345-8763-CA57-E294-CAFE2D5D521E}"/>
                  </a:ext>
                </a:extLst>
              </p:cNvPr>
              <p:cNvSpPr/>
              <p:nvPr/>
            </p:nvSpPr>
            <p:spPr>
              <a:xfrm>
                <a:off x="7241020" y="4935067"/>
                <a:ext cx="1293832" cy="91440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Data local to program</a:t>
                </a:r>
                <a14:m>
                  <m:oMath xmlns:m="http://schemas.openxmlformats.org/officeDocument/2006/math">
                    <m:r>
                      <a:rPr lang="en-US" i="1" baseline="-250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baseline="-25000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0A1345-8763-CA57-E294-CAFE2D5D52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20" y="4935067"/>
                <a:ext cx="1293832" cy="914400"/>
              </a:xfrm>
              <a:prstGeom prst="rect">
                <a:avLst/>
              </a:prstGeom>
              <a:blipFill>
                <a:blip r:embed="rId3"/>
                <a:stretch>
                  <a:fillRect t="-3289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0A3952A-F42E-1F7A-F425-EE1A11B4BE6E}"/>
              </a:ext>
            </a:extLst>
          </p:cNvPr>
          <p:cNvSpPr/>
          <p:nvPr/>
        </p:nvSpPr>
        <p:spPr>
          <a:xfrm>
            <a:off x="4179914" y="4923565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04713D-F27C-75F4-9DF5-8D96B4C0C067}"/>
              </a:ext>
            </a:extLst>
          </p:cNvPr>
          <p:cNvCxnSpPr>
            <a:stCxn id="6" idx="2"/>
            <a:endCxn id="5" idx="0"/>
          </p:cNvCxnSpPr>
          <p:nvPr/>
        </p:nvCxnSpPr>
        <p:spPr>
          <a:xfrm>
            <a:off x="3309011" y="4357097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D82090-58AB-63F6-1B58-F80F3DF3FB6A}"/>
              </a:ext>
            </a:extLst>
          </p:cNvPr>
          <p:cNvCxnSpPr/>
          <p:nvPr/>
        </p:nvCxnSpPr>
        <p:spPr>
          <a:xfrm>
            <a:off x="4826830" y="4357097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3F1339-317A-1BAC-64F6-57ED6C9A674F}"/>
              </a:ext>
            </a:extLst>
          </p:cNvPr>
          <p:cNvCxnSpPr/>
          <p:nvPr/>
        </p:nvCxnSpPr>
        <p:spPr>
          <a:xfrm>
            <a:off x="7926819" y="436141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35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4F3A-86EA-8E9D-9805-75D3F2F0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Operations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B690F-11F2-0C4B-2C2A-51045B3C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03536"/>
          </a:xfrm>
        </p:spPr>
        <p:txBody>
          <a:bodyPr/>
          <a:lstStyle/>
          <a:p>
            <a:r>
              <a:rPr lang="en-US" dirty="0"/>
              <a:t>How do we identify processor IDs? </a:t>
            </a:r>
            <a:r>
              <a:rPr lang="en-US" dirty="0">
                <a:solidFill>
                  <a:srgbClr val="C00000"/>
                </a:solidFill>
              </a:rPr>
              <a:t>Ranks</a:t>
            </a:r>
          </a:p>
          <a:p>
            <a:r>
              <a:rPr lang="en-US" dirty="0">
                <a:solidFill>
                  <a:srgbClr val="C00000"/>
                </a:solidFill>
              </a:rPr>
              <a:t>Collection of all the processors is called </a:t>
            </a:r>
            <a:r>
              <a:rPr lang="en-US" b="1" dirty="0">
                <a:solidFill>
                  <a:srgbClr val="C00000"/>
                </a:solidFill>
              </a:rPr>
              <a:t>World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A6E4D-E51F-71B0-8764-FE8A3755A7BC}"/>
              </a:ext>
            </a:extLst>
          </p:cNvPr>
          <p:cNvSpPr txBox="1"/>
          <p:nvPr/>
        </p:nvSpPr>
        <p:spPr>
          <a:xfrm>
            <a:off x="6250629" y="3819550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071FC-F2E4-911F-DE33-4FD18E05A402}"/>
              </a:ext>
            </a:extLst>
          </p:cNvPr>
          <p:cNvSpPr/>
          <p:nvPr/>
        </p:nvSpPr>
        <p:spPr>
          <a:xfrm>
            <a:off x="2662095" y="4935067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1A863FFA-11D2-7438-1E4B-39C79BDD30E3}"/>
              </a:ext>
            </a:extLst>
          </p:cNvPr>
          <p:cNvSpPr/>
          <p:nvPr/>
        </p:nvSpPr>
        <p:spPr>
          <a:xfrm>
            <a:off x="2662095" y="367129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0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ounded Rectangle 21">
            <a:extLst>
              <a:ext uri="{FF2B5EF4-FFF2-40B4-BE49-F238E27FC236}">
                <a16:creationId xmlns:a16="http://schemas.microsoft.com/office/drawing/2014/main" id="{7155D47B-6AC0-C741-0A98-812C36833667}"/>
              </a:ext>
            </a:extLst>
          </p:cNvPr>
          <p:cNvSpPr/>
          <p:nvPr/>
        </p:nvSpPr>
        <p:spPr>
          <a:xfrm>
            <a:off x="4179914" y="367129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1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22">
                <a:extLst>
                  <a:ext uri="{FF2B5EF4-FFF2-40B4-BE49-F238E27FC236}">
                    <a16:creationId xmlns:a16="http://schemas.microsoft.com/office/drawing/2014/main" id="{A1763E67-A668-BBCB-8DE7-534672DF975B}"/>
                  </a:ext>
                </a:extLst>
              </p:cNvPr>
              <p:cNvSpPr/>
              <p:nvPr/>
            </p:nvSpPr>
            <p:spPr>
              <a:xfrm>
                <a:off x="7241020" y="3675610"/>
                <a:ext cx="1293833" cy="6858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Rank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baseline="-25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ounded Rectangle 22">
                <a:extLst>
                  <a:ext uri="{FF2B5EF4-FFF2-40B4-BE49-F238E27FC236}">
                    <a16:creationId xmlns:a16="http://schemas.microsoft.com/office/drawing/2014/main" id="{A1763E67-A668-BBCB-8DE7-534672DF9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20" y="3675610"/>
                <a:ext cx="1293833" cy="685800"/>
              </a:xfrm>
              <a:prstGeom prst="roundRect">
                <a:avLst/>
              </a:prstGeom>
              <a:blipFill>
                <a:blip r:embed="rId2"/>
                <a:stretch>
                  <a:fillRect l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7">
            <a:extLst>
              <a:ext uri="{FF2B5EF4-FFF2-40B4-BE49-F238E27FC236}">
                <a16:creationId xmlns:a16="http://schemas.microsoft.com/office/drawing/2014/main" id="{B2FC6347-9043-CF4D-747D-C71268326C28}"/>
              </a:ext>
            </a:extLst>
          </p:cNvPr>
          <p:cNvSpPr/>
          <p:nvPr/>
        </p:nvSpPr>
        <p:spPr>
          <a:xfrm>
            <a:off x="3886443" y="3365060"/>
            <a:ext cx="3430776" cy="310551"/>
          </a:xfrm>
          <a:custGeom>
            <a:avLst/>
            <a:gdLst>
              <a:gd name="connsiteX0" fmla="*/ 0 w 3743864"/>
              <a:gd name="connsiteY0" fmla="*/ 310551 h 310551"/>
              <a:gd name="connsiteX1" fmla="*/ 1837426 w 3743864"/>
              <a:gd name="connsiteY1" fmla="*/ 0 h 310551"/>
              <a:gd name="connsiteX2" fmla="*/ 3743864 w 3743864"/>
              <a:gd name="connsiteY2" fmla="*/ 310551 h 31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3864" h="310551">
                <a:moveTo>
                  <a:pt x="0" y="310551"/>
                </a:moveTo>
                <a:cubicBezTo>
                  <a:pt x="606724" y="155275"/>
                  <a:pt x="1213449" y="0"/>
                  <a:pt x="1837426" y="0"/>
                </a:cubicBezTo>
                <a:cubicBezTo>
                  <a:pt x="2461403" y="0"/>
                  <a:pt x="3102633" y="155275"/>
                  <a:pt x="3743864" y="310551"/>
                </a:cubicBezTo>
              </a:path>
            </a:pathLst>
          </a:custGeom>
          <a:noFill/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BB7B189E-FA86-7CC8-5259-63863815BA1B}"/>
              </a:ext>
            </a:extLst>
          </p:cNvPr>
          <p:cNvSpPr/>
          <p:nvPr/>
        </p:nvSpPr>
        <p:spPr>
          <a:xfrm>
            <a:off x="5447825" y="4270833"/>
            <a:ext cx="1793195" cy="138248"/>
          </a:xfrm>
          <a:custGeom>
            <a:avLst/>
            <a:gdLst>
              <a:gd name="connsiteX0" fmla="*/ 0 w 2122098"/>
              <a:gd name="connsiteY0" fmla="*/ 25879 h 138248"/>
              <a:gd name="connsiteX1" fmla="*/ 1000664 w 2122098"/>
              <a:gd name="connsiteY1" fmla="*/ 138023 h 138248"/>
              <a:gd name="connsiteX2" fmla="*/ 2122098 w 2122098"/>
              <a:gd name="connsiteY2" fmla="*/ 0 h 138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2098" h="138248">
                <a:moveTo>
                  <a:pt x="0" y="25879"/>
                </a:moveTo>
                <a:cubicBezTo>
                  <a:pt x="323490" y="84107"/>
                  <a:pt x="646981" y="142336"/>
                  <a:pt x="1000664" y="138023"/>
                </a:cubicBezTo>
                <a:cubicBezTo>
                  <a:pt x="1354347" y="133710"/>
                  <a:pt x="1738222" y="66855"/>
                  <a:pt x="2122098" y="0"/>
                </a:cubicBezTo>
              </a:path>
            </a:pathLst>
          </a:custGeom>
          <a:noFill/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0A1345-8763-CA57-E294-CAFE2D5D521E}"/>
                  </a:ext>
                </a:extLst>
              </p:cNvPr>
              <p:cNvSpPr/>
              <p:nvPr/>
            </p:nvSpPr>
            <p:spPr>
              <a:xfrm>
                <a:off x="7241020" y="4935067"/>
                <a:ext cx="1293832" cy="91440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Data local to program</a:t>
                </a:r>
                <a14:m>
                  <m:oMath xmlns:m="http://schemas.openxmlformats.org/officeDocument/2006/math">
                    <m:r>
                      <a:rPr lang="en-US" i="1" baseline="-250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baseline="-25000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0A1345-8763-CA57-E294-CAFE2D5D52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20" y="4935067"/>
                <a:ext cx="1293832" cy="914400"/>
              </a:xfrm>
              <a:prstGeom prst="rect">
                <a:avLst/>
              </a:prstGeom>
              <a:blipFill>
                <a:blip r:embed="rId3"/>
                <a:stretch>
                  <a:fillRect t="-3289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0A3952A-F42E-1F7A-F425-EE1A11B4BE6E}"/>
              </a:ext>
            </a:extLst>
          </p:cNvPr>
          <p:cNvSpPr/>
          <p:nvPr/>
        </p:nvSpPr>
        <p:spPr>
          <a:xfrm>
            <a:off x="4179914" y="4923565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04713D-F27C-75F4-9DF5-8D96B4C0C067}"/>
              </a:ext>
            </a:extLst>
          </p:cNvPr>
          <p:cNvCxnSpPr>
            <a:stCxn id="6" idx="2"/>
            <a:endCxn id="5" idx="0"/>
          </p:cNvCxnSpPr>
          <p:nvPr/>
        </p:nvCxnSpPr>
        <p:spPr>
          <a:xfrm>
            <a:off x="3309011" y="4357097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D82090-58AB-63F6-1B58-F80F3DF3FB6A}"/>
              </a:ext>
            </a:extLst>
          </p:cNvPr>
          <p:cNvCxnSpPr/>
          <p:nvPr/>
        </p:nvCxnSpPr>
        <p:spPr>
          <a:xfrm>
            <a:off x="4826830" y="4357097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3F1339-317A-1BAC-64F6-57ED6C9A674F}"/>
              </a:ext>
            </a:extLst>
          </p:cNvPr>
          <p:cNvCxnSpPr/>
          <p:nvPr/>
        </p:nvCxnSpPr>
        <p:spPr>
          <a:xfrm>
            <a:off x="7926819" y="436141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FF54641-0D40-E4DF-565D-80BA916A4124}"/>
              </a:ext>
            </a:extLst>
          </p:cNvPr>
          <p:cNvSpPr/>
          <p:nvPr/>
        </p:nvSpPr>
        <p:spPr>
          <a:xfrm>
            <a:off x="2173971" y="2894592"/>
            <a:ext cx="7355934" cy="180457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19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4F3A-86EA-8E9D-9805-75D3F2F0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Operations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B690F-11F2-0C4B-2C2A-51045B3C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03536"/>
          </a:xfrm>
        </p:spPr>
        <p:txBody>
          <a:bodyPr/>
          <a:lstStyle/>
          <a:p>
            <a:r>
              <a:rPr lang="en-US" dirty="0"/>
              <a:t>How do we identify processor IDs? </a:t>
            </a:r>
            <a:r>
              <a:rPr lang="en-US" dirty="0">
                <a:solidFill>
                  <a:srgbClr val="C00000"/>
                </a:solidFill>
              </a:rPr>
              <a:t>Ranks</a:t>
            </a:r>
          </a:p>
          <a:p>
            <a:r>
              <a:rPr lang="en-US" dirty="0">
                <a:solidFill>
                  <a:srgbClr val="C00000"/>
                </a:solidFill>
              </a:rPr>
              <a:t>Each Processor in the World is assigned a unique ID called </a:t>
            </a:r>
            <a:r>
              <a:rPr lang="en-US" b="1" dirty="0">
                <a:solidFill>
                  <a:srgbClr val="C00000"/>
                </a:solidFill>
              </a:rPr>
              <a:t>Rank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A6E4D-E51F-71B0-8764-FE8A3755A7BC}"/>
              </a:ext>
            </a:extLst>
          </p:cNvPr>
          <p:cNvSpPr txBox="1"/>
          <p:nvPr/>
        </p:nvSpPr>
        <p:spPr>
          <a:xfrm>
            <a:off x="6250629" y="3819550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071FC-F2E4-911F-DE33-4FD18E05A402}"/>
              </a:ext>
            </a:extLst>
          </p:cNvPr>
          <p:cNvSpPr/>
          <p:nvPr/>
        </p:nvSpPr>
        <p:spPr>
          <a:xfrm>
            <a:off x="2662095" y="4935067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1A863FFA-11D2-7438-1E4B-39C79BDD30E3}"/>
              </a:ext>
            </a:extLst>
          </p:cNvPr>
          <p:cNvSpPr/>
          <p:nvPr/>
        </p:nvSpPr>
        <p:spPr>
          <a:xfrm>
            <a:off x="2662095" y="367129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0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ounded Rectangle 21">
            <a:extLst>
              <a:ext uri="{FF2B5EF4-FFF2-40B4-BE49-F238E27FC236}">
                <a16:creationId xmlns:a16="http://schemas.microsoft.com/office/drawing/2014/main" id="{7155D47B-6AC0-C741-0A98-812C36833667}"/>
              </a:ext>
            </a:extLst>
          </p:cNvPr>
          <p:cNvSpPr/>
          <p:nvPr/>
        </p:nvSpPr>
        <p:spPr>
          <a:xfrm>
            <a:off x="4179914" y="367129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1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22">
                <a:extLst>
                  <a:ext uri="{FF2B5EF4-FFF2-40B4-BE49-F238E27FC236}">
                    <a16:creationId xmlns:a16="http://schemas.microsoft.com/office/drawing/2014/main" id="{A1763E67-A668-BBCB-8DE7-534672DF975B}"/>
                  </a:ext>
                </a:extLst>
              </p:cNvPr>
              <p:cNvSpPr/>
              <p:nvPr/>
            </p:nvSpPr>
            <p:spPr>
              <a:xfrm>
                <a:off x="7241020" y="3675610"/>
                <a:ext cx="1293833" cy="6858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Rank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baseline="-25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ounded Rectangle 22">
                <a:extLst>
                  <a:ext uri="{FF2B5EF4-FFF2-40B4-BE49-F238E27FC236}">
                    <a16:creationId xmlns:a16="http://schemas.microsoft.com/office/drawing/2014/main" id="{A1763E67-A668-BBCB-8DE7-534672DF9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20" y="3675610"/>
                <a:ext cx="1293833" cy="685800"/>
              </a:xfrm>
              <a:prstGeom prst="roundRect">
                <a:avLst/>
              </a:prstGeom>
              <a:blipFill>
                <a:blip r:embed="rId2"/>
                <a:stretch>
                  <a:fillRect l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7">
            <a:extLst>
              <a:ext uri="{FF2B5EF4-FFF2-40B4-BE49-F238E27FC236}">
                <a16:creationId xmlns:a16="http://schemas.microsoft.com/office/drawing/2014/main" id="{B2FC6347-9043-CF4D-747D-C71268326C28}"/>
              </a:ext>
            </a:extLst>
          </p:cNvPr>
          <p:cNvSpPr/>
          <p:nvPr/>
        </p:nvSpPr>
        <p:spPr>
          <a:xfrm>
            <a:off x="3886443" y="3365060"/>
            <a:ext cx="3430776" cy="310551"/>
          </a:xfrm>
          <a:custGeom>
            <a:avLst/>
            <a:gdLst>
              <a:gd name="connsiteX0" fmla="*/ 0 w 3743864"/>
              <a:gd name="connsiteY0" fmla="*/ 310551 h 310551"/>
              <a:gd name="connsiteX1" fmla="*/ 1837426 w 3743864"/>
              <a:gd name="connsiteY1" fmla="*/ 0 h 310551"/>
              <a:gd name="connsiteX2" fmla="*/ 3743864 w 3743864"/>
              <a:gd name="connsiteY2" fmla="*/ 310551 h 31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3864" h="310551">
                <a:moveTo>
                  <a:pt x="0" y="310551"/>
                </a:moveTo>
                <a:cubicBezTo>
                  <a:pt x="606724" y="155275"/>
                  <a:pt x="1213449" y="0"/>
                  <a:pt x="1837426" y="0"/>
                </a:cubicBezTo>
                <a:cubicBezTo>
                  <a:pt x="2461403" y="0"/>
                  <a:pt x="3102633" y="155275"/>
                  <a:pt x="3743864" y="310551"/>
                </a:cubicBezTo>
              </a:path>
            </a:pathLst>
          </a:custGeom>
          <a:noFill/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BB7B189E-FA86-7CC8-5259-63863815BA1B}"/>
              </a:ext>
            </a:extLst>
          </p:cNvPr>
          <p:cNvSpPr/>
          <p:nvPr/>
        </p:nvSpPr>
        <p:spPr>
          <a:xfrm>
            <a:off x="5447825" y="4270833"/>
            <a:ext cx="1793195" cy="138248"/>
          </a:xfrm>
          <a:custGeom>
            <a:avLst/>
            <a:gdLst>
              <a:gd name="connsiteX0" fmla="*/ 0 w 2122098"/>
              <a:gd name="connsiteY0" fmla="*/ 25879 h 138248"/>
              <a:gd name="connsiteX1" fmla="*/ 1000664 w 2122098"/>
              <a:gd name="connsiteY1" fmla="*/ 138023 h 138248"/>
              <a:gd name="connsiteX2" fmla="*/ 2122098 w 2122098"/>
              <a:gd name="connsiteY2" fmla="*/ 0 h 138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2098" h="138248">
                <a:moveTo>
                  <a:pt x="0" y="25879"/>
                </a:moveTo>
                <a:cubicBezTo>
                  <a:pt x="323490" y="84107"/>
                  <a:pt x="646981" y="142336"/>
                  <a:pt x="1000664" y="138023"/>
                </a:cubicBezTo>
                <a:cubicBezTo>
                  <a:pt x="1354347" y="133710"/>
                  <a:pt x="1738222" y="66855"/>
                  <a:pt x="2122098" y="0"/>
                </a:cubicBezTo>
              </a:path>
            </a:pathLst>
          </a:custGeom>
          <a:noFill/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0A1345-8763-CA57-E294-CAFE2D5D521E}"/>
                  </a:ext>
                </a:extLst>
              </p:cNvPr>
              <p:cNvSpPr/>
              <p:nvPr/>
            </p:nvSpPr>
            <p:spPr>
              <a:xfrm>
                <a:off x="7241020" y="4935067"/>
                <a:ext cx="1293832" cy="91440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Data local to program</a:t>
                </a:r>
                <a14:m>
                  <m:oMath xmlns:m="http://schemas.openxmlformats.org/officeDocument/2006/math">
                    <m:r>
                      <a:rPr lang="en-US" i="1" baseline="-250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baseline="-25000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0A1345-8763-CA57-E294-CAFE2D5D52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20" y="4935067"/>
                <a:ext cx="1293832" cy="914400"/>
              </a:xfrm>
              <a:prstGeom prst="rect">
                <a:avLst/>
              </a:prstGeom>
              <a:blipFill>
                <a:blip r:embed="rId3"/>
                <a:stretch>
                  <a:fillRect t="-3289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0A3952A-F42E-1F7A-F425-EE1A11B4BE6E}"/>
              </a:ext>
            </a:extLst>
          </p:cNvPr>
          <p:cNvSpPr/>
          <p:nvPr/>
        </p:nvSpPr>
        <p:spPr>
          <a:xfrm>
            <a:off x="4179914" y="4923565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04713D-F27C-75F4-9DF5-8D96B4C0C067}"/>
              </a:ext>
            </a:extLst>
          </p:cNvPr>
          <p:cNvCxnSpPr>
            <a:stCxn id="6" idx="2"/>
            <a:endCxn id="5" idx="0"/>
          </p:cNvCxnSpPr>
          <p:nvPr/>
        </p:nvCxnSpPr>
        <p:spPr>
          <a:xfrm>
            <a:off x="3309011" y="4357097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D82090-58AB-63F6-1B58-F80F3DF3FB6A}"/>
              </a:ext>
            </a:extLst>
          </p:cNvPr>
          <p:cNvCxnSpPr/>
          <p:nvPr/>
        </p:nvCxnSpPr>
        <p:spPr>
          <a:xfrm>
            <a:off x="4826830" y="4357097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3F1339-317A-1BAC-64F6-57ED6C9A674F}"/>
              </a:ext>
            </a:extLst>
          </p:cNvPr>
          <p:cNvCxnSpPr/>
          <p:nvPr/>
        </p:nvCxnSpPr>
        <p:spPr>
          <a:xfrm>
            <a:off x="7926819" y="436141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A8A339-B6D4-3213-3D65-D72837C51475}"/>
              </a:ext>
            </a:extLst>
          </p:cNvPr>
          <p:cNvCxnSpPr/>
          <p:nvPr/>
        </p:nvCxnSpPr>
        <p:spPr>
          <a:xfrm flipH="1">
            <a:off x="8320434" y="2725033"/>
            <a:ext cx="1404906" cy="94626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41277E8-A55A-75B2-D466-C1D2FC025EBF}"/>
              </a:ext>
            </a:extLst>
          </p:cNvPr>
          <p:cNvCxnSpPr>
            <a:cxnSpLocks/>
          </p:cNvCxnSpPr>
          <p:nvPr/>
        </p:nvCxnSpPr>
        <p:spPr>
          <a:xfrm flipH="1">
            <a:off x="3451709" y="2628821"/>
            <a:ext cx="6385408" cy="99911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236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4F3A-86EA-8E9D-9805-75D3F2F0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Operations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B690F-11F2-0C4B-2C2A-51045B3C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0353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How do we identify processor IDs? </a:t>
            </a:r>
            <a:r>
              <a:rPr lang="en-US" dirty="0">
                <a:solidFill>
                  <a:srgbClr val="C00000"/>
                </a:solidFill>
              </a:rPr>
              <a:t>Ranks</a:t>
            </a:r>
          </a:p>
          <a:p>
            <a:r>
              <a:rPr lang="en-US" dirty="0">
                <a:solidFill>
                  <a:srgbClr val="C00000"/>
                </a:solidFill>
              </a:rPr>
              <a:t>It is possible to create partitions of the world. We will not discuss in this class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A6E4D-E51F-71B0-8764-FE8A3755A7BC}"/>
              </a:ext>
            </a:extLst>
          </p:cNvPr>
          <p:cNvSpPr txBox="1"/>
          <p:nvPr/>
        </p:nvSpPr>
        <p:spPr>
          <a:xfrm>
            <a:off x="6250629" y="3819550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071FC-F2E4-911F-DE33-4FD18E05A402}"/>
              </a:ext>
            </a:extLst>
          </p:cNvPr>
          <p:cNvSpPr/>
          <p:nvPr/>
        </p:nvSpPr>
        <p:spPr>
          <a:xfrm>
            <a:off x="2662095" y="4935067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1A863FFA-11D2-7438-1E4B-39C79BDD30E3}"/>
              </a:ext>
            </a:extLst>
          </p:cNvPr>
          <p:cNvSpPr/>
          <p:nvPr/>
        </p:nvSpPr>
        <p:spPr>
          <a:xfrm>
            <a:off x="2662095" y="367129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0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ounded Rectangle 21">
            <a:extLst>
              <a:ext uri="{FF2B5EF4-FFF2-40B4-BE49-F238E27FC236}">
                <a16:creationId xmlns:a16="http://schemas.microsoft.com/office/drawing/2014/main" id="{7155D47B-6AC0-C741-0A98-812C36833667}"/>
              </a:ext>
            </a:extLst>
          </p:cNvPr>
          <p:cNvSpPr/>
          <p:nvPr/>
        </p:nvSpPr>
        <p:spPr>
          <a:xfrm>
            <a:off x="4179914" y="367129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1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22">
                <a:extLst>
                  <a:ext uri="{FF2B5EF4-FFF2-40B4-BE49-F238E27FC236}">
                    <a16:creationId xmlns:a16="http://schemas.microsoft.com/office/drawing/2014/main" id="{A1763E67-A668-BBCB-8DE7-534672DF975B}"/>
                  </a:ext>
                </a:extLst>
              </p:cNvPr>
              <p:cNvSpPr/>
              <p:nvPr/>
            </p:nvSpPr>
            <p:spPr>
              <a:xfrm>
                <a:off x="7241020" y="3675610"/>
                <a:ext cx="1293833" cy="685800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Rank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baseline="-25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ounded Rectangle 22">
                <a:extLst>
                  <a:ext uri="{FF2B5EF4-FFF2-40B4-BE49-F238E27FC236}">
                    <a16:creationId xmlns:a16="http://schemas.microsoft.com/office/drawing/2014/main" id="{A1763E67-A668-BBCB-8DE7-534672DF97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20" y="3675610"/>
                <a:ext cx="1293833" cy="685800"/>
              </a:xfrm>
              <a:prstGeom prst="roundRect">
                <a:avLst/>
              </a:prstGeom>
              <a:blipFill>
                <a:blip r:embed="rId2"/>
                <a:stretch>
                  <a:fillRect l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7">
            <a:extLst>
              <a:ext uri="{FF2B5EF4-FFF2-40B4-BE49-F238E27FC236}">
                <a16:creationId xmlns:a16="http://schemas.microsoft.com/office/drawing/2014/main" id="{B2FC6347-9043-CF4D-747D-C71268326C28}"/>
              </a:ext>
            </a:extLst>
          </p:cNvPr>
          <p:cNvSpPr/>
          <p:nvPr/>
        </p:nvSpPr>
        <p:spPr>
          <a:xfrm>
            <a:off x="3886443" y="3365060"/>
            <a:ext cx="3430776" cy="310551"/>
          </a:xfrm>
          <a:custGeom>
            <a:avLst/>
            <a:gdLst>
              <a:gd name="connsiteX0" fmla="*/ 0 w 3743864"/>
              <a:gd name="connsiteY0" fmla="*/ 310551 h 310551"/>
              <a:gd name="connsiteX1" fmla="*/ 1837426 w 3743864"/>
              <a:gd name="connsiteY1" fmla="*/ 0 h 310551"/>
              <a:gd name="connsiteX2" fmla="*/ 3743864 w 3743864"/>
              <a:gd name="connsiteY2" fmla="*/ 310551 h 31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3864" h="310551">
                <a:moveTo>
                  <a:pt x="0" y="310551"/>
                </a:moveTo>
                <a:cubicBezTo>
                  <a:pt x="606724" y="155275"/>
                  <a:pt x="1213449" y="0"/>
                  <a:pt x="1837426" y="0"/>
                </a:cubicBezTo>
                <a:cubicBezTo>
                  <a:pt x="2461403" y="0"/>
                  <a:pt x="3102633" y="155275"/>
                  <a:pt x="3743864" y="310551"/>
                </a:cubicBezTo>
              </a:path>
            </a:pathLst>
          </a:custGeom>
          <a:noFill/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BB7B189E-FA86-7CC8-5259-63863815BA1B}"/>
              </a:ext>
            </a:extLst>
          </p:cNvPr>
          <p:cNvSpPr/>
          <p:nvPr/>
        </p:nvSpPr>
        <p:spPr>
          <a:xfrm>
            <a:off x="5447825" y="4270833"/>
            <a:ext cx="1793195" cy="138248"/>
          </a:xfrm>
          <a:custGeom>
            <a:avLst/>
            <a:gdLst>
              <a:gd name="connsiteX0" fmla="*/ 0 w 2122098"/>
              <a:gd name="connsiteY0" fmla="*/ 25879 h 138248"/>
              <a:gd name="connsiteX1" fmla="*/ 1000664 w 2122098"/>
              <a:gd name="connsiteY1" fmla="*/ 138023 h 138248"/>
              <a:gd name="connsiteX2" fmla="*/ 2122098 w 2122098"/>
              <a:gd name="connsiteY2" fmla="*/ 0 h 138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2098" h="138248">
                <a:moveTo>
                  <a:pt x="0" y="25879"/>
                </a:moveTo>
                <a:cubicBezTo>
                  <a:pt x="323490" y="84107"/>
                  <a:pt x="646981" y="142336"/>
                  <a:pt x="1000664" y="138023"/>
                </a:cubicBezTo>
                <a:cubicBezTo>
                  <a:pt x="1354347" y="133710"/>
                  <a:pt x="1738222" y="66855"/>
                  <a:pt x="2122098" y="0"/>
                </a:cubicBezTo>
              </a:path>
            </a:pathLst>
          </a:custGeom>
          <a:noFill/>
          <a:ln>
            <a:prstDash val="sysDash"/>
            <a:headEnd type="arrow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0A1345-8763-CA57-E294-CAFE2D5D521E}"/>
                  </a:ext>
                </a:extLst>
              </p:cNvPr>
              <p:cNvSpPr/>
              <p:nvPr/>
            </p:nvSpPr>
            <p:spPr>
              <a:xfrm>
                <a:off x="7241020" y="4935067"/>
                <a:ext cx="1293832" cy="914400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Data local to program</a:t>
                </a:r>
                <a14:m>
                  <m:oMath xmlns:m="http://schemas.openxmlformats.org/officeDocument/2006/math">
                    <m:r>
                      <a:rPr lang="en-US" i="1" baseline="-250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baseline="-25000">
                    <a:solidFill>
                      <a:schemeClr val="bg2">
                        <a:lumMod val="10000"/>
                      </a:schemeClr>
                    </a:solidFill>
                  </a:rPr>
                  <a:t>-1</a:t>
                </a:r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0A1345-8763-CA57-E294-CAFE2D5D52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020" y="4935067"/>
                <a:ext cx="1293832" cy="914400"/>
              </a:xfrm>
              <a:prstGeom prst="rect">
                <a:avLst/>
              </a:prstGeom>
              <a:blipFill>
                <a:blip r:embed="rId3"/>
                <a:stretch>
                  <a:fillRect t="-3289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60A3952A-F42E-1F7A-F425-EE1A11B4BE6E}"/>
              </a:ext>
            </a:extLst>
          </p:cNvPr>
          <p:cNvSpPr/>
          <p:nvPr/>
        </p:nvSpPr>
        <p:spPr>
          <a:xfrm>
            <a:off x="4179914" y="4923565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04713D-F27C-75F4-9DF5-8D96B4C0C067}"/>
              </a:ext>
            </a:extLst>
          </p:cNvPr>
          <p:cNvCxnSpPr>
            <a:stCxn id="6" idx="2"/>
            <a:endCxn id="5" idx="0"/>
          </p:cNvCxnSpPr>
          <p:nvPr/>
        </p:nvCxnSpPr>
        <p:spPr>
          <a:xfrm>
            <a:off x="3309011" y="4357097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D82090-58AB-63F6-1B58-F80F3DF3FB6A}"/>
              </a:ext>
            </a:extLst>
          </p:cNvPr>
          <p:cNvCxnSpPr/>
          <p:nvPr/>
        </p:nvCxnSpPr>
        <p:spPr>
          <a:xfrm>
            <a:off x="4826830" y="4357097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3F1339-317A-1BAC-64F6-57ED6C9A674F}"/>
              </a:ext>
            </a:extLst>
          </p:cNvPr>
          <p:cNvCxnSpPr/>
          <p:nvPr/>
        </p:nvCxnSpPr>
        <p:spPr>
          <a:xfrm>
            <a:off x="7926819" y="436141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347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C865-E5C5-77D0-4BB1-4F6C50E7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an MPI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CFE6-8650-AED5-60AA-94FBEDE0F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33297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MPI_Init</a:t>
            </a:r>
            <a:r>
              <a:rPr lang="en-US" dirty="0"/>
              <a:t>(…)</a:t>
            </a:r>
          </a:p>
          <a:p>
            <a:r>
              <a:rPr lang="en-US" dirty="0" err="1"/>
              <a:t>MPI_Comm_rank</a:t>
            </a:r>
            <a:r>
              <a:rPr lang="en-US" dirty="0"/>
              <a:t>(MPI_COMM_WORLD, &amp;</a:t>
            </a:r>
            <a:r>
              <a:rPr lang="en-US" dirty="0" err="1"/>
              <a:t>my_rank</a:t>
            </a:r>
            <a:r>
              <a:rPr lang="en-US" dirty="0"/>
              <a:t>)</a:t>
            </a:r>
          </a:p>
          <a:p>
            <a:r>
              <a:rPr lang="en-US" dirty="0" err="1"/>
              <a:t>MPI_Comm_size</a:t>
            </a:r>
            <a:r>
              <a:rPr lang="en-US" dirty="0"/>
              <a:t>(MPI_COMM_WORLD, &amp;</a:t>
            </a:r>
            <a:r>
              <a:rPr lang="en-US" dirty="0" err="1"/>
              <a:t>num_procs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Do rank specific work</a:t>
            </a:r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 err="1"/>
              <a:t>Mpiprogram.c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D997D1-C094-B727-0290-D9545EC01254}"/>
              </a:ext>
            </a:extLst>
          </p:cNvPr>
          <p:cNvSpPr txBox="1"/>
          <p:nvPr/>
        </p:nvSpPr>
        <p:spPr>
          <a:xfrm>
            <a:off x="9186389" y="1628964"/>
            <a:ext cx="25373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processor will run the exact same program </a:t>
            </a:r>
          </a:p>
          <a:p>
            <a:endParaRPr lang="en-US" dirty="0"/>
          </a:p>
          <a:p>
            <a:r>
              <a:rPr lang="en-US" dirty="0"/>
              <a:t>Actual instructions that get executed may vary depending upon the rank</a:t>
            </a:r>
          </a:p>
        </p:txBody>
      </p:sp>
    </p:spTree>
    <p:extLst>
      <p:ext uri="{BB962C8B-B14F-4D97-AF65-F5344CB8AC3E}">
        <p14:creationId xmlns:p14="http://schemas.microsoft.com/office/powerpoint/2010/main" val="1376933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C865-E5C5-77D0-4BB1-4F6C50E7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an MPI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CFE6-8650-AED5-60AA-94FBEDE0F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33297" cy="4351338"/>
          </a:xfrm>
        </p:spPr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MPI_Init</a:t>
            </a:r>
            <a:r>
              <a:rPr lang="en-US" dirty="0">
                <a:solidFill>
                  <a:srgbClr val="C00000"/>
                </a:solidFill>
              </a:rPr>
              <a:t>(…)</a:t>
            </a:r>
          </a:p>
          <a:p>
            <a:r>
              <a:rPr lang="en-US" dirty="0" err="1"/>
              <a:t>MPI_Comm_rank</a:t>
            </a:r>
            <a:r>
              <a:rPr lang="en-US" dirty="0"/>
              <a:t>(MPI_COMM_WORLD, &amp;</a:t>
            </a:r>
            <a:r>
              <a:rPr lang="en-US" dirty="0" err="1"/>
              <a:t>my_rank</a:t>
            </a:r>
            <a:r>
              <a:rPr lang="en-US" dirty="0"/>
              <a:t>)</a:t>
            </a:r>
          </a:p>
          <a:p>
            <a:r>
              <a:rPr lang="en-US" dirty="0" err="1"/>
              <a:t>MPI_Comm_size</a:t>
            </a:r>
            <a:r>
              <a:rPr lang="en-US" dirty="0"/>
              <a:t>(MPI_COMM_WORLD, &amp;</a:t>
            </a:r>
            <a:r>
              <a:rPr lang="en-US" dirty="0" err="1"/>
              <a:t>num_procs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Do rank specific work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448E3-D74A-225A-67A4-2FCE9C8E2459}"/>
              </a:ext>
            </a:extLst>
          </p:cNvPr>
          <p:cNvSpPr txBox="1"/>
          <p:nvPr/>
        </p:nvSpPr>
        <p:spPr>
          <a:xfrm>
            <a:off x="9477060" y="2307195"/>
            <a:ext cx="2046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API to initialize the MPI framework</a:t>
            </a:r>
          </a:p>
        </p:txBody>
      </p:sp>
    </p:spTree>
    <p:extLst>
      <p:ext uri="{BB962C8B-B14F-4D97-AF65-F5344CB8AC3E}">
        <p14:creationId xmlns:p14="http://schemas.microsoft.com/office/powerpoint/2010/main" val="3584237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C865-E5C5-77D0-4BB1-4F6C50E7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an MPI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CFE6-8650-AED5-60AA-94FBEDE0F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33297" cy="4351338"/>
          </a:xfrm>
        </p:spPr>
        <p:txBody>
          <a:bodyPr/>
          <a:lstStyle/>
          <a:p>
            <a:r>
              <a:rPr lang="en-US" dirty="0" err="1"/>
              <a:t>MPI_Init</a:t>
            </a:r>
            <a:r>
              <a:rPr lang="en-US" dirty="0"/>
              <a:t>(…)</a:t>
            </a:r>
          </a:p>
          <a:p>
            <a:r>
              <a:rPr lang="en-US" dirty="0" err="1">
                <a:solidFill>
                  <a:srgbClr val="C00000"/>
                </a:solidFill>
              </a:rPr>
              <a:t>MPI_Comm_rank</a:t>
            </a:r>
            <a:r>
              <a:rPr lang="en-US" dirty="0">
                <a:solidFill>
                  <a:srgbClr val="C00000"/>
                </a:solidFill>
              </a:rPr>
              <a:t>(MPI_COMM_WORLD, &amp;</a:t>
            </a:r>
            <a:r>
              <a:rPr lang="en-US" dirty="0" err="1">
                <a:solidFill>
                  <a:srgbClr val="C00000"/>
                </a:solidFill>
              </a:rPr>
              <a:t>my_rank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  <a:p>
            <a:r>
              <a:rPr lang="en-US" dirty="0" err="1">
                <a:solidFill>
                  <a:srgbClr val="C00000"/>
                </a:solidFill>
              </a:rPr>
              <a:t>MPI_Comm_size</a:t>
            </a:r>
            <a:r>
              <a:rPr lang="en-US" dirty="0">
                <a:solidFill>
                  <a:srgbClr val="C00000"/>
                </a:solidFill>
              </a:rPr>
              <a:t>(MPI_COMM_WORLD, &amp;</a:t>
            </a:r>
            <a:r>
              <a:rPr lang="en-US" dirty="0" err="1">
                <a:solidFill>
                  <a:srgbClr val="C00000"/>
                </a:solidFill>
              </a:rPr>
              <a:t>num_procs</a:t>
            </a:r>
            <a:r>
              <a:rPr lang="en-US" dirty="0">
                <a:solidFill>
                  <a:srgbClr val="C00000"/>
                </a:solidFill>
              </a:rPr>
              <a:t>);</a:t>
            </a:r>
          </a:p>
          <a:p>
            <a:endParaRPr lang="en-US" dirty="0"/>
          </a:p>
          <a:p>
            <a:r>
              <a:rPr lang="en-US" dirty="0"/>
              <a:t>Do rank specific work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448E3-D74A-225A-67A4-2FCE9C8E2459}"/>
              </a:ext>
            </a:extLst>
          </p:cNvPr>
          <p:cNvSpPr txBox="1"/>
          <p:nvPr/>
        </p:nvSpPr>
        <p:spPr>
          <a:xfrm>
            <a:off x="9477060" y="2307195"/>
            <a:ext cx="2046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Obtain the rank of the process and the size of the world</a:t>
            </a:r>
          </a:p>
        </p:txBody>
      </p:sp>
    </p:spTree>
    <p:extLst>
      <p:ext uri="{BB962C8B-B14F-4D97-AF65-F5344CB8AC3E}">
        <p14:creationId xmlns:p14="http://schemas.microsoft.com/office/powerpoint/2010/main" val="4258452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C865-E5C5-77D0-4BB1-4F6C50E7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an MPI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CFE6-8650-AED5-60AA-94FBEDE0F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33297" cy="4351338"/>
          </a:xfrm>
        </p:spPr>
        <p:txBody>
          <a:bodyPr/>
          <a:lstStyle/>
          <a:p>
            <a:r>
              <a:rPr lang="en-US" dirty="0" err="1"/>
              <a:t>MPI_Init</a:t>
            </a:r>
            <a:r>
              <a:rPr lang="en-US" dirty="0"/>
              <a:t>(…)</a:t>
            </a:r>
          </a:p>
          <a:p>
            <a:r>
              <a:rPr lang="en-US" dirty="0" err="1"/>
              <a:t>MPI_Comm_rank</a:t>
            </a:r>
            <a:r>
              <a:rPr lang="en-US" dirty="0"/>
              <a:t>(MPI_COMM_WORLD, &amp;</a:t>
            </a:r>
            <a:r>
              <a:rPr lang="en-US" dirty="0" err="1"/>
              <a:t>my_rank</a:t>
            </a:r>
            <a:r>
              <a:rPr lang="en-US" dirty="0"/>
              <a:t>)</a:t>
            </a:r>
          </a:p>
          <a:p>
            <a:r>
              <a:rPr lang="en-US" dirty="0" err="1"/>
              <a:t>MPI_Comm_size</a:t>
            </a:r>
            <a:r>
              <a:rPr lang="en-US" dirty="0"/>
              <a:t>(MPI_COMM_WORLD, &amp;</a:t>
            </a:r>
            <a:r>
              <a:rPr lang="en-US" dirty="0" err="1"/>
              <a:t>num_procs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Do rank specific work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448E3-D74A-225A-67A4-2FCE9C8E2459}"/>
              </a:ext>
            </a:extLst>
          </p:cNvPr>
          <p:cNvSpPr txBox="1"/>
          <p:nvPr/>
        </p:nvSpPr>
        <p:spPr>
          <a:xfrm>
            <a:off x="9477060" y="2307195"/>
            <a:ext cx="2046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work which is specific to the rank</a:t>
            </a:r>
          </a:p>
        </p:txBody>
      </p:sp>
    </p:spTree>
    <p:extLst>
      <p:ext uri="{BB962C8B-B14F-4D97-AF65-F5344CB8AC3E}">
        <p14:creationId xmlns:p14="http://schemas.microsoft.com/office/powerpoint/2010/main" val="3757350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9CFF-4AF1-3964-9367-916DC2428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 err="1"/>
                  <a:t>MPI_Init</a:t>
                </a:r>
                <a:r>
                  <a:rPr lang="en-US" dirty="0"/>
                  <a:t>(…)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MPI_Comm_rank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my_rank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MPI_Comm_size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num_procs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(rank == 0)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Send(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dirty="0"/>
                  <a:t> ; }</a:t>
                </a:r>
              </a:p>
              <a:p>
                <a:pPr marL="0" indent="0">
                  <a:buNone/>
                </a:pPr>
                <a:r>
                  <a:rPr lang="en-US" dirty="0"/>
                  <a:t>Else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Receive(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); }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0E03D83-B923-DBF0-1B81-36C5CA7D95CA}"/>
              </a:ext>
            </a:extLst>
          </p:cNvPr>
          <p:cNvSpPr/>
          <p:nvPr/>
        </p:nvSpPr>
        <p:spPr>
          <a:xfrm>
            <a:off x="7676156" y="4692770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44BAAB2-7362-DE78-AD64-2D3EAA10F778}"/>
              </a:ext>
            </a:extLst>
          </p:cNvPr>
          <p:cNvSpPr/>
          <p:nvPr/>
        </p:nvSpPr>
        <p:spPr>
          <a:xfrm>
            <a:off x="7676156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0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21">
            <a:extLst>
              <a:ext uri="{FF2B5EF4-FFF2-40B4-BE49-F238E27FC236}">
                <a16:creationId xmlns:a16="http://schemas.microsoft.com/office/drawing/2014/main" id="{BE2764F0-50F9-6E49-ACBE-263459A610C7}"/>
              </a:ext>
            </a:extLst>
          </p:cNvPr>
          <p:cNvSpPr/>
          <p:nvPr/>
        </p:nvSpPr>
        <p:spPr>
          <a:xfrm>
            <a:off x="9193975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1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FBB74-B17B-BEC0-1A6D-D1BAE47C1BCE}"/>
              </a:ext>
            </a:extLst>
          </p:cNvPr>
          <p:cNvSpPr/>
          <p:nvPr/>
        </p:nvSpPr>
        <p:spPr>
          <a:xfrm>
            <a:off x="9193975" y="4681268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83C42D-1B3C-577D-4954-6B484E656A36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8323072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4C943C-D5CD-AEB5-B36F-E084D0C97DCE}"/>
              </a:ext>
            </a:extLst>
          </p:cNvPr>
          <p:cNvCxnSpPr/>
          <p:nvPr/>
        </p:nvCxnSpPr>
        <p:spPr>
          <a:xfrm>
            <a:off x="9840891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7A85216-8F00-2054-37B8-BEBFE5DFD98C}"/>
              </a:ext>
            </a:extLst>
          </p:cNvPr>
          <p:cNvSpPr txBox="1"/>
          <p:nvPr/>
        </p:nvSpPr>
        <p:spPr>
          <a:xfrm>
            <a:off x="7454479" y="6074352"/>
            <a:ext cx="327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Two processor world</a:t>
            </a:r>
          </a:p>
        </p:txBody>
      </p:sp>
    </p:spTree>
    <p:extLst>
      <p:ext uri="{BB962C8B-B14F-4D97-AF65-F5344CB8AC3E}">
        <p14:creationId xmlns:p14="http://schemas.microsoft.com/office/powerpoint/2010/main" val="2493925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9CFF-4AF1-3964-9367-916DC2428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 err="1"/>
                  <a:t>MPI_Init</a:t>
                </a:r>
                <a:r>
                  <a:rPr lang="en-US" dirty="0"/>
                  <a:t>(…)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MPI_Comm_rank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my_rank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MPI_Comm_size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num_procs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(rank == 0)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Send(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dirty="0"/>
                  <a:t> ; }</a:t>
                </a:r>
              </a:p>
              <a:p>
                <a:pPr marL="0" indent="0">
                  <a:buNone/>
                </a:pPr>
                <a:r>
                  <a:rPr lang="en-US" dirty="0"/>
                  <a:t>Else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Receive(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); }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0E03D83-B923-DBF0-1B81-36C5CA7D95CA}"/>
              </a:ext>
            </a:extLst>
          </p:cNvPr>
          <p:cNvSpPr/>
          <p:nvPr/>
        </p:nvSpPr>
        <p:spPr>
          <a:xfrm>
            <a:off x="7676156" y="4692770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44BAAB2-7362-DE78-AD64-2D3EAA10F778}"/>
              </a:ext>
            </a:extLst>
          </p:cNvPr>
          <p:cNvSpPr/>
          <p:nvPr/>
        </p:nvSpPr>
        <p:spPr>
          <a:xfrm>
            <a:off x="7676156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0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21">
            <a:extLst>
              <a:ext uri="{FF2B5EF4-FFF2-40B4-BE49-F238E27FC236}">
                <a16:creationId xmlns:a16="http://schemas.microsoft.com/office/drawing/2014/main" id="{BE2764F0-50F9-6E49-ACBE-263459A610C7}"/>
              </a:ext>
            </a:extLst>
          </p:cNvPr>
          <p:cNvSpPr/>
          <p:nvPr/>
        </p:nvSpPr>
        <p:spPr>
          <a:xfrm>
            <a:off x="9193975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1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FBB74-B17B-BEC0-1A6D-D1BAE47C1BCE}"/>
              </a:ext>
            </a:extLst>
          </p:cNvPr>
          <p:cNvSpPr/>
          <p:nvPr/>
        </p:nvSpPr>
        <p:spPr>
          <a:xfrm>
            <a:off x="9193975" y="4681268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83C42D-1B3C-577D-4954-6B484E656A36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8323072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4C943C-D5CD-AEB5-B36F-E084D0C97DCE}"/>
              </a:ext>
            </a:extLst>
          </p:cNvPr>
          <p:cNvCxnSpPr/>
          <p:nvPr/>
        </p:nvCxnSpPr>
        <p:spPr>
          <a:xfrm>
            <a:off x="9840891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A85216-8F00-2054-37B8-BEBFE5DFD98C}"/>
                  </a:ext>
                </a:extLst>
              </p:cNvPr>
              <p:cNvSpPr txBox="1"/>
              <p:nvPr/>
            </p:nvSpPr>
            <p:spPr>
              <a:xfrm>
                <a:off x="7454479" y="6074352"/>
                <a:ext cx="3276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Executes If portion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A85216-8F00-2054-37B8-BEBFE5DFD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479" y="6074352"/>
                <a:ext cx="3276096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7275C5-5B30-6B39-2D65-E2627A8F72FC}"/>
              </a:ext>
            </a:extLst>
          </p:cNvPr>
          <p:cNvCxnSpPr>
            <a:stCxn id="5" idx="1"/>
          </p:cNvCxnSpPr>
          <p:nvPr/>
        </p:nvCxnSpPr>
        <p:spPr>
          <a:xfrm flipH="1">
            <a:off x="3760546" y="3771900"/>
            <a:ext cx="3915610" cy="40648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105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89CFF-4AF1-3964-9367-916DC2428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 err="1"/>
                  <a:t>MPI_Init</a:t>
                </a:r>
                <a:r>
                  <a:rPr lang="en-US" dirty="0"/>
                  <a:t>(…)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MPI_Comm_rank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my_rank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 err="1"/>
                  <a:t>MPI_Comm_size</a:t>
                </a:r>
                <a:r>
                  <a:rPr lang="en-US" dirty="0"/>
                  <a:t>(MPI_COMM_WORLD, &amp;</a:t>
                </a:r>
                <a:r>
                  <a:rPr lang="en-US" dirty="0" err="1"/>
                  <a:t>num_procs</a:t>
                </a:r>
                <a:r>
                  <a:rPr lang="en-US" dirty="0"/>
                  <a:t>);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(rank == 0)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Send(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dirty="0"/>
                  <a:t> ; }</a:t>
                </a:r>
              </a:p>
              <a:p>
                <a:pPr marL="0" indent="0">
                  <a:buNone/>
                </a:pPr>
                <a:r>
                  <a:rPr lang="en-US" dirty="0"/>
                  <a:t>Else {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457200" lvl="1" indent="0">
                  <a:buNone/>
                </a:pPr>
                <a:r>
                  <a:rPr lang="en-US" dirty="0"/>
                  <a:t>Receive(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); }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658AD3-ABD2-8C3D-16F9-34E32BEC4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0E03D83-B923-DBF0-1B81-36C5CA7D95CA}"/>
              </a:ext>
            </a:extLst>
          </p:cNvPr>
          <p:cNvSpPr/>
          <p:nvPr/>
        </p:nvSpPr>
        <p:spPr>
          <a:xfrm>
            <a:off x="7676156" y="4692770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44BAAB2-7362-DE78-AD64-2D3EAA10F778}"/>
              </a:ext>
            </a:extLst>
          </p:cNvPr>
          <p:cNvSpPr/>
          <p:nvPr/>
        </p:nvSpPr>
        <p:spPr>
          <a:xfrm>
            <a:off x="7676156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0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" name="Rounded Rectangle 21">
            <a:extLst>
              <a:ext uri="{FF2B5EF4-FFF2-40B4-BE49-F238E27FC236}">
                <a16:creationId xmlns:a16="http://schemas.microsoft.com/office/drawing/2014/main" id="{BE2764F0-50F9-6E49-ACBE-263459A610C7}"/>
              </a:ext>
            </a:extLst>
          </p:cNvPr>
          <p:cNvSpPr/>
          <p:nvPr/>
        </p:nvSpPr>
        <p:spPr>
          <a:xfrm>
            <a:off x="9193975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Rank 1</a:t>
            </a:r>
            <a:endParaRPr lang="en-US" baseline="-25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2FBB74-B17B-BEC0-1A6D-D1BAE47C1BCE}"/>
              </a:ext>
            </a:extLst>
          </p:cNvPr>
          <p:cNvSpPr/>
          <p:nvPr/>
        </p:nvSpPr>
        <p:spPr>
          <a:xfrm>
            <a:off x="9193975" y="4681268"/>
            <a:ext cx="129383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Data local to 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83C42D-1B3C-577D-4954-6B484E656A36}"/>
              </a:ext>
            </a:extLst>
          </p:cNvPr>
          <p:cNvCxnSpPr>
            <a:stCxn id="5" idx="2"/>
            <a:endCxn id="4" idx="0"/>
          </p:cNvCxnSpPr>
          <p:nvPr/>
        </p:nvCxnSpPr>
        <p:spPr>
          <a:xfrm>
            <a:off x="8323072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14C943C-D5CD-AEB5-B36F-E084D0C97DCE}"/>
              </a:ext>
            </a:extLst>
          </p:cNvPr>
          <p:cNvCxnSpPr/>
          <p:nvPr/>
        </p:nvCxnSpPr>
        <p:spPr>
          <a:xfrm>
            <a:off x="9840891" y="4114800"/>
            <a:ext cx="0" cy="5779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A85216-8F00-2054-37B8-BEBFE5DFD98C}"/>
                  </a:ext>
                </a:extLst>
              </p:cNvPr>
              <p:cNvSpPr txBox="1"/>
              <p:nvPr/>
            </p:nvSpPr>
            <p:spPr>
              <a:xfrm>
                <a:off x="7454479" y="6074352"/>
                <a:ext cx="327609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Executes Else portion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A85216-8F00-2054-37B8-BEBFE5DFD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479" y="6074352"/>
                <a:ext cx="3276096" cy="369332"/>
              </a:xfrm>
              <a:prstGeom prst="rect">
                <a:avLst/>
              </a:prstGeom>
              <a:blipFill>
                <a:blip r:embed="rId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7275C5-5B30-6B39-2D65-E2627A8F72FC}"/>
              </a:ext>
            </a:extLst>
          </p:cNvPr>
          <p:cNvCxnSpPr>
            <a:cxnSpLocks/>
          </p:cNvCxnSpPr>
          <p:nvPr/>
        </p:nvCxnSpPr>
        <p:spPr>
          <a:xfrm flipH="1">
            <a:off x="3851380" y="3931884"/>
            <a:ext cx="5342595" cy="167528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630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2E8C-8B75-B05E-CE8A-4CF92DF85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8EBFA-3BC4-EFA7-D6CB-E90E5982CC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35835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P0: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0" indent="0">
                  <a:buNone/>
                </a:pPr>
                <a:r>
                  <a:rPr lang="en-US" dirty="0"/>
                  <a:t>Send(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dirty="0"/>
                  <a:t> ;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E8EBFA-3BC4-EFA7-D6CB-E90E5982C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358351" cy="4351338"/>
              </a:xfrm>
              <a:blipFill>
                <a:blip r:embed="rId2"/>
                <a:stretch>
                  <a:fillRect l="-38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149A0FB-503C-E7F7-15F2-4A52B773E9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84758" y="1825625"/>
                <a:ext cx="375549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P1: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Receive(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149A0FB-503C-E7F7-15F2-4A52B773E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758" y="1825625"/>
                <a:ext cx="3755499" cy="4351338"/>
              </a:xfrm>
              <a:prstGeom prst="rect">
                <a:avLst/>
              </a:prstGeom>
              <a:blipFill>
                <a:blip r:embed="rId3"/>
                <a:stretch>
                  <a:fillRect l="-3409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394338-042C-6DD1-1844-69BE001F7AD8}"/>
              </a:ext>
            </a:extLst>
          </p:cNvPr>
          <p:cNvSpPr txBox="1"/>
          <p:nvPr/>
        </p:nvSpPr>
        <p:spPr>
          <a:xfrm>
            <a:off x="3899825" y="5504567"/>
            <a:ext cx="3358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operations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C9AB2F-538A-F7C5-AC63-74B15EAA335B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2113415" y="3167094"/>
            <a:ext cx="3465586" cy="233747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73DEC3-FEA6-C63E-7518-BA0738244CA0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1683844" y="4155402"/>
            <a:ext cx="3895157" cy="134916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41EB99-3A20-BB4C-49D3-7CF454EFCD5E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579001" y="3078509"/>
            <a:ext cx="1835927" cy="242605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BF902E-04FC-2379-5202-488A4FDF2E8F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5579001" y="4066817"/>
            <a:ext cx="1905757" cy="143775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DCDE09-6DB7-92D3-2D4E-D487D7FE6796}"/>
              </a:ext>
            </a:extLst>
          </p:cNvPr>
          <p:cNvSpPr txBox="1"/>
          <p:nvPr/>
        </p:nvSpPr>
        <p:spPr>
          <a:xfrm>
            <a:off x="1859078" y="5970850"/>
            <a:ext cx="6994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better visualization, we will represent programs like this. This is equivalent to the previous program</a:t>
            </a:r>
          </a:p>
        </p:txBody>
      </p:sp>
    </p:spTree>
    <p:extLst>
      <p:ext uri="{BB962C8B-B14F-4D97-AF65-F5344CB8AC3E}">
        <p14:creationId xmlns:p14="http://schemas.microsoft.com/office/powerpoint/2010/main" val="2896380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1EE9-2297-BC01-98CD-C7ECE07E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 (5)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/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/>
              <p:nvPr/>
            </p:nvSpPr>
            <p:spPr>
              <a:xfrm>
                <a:off x="1545194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194" y="4076448"/>
                <a:ext cx="1065791" cy="98101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/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/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8F8E84C-A0EA-E01C-DA9E-D149B3FF3EBE}"/>
              </a:ext>
            </a:extLst>
          </p:cNvPr>
          <p:cNvSpPr txBox="1"/>
          <p:nvPr/>
        </p:nvSpPr>
        <p:spPr>
          <a:xfrm>
            <a:off x="1556296" y="1501796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D5BFA-2C8D-C69E-8BAD-941ABB9814D3}"/>
              </a:ext>
            </a:extLst>
          </p:cNvPr>
          <p:cNvSpPr txBox="1"/>
          <p:nvPr/>
        </p:nvSpPr>
        <p:spPr>
          <a:xfrm>
            <a:off x="6965991" y="1499935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25EE7-C97D-B3BB-CD99-11074B734503}"/>
              </a:ext>
            </a:extLst>
          </p:cNvPr>
          <p:cNvSpPr txBox="1"/>
          <p:nvPr/>
        </p:nvSpPr>
        <p:spPr>
          <a:xfrm>
            <a:off x="3621266" y="2882479"/>
            <a:ext cx="2474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Can you show the dependencies between these tasks?</a:t>
            </a:r>
          </a:p>
        </p:txBody>
      </p:sp>
    </p:spTree>
    <p:extLst>
      <p:ext uri="{BB962C8B-B14F-4D97-AF65-F5344CB8AC3E}">
        <p14:creationId xmlns:p14="http://schemas.microsoft.com/office/powerpoint/2010/main" val="3951137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1EE9-2297-BC01-98CD-C7ECE07E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 (6)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/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/>
              <p:nvPr/>
            </p:nvSpPr>
            <p:spPr>
              <a:xfrm>
                <a:off x="1495739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39" y="4076448"/>
                <a:ext cx="1065791" cy="98101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/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/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8F8E84C-A0EA-E01C-DA9E-D149B3FF3EBE}"/>
              </a:ext>
            </a:extLst>
          </p:cNvPr>
          <p:cNvSpPr txBox="1"/>
          <p:nvPr/>
        </p:nvSpPr>
        <p:spPr>
          <a:xfrm>
            <a:off x="1556296" y="1501796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D5BFA-2C8D-C69E-8BAD-941ABB9814D3}"/>
              </a:ext>
            </a:extLst>
          </p:cNvPr>
          <p:cNvSpPr txBox="1"/>
          <p:nvPr/>
        </p:nvSpPr>
        <p:spPr>
          <a:xfrm>
            <a:off x="6965991" y="1499935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718ACE-2428-67FB-D78D-FBBADB4DC25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2028635" y="3082315"/>
            <a:ext cx="1" cy="9941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69BCE9-70A9-B4DF-98C1-1B4D76E880CB}"/>
              </a:ext>
            </a:extLst>
          </p:cNvPr>
          <p:cNvCxnSpPr/>
          <p:nvPr/>
        </p:nvCxnSpPr>
        <p:spPr>
          <a:xfrm flipH="1">
            <a:off x="7498885" y="3082315"/>
            <a:ext cx="1" cy="9941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3C1F951-1555-F522-1B46-8133AEBE0933}"/>
              </a:ext>
            </a:extLst>
          </p:cNvPr>
          <p:cNvSpPr txBox="1"/>
          <p:nvPr/>
        </p:nvSpPr>
        <p:spPr>
          <a:xfrm>
            <a:off x="3590988" y="5722570"/>
            <a:ext cx="3039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Sequential Dependencies due to same processor</a:t>
            </a:r>
          </a:p>
        </p:txBody>
      </p:sp>
    </p:spTree>
    <p:extLst>
      <p:ext uri="{BB962C8B-B14F-4D97-AF65-F5344CB8AC3E}">
        <p14:creationId xmlns:p14="http://schemas.microsoft.com/office/powerpoint/2010/main" val="2230120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1EE9-2297-BC01-98CD-C7ECE07E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Inter-Process Communication (7)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/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EECA646-0002-13B2-A291-B51A67194D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40" y="2101303"/>
                <a:ext cx="1065791" cy="98101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/>
              <p:nvPr/>
            </p:nvSpPr>
            <p:spPr>
              <a:xfrm>
                <a:off x="1495739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519A12D-9173-EF2B-54A5-8E44CCA428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739" y="4076448"/>
                <a:ext cx="1065791" cy="98101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/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4251333-D7F0-8860-8D5E-FBE608EB9F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537" y="2101303"/>
                <a:ext cx="1065791" cy="98101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/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89873EC-A582-B2F9-03A2-66FF265D3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5991" y="4076448"/>
                <a:ext cx="1065791" cy="98101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8F8E84C-A0EA-E01C-DA9E-D149B3FF3EBE}"/>
              </a:ext>
            </a:extLst>
          </p:cNvPr>
          <p:cNvSpPr txBox="1"/>
          <p:nvPr/>
        </p:nvSpPr>
        <p:spPr>
          <a:xfrm>
            <a:off x="1556296" y="1501796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BD5BFA-2C8D-C69E-8BAD-941ABB9814D3}"/>
              </a:ext>
            </a:extLst>
          </p:cNvPr>
          <p:cNvSpPr txBox="1"/>
          <p:nvPr/>
        </p:nvSpPr>
        <p:spPr>
          <a:xfrm>
            <a:off x="6965991" y="1499935"/>
            <a:ext cx="944678" cy="38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718ACE-2428-67FB-D78D-FBBADB4DC25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2028635" y="3082315"/>
            <a:ext cx="1" cy="9941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69BCE9-70A9-B4DF-98C1-1B4D76E880CB}"/>
              </a:ext>
            </a:extLst>
          </p:cNvPr>
          <p:cNvCxnSpPr/>
          <p:nvPr/>
        </p:nvCxnSpPr>
        <p:spPr>
          <a:xfrm flipH="1">
            <a:off x="7498885" y="3082315"/>
            <a:ext cx="1" cy="9941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C143A84-0892-7BA2-D0FA-BC9921D737C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2561530" y="2684821"/>
            <a:ext cx="4560542" cy="15352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3824AB-4010-7E94-6F34-05C9FFF79464}"/>
              </a:ext>
            </a:extLst>
          </p:cNvPr>
          <p:cNvSpPr txBox="1"/>
          <p:nvPr/>
        </p:nvSpPr>
        <p:spPr>
          <a:xfrm>
            <a:off x="3590988" y="5722570"/>
            <a:ext cx="3790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Dependency across processors due to communication operation</a:t>
            </a:r>
          </a:p>
        </p:txBody>
      </p:sp>
    </p:spTree>
    <p:extLst>
      <p:ext uri="{BB962C8B-B14F-4D97-AF65-F5344CB8AC3E}">
        <p14:creationId xmlns:p14="http://schemas.microsoft.com/office/powerpoint/2010/main" val="3314602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5927-4660-0C6A-02E0-4AAF9FEE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531C20-A55E-C487-F5F0-495D56B5B5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35835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P0: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0" indent="0">
                  <a:buNone/>
                </a:pPr>
                <a:r>
                  <a:rPr lang="en-US" dirty="0"/>
                  <a:t>Send(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dirty="0"/>
                  <a:t> ;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531C20-A55E-C487-F5F0-495D56B5B5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358351" cy="4351338"/>
              </a:xfrm>
              <a:blipFill>
                <a:blip r:embed="rId2"/>
                <a:stretch>
                  <a:fillRect l="-38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3068D93-1AF1-2860-B212-5AC6180C4F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84758" y="1825625"/>
                <a:ext cx="375549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P1: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Receive(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3068D93-1AF1-2860-B212-5AC6180C4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758" y="1825625"/>
                <a:ext cx="3755499" cy="4351338"/>
              </a:xfrm>
              <a:prstGeom prst="rect">
                <a:avLst/>
              </a:prstGeom>
              <a:blipFill>
                <a:blip r:embed="rId3"/>
                <a:stretch>
                  <a:fillRect l="-3409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949E30-BEF8-5AC5-FCE7-5F1683DCDC73}"/>
                  </a:ext>
                </a:extLst>
              </p:cNvPr>
              <p:cNvSpPr txBox="1"/>
              <p:nvPr/>
            </p:nvSpPr>
            <p:spPr>
              <a:xfrm>
                <a:off x="3863491" y="2622087"/>
                <a:ext cx="295514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wait for the send operation to complete? </a:t>
                </a:r>
                <a:r>
                  <a:rPr lang="en-US" dirty="0">
                    <a:solidFill>
                      <a:srgbClr val="C00000"/>
                    </a:solidFill>
                  </a:rPr>
                  <a:t>Blocking/Non-Blocking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Does MPI directly transfer the data stored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or does it make another copy? </a:t>
                </a:r>
                <a:r>
                  <a:rPr lang="en-US" dirty="0">
                    <a:solidFill>
                      <a:srgbClr val="C00000"/>
                    </a:solidFill>
                  </a:rPr>
                  <a:t>Buffered/Non-Buffered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949E30-BEF8-5AC5-FCE7-5F1683DCD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491" y="2622087"/>
                <a:ext cx="2955147" cy="2308324"/>
              </a:xfrm>
              <a:prstGeom prst="rect">
                <a:avLst/>
              </a:prstGeom>
              <a:blipFill>
                <a:blip r:embed="rId4"/>
                <a:stretch>
                  <a:fillRect l="-1443" t="-1319" r="-1031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0890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5927-4660-0C6A-02E0-4AAF9FEEC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531C20-A55E-C487-F5F0-495D56B5B5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358351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P0: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0" indent="0">
                  <a:buNone/>
                </a:pPr>
                <a:r>
                  <a:rPr lang="en-US" dirty="0"/>
                  <a:t>Send(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</m:oMath>
                </a14:m>
                <a:r>
                  <a:rPr lang="en-US" dirty="0"/>
                  <a:t> ;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8531C20-A55E-C487-F5F0-495D56B5B5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358351" cy="4351338"/>
              </a:xfrm>
              <a:blipFill>
                <a:blip r:embed="rId2"/>
                <a:stretch>
                  <a:fillRect l="-38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3068D93-1AF1-2860-B212-5AC6180C4F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84758" y="1825625"/>
                <a:ext cx="375549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P1: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dirty="0"/>
                  <a:t>;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Receive(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size, P1);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3068D93-1AF1-2860-B212-5AC6180C4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758" y="1825625"/>
                <a:ext cx="3755499" cy="4351338"/>
              </a:xfrm>
              <a:prstGeom prst="rect">
                <a:avLst/>
              </a:prstGeom>
              <a:blipFill>
                <a:blip r:embed="rId3"/>
                <a:stretch>
                  <a:fillRect l="-3409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C949E30-BEF8-5AC5-FCE7-5F1683DCDC73}"/>
              </a:ext>
            </a:extLst>
          </p:cNvPr>
          <p:cNvSpPr txBox="1"/>
          <p:nvPr/>
        </p:nvSpPr>
        <p:spPr>
          <a:xfrm>
            <a:off x="3391153" y="2240582"/>
            <a:ext cx="41904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Blocking Non-Buffered Send</a:t>
            </a:r>
            <a:endParaRPr lang="en-US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Block sending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Send request to receiving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Wait for receiving process to acknowledge (matched receive operation)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Upon receiving acknowledgement, start the transfer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No buffers are used for data to be sent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275CD4-3B87-5256-3C8E-A723D7EACC62}"/>
              </a:ext>
            </a:extLst>
          </p:cNvPr>
          <p:cNvSpPr txBox="1"/>
          <p:nvPr/>
        </p:nvSpPr>
        <p:spPr>
          <a:xfrm>
            <a:off x="3687878" y="5841901"/>
            <a:ext cx="354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Same happens at the receiver end</a:t>
            </a:r>
          </a:p>
        </p:txBody>
      </p:sp>
    </p:spTree>
    <p:extLst>
      <p:ext uri="{BB962C8B-B14F-4D97-AF65-F5344CB8AC3E}">
        <p14:creationId xmlns:p14="http://schemas.microsoft.com/office/powerpoint/2010/main" val="868054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Send/Receive (1)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1844" y="1674948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5912" y="5178779"/>
            <a:ext cx="2330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Sender comes first;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at sender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643033" y="2325592"/>
            <a:ext cx="2868326" cy="2853186"/>
            <a:chOff x="231921" y="2099814"/>
            <a:chExt cx="2868326" cy="3234186"/>
          </a:xfrm>
        </p:grpSpPr>
        <p:sp>
          <p:nvSpPr>
            <p:cNvPr id="23" name="TextBox 22"/>
            <p:cNvSpPr txBox="1"/>
            <p:nvPr/>
          </p:nvSpPr>
          <p:spPr>
            <a:xfrm>
              <a:off x="1201947" y="2224487"/>
              <a:ext cx="944297" cy="732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2" name="Rectangle 1"/>
            <p:cNvSpPr/>
            <p:nvPr/>
          </p:nvSpPr>
          <p:spPr>
            <a:xfrm>
              <a:off x="856172" y="2109566"/>
              <a:ext cx="363028" cy="82413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1921" y="2754866"/>
              <a:ext cx="649537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C00000"/>
                  </a:solidFill>
                </a:rPr>
                <a:t>Send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56172" y="3079796"/>
              <a:ext cx="363028" cy="838200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56171" y="407039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56172" y="4800600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151572" y="2099814"/>
              <a:ext cx="363028" cy="1822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146244" y="407039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146244" y="4800600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1289501" y="4070396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1295400" y="2933700"/>
              <a:ext cx="68580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H="1">
              <a:off x="1295400" y="3917996"/>
              <a:ext cx="685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201946" y="3174616"/>
              <a:ext cx="882934" cy="732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  <a:p>
              <a:pPr algn="ctr"/>
              <a:r>
                <a:rPr lang="en-US">
                  <a:solidFill>
                    <a:schemeClr val="accent1"/>
                  </a:solidFill>
                </a:rPr>
                <a:t>to send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38399" y="3804822"/>
              <a:ext cx="661848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.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305682" y="3274217"/>
              <a:ext cx="540533" cy="418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Idle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155410" y="1661939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3913" y="1687957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7530" y="5169848"/>
            <a:ext cx="30111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(b) Sender and Receiver come at about the same time;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minimized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87913" y="1679262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1913" y="1674947"/>
            <a:ext cx="933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Sending</a:t>
            </a:r>
          </a:p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03511" y="5254979"/>
            <a:ext cx="2415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(c) Receiver comes first;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idling at Receiver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07313" y="1661938"/>
            <a:ext cx="10751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Receiving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process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4469644" y="2334287"/>
            <a:ext cx="3140289" cy="2844492"/>
            <a:chOff x="3058531" y="2108508"/>
            <a:chExt cx="3140289" cy="3253271"/>
          </a:xfrm>
        </p:grpSpPr>
        <p:sp>
          <p:nvSpPr>
            <p:cNvPr id="27" name="Rectangle 26"/>
            <p:cNvSpPr/>
            <p:nvPr/>
          </p:nvSpPr>
          <p:spPr>
            <a:xfrm>
              <a:off x="3664282" y="2108508"/>
              <a:ext cx="363028" cy="139038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058531" y="3331254"/>
              <a:ext cx="649537" cy="4224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Send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665148" y="3643160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664282" y="4372307"/>
              <a:ext cx="363028" cy="9747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232837" y="2109566"/>
              <a:ext cx="363028" cy="13893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232836" y="3664088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4304065" y="3738166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4131692" y="3352800"/>
              <a:ext cx="105946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H="1">
              <a:off x="4131692" y="3486839"/>
              <a:ext cx="105946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4197967" y="2572958"/>
              <a:ext cx="944297" cy="7392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171443" y="3410164"/>
              <a:ext cx="997347" cy="422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5232836" y="4387077"/>
              <a:ext cx="363028" cy="97470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536972" y="3377420"/>
              <a:ext cx="661848" cy="4224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accent1"/>
                  </a:solidFill>
                </a:rPr>
                <a:t>.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488694" y="2308269"/>
            <a:ext cx="2919512" cy="2870511"/>
            <a:chOff x="6194234" y="2082490"/>
            <a:chExt cx="2803940" cy="3264519"/>
          </a:xfrm>
        </p:grpSpPr>
        <p:sp>
          <p:nvSpPr>
            <p:cNvPr id="43" name="Rectangle 42"/>
            <p:cNvSpPr/>
            <p:nvPr/>
          </p:nvSpPr>
          <p:spPr>
            <a:xfrm>
              <a:off x="8052238" y="2082490"/>
              <a:ext cx="363028" cy="838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8052237" y="3079795"/>
              <a:ext cx="363028" cy="838200"/>
            </a:xfrm>
            <a:prstGeom prst="rect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784251" y="412973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784251" y="4800599"/>
              <a:ext cx="363028" cy="54641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781800" y="2118386"/>
              <a:ext cx="363028" cy="18224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055406" y="4129736"/>
              <a:ext cx="363029" cy="57780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052238" y="4800599"/>
              <a:ext cx="363028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53" name="Right Arrow 52"/>
            <p:cNvSpPr/>
            <p:nvPr/>
          </p:nvSpPr>
          <p:spPr>
            <a:xfrm>
              <a:off x="7192659" y="4174154"/>
              <a:ext cx="838199" cy="577804"/>
            </a:xfrm>
            <a:prstGeom prst="rightArrow">
              <a:avLst/>
            </a:prstGeom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data</a:t>
              </a:r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>
              <a:off x="7283147" y="3701712"/>
              <a:ext cx="68580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7248641" y="3910971"/>
              <a:ext cx="685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8362526" y="3804822"/>
              <a:ext cx="635648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err="1">
                  <a:solidFill>
                    <a:schemeClr val="accent1"/>
                  </a:solidFill>
                </a:rPr>
                <a:t>Recv</a:t>
              </a:r>
              <a:r>
                <a:rPr lang="en-US">
                  <a:solidFill>
                    <a:schemeClr val="accent1"/>
                  </a:solidFill>
                </a:rPr>
                <a:t>.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194234" y="3804822"/>
              <a:ext cx="623824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Send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126632" y="2920549"/>
              <a:ext cx="906916" cy="7350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>
                  <a:solidFill>
                    <a:srgbClr val="C00000"/>
                  </a:solidFill>
                </a:rPr>
                <a:t>Request</a:t>
              </a:r>
            </a:p>
            <a:p>
              <a:pPr algn="ctr"/>
              <a:r>
                <a:rPr lang="en-US">
                  <a:solidFill>
                    <a:srgbClr val="C00000"/>
                  </a:solidFill>
                </a:rPr>
                <a:t>to send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113084" y="3885729"/>
              <a:ext cx="997347" cy="420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accent1"/>
                  </a:solidFill>
                </a:rPr>
                <a:t>okay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415265" y="3280455"/>
              <a:ext cx="511438" cy="420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Idle</a:t>
              </a:r>
            </a:p>
          </p:txBody>
        </p:sp>
      </p:grpSp>
      <p:cxnSp>
        <p:nvCxnSpPr>
          <p:cNvPr id="591872" name="Straight Connector 591871"/>
          <p:cNvCxnSpPr/>
          <p:nvPr/>
        </p:nvCxnSpPr>
        <p:spPr>
          <a:xfrm>
            <a:off x="4469643" y="1825979"/>
            <a:ext cx="0" cy="4075331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7507112" y="1825979"/>
            <a:ext cx="0" cy="4075331"/>
          </a:xfrm>
          <a:prstGeom prst="line">
            <a:avLst/>
          </a:prstGeom>
          <a:ln w="28575">
            <a:solidFill>
              <a:schemeClr val="bg2">
                <a:lumMod val="10000"/>
              </a:schemeClr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363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Send/Receive (2)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3"/>
              <p:cNvSpPr txBox="1">
                <a:spLocks noChangeArrowheads="1"/>
              </p:cNvSpPr>
              <p:nvPr/>
            </p:nvSpPr>
            <p:spPr bwMode="auto">
              <a:xfrm>
                <a:off x="2482970" y="2683935"/>
                <a:ext cx="3460630" cy="129540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Trebuchet MS" pitchFamily="34" charset="0"/>
                  <a:buChar char="−"/>
                  <a:defRPr sz="16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q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bg2">
                      <a:lumMod val="10000"/>
                    </a:schemeClr>
                  </a:solidFill>
                  <a:latin typeface="+mn-lt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 send(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&amp;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𝑎</m:t>
                    </m:r>
                    <m:r>
                      <a:rPr lang="en-US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,1,1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);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 receive(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&amp;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𝑏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,1,1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);</a:t>
                </a:r>
              </a:p>
            </p:txBody>
          </p:sp>
        </mc:Choice>
        <mc:Fallback xmlns="">
          <p:sp>
            <p:nvSpPr>
              <p:cNvPr id="7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2970" y="2683935"/>
                <a:ext cx="3460630" cy="1295400"/>
              </a:xfrm>
              <a:prstGeom prst="rect">
                <a:avLst/>
              </a:prstGeom>
              <a:blipFill>
                <a:blip r:embed="rId3"/>
                <a:stretch>
                  <a:fillRect l="-1754"/>
                </a:stretch>
              </a:blipFill>
              <a:ln w="9525">
                <a:solidFill>
                  <a:srgbClr val="000000"/>
                </a:solidFill>
                <a:prstDash val="lg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/>
              <p:cNvSpPr txBox="1">
                <a:spLocks noChangeArrowheads="1"/>
              </p:cNvSpPr>
              <p:nvPr/>
            </p:nvSpPr>
            <p:spPr bwMode="auto">
              <a:xfrm>
                <a:off x="6292970" y="2683935"/>
                <a:ext cx="3460630" cy="1295400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Trebuchet MS" pitchFamily="34" charset="0"/>
                  <a:buChar char="−"/>
                  <a:defRPr sz="16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q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>
                  <a:solidFill>
                    <a:schemeClr val="bg2">
                      <a:lumMod val="10000"/>
                    </a:schemeClr>
                  </a:solidFill>
                  <a:latin typeface="+mn-lt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send(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&amp;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𝑎</m:t>
                    </m:r>
                    <m:r>
                      <a:rPr lang="en-US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,1,0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);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receive(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&amp;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𝑏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,1,0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);</a:t>
                </a:r>
              </a:p>
            </p:txBody>
          </p:sp>
        </mc:Choice>
        <mc:Fallback xmlns="">
          <p:sp>
            <p:nvSpPr>
              <p:cNvPr id="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92970" y="2683935"/>
                <a:ext cx="3460630" cy="1295400"/>
              </a:xfrm>
              <a:prstGeom prst="rect">
                <a:avLst/>
              </a:prstGeom>
              <a:blipFill>
                <a:blip r:embed="rId4"/>
                <a:stretch>
                  <a:fillRect l="-1754"/>
                </a:stretch>
              </a:blipFill>
              <a:ln w="9525">
                <a:solidFill>
                  <a:srgbClr val="000000"/>
                </a:solidFill>
                <a:prstDash val="lg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5607171" y="1889669"/>
            <a:ext cx="10144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+mn-lt"/>
              </a:rPr>
              <a:t>blocked</a:t>
            </a:r>
          </a:p>
        </p:txBody>
      </p:sp>
      <p:cxnSp>
        <p:nvCxnSpPr>
          <p:cNvPr id="9" name="Elbow Connector 8"/>
          <p:cNvCxnSpPr>
            <a:cxnSpLocks/>
            <a:stCxn id="2" idx="1"/>
          </p:cNvCxnSpPr>
          <p:nvPr/>
        </p:nvCxnSpPr>
        <p:spPr>
          <a:xfrm rot="10800000" flipV="1">
            <a:off x="3397370" y="2089724"/>
            <a:ext cx="2209800" cy="986713"/>
          </a:xfrm>
          <a:prstGeom prst="bentConnector3">
            <a:avLst>
              <a:gd name="adj1" fmla="val 99967"/>
            </a:avLst>
          </a:prstGeom>
          <a:ln w="25400">
            <a:solidFill>
              <a:srgbClr val="C0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cxnSpLocks/>
            <a:stCxn id="2" idx="3"/>
          </p:cNvCxnSpPr>
          <p:nvPr/>
        </p:nvCxnSpPr>
        <p:spPr>
          <a:xfrm>
            <a:off x="6621616" y="2089724"/>
            <a:ext cx="357155" cy="986714"/>
          </a:xfrm>
          <a:prstGeom prst="bentConnector2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768970" y="3217335"/>
            <a:ext cx="14478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5073770" y="3217335"/>
            <a:ext cx="1295400" cy="381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191456" y="4741336"/>
            <a:ext cx="58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Deadlocks are very easy in blocking protocols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8CC2B75F-763B-C992-29C1-20ED858CC074}"/>
              </a:ext>
            </a:extLst>
          </p:cNvPr>
          <p:cNvSpPr txBox="1">
            <a:spLocks/>
          </p:cNvSpPr>
          <p:nvPr/>
        </p:nvSpPr>
        <p:spPr>
          <a:xfrm>
            <a:off x="696266" y="1093072"/>
            <a:ext cx="10406213" cy="502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Issue #2: Deadlocks</a:t>
            </a:r>
          </a:p>
        </p:txBody>
      </p:sp>
    </p:spTree>
    <p:extLst>
      <p:ext uri="{BB962C8B-B14F-4D97-AF65-F5344CB8AC3E}">
        <p14:creationId xmlns:p14="http://schemas.microsoft.com/office/powerpoint/2010/main" val="528188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AD404F-4754-C0EE-14C9-00B9C148F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Send/Receive (3)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0945F8-9645-7AC6-544B-96A8900DD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Non-Block Buffered/Non-buffered addresses these issues, however, it complicates the implementation.</a:t>
            </a:r>
          </a:p>
          <a:p>
            <a:endParaRPr lang="en-US" dirty="0"/>
          </a:p>
          <a:p>
            <a:r>
              <a:rPr lang="en-US" dirty="0"/>
              <a:t>They are widely used, but we will not discuss here</a:t>
            </a:r>
          </a:p>
          <a:p>
            <a:endParaRPr lang="en-US" dirty="0"/>
          </a:p>
          <a:p>
            <a:r>
              <a:rPr lang="en-US" dirty="0"/>
              <a:t>You can refer to the Slides from University of Stuttgart - </a:t>
            </a:r>
            <a:r>
              <a:rPr lang="en-US" dirty="0">
                <a:hlinkClick r:id="rId2"/>
              </a:rPr>
              <a:t>https://fs.hlrs.de/projects/par/par_prog_ws/pdf/mpi_3.1_rab.pdf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1781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FCBD-8564-D867-5F0E-052039A52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28429E-4BB8-1876-1BDD-82428F4CE4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How do we program clusters using Message Passing?</a:t>
                </a:r>
              </a:p>
              <a:p>
                <a:endParaRPr lang="en-US" dirty="0"/>
              </a:p>
              <a:p>
                <a:r>
                  <a:rPr lang="en-US" dirty="0"/>
                  <a:t>We need to specify the local computations that each processor will execute</a:t>
                </a:r>
              </a:p>
              <a:p>
                <a:endParaRPr lang="en-US" dirty="0"/>
              </a:p>
              <a:p>
                <a:r>
                  <a:rPr lang="en-US" dirty="0"/>
                  <a:t>We also need to specify at what time which pairs of processors will communicate and what data they will transfer to each other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pairs of processors that can communicate at any point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Seems too chaotic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28429E-4BB8-1876-1BDD-82428F4CE4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0381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DCCEF-AE7D-7867-0BDB-5415EBBE5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Models in Message Passing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20D87-73D9-9CE1-1530-F96912AE4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Bring some structure to the programming</a:t>
            </a:r>
          </a:p>
          <a:p>
            <a:endParaRPr lang="en-US" dirty="0"/>
          </a:p>
          <a:p>
            <a:r>
              <a:rPr lang="en-US" dirty="0"/>
              <a:t>Decide points in the program where processes will not communicate at all or when all processes communicate</a:t>
            </a:r>
          </a:p>
        </p:txBody>
      </p:sp>
    </p:spTree>
    <p:extLst>
      <p:ext uri="{BB962C8B-B14F-4D97-AF65-F5344CB8AC3E}">
        <p14:creationId xmlns:p14="http://schemas.microsoft.com/office/powerpoint/2010/main" val="2317587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Message Passing Program (1)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C2A400-4B00-CA4D-B4E7-2443D414A0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/>
              <a:t>Most General Model: Asynchronous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63510" y="3597708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66909" y="1799456"/>
            <a:ext cx="1235046" cy="50810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15765" y="1799455"/>
            <a:ext cx="1235047" cy="5081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96108" y="1799454"/>
            <a:ext cx="1235046" cy="51674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12365" y="3597708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92709" y="3602289"/>
            <a:ext cx="641845" cy="2867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8" name="Freeform 7"/>
          <p:cNvSpPr/>
          <p:nvPr/>
        </p:nvSpPr>
        <p:spPr>
          <a:xfrm>
            <a:off x="3953258" y="2307404"/>
            <a:ext cx="107350" cy="46526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4" name="Freeform 63"/>
          <p:cNvSpPr/>
          <p:nvPr/>
        </p:nvSpPr>
        <p:spPr>
          <a:xfrm>
            <a:off x="5379612" y="2316199"/>
            <a:ext cx="90871" cy="1268024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65" name="Freeform 64"/>
          <p:cNvSpPr/>
          <p:nvPr/>
        </p:nvSpPr>
        <p:spPr>
          <a:xfrm>
            <a:off x="6859956" y="2311985"/>
            <a:ext cx="115587" cy="127223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11" name="Straight Arrow Connector 10"/>
          <p:cNvCxnSpPr>
            <a:stCxn id="8" idx="15"/>
          </p:cNvCxnSpPr>
          <p:nvPr/>
        </p:nvCxnSpPr>
        <p:spPr>
          <a:xfrm>
            <a:off x="4019280" y="2772671"/>
            <a:ext cx="1452590" cy="15569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3961106" y="3131088"/>
            <a:ext cx="107350" cy="46662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86392" y="247098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cxnSp>
        <p:nvCxnSpPr>
          <p:cNvPr id="68" name="Straight Arrow Connector 67"/>
          <p:cNvCxnSpPr>
            <a:endCxn id="66" idx="0"/>
          </p:cNvCxnSpPr>
          <p:nvPr/>
        </p:nvCxnSpPr>
        <p:spPr>
          <a:xfrm flipH="1">
            <a:off x="3985956" y="3045881"/>
            <a:ext cx="1418505" cy="8520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019970" y="3045881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cxnSp>
        <p:nvCxnSpPr>
          <p:cNvPr id="74" name="Straight Arrow Connector 73"/>
          <p:cNvCxnSpPr>
            <a:endCxn id="64" idx="5"/>
          </p:cNvCxnSpPr>
          <p:nvPr/>
        </p:nvCxnSpPr>
        <p:spPr>
          <a:xfrm flipH="1">
            <a:off x="5449439" y="2639881"/>
            <a:ext cx="1381375" cy="16017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>
            <a:stCxn id="64" idx="11"/>
          </p:cNvCxnSpPr>
          <p:nvPr/>
        </p:nvCxnSpPr>
        <p:spPr>
          <a:xfrm>
            <a:off x="5470349" y="3183794"/>
            <a:ext cx="1414456" cy="4023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579890" y="231198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21831" y="316880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33159" y="258092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3"/>
              <p:cNvSpPr txBox="1">
                <a:spLocks noChangeArrowheads="1"/>
              </p:cNvSpPr>
              <p:nvPr/>
            </p:nvSpPr>
            <p:spPr bwMode="auto">
              <a:xfrm>
                <a:off x="838199" y="4070200"/>
                <a:ext cx="9493864" cy="190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0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§"/>
                  <a:defRPr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Trebuchet MS" pitchFamily="34" charset="0"/>
                  <a:buChar char="−"/>
                  <a:defRPr sz="16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Wingdings" pitchFamily="2" charset="2"/>
                  <a:buChar char="q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1400" kern="1200">
                    <a:solidFill>
                      <a:schemeClr val="tx1"/>
                    </a:solidFill>
                    <a:latin typeface="Trebuchet MS" pitchFamily="34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06400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No structure with respect to instructions, interactions</a:t>
                </a:r>
              </a:p>
              <a:p>
                <a:pPr marL="406400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No global clock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Execution is asynchronous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Programs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0,1,…, 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  <m:r>
                      <a:rPr lang="en-US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 can be all distinct</a:t>
                </a:r>
              </a:p>
              <a:p>
                <a:pPr marL="406400"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  <a:latin typeface="+mn-lt"/>
                  </a:rPr>
                  <a:t>Hard to write/debug </a:t>
                </a:r>
              </a:p>
            </p:txBody>
          </p:sp>
        </mc:Choice>
        <mc:Fallback xmlns="">
          <p:sp>
            <p:nvSpPr>
              <p:cNvPr id="8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199" y="4070200"/>
                <a:ext cx="9493864" cy="1905000"/>
              </a:xfrm>
              <a:prstGeom prst="rect">
                <a:avLst/>
              </a:prstGeom>
              <a:blipFill>
                <a:blip r:embed="rId3"/>
                <a:stretch>
                  <a:fillRect t="-1923" b="-35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396110" y="2948771"/>
            <a:ext cx="12069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S = send</a:t>
            </a:r>
          </a:p>
          <a:p>
            <a:r>
              <a:rPr lang="en-US">
                <a:solidFill>
                  <a:srgbClr val="000000"/>
                </a:solidFill>
              </a:rPr>
              <a:t>R = receive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5521" y="276175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9738" y="25681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8658" y="297319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6017" y="30458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00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792377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Message Passing Program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9CD0A-D8D9-E94D-9862-31905FDFAC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Bulk synchronous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132366" y="2263136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0185" y="2263136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200993" y="2272319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75" name="Freeform 74"/>
          <p:cNvSpPr/>
          <p:nvPr/>
        </p:nvSpPr>
        <p:spPr>
          <a:xfrm>
            <a:off x="2746624" y="2948770"/>
            <a:ext cx="56230" cy="66008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6" name="Freeform 75"/>
          <p:cNvSpPr/>
          <p:nvPr/>
        </p:nvSpPr>
        <p:spPr>
          <a:xfrm>
            <a:off x="4240870" y="2958120"/>
            <a:ext cx="112460" cy="65073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8" name="Freeform 77"/>
          <p:cNvSpPr/>
          <p:nvPr/>
        </p:nvSpPr>
        <p:spPr>
          <a:xfrm>
            <a:off x="5791678" y="2953639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754993" y="226313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05801" y="227232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96" name="Freeform 95"/>
          <p:cNvSpPr/>
          <p:nvPr/>
        </p:nvSpPr>
        <p:spPr>
          <a:xfrm>
            <a:off x="7345678" y="2958121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7" name="Freeform 96"/>
          <p:cNvSpPr/>
          <p:nvPr/>
        </p:nvSpPr>
        <p:spPr>
          <a:xfrm>
            <a:off x="8896486" y="2953639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874863" y="3878474"/>
            <a:ext cx="228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Communication phase</a:t>
            </a:r>
          </a:p>
        </p:txBody>
      </p: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2477028" y="3869327"/>
            <a:ext cx="6939015" cy="16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2443084" y="4341533"/>
            <a:ext cx="69295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448801" y="4156867"/>
            <a:ext cx="59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sync</a:t>
            </a:r>
          </a:p>
        </p:txBody>
      </p:sp>
      <p:sp>
        <p:nvSpPr>
          <p:cNvPr id="104" name="Rectangle 3"/>
          <p:cNvSpPr txBox="1">
            <a:spLocks noChangeArrowheads="1"/>
          </p:cNvSpPr>
          <p:nvPr/>
        </p:nvSpPr>
        <p:spPr bwMode="auto">
          <a:xfrm>
            <a:off x="1937801" y="4546510"/>
            <a:ext cx="7907239" cy="1078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Two phases to the Program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Computation Phase: Each process executes independently. No communication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Communication Phase: Processes communicate with each other (usually using group communication primitives – we will discuss in the next class)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2477028" y="4341533"/>
            <a:ext cx="692951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38AA9C-25CC-EF9C-3839-4F1916394FC1}"/>
              </a:ext>
            </a:extLst>
          </p:cNvPr>
          <p:cNvSpPr txBox="1"/>
          <p:nvPr/>
        </p:nvSpPr>
        <p:spPr>
          <a:xfrm>
            <a:off x="9936884" y="3244334"/>
            <a:ext cx="2026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Computation phase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1FDAA58-1E61-432C-AB91-B10340440179}"/>
              </a:ext>
            </a:extLst>
          </p:cNvPr>
          <p:cNvSpPr/>
          <p:nvPr/>
        </p:nvSpPr>
        <p:spPr>
          <a:xfrm>
            <a:off x="9437915" y="3018403"/>
            <a:ext cx="292132" cy="80303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5444AE2-E965-F879-7B9C-2E5BF5F4B2B5}"/>
              </a:ext>
            </a:extLst>
          </p:cNvPr>
          <p:cNvSpPr/>
          <p:nvPr/>
        </p:nvSpPr>
        <p:spPr>
          <a:xfrm>
            <a:off x="9437915" y="3823660"/>
            <a:ext cx="292132" cy="47896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DB606E-21EA-4700-4F8F-B7FF288C57A6}"/>
              </a:ext>
            </a:extLst>
          </p:cNvPr>
          <p:cNvCxnSpPr/>
          <p:nvPr/>
        </p:nvCxnSpPr>
        <p:spPr>
          <a:xfrm>
            <a:off x="2802854" y="3877764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5FCC3F-D668-BE8E-957A-592B6DD8ECAD}"/>
              </a:ext>
            </a:extLst>
          </p:cNvPr>
          <p:cNvCxnSpPr>
            <a:cxnSpLocks/>
          </p:cNvCxnSpPr>
          <p:nvPr/>
        </p:nvCxnSpPr>
        <p:spPr>
          <a:xfrm flipH="1">
            <a:off x="4437551" y="3971193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2DB92A-06A2-2681-809A-D69F015FB05B}"/>
              </a:ext>
            </a:extLst>
          </p:cNvPr>
          <p:cNvCxnSpPr>
            <a:cxnSpLocks/>
          </p:cNvCxnSpPr>
          <p:nvPr/>
        </p:nvCxnSpPr>
        <p:spPr>
          <a:xfrm flipH="1">
            <a:off x="5992724" y="3929468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AF6327-F03B-4E35-F8AC-709A2A53A64C}"/>
              </a:ext>
            </a:extLst>
          </p:cNvPr>
          <p:cNvCxnSpPr>
            <a:cxnSpLocks/>
          </p:cNvCxnSpPr>
          <p:nvPr/>
        </p:nvCxnSpPr>
        <p:spPr>
          <a:xfrm flipH="1">
            <a:off x="7542360" y="3967591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239686-92CD-8734-E922-42440BAF2B83}"/>
              </a:ext>
            </a:extLst>
          </p:cNvPr>
          <p:cNvCxnSpPr/>
          <p:nvPr/>
        </p:nvCxnSpPr>
        <p:spPr>
          <a:xfrm>
            <a:off x="4426665" y="3914876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EFA968-E44B-8BF6-7B84-97560547C3BB}"/>
              </a:ext>
            </a:extLst>
          </p:cNvPr>
          <p:cNvCxnSpPr/>
          <p:nvPr/>
        </p:nvCxnSpPr>
        <p:spPr>
          <a:xfrm>
            <a:off x="7467019" y="3884564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120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Message Passing Program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9CD0A-D8D9-E94D-9862-31905FDFAC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Bulk synchronous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132366" y="2263136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50185" y="2263136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200993" y="2272319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75" name="Freeform 74"/>
          <p:cNvSpPr/>
          <p:nvPr/>
        </p:nvSpPr>
        <p:spPr>
          <a:xfrm>
            <a:off x="2746624" y="2948770"/>
            <a:ext cx="56230" cy="66008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6" name="Freeform 75"/>
          <p:cNvSpPr/>
          <p:nvPr/>
        </p:nvSpPr>
        <p:spPr>
          <a:xfrm>
            <a:off x="4240870" y="2958120"/>
            <a:ext cx="112460" cy="650736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8" name="Freeform 77"/>
          <p:cNvSpPr/>
          <p:nvPr/>
        </p:nvSpPr>
        <p:spPr>
          <a:xfrm>
            <a:off x="5791678" y="2953639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754993" y="2263137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05801" y="227232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96" name="Freeform 95"/>
          <p:cNvSpPr/>
          <p:nvPr/>
        </p:nvSpPr>
        <p:spPr>
          <a:xfrm>
            <a:off x="7345678" y="2958121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7" name="Freeform 96"/>
          <p:cNvSpPr/>
          <p:nvPr/>
        </p:nvSpPr>
        <p:spPr>
          <a:xfrm>
            <a:off x="8896486" y="2953639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874863" y="3878474"/>
            <a:ext cx="2285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Communication phase</a:t>
            </a:r>
          </a:p>
        </p:txBody>
      </p:sp>
      <p:cxnSp>
        <p:nvCxnSpPr>
          <p:cNvPr id="101" name="Straight Connector 100"/>
          <p:cNvCxnSpPr>
            <a:cxnSpLocks/>
          </p:cNvCxnSpPr>
          <p:nvPr/>
        </p:nvCxnSpPr>
        <p:spPr>
          <a:xfrm>
            <a:off x="2477028" y="3869327"/>
            <a:ext cx="6939015" cy="168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2443084" y="4341533"/>
            <a:ext cx="69295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448801" y="4156867"/>
            <a:ext cx="59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sync</a:t>
            </a:r>
          </a:p>
        </p:txBody>
      </p:sp>
      <p:sp>
        <p:nvSpPr>
          <p:cNvPr id="104" name="Rectangle 3"/>
          <p:cNvSpPr txBox="1">
            <a:spLocks noChangeArrowheads="1"/>
          </p:cNvSpPr>
          <p:nvPr/>
        </p:nvSpPr>
        <p:spPr bwMode="auto">
          <a:xfrm>
            <a:off x="1301960" y="4546510"/>
            <a:ext cx="9798008" cy="1078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Trebuchet MS" pitchFamily="34" charset="0"/>
              <a:buChar char="−"/>
              <a:defRPr sz="16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Trebuchet MS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Simplifies implementation by bringing in structure to the program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Communication doesn’t happen at random times, easier to debug issues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Using Group communication primitives further simplifies implementations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+mn-lt"/>
              </a:rPr>
              <a:t>Widely use in Machine Learning Training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2477028" y="4341533"/>
            <a:ext cx="6929517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38AA9C-25CC-EF9C-3839-4F1916394FC1}"/>
              </a:ext>
            </a:extLst>
          </p:cNvPr>
          <p:cNvSpPr txBox="1"/>
          <p:nvPr/>
        </p:nvSpPr>
        <p:spPr>
          <a:xfrm>
            <a:off x="9936884" y="3244334"/>
            <a:ext cx="2026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Computation phase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41FDAA58-1E61-432C-AB91-B10340440179}"/>
              </a:ext>
            </a:extLst>
          </p:cNvPr>
          <p:cNvSpPr/>
          <p:nvPr/>
        </p:nvSpPr>
        <p:spPr>
          <a:xfrm>
            <a:off x="9437915" y="3018403"/>
            <a:ext cx="292132" cy="803035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5444AE2-E965-F879-7B9C-2E5BF5F4B2B5}"/>
              </a:ext>
            </a:extLst>
          </p:cNvPr>
          <p:cNvSpPr/>
          <p:nvPr/>
        </p:nvSpPr>
        <p:spPr>
          <a:xfrm>
            <a:off x="9437915" y="3823660"/>
            <a:ext cx="292132" cy="47896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DB606E-21EA-4700-4F8F-B7FF288C57A6}"/>
              </a:ext>
            </a:extLst>
          </p:cNvPr>
          <p:cNvCxnSpPr/>
          <p:nvPr/>
        </p:nvCxnSpPr>
        <p:spPr>
          <a:xfrm>
            <a:off x="2802854" y="3877764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5FCC3F-D668-BE8E-957A-592B6DD8ECAD}"/>
              </a:ext>
            </a:extLst>
          </p:cNvPr>
          <p:cNvCxnSpPr>
            <a:cxnSpLocks/>
          </p:cNvCxnSpPr>
          <p:nvPr/>
        </p:nvCxnSpPr>
        <p:spPr>
          <a:xfrm flipH="1">
            <a:off x="4437551" y="3971193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2DB92A-06A2-2681-809A-D69F015FB05B}"/>
              </a:ext>
            </a:extLst>
          </p:cNvPr>
          <p:cNvCxnSpPr>
            <a:cxnSpLocks/>
          </p:cNvCxnSpPr>
          <p:nvPr/>
        </p:nvCxnSpPr>
        <p:spPr>
          <a:xfrm flipH="1">
            <a:off x="5992724" y="3929468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AF6327-F03B-4E35-F8AC-709A2A53A64C}"/>
              </a:ext>
            </a:extLst>
          </p:cNvPr>
          <p:cNvCxnSpPr>
            <a:cxnSpLocks/>
          </p:cNvCxnSpPr>
          <p:nvPr/>
        </p:nvCxnSpPr>
        <p:spPr>
          <a:xfrm flipH="1">
            <a:off x="7542360" y="3967591"/>
            <a:ext cx="1410357" cy="370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239686-92CD-8734-E922-42440BAF2B83}"/>
              </a:ext>
            </a:extLst>
          </p:cNvPr>
          <p:cNvCxnSpPr/>
          <p:nvPr/>
        </p:nvCxnSpPr>
        <p:spPr>
          <a:xfrm>
            <a:off x="4426665" y="3914876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EFA968-E44B-8BF6-7B84-97560547C3BB}"/>
              </a:ext>
            </a:extLst>
          </p:cNvPr>
          <p:cNvCxnSpPr/>
          <p:nvPr/>
        </p:nvCxnSpPr>
        <p:spPr>
          <a:xfrm>
            <a:off x="7467019" y="3884564"/>
            <a:ext cx="1623811" cy="424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640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Message Passing Program (3)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479154-BD74-B740-BE9D-4ECF1D34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66" y="1637013"/>
            <a:ext cx="11234060" cy="162091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Code is same in all the processes except for initialization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Restrictive model, easy to write and debug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Easy to do performance analysis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Widely used in Machine Learning Training </a:t>
            </a:r>
          </a:p>
          <a:p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736CC-6EE9-CB4F-8C9A-E884243036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SPMD (Single Program Multiple Data)</a:t>
            </a:r>
          </a:p>
        </p:txBody>
      </p:sp>
      <p:sp>
        <p:nvSpPr>
          <p:cNvPr id="4" name="Rounded Rectangle 66">
            <a:extLst>
              <a:ext uri="{FF2B5EF4-FFF2-40B4-BE49-F238E27FC236}">
                <a16:creationId xmlns:a16="http://schemas.microsoft.com/office/drawing/2014/main" id="{94072264-3884-46F9-B3FA-F561F088B103}"/>
              </a:ext>
            </a:extLst>
          </p:cNvPr>
          <p:cNvSpPr/>
          <p:nvPr/>
        </p:nvSpPr>
        <p:spPr>
          <a:xfrm>
            <a:off x="2180811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5" name="Rounded Rectangle 68">
            <a:extLst>
              <a:ext uri="{FF2B5EF4-FFF2-40B4-BE49-F238E27FC236}">
                <a16:creationId xmlns:a16="http://schemas.microsoft.com/office/drawing/2014/main" id="{E08B61DE-3BD6-32FD-778D-8F905CB97476}"/>
              </a:ext>
            </a:extLst>
          </p:cNvPr>
          <p:cNvSpPr/>
          <p:nvPr/>
        </p:nvSpPr>
        <p:spPr>
          <a:xfrm>
            <a:off x="3698630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6" name="Rounded Rectangle 69">
            <a:extLst>
              <a:ext uri="{FF2B5EF4-FFF2-40B4-BE49-F238E27FC236}">
                <a16:creationId xmlns:a16="http://schemas.microsoft.com/office/drawing/2014/main" id="{8EC9F224-C3F0-FCF1-D52E-733005D7959B}"/>
              </a:ext>
            </a:extLst>
          </p:cNvPr>
          <p:cNvSpPr/>
          <p:nvPr/>
        </p:nvSpPr>
        <p:spPr>
          <a:xfrm>
            <a:off x="5249438" y="3438183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9" name="Freeform 77">
            <a:extLst>
              <a:ext uri="{FF2B5EF4-FFF2-40B4-BE49-F238E27FC236}">
                <a16:creationId xmlns:a16="http://schemas.microsoft.com/office/drawing/2014/main" id="{72E10C25-264E-29CD-B2A2-7EE3AC38B8A6}"/>
              </a:ext>
            </a:extLst>
          </p:cNvPr>
          <p:cNvSpPr/>
          <p:nvPr/>
        </p:nvSpPr>
        <p:spPr>
          <a:xfrm>
            <a:off x="5840123" y="4119503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ounded Rectangle 91">
            <a:extLst>
              <a:ext uri="{FF2B5EF4-FFF2-40B4-BE49-F238E27FC236}">
                <a16:creationId xmlns:a16="http://schemas.microsoft.com/office/drawing/2014/main" id="{6D6255CE-9B0B-57C8-CC52-6FCD07C29292}"/>
              </a:ext>
            </a:extLst>
          </p:cNvPr>
          <p:cNvSpPr/>
          <p:nvPr/>
        </p:nvSpPr>
        <p:spPr>
          <a:xfrm>
            <a:off x="6803438" y="3429001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11" name="Rounded Rectangle 92">
            <a:extLst>
              <a:ext uri="{FF2B5EF4-FFF2-40B4-BE49-F238E27FC236}">
                <a16:creationId xmlns:a16="http://schemas.microsoft.com/office/drawing/2014/main" id="{1707DE01-3843-2B31-7BB5-86B10B0C1A77}"/>
              </a:ext>
            </a:extLst>
          </p:cNvPr>
          <p:cNvSpPr/>
          <p:nvPr/>
        </p:nvSpPr>
        <p:spPr>
          <a:xfrm>
            <a:off x="8354246" y="3438184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2" name="Freeform 95">
            <a:extLst>
              <a:ext uri="{FF2B5EF4-FFF2-40B4-BE49-F238E27FC236}">
                <a16:creationId xmlns:a16="http://schemas.microsoft.com/office/drawing/2014/main" id="{89485C38-540E-A471-DC30-1DEAFCDC1B58}"/>
              </a:ext>
            </a:extLst>
          </p:cNvPr>
          <p:cNvSpPr/>
          <p:nvPr/>
        </p:nvSpPr>
        <p:spPr>
          <a:xfrm>
            <a:off x="7394123" y="4123985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Freeform 96">
            <a:extLst>
              <a:ext uri="{FF2B5EF4-FFF2-40B4-BE49-F238E27FC236}">
                <a16:creationId xmlns:a16="http://schemas.microsoft.com/office/drawing/2014/main" id="{D83EC175-7AF9-43E9-6DFD-CBF3A3632D9A}"/>
              </a:ext>
            </a:extLst>
          </p:cNvPr>
          <p:cNvSpPr/>
          <p:nvPr/>
        </p:nvSpPr>
        <p:spPr>
          <a:xfrm>
            <a:off x="8944931" y="4119503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Freeform 77">
            <a:extLst>
              <a:ext uri="{FF2B5EF4-FFF2-40B4-BE49-F238E27FC236}">
                <a16:creationId xmlns:a16="http://schemas.microsoft.com/office/drawing/2014/main" id="{4D5895A4-7780-8368-9DF0-E4C4C0A59B4F}"/>
              </a:ext>
            </a:extLst>
          </p:cNvPr>
          <p:cNvSpPr/>
          <p:nvPr/>
        </p:nvSpPr>
        <p:spPr>
          <a:xfrm>
            <a:off x="2771497" y="4146687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Freeform 77">
            <a:extLst>
              <a:ext uri="{FF2B5EF4-FFF2-40B4-BE49-F238E27FC236}">
                <a16:creationId xmlns:a16="http://schemas.microsoft.com/office/drawing/2014/main" id="{49C82AC5-A3F7-B7E6-7FA7-1EE283B1F636}"/>
              </a:ext>
            </a:extLst>
          </p:cNvPr>
          <p:cNvSpPr/>
          <p:nvPr/>
        </p:nvSpPr>
        <p:spPr>
          <a:xfrm>
            <a:off x="4305810" y="4123983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ounded Rectangle 92">
            <a:extLst>
              <a:ext uri="{FF2B5EF4-FFF2-40B4-BE49-F238E27FC236}">
                <a16:creationId xmlns:a16="http://schemas.microsoft.com/office/drawing/2014/main" id="{DFF7CE3C-7504-307C-66F9-B966BAEFA51A}"/>
              </a:ext>
            </a:extLst>
          </p:cNvPr>
          <p:cNvSpPr/>
          <p:nvPr/>
        </p:nvSpPr>
        <p:spPr>
          <a:xfrm>
            <a:off x="10201096" y="3421632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9" name="Freeform 96">
            <a:extLst>
              <a:ext uri="{FF2B5EF4-FFF2-40B4-BE49-F238E27FC236}">
                <a16:creationId xmlns:a16="http://schemas.microsoft.com/office/drawing/2014/main" id="{662BB236-FC49-E528-6C93-9EB1100646CB}"/>
              </a:ext>
            </a:extLst>
          </p:cNvPr>
          <p:cNvSpPr/>
          <p:nvPr/>
        </p:nvSpPr>
        <p:spPr>
          <a:xfrm>
            <a:off x="10791781" y="4102951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DA8C91-C212-2DE8-3B1A-E4FFD2EBB928}"/>
              </a:ext>
            </a:extLst>
          </p:cNvPr>
          <p:cNvCxnSpPr/>
          <p:nvPr/>
        </p:nvCxnSpPr>
        <p:spPr>
          <a:xfrm>
            <a:off x="3003592" y="5079252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58A760-670E-159F-4C77-6777AD04F4F2}"/>
              </a:ext>
            </a:extLst>
          </p:cNvPr>
          <p:cNvCxnSpPr/>
          <p:nvPr/>
        </p:nvCxnSpPr>
        <p:spPr>
          <a:xfrm>
            <a:off x="6038472" y="5027432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B9E9F2-28F4-81FF-C2F7-54F032340CBC}"/>
              </a:ext>
            </a:extLst>
          </p:cNvPr>
          <p:cNvCxnSpPr/>
          <p:nvPr/>
        </p:nvCxnSpPr>
        <p:spPr>
          <a:xfrm>
            <a:off x="9274649" y="5035191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77">
            <a:extLst>
              <a:ext uri="{FF2B5EF4-FFF2-40B4-BE49-F238E27FC236}">
                <a16:creationId xmlns:a16="http://schemas.microsoft.com/office/drawing/2014/main" id="{6699025B-CCC9-0A9B-2E2E-4C92894D3A3C}"/>
              </a:ext>
            </a:extLst>
          </p:cNvPr>
          <p:cNvSpPr/>
          <p:nvPr/>
        </p:nvSpPr>
        <p:spPr>
          <a:xfrm>
            <a:off x="5896353" y="5127691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5" name="Freeform 95">
            <a:extLst>
              <a:ext uri="{FF2B5EF4-FFF2-40B4-BE49-F238E27FC236}">
                <a16:creationId xmlns:a16="http://schemas.microsoft.com/office/drawing/2014/main" id="{0C99B19D-9362-E892-FFEE-E173F85B4B91}"/>
              </a:ext>
            </a:extLst>
          </p:cNvPr>
          <p:cNvSpPr/>
          <p:nvPr/>
        </p:nvSpPr>
        <p:spPr>
          <a:xfrm>
            <a:off x="7450353" y="5132173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6" name="Freeform 96">
            <a:extLst>
              <a:ext uri="{FF2B5EF4-FFF2-40B4-BE49-F238E27FC236}">
                <a16:creationId xmlns:a16="http://schemas.microsoft.com/office/drawing/2014/main" id="{C6BCB57A-256A-4A35-65D8-99897D721F51}"/>
              </a:ext>
            </a:extLst>
          </p:cNvPr>
          <p:cNvSpPr/>
          <p:nvPr/>
        </p:nvSpPr>
        <p:spPr>
          <a:xfrm>
            <a:off x="9001161" y="5127691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7" name="Freeform 77">
            <a:extLst>
              <a:ext uri="{FF2B5EF4-FFF2-40B4-BE49-F238E27FC236}">
                <a16:creationId xmlns:a16="http://schemas.microsoft.com/office/drawing/2014/main" id="{EEC953E6-5648-4BE2-CA08-EF9CA3C69077}"/>
              </a:ext>
            </a:extLst>
          </p:cNvPr>
          <p:cNvSpPr/>
          <p:nvPr/>
        </p:nvSpPr>
        <p:spPr>
          <a:xfrm>
            <a:off x="2827727" y="5154875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8" name="Freeform 77">
            <a:extLst>
              <a:ext uri="{FF2B5EF4-FFF2-40B4-BE49-F238E27FC236}">
                <a16:creationId xmlns:a16="http://schemas.microsoft.com/office/drawing/2014/main" id="{3D365E6F-BE5F-6291-25A0-29326C2C7BAB}"/>
              </a:ext>
            </a:extLst>
          </p:cNvPr>
          <p:cNvSpPr/>
          <p:nvPr/>
        </p:nvSpPr>
        <p:spPr>
          <a:xfrm>
            <a:off x="4362040" y="5132171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" name="Freeform 96">
            <a:extLst>
              <a:ext uri="{FF2B5EF4-FFF2-40B4-BE49-F238E27FC236}">
                <a16:creationId xmlns:a16="http://schemas.microsoft.com/office/drawing/2014/main" id="{D814194E-5E49-8A9A-39BF-E5FB0B4E7E00}"/>
              </a:ext>
            </a:extLst>
          </p:cNvPr>
          <p:cNvSpPr/>
          <p:nvPr/>
        </p:nvSpPr>
        <p:spPr>
          <a:xfrm>
            <a:off x="10848011" y="5111139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C73DC2-6B66-9065-05A1-D63BA488C1DA}"/>
              </a:ext>
            </a:extLst>
          </p:cNvPr>
          <p:cNvCxnSpPr>
            <a:cxnSpLocks/>
          </p:cNvCxnSpPr>
          <p:nvPr/>
        </p:nvCxnSpPr>
        <p:spPr>
          <a:xfrm>
            <a:off x="2985147" y="6038527"/>
            <a:ext cx="2854976" cy="2172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AD9870-8B11-33B7-57B8-4E71DF8097E5}"/>
              </a:ext>
            </a:extLst>
          </p:cNvPr>
          <p:cNvCxnSpPr>
            <a:cxnSpLocks/>
          </p:cNvCxnSpPr>
          <p:nvPr/>
        </p:nvCxnSpPr>
        <p:spPr>
          <a:xfrm flipV="1">
            <a:off x="7562813" y="6038527"/>
            <a:ext cx="3377306" cy="2172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572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Message Passing Program (3)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479154-BD74-B740-BE9D-4ECF1D341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866" y="1443233"/>
            <a:ext cx="11234060" cy="1838916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BSP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Programs can be different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Explicit Barrier (synchronization) between Computation and Communication Phases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SPMD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Programs have to be same – different data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No explicit barrier needed (but maybe implied if using blocking send/receive)</a:t>
            </a:r>
          </a:p>
          <a:p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736CC-6EE9-CB4F-8C9A-E8842430366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SPMD (Single Program Multiple Data)</a:t>
            </a:r>
          </a:p>
        </p:txBody>
      </p:sp>
      <p:sp>
        <p:nvSpPr>
          <p:cNvPr id="4" name="Rounded Rectangle 66">
            <a:extLst>
              <a:ext uri="{FF2B5EF4-FFF2-40B4-BE49-F238E27FC236}">
                <a16:creationId xmlns:a16="http://schemas.microsoft.com/office/drawing/2014/main" id="{94072264-3884-46F9-B3FA-F561F088B103}"/>
              </a:ext>
            </a:extLst>
          </p:cNvPr>
          <p:cNvSpPr/>
          <p:nvPr/>
        </p:nvSpPr>
        <p:spPr>
          <a:xfrm>
            <a:off x="2180811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0</a:t>
            </a:r>
          </a:p>
        </p:txBody>
      </p:sp>
      <p:sp>
        <p:nvSpPr>
          <p:cNvPr id="5" name="Rounded Rectangle 68">
            <a:extLst>
              <a:ext uri="{FF2B5EF4-FFF2-40B4-BE49-F238E27FC236}">
                <a16:creationId xmlns:a16="http://schemas.microsoft.com/office/drawing/2014/main" id="{E08B61DE-3BD6-32FD-778D-8F905CB97476}"/>
              </a:ext>
            </a:extLst>
          </p:cNvPr>
          <p:cNvSpPr/>
          <p:nvPr/>
        </p:nvSpPr>
        <p:spPr>
          <a:xfrm>
            <a:off x="3698630" y="3429000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6" name="Rounded Rectangle 69">
            <a:extLst>
              <a:ext uri="{FF2B5EF4-FFF2-40B4-BE49-F238E27FC236}">
                <a16:creationId xmlns:a16="http://schemas.microsoft.com/office/drawing/2014/main" id="{8EC9F224-C3F0-FCF1-D52E-733005D7959B}"/>
              </a:ext>
            </a:extLst>
          </p:cNvPr>
          <p:cNvSpPr/>
          <p:nvPr/>
        </p:nvSpPr>
        <p:spPr>
          <a:xfrm>
            <a:off x="5249438" y="3438183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9" name="Freeform 77">
            <a:extLst>
              <a:ext uri="{FF2B5EF4-FFF2-40B4-BE49-F238E27FC236}">
                <a16:creationId xmlns:a16="http://schemas.microsoft.com/office/drawing/2014/main" id="{72E10C25-264E-29CD-B2A2-7EE3AC38B8A6}"/>
              </a:ext>
            </a:extLst>
          </p:cNvPr>
          <p:cNvSpPr/>
          <p:nvPr/>
        </p:nvSpPr>
        <p:spPr>
          <a:xfrm>
            <a:off x="5840123" y="4119503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ounded Rectangle 91">
            <a:extLst>
              <a:ext uri="{FF2B5EF4-FFF2-40B4-BE49-F238E27FC236}">
                <a16:creationId xmlns:a16="http://schemas.microsoft.com/office/drawing/2014/main" id="{6D6255CE-9B0B-57C8-CC52-6FCD07C29292}"/>
              </a:ext>
            </a:extLst>
          </p:cNvPr>
          <p:cNvSpPr/>
          <p:nvPr/>
        </p:nvSpPr>
        <p:spPr>
          <a:xfrm>
            <a:off x="6803438" y="3429001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11" name="Rounded Rectangle 92">
            <a:extLst>
              <a:ext uri="{FF2B5EF4-FFF2-40B4-BE49-F238E27FC236}">
                <a16:creationId xmlns:a16="http://schemas.microsoft.com/office/drawing/2014/main" id="{1707DE01-3843-2B31-7BB5-86B10B0C1A77}"/>
              </a:ext>
            </a:extLst>
          </p:cNvPr>
          <p:cNvSpPr/>
          <p:nvPr/>
        </p:nvSpPr>
        <p:spPr>
          <a:xfrm>
            <a:off x="8354246" y="3438184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2" name="Freeform 95">
            <a:extLst>
              <a:ext uri="{FF2B5EF4-FFF2-40B4-BE49-F238E27FC236}">
                <a16:creationId xmlns:a16="http://schemas.microsoft.com/office/drawing/2014/main" id="{89485C38-540E-A471-DC30-1DEAFCDC1B58}"/>
              </a:ext>
            </a:extLst>
          </p:cNvPr>
          <p:cNvSpPr/>
          <p:nvPr/>
        </p:nvSpPr>
        <p:spPr>
          <a:xfrm>
            <a:off x="7394123" y="4123985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Freeform 96">
            <a:extLst>
              <a:ext uri="{FF2B5EF4-FFF2-40B4-BE49-F238E27FC236}">
                <a16:creationId xmlns:a16="http://schemas.microsoft.com/office/drawing/2014/main" id="{D83EC175-7AF9-43E9-6DFD-CBF3A3632D9A}"/>
              </a:ext>
            </a:extLst>
          </p:cNvPr>
          <p:cNvSpPr/>
          <p:nvPr/>
        </p:nvSpPr>
        <p:spPr>
          <a:xfrm>
            <a:off x="8944931" y="4119503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Freeform 77">
            <a:extLst>
              <a:ext uri="{FF2B5EF4-FFF2-40B4-BE49-F238E27FC236}">
                <a16:creationId xmlns:a16="http://schemas.microsoft.com/office/drawing/2014/main" id="{4D5895A4-7780-8368-9DF0-E4C4C0A59B4F}"/>
              </a:ext>
            </a:extLst>
          </p:cNvPr>
          <p:cNvSpPr/>
          <p:nvPr/>
        </p:nvSpPr>
        <p:spPr>
          <a:xfrm>
            <a:off x="2771497" y="4146687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Freeform 77">
            <a:extLst>
              <a:ext uri="{FF2B5EF4-FFF2-40B4-BE49-F238E27FC236}">
                <a16:creationId xmlns:a16="http://schemas.microsoft.com/office/drawing/2014/main" id="{49C82AC5-A3F7-B7E6-7FA7-1EE283B1F636}"/>
              </a:ext>
            </a:extLst>
          </p:cNvPr>
          <p:cNvSpPr/>
          <p:nvPr/>
        </p:nvSpPr>
        <p:spPr>
          <a:xfrm>
            <a:off x="4305810" y="4123983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ounded Rectangle 92">
            <a:extLst>
              <a:ext uri="{FF2B5EF4-FFF2-40B4-BE49-F238E27FC236}">
                <a16:creationId xmlns:a16="http://schemas.microsoft.com/office/drawing/2014/main" id="{DFF7CE3C-7504-307C-66F9-B966BAEFA51A}"/>
              </a:ext>
            </a:extLst>
          </p:cNvPr>
          <p:cNvSpPr/>
          <p:nvPr/>
        </p:nvSpPr>
        <p:spPr>
          <a:xfrm>
            <a:off x="10201096" y="3421632"/>
            <a:ext cx="1293833" cy="6858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Program</a:t>
            </a:r>
            <a:r>
              <a:rPr lang="en-US" baseline="-2500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9" name="Freeform 96">
            <a:extLst>
              <a:ext uri="{FF2B5EF4-FFF2-40B4-BE49-F238E27FC236}">
                <a16:creationId xmlns:a16="http://schemas.microsoft.com/office/drawing/2014/main" id="{662BB236-FC49-E528-6C93-9EB1100646CB}"/>
              </a:ext>
            </a:extLst>
          </p:cNvPr>
          <p:cNvSpPr/>
          <p:nvPr/>
        </p:nvSpPr>
        <p:spPr>
          <a:xfrm>
            <a:off x="10791781" y="4102951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DA8C91-C212-2DE8-3B1A-E4FFD2EBB928}"/>
              </a:ext>
            </a:extLst>
          </p:cNvPr>
          <p:cNvCxnSpPr/>
          <p:nvPr/>
        </p:nvCxnSpPr>
        <p:spPr>
          <a:xfrm>
            <a:off x="3003592" y="5079252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158A760-670E-159F-4C77-6777AD04F4F2}"/>
              </a:ext>
            </a:extLst>
          </p:cNvPr>
          <p:cNvCxnSpPr/>
          <p:nvPr/>
        </p:nvCxnSpPr>
        <p:spPr>
          <a:xfrm>
            <a:off x="6038472" y="5027432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5B9E9F2-28F4-81FF-C2F7-54F032340CBC}"/>
              </a:ext>
            </a:extLst>
          </p:cNvPr>
          <p:cNvCxnSpPr/>
          <p:nvPr/>
        </p:nvCxnSpPr>
        <p:spPr>
          <a:xfrm>
            <a:off x="9274649" y="5035191"/>
            <a:ext cx="1284127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77">
            <a:extLst>
              <a:ext uri="{FF2B5EF4-FFF2-40B4-BE49-F238E27FC236}">
                <a16:creationId xmlns:a16="http://schemas.microsoft.com/office/drawing/2014/main" id="{6699025B-CCC9-0A9B-2E2E-4C92894D3A3C}"/>
              </a:ext>
            </a:extLst>
          </p:cNvPr>
          <p:cNvSpPr/>
          <p:nvPr/>
        </p:nvSpPr>
        <p:spPr>
          <a:xfrm>
            <a:off x="5896353" y="5127691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5" name="Freeform 95">
            <a:extLst>
              <a:ext uri="{FF2B5EF4-FFF2-40B4-BE49-F238E27FC236}">
                <a16:creationId xmlns:a16="http://schemas.microsoft.com/office/drawing/2014/main" id="{0C99B19D-9362-E892-FFEE-E173F85B4B91}"/>
              </a:ext>
            </a:extLst>
          </p:cNvPr>
          <p:cNvSpPr/>
          <p:nvPr/>
        </p:nvSpPr>
        <p:spPr>
          <a:xfrm>
            <a:off x="7450353" y="5132173"/>
            <a:ext cx="112460" cy="928081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6" name="Freeform 96">
            <a:extLst>
              <a:ext uri="{FF2B5EF4-FFF2-40B4-BE49-F238E27FC236}">
                <a16:creationId xmlns:a16="http://schemas.microsoft.com/office/drawing/2014/main" id="{C6BCB57A-256A-4A35-65D8-99897D721F51}"/>
              </a:ext>
            </a:extLst>
          </p:cNvPr>
          <p:cNvSpPr/>
          <p:nvPr/>
        </p:nvSpPr>
        <p:spPr>
          <a:xfrm>
            <a:off x="9001161" y="5127691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7" name="Freeform 77">
            <a:extLst>
              <a:ext uri="{FF2B5EF4-FFF2-40B4-BE49-F238E27FC236}">
                <a16:creationId xmlns:a16="http://schemas.microsoft.com/office/drawing/2014/main" id="{EEC953E6-5648-4BE2-CA08-EF9CA3C69077}"/>
              </a:ext>
            </a:extLst>
          </p:cNvPr>
          <p:cNvSpPr/>
          <p:nvPr/>
        </p:nvSpPr>
        <p:spPr>
          <a:xfrm>
            <a:off x="2827727" y="5154875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8" name="Freeform 77">
            <a:extLst>
              <a:ext uri="{FF2B5EF4-FFF2-40B4-BE49-F238E27FC236}">
                <a16:creationId xmlns:a16="http://schemas.microsoft.com/office/drawing/2014/main" id="{3D365E6F-BE5F-6291-25A0-29326C2C7BAB}"/>
              </a:ext>
            </a:extLst>
          </p:cNvPr>
          <p:cNvSpPr/>
          <p:nvPr/>
        </p:nvSpPr>
        <p:spPr>
          <a:xfrm>
            <a:off x="4362040" y="5132171"/>
            <a:ext cx="112460" cy="932565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9" name="Freeform 96">
            <a:extLst>
              <a:ext uri="{FF2B5EF4-FFF2-40B4-BE49-F238E27FC236}">
                <a16:creationId xmlns:a16="http://schemas.microsoft.com/office/drawing/2014/main" id="{D814194E-5E49-8A9A-39BF-E5FB0B4E7E00}"/>
              </a:ext>
            </a:extLst>
          </p:cNvPr>
          <p:cNvSpPr/>
          <p:nvPr/>
        </p:nvSpPr>
        <p:spPr>
          <a:xfrm>
            <a:off x="10848011" y="5111139"/>
            <a:ext cx="148338" cy="915688"/>
          </a:xfrm>
          <a:custGeom>
            <a:avLst/>
            <a:gdLst>
              <a:gd name="connsiteX0" fmla="*/ 26032 w 112460"/>
              <a:gd name="connsiteY0" fmla="*/ 0 h 655607"/>
              <a:gd name="connsiteX1" fmla="*/ 86417 w 112460"/>
              <a:gd name="connsiteY1" fmla="*/ 69011 h 655607"/>
              <a:gd name="connsiteX2" fmla="*/ 153 w 112460"/>
              <a:gd name="connsiteY2" fmla="*/ 112143 h 655607"/>
              <a:gd name="connsiteX3" fmla="*/ 95043 w 112460"/>
              <a:gd name="connsiteY3" fmla="*/ 163902 h 655607"/>
              <a:gd name="connsiteX4" fmla="*/ 8779 w 112460"/>
              <a:gd name="connsiteY4" fmla="*/ 215660 h 655607"/>
              <a:gd name="connsiteX5" fmla="*/ 86417 w 112460"/>
              <a:gd name="connsiteY5" fmla="*/ 250166 h 655607"/>
              <a:gd name="connsiteX6" fmla="*/ 17406 w 112460"/>
              <a:gd name="connsiteY6" fmla="*/ 284672 h 655607"/>
              <a:gd name="connsiteX7" fmla="*/ 86417 w 112460"/>
              <a:gd name="connsiteY7" fmla="*/ 301924 h 655607"/>
              <a:gd name="connsiteX8" fmla="*/ 153 w 112460"/>
              <a:gd name="connsiteY8" fmla="*/ 336430 h 655607"/>
              <a:gd name="connsiteX9" fmla="*/ 112296 w 112460"/>
              <a:gd name="connsiteY9" fmla="*/ 379562 h 655607"/>
              <a:gd name="connsiteX10" fmla="*/ 153 w 112460"/>
              <a:gd name="connsiteY10" fmla="*/ 414068 h 655607"/>
              <a:gd name="connsiteX11" fmla="*/ 112296 w 112460"/>
              <a:gd name="connsiteY11" fmla="*/ 448573 h 655607"/>
              <a:gd name="connsiteX12" fmla="*/ 26032 w 112460"/>
              <a:gd name="connsiteY12" fmla="*/ 483079 h 655607"/>
              <a:gd name="connsiteX13" fmla="*/ 60538 w 112460"/>
              <a:gd name="connsiteY13" fmla="*/ 500332 h 655607"/>
              <a:gd name="connsiteX14" fmla="*/ 69164 w 112460"/>
              <a:gd name="connsiteY14" fmla="*/ 621102 h 655607"/>
              <a:gd name="connsiteX15" fmla="*/ 69164 w 112460"/>
              <a:gd name="connsiteY15" fmla="*/ 655607 h 655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2460" h="655607">
                <a:moveTo>
                  <a:pt x="26032" y="0"/>
                </a:moveTo>
                <a:cubicBezTo>
                  <a:pt x="58381" y="25160"/>
                  <a:pt x="90730" y="50321"/>
                  <a:pt x="86417" y="69011"/>
                </a:cubicBezTo>
                <a:cubicBezTo>
                  <a:pt x="82104" y="87701"/>
                  <a:pt x="-1285" y="96328"/>
                  <a:pt x="153" y="112143"/>
                </a:cubicBezTo>
                <a:cubicBezTo>
                  <a:pt x="1591" y="127958"/>
                  <a:pt x="93605" y="146649"/>
                  <a:pt x="95043" y="163902"/>
                </a:cubicBezTo>
                <a:cubicBezTo>
                  <a:pt x="96481" y="181155"/>
                  <a:pt x="10217" y="201283"/>
                  <a:pt x="8779" y="215660"/>
                </a:cubicBezTo>
                <a:cubicBezTo>
                  <a:pt x="7341" y="230037"/>
                  <a:pt x="84979" y="238664"/>
                  <a:pt x="86417" y="250166"/>
                </a:cubicBezTo>
                <a:cubicBezTo>
                  <a:pt x="87855" y="261668"/>
                  <a:pt x="17406" y="276046"/>
                  <a:pt x="17406" y="284672"/>
                </a:cubicBezTo>
                <a:cubicBezTo>
                  <a:pt x="17406" y="293298"/>
                  <a:pt x="89292" y="293298"/>
                  <a:pt x="86417" y="301924"/>
                </a:cubicBezTo>
                <a:cubicBezTo>
                  <a:pt x="83542" y="310550"/>
                  <a:pt x="-4160" y="323490"/>
                  <a:pt x="153" y="336430"/>
                </a:cubicBezTo>
                <a:cubicBezTo>
                  <a:pt x="4466" y="349370"/>
                  <a:pt x="112296" y="366622"/>
                  <a:pt x="112296" y="379562"/>
                </a:cubicBezTo>
                <a:cubicBezTo>
                  <a:pt x="112296" y="392502"/>
                  <a:pt x="153" y="402566"/>
                  <a:pt x="153" y="414068"/>
                </a:cubicBezTo>
                <a:cubicBezTo>
                  <a:pt x="153" y="425570"/>
                  <a:pt x="107983" y="437071"/>
                  <a:pt x="112296" y="448573"/>
                </a:cubicBezTo>
                <a:cubicBezTo>
                  <a:pt x="116609" y="460075"/>
                  <a:pt x="34658" y="474453"/>
                  <a:pt x="26032" y="483079"/>
                </a:cubicBezTo>
                <a:cubicBezTo>
                  <a:pt x="17406" y="491706"/>
                  <a:pt x="53349" y="477328"/>
                  <a:pt x="60538" y="500332"/>
                </a:cubicBezTo>
                <a:cubicBezTo>
                  <a:pt x="67727" y="523336"/>
                  <a:pt x="67726" y="595223"/>
                  <a:pt x="69164" y="621102"/>
                </a:cubicBezTo>
                <a:cubicBezTo>
                  <a:pt x="70602" y="646981"/>
                  <a:pt x="69883" y="651294"/>
                  <a:pt x="69164" y="65560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C73DC2-6B66-9065-05A1-D63BA488C1DA}"/>
              </a:ext>
            </a:extLst>
          </p:cNvPr>
          <p:cNvCxnSpPr>
            <a:cxnSpLocks/>
          </p:cNvCxnSpPr>
          <p:nvPr/>
        </p:nvCxnSpPr>
        <p:spPr>
          <a:xfrm>
            <a:off x="2985147" y="6038527"/>
            <a:ext cx="2854976" cy="2172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AD9870-8B11-33B7-57B8-4E71DF8097E5}"/>
              </a:ext>
            </a:extLst>
          </p:cNvPr>
          <p:cNvCxnSpPr>
            <a:cxnSpLocks/>
          </p:cNvCxnSpPr>
          <p:nvPr/>
        </p:nvCxnSpPr>
        <p:spPr>
          <a:xfrm flipV="1">
            <a:off x="7562813" y="6038527"/>
            <a:ext cx="3377306" cy="21727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70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C7EA-9B46-7AD6-60DB-30E9FEBA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18F6-EF86-EA34-B5AC-9DF46AEAE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727721"/>
          </a:xfrm>
        </p:spPr>
        <p:txBody>
          <a:bodyPr>
            <a:normAutofit/>
          </a:bodyPr>
          <a:lstStyle/>
          <a:p>
            <a:r>
              <a:rPr lang="en-US" dirty="0"/>
              <a:t>Define the “connectivity pattern” of the processors</a:t>
            </a:r>
          </a:p>
          <a:p>
            <a:r>
              <a:rPr lang="en-US" dirty="0"/>
              <a:t>Helps us in developing more intuitive notions of message passing algorithms</a:t>
            </a:r>
          </a:p>
          <a:p>
            <a:r>
              <a:rPr lang="en-US" dirty="0"/>
              <a:t>Think of it as 1D versus 2D arrays. It will be hard to visualize matrix multiplication if we write algorithms using 1D arrays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8ADF0D-2C06-914C-27FC-1E4CD1AEEAD7}"/>
              </a:ext>
            </a:extLst>
          </p:cNvPr>
          <p:cNvGrpSpPr/>
          <p:nvPr/>
        </p:nvGrpSpPr>
        <p:grpSpPr>
          <a:xfrm>
            <a:off x="2284125" y="4964939"/>
            <a:ext cx="3106882" cy="899648"/>
            <a:chOff x="2492952" y="1841558"/>
            <a:chExt cx="3106882" cy="89964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20D1753-2126-BEFB-62E0-F0C97D95B262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1AA650F-DB88-FB16-8C78-1E25C4EF22E4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0A95AA8-4E02-A543-D744-F2A2A9ED3436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9CE3D6-549A-FAD5-0F38-75B7E5E081CE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A3AF35-5C04-840F-EB5B-3F8B515ACA2F}"/>
                    </a:ext>
                  </a:extLst>
                </p:cNvPr>
                <p:cNvSpPr txBox="1"/>
                <p:nvPr/>
              </p:nvSpPr>
              <p:spPr>
                <a:xfrm>
                  <a:off x="2492952" y="2341096"/>
                  <a:ext cx="31068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   0          1                  </m:t>
                        </m:r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𝑝</m:t>
                        </m:r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−1</m:t>
                        </m:r>
                      </m:oMath>
                    </m:oMathPara>
                  </a14:m>
                  <a:endParaRPr lang="en-US" sz="20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2952" y="2341096"/>
                  <a:ext cx="3106882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DDBD1C1-4071-FA4A-B789-68C6A8C8C466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D9C4EB-0B84-D867-0EC3-624ACB961398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D350D9D-7757-BE00-B70A-5F7914C40842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5C4245A-1DB9-BA66-4BC0-EF1629A74E8B}"/>
              </a:ext>
            </a:extLst>
          </p:cNvPr>
          <p:cNvCxnSpPr>
            <a:stCxn id="5" idx="2"/>
            <a:endCxn id="7" idx="6"/>
          </p:cNvCxnSpPr>
          <p:nvPr/>
        </p:nvCxnSpPr>
        <p:spPr>
          <a:xfrm rot="10800000" flipH="1">
            <a:off x="2745655" y="5156534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0B11F6-C29A-C4DD-8708-E51F34B8B308}"/>
              </a:ext>
            </a:extLst>
          </p:cNvPr>
          <p:cNvGrpSpPr/>
          <p:nvPr/>
        </p:nvGrpSpPr>
        <p:grpSpPr>
          <a:xfrm>
            <a:off x="8493457" y="4742620"/>
            <a:ext cx="2227118" cy="400110"/>
            <a:chOff x="2954482" y="1841558"/>
            <a:chExt cx="2227118" cy="40011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B3A41FE-2E1A-55D9-F526-54343ADF3ACC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9EF9720-19B6-6E79-B024-FE2F051B83BC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19E0FDF-229B-3900-BC7C-75A87CAB6124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36E8CA-B6B8-EE4E-3E1F-546D76425927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A1A577-9902-663E-1435-AE5203A439DB}"/>
                </a:ext>
              </a:extLst>
            </p:cNvPr>
            <p:cNvCxnSpPr>
              <a:stCxn id="27" idx="6"/>
              <a:endCxn id="28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BF3DE09-0580-B9DB-3640-C04D3CCB235F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4F4F00-28C9-A213-8307-DEA246D093E5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54EFFED3-2186-B44F-FD84-FF428CD0DEE7}"/>
              </a:ext>
            </a:extLst>
          </p:cNvPr>
          <p:cNvCxnSpPr>
            <a:stCxn id="27" idx="2"/>
            <a:endCxn id="29" idx="6"/>
          </p:cNvCxnSpPr>
          <p:nvPr/>
        </p:nvCxnSpPr>
        <p:spPr>
          <a:xfrm rot="10800000" flipH="1">
            <a:off x="8493457" y="4934215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D0605E-D5FD-1ADA-0FB8-3F890D82172E}"/>
              </a:ext>
            </a:extLst>
          </p:cNvPr>
          <p:cNvGrpSpPr/>
          <p:nvPr/>
        </p:nvGrpSpPr>
        <p:grpSpPr>
          <a:xfrm>
            <a:off x="8493457" y="5505585"/>
            <a:ext cx="2227118" cy="400110"/>
            <a:chOff x="2954482" y="1841558"/>
            <a:chExt cx="2227118" cy="40011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75C490E-9D90-A0CF-F4B3-55641F716D84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D46776E-594C-C10F-9877-5A8AED7AA3B8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F2D6C46-7E7A-CE79-1A40-51EC74D3DBFD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636187A-C14E-22A0-A569-C167B48CFAE0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07DFD2E-5AB0-11AC-B622-94D30800232A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ABCC5E2-C03E-94E1-BE85-809F00FE63F0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09325D4-1715-593F-B542-91AB4B0B08D7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24FA66D7-8250-BF99-E1EA-50119521E7DD}"/>
              </a:ext>
            </a:extLst>
          </p:cNvPr>
          <p:cNvCxnSpPr>
            <a:stCxn id="37" idx="2"/>
            <a:endCxn id="39" idx="6"/>
          </p:cNvCxnSpPr>
          <p:nvPr/>
        </p:nvCxnSpPr>
        <p:spPr>
          <a:xfrm rot="10800000" flipH="1">
            <a:off x="8493457" y="5697180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D11902-39CA-E989-6D8D-24DF4FD84E7A}"/>
                  </a:ext>
                </a:extLst>
              </p:cNvPr>
              <p:cNvSpPr txBox="1"/>
              <p:nvPr/>
            </p:nvSpPr>
            <p:spPr>
              <a:xfrm>
                <a:off x="8053575" y="4026752"/>
                <a:ext cx="31068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   0          1                  </m:t>
                      </m:r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𝑝</m:t>
                      </m:r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D11902-39CA-E989-6D8D-24DF4FD84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575" y="4026752"/>
                <a:ext cx="3106882" cy="400110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0ACA572-9124-F0E9-5BF2-BB9032DC0F53}"/>
              </a:ext>
            </a:extLst>
          </p:cNvPr>
          <p:cNvGrpSpPr/>
          <p:nvPr/>
        </p:nvGrpSpPr>
        <p:grpSpPr>
          <a:xfrm>
            <a:off x="8493457" y="6412309"/>
            <a:ext cx="2227118" cy="400110"/>
            <a:chOff x="2954482" y="1841558"/>
            <a:chExt cx="2227118" cy="40011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63CE2FE-A04D-C090-2DBA-179C3E0155D9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77403AA-3C72-53CB-686F-9F060E9C8F59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7EEC14-E809-1F36-9C36-C8769E4CDF4F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D39709-F8E2-DF87-375C-CC80EF3DDF49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0D1A077-3256-ED1E-028A-D58D2729A92C}"/>
                </a:ext>
              </a:extLst>
            </p:cNvPr>
            <p:cNvCxnSpPr>
              <a:stCxn id="48" idx="6"/>
              <a:endCxn id="49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AB07A09-072F-C82F-16B7-7EFE32B4E082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118C4B5-68BB-878C-9CBC-F40F12E411B2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25AE2933-8F5D-D824-5D82-BD07E05B726A}"/>
              </a:ext>
            </a:extLst>
          </p:cNvPr>
          <p:cNvCxnSpPr>
            <a:stCxn id="48" idx="2"/>
            <a:endCxn id="50" idx="6"/>
          </p:cNvCxnSpPr>
          <p:nvPr/>
        </p:nvCxnSpPr>
        <p:spPr>
          <a:xfrm rot="10800000" flipH="1">
            <a:off x="8493457" y="6603904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0292551-5007-5904-FB0B-A61AAD807A04}"/>
              </a:ext>
            </a:extLst>
          </p:cNvPr>
          <p:cNvCxnSpPr>
            <a:cxnSpLocks/>
          </p:cNvCxnSpPr>
          <p:nvPr/>
        </p:nvCxnSpPr>
        <p:spPr>
          <a:xfrm flipV="1">
            <a:off x="8683957" y="5077896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006B8A7-CA7A-9BEB-B27B-6156DC9268D9}"/>
              </a:ext>
            </a:extLst>
          </p:cNvPr>
          <p:cNvCxnSpPr>
            <a:cxnSpLocks/>
          </p:cNvCxnSpPr>
          <p:nvPr/>
        </p:nvCxnSpPr>
        <p:spPr>
          <a:xfrm flipV="1">
            <a:off x="9284898" y="5126257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32B2E3D-FBCC-9605-7EA2-193D35C4F4F5}"/>
              </a:ext>
            </a:extLst>
          </p:cNvPr>
          <p:cNvCxnSpPr>
            <a:cxnSpLocks/>
          </p:cNvCxnSpPr>
          <p:nvPr/>
        </p:nvCxnSpPr>
        <p:spPr>
          <a:xfrm flipV="1">
            <a:off x="10543380" y="5077895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30971F1-41E4-1E69-1F3B-D897A43CD108}"/>
              </a:ext>
            </a:extLst>
          </p:cNvPr>
          <p:cNvCxnSpPr>
            <a:cxnSpLocks/>
          </p:cNvCxnSpPr>
          <p:nvPr/>
        </p:nvCxnSpPr>
        <p:spPr>
          <a:xfrm flipV="1">
            <a:off x="8654873" y="6188853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BF6A841-D58E-B8CA-165D-9B1AF95EB9B1}"/>
              </a:ext>
            </a:extLst>
          </p:cNvPr>
          <p:cNvCxnSpPr>
            <a:cxnSpLocks/>
          </p:cNvCxnSpPr>
          <p:nvPr/>
        </p:nvCxnSpPr>
        <p:spPr>
          <a:xfrm flipV="1">
            <a:off x="9269119" y="6154617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1298A2E-B22D-D3FD-3877-CA5D8CEA2928}"/>
              </a:ext>
            </a:extLst>
          </p:cNvPr>
          <p:cNvCxnSpPr>
            <a:cxnSpLocks/>
          </p:cNvCxnSpPr>
          <p:nvPr/>
        </p:nvCxnSpPr>
        <p:spPr>
          <a:xfrm flipV="1">
            <a:off x="10538519" y="6188853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38BCB90-A6EB-5554-740E-98326B250CD9}"/>
              </a:ext>
            </a:extLst>
          </p:cNvPr>
          <p:cNvSpPr txBox="1"/>
          <p:nvPr/>
        </p:nvSpPr>
        <p:spPr>
          <a:xfrm>
            <a:off x="3294262" y="6325173"/>
            <a:ext cx="1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1D Mesh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934649-8936-A7B0-59EE-CBA8B96FC9B9}"/>
              </a:ext>
            </a:extLst>
          </p:cNvPr>
          <p:cNvSpPr txBox="1"/>
          <p:nvPr/>
        </p:nvSpPr>
        <p:spPr>
          <a:xfrm>
            <a:off x="10828267" y="6325173"/>
            <a:ext cx="1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2D Mesh</a:t>
            </a:r>
          </a:p>
        </p:txBody>
      </p:sp>
    </p:spTree>
    <p:extLst>
      <p:ext uri="{BB962C8B-B14F-4D97-AF65-F5344CB8AC3E}">
        <p14:creationId xmlns:p14="http://schemas.microsoft.com/office/powerpoint/2010/main" val="765535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C7EA-9B46-7AD6-60DB-30E9FEBA9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18F6-EF86-EA34-B5AC-9DF46AEAE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727721"/>
          </a:xfrm>
        </p:spPr>
        <p:txBody>
          <a:bodyPr>
            <a:normAutofit/>
          </a:bodyPr>
          <a:lstStyle/>
          <a:p>
            <a:r>
              <a:rPr lang="en-US" dirty="0"/>
              <a:t>Define the “connectivity pattern” of the processors</a:t>
            </a:r>
          </a:p>
          <a:p>
            <a:r>
              <a:rPr lang="en-US" dirty="0"/>
              <a:t>Helps us in developing more intuitive notions of message passing algorithms</a:t>
            </a:r>
          </a:p>
          <a:p>
            <a:r>
              <a:rPr lang="en-US" dirty="0"/>
              <a:t>(also has uses in optimizing the mapping of message passing algorithms onto real interconnection networks)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D8ADF0D-2C06-914C-27FC-1E4CD1AEEAD7}"/>
              </a:ext>
            </a:extLst>
          </p:cNvPr>
          <p:cNvGrpSpPr/>
          <p:nvPr/>
        </p:nvGrpSpPr>
        <p:grpSpPr>
          <a:xfrm>
            <a:off x="2284125" y="4964939"/>
            <a:ext cx="3106882" cy="899648"/>
            <a:chOff x="2492952" y="1841558"/>
            <a:chExt cx="3106882" cy="89964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20D1753-2126-BEFB-62E0-F0C97D95B262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1AA650F-DB88-FB16-8C78-1E25C4EF22E4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0A95AA8-4E02-A543-D744-F2A2A9ED3436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9CE3D6-549A-FAD5-0F38-75B7E5E081CE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8A3AF35-5C04-840F-EB5B-3F8B515ACA2F}"/>
                    </a:ext>
                  </a:extLst>
                </p:cNvPr>
                <p:cNvSpPr txBox="1"/>
                <p:nvPr/>
              </p:nvSpPr>
              <p:spPr>
                <a:xfrm>
                  <a:off x="2492952" y="2341096"/>
                  <a:ext cx="31068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   0          1                  </m:t>
                        </m:r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𝑝</m:t>
                        </m:r>
                        <m:r>
                          <a:rPr lang="en-US" sz="20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−1</m:t>
                        </m:r>
                      </m:oMath>
                    </m:oMathPara>
                  </a14:m>
                  <a:endParaRPr lang="en-US" sz="20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2952" y="2341096"/>
                  <a:ext cx="3106882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DDBD1C1-4071-FA4A-B789-68C6A8C8C466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5D9C4EB-0B84-D867-0EC3-624ACB961398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D350D9D-7757-BE00-B70A-5F7914C40842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C5C4245A-1DB9-BA66-4BC0-EF1629A74E8B}"/>
              </a:ext>
            </a:extLst>
          </p:cNvPr>
          <p:cNvCxnSpPr>
            <a:stCxn id="5" idx="2"/>
            <a:endCxn id="7" idx="6"/>
          </p:cNvCxnSpPr>
          <p:nvPr/>
        </p:nvCxnSpPr>
        <p:spPr>
          <a:xfrm rot="10800000" flipH="1">
            <a:off x="2745655" y="5156534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00B11F6-C29A-C4DD-8708-E51F34B8B308}"/>
              </a:ext>
            </a:extLst>
          </p:cNvPr>
          <p:cNvGrpSpPr/>
          <p:nvPr/>
        </p:nvGrpSpPr>
        <p:grpSpPr>
          <a:xfrm>
            <a:off x="8493457" y="4742620"/>
            <a:ext cx="2227118" cy="400110"/>
            <a:chOff x="2954482" y="1841558"/>
            <a:chExt cx="2227118" cy="40011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B3A41FE-2E1A-55D9-F526-54343ADF3ACC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9EF9720-19B6-6E79-B024-FE2F051B83BC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19E0FDF-229B-3900-BC7C-75A87CAB6124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36E8CA-B6B8-EE4E-3E1F-546D76425927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DA1A577-9902-663E-1435-AE5203A439DB}"/>
                </a:ext>
              </a:extLst>
            </p:cNvPr>
            <p:cNvCxnSpPr>
              <a:stCxn id="27" idx="6"/>
              <a:endCxn id="28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BF3DE09-0580-B9DB-3640-C04D3CCB235F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94F4F00-28C9-A213-8307-DEA246D093E5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54EFFED3-2186-B44F-FD84-FF428CD0DEE7}"/>
              </a:ext>
            </a:extLst>
          </p:cNvPr>
          <p:cNvCxnSpPr>
            <a:stCxn id="27" idx="2"/>
            <a:endCxn id="29" idx="6"/>
          </p:cNvCxnSpPr>
          <p:nvPr/>
        </p:nvCxnSpPr>
        <p:spPr>
          <a:xfrm rot="10800000" flipH="1">
            <a:off x="8493457" y="4934215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D0605E-D5FD-1ADA-0FB8-3F890D82172E}"/>
              </a:ext>
            </a:extLst>
          </p:cNvPr>
          <p:cNvGrpSpPr/>
          <p:nvPr/>
        </p:nvGrpSpPr>
        <p:grpSpPr>
          <a:xfrm>
            <a:off x="8493457" y="5505585"/>
            <a:ext cx="2227118" cy="400110"/>
            <a:chOff x="2954482" y="1841558"/>
            <a:chExt cx="2227118" cy="40011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75C490E-9D90-A0CF-F4B3-55641F716D84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D46776E-594C-C10F-9877-5A8AED7AA3B8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F2D6C46-7E7A-CE79-1A40-51EC74D3DBFD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636187A-C14E-22A0-A569-C167B48CFAE0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07DFD2E-5AB0-11AC-B622-94D30800232A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6ABCC5E2-C03E-94E1-BE85-809F00FE63F0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09325D4-1715-593F-B542-91AB4B0B08D7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24FA66D7-8250-BF99-E1EA-50119521E7DD}"/>
              </a:ext>
            </a:extLst>
          </p:cNvPr>
          <p:cNvCxnSpPr>
            <a:stCxn id="37" idx="2"/>
            <a:endCxn id="39" idx="6"/>
          </p:cNvCxnSpPr>
          <p:nvPr/>
        </p:nvCxnSpPr>
        <p:spPr>
          <a:xfrm rot="10800000" flipH="1">
            <a:off x="8493457" y="5697180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D11902-39CA-E989-6D8D-24DF4FD84E7A}"/>
                  </a:ext>
                </a:extLst>
              </p:cNvPr>
              <p:cNvSpPr txBox="1"/>
              <p:nvPr/>
            </p:nvSpPr>
            <p:spPr>
              <a:xfrm>
                <a:off x="8053575" y="4026752"/>
                <a:ext cx="310688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   0          1                  </m:t>
                      </m:r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𝑝</m:t>
                      </m:r>
                      <m:r>
                        <a:rPr lang="en-US" sz="2000" i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5D11902-39CA-E989-6D8D-24DF4FD84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575" y="4026752"/>
                <a:ext cx="3106882" cy="400110"/>
              </a:xfrm>
              <a:prstGeom prst="rect">
                <a:avLst/>
              </a:prstGeom>
              <a:blipFill>
                <a:blip r:embed="rId3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D0ACA572-9124-F0E9-5BF2-BB9032DC0F53}"/>
              </a:ext>
            </a:extLst>
          </p:cNvPr>
          <p:cNvGrpSpPr/>
          <p:nvPr/>
        </p:nvGrpSpPr>
        <p:grpSpPr>
          <a:xfrm>
            <a:off x="8493457" y="6412309"/>
            <a:ext cx="2227118" cy="400110"/>
            <a:chOff x="2954482" y="1841558"/>
            <a:chExt cx="2227118" cy="40011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63CE2FE-A04D-C090-2DBA-179C3E0155D9}"/>
                </a:ext>
              </a:extLst>
            </p:cNvPr>
            <p:cNvSpPr/>
            <p:nvPr/>
          </p:nvSpPr>
          <p:spPr>
            <a:xfrm>
              <a:off x="2954482" y="1856507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77403AA-3C72-53CB-686F-9F060E9C8F59}"/>
                </a:ext>
              </a:extLst>
            </p:cNvPr>
            <p:cNvSpPr/>
            <p:nvPr/>
          </p:nvSpPr>
          <p:spPr>
            <a:xfrm>
              <a:off x="3555423" y="1858878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77EEC14-E809-1F36-9C36-C8769E4CDF4F}"/>
                </a:ext>
              </a:extLst>
            </p:cNvPr>
            <p:cNvSpPr/>
            <p:nvPr/>
          </p:nvSpPr>
          <p:spPr>
            <a:xfrm>
              <a:off x="4800600" y="1842653"/>
              <a:ext cx="381000" cy="381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D39709-F8E2-DF87-375C-CC80EF3DDF49}"/>
                </a:ext>
              </a:extLst>
            </p:cNvPr>
            <p:cNvSpPr txBox="1"/>
            <p:nvPr/>
          </p:nvSpPr>
          <p:spPr>
            <a:xfrm>
              <a:off x="4003964" y="1841558"/>
              <a:ext cx="7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0D1A077-3256-ED1E-028A-D58D2729A92C}"/>
                </a:ext>
              </a:extLst>
            </p:cNvPr>
            <p:cNvCxnSpPr>
              <a:stCxn id="48" idx="6"/>
              <a:endCxn id="49" idx="2"/>
            </p:cNvCxnSpPr>
            <p:nvPr/>
          </p:nvCxnSpPr>
          <p:spPr>
            <a:xfrm>
              <a:off x="3335482" y="2047007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AB07A09-072F-C82F-16B7-7EFE32B4E082}"/>
                </a:ext>
              </a:extLst>
            </p:cNvPr>
            <p:cNvCxnSpPr/>
            <p:nvPr/>
          </p:nvCxnSpPr>
          <p:spPr>
            <a:xfrm>
              <a:off x="3936423" y="205630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118C4B5-68BB-878C-9CBC-F40F12E411B2}"/>
                </a:ext>
              </a:extLst>
            </p:cNvPr>
            <p:cNvCxnSpPr/>
            <p:nvPr/>
          </p:nvCxnSpPr>
          <p:spPr>
            <a:xfrm>
              <a:off x="4580659" y="2069063"/>
              <a:ext cx="219941" cy="23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Connector: Curved 54">
            <a:extLst>
              <a:ext uri="{FF2B5EF4-FFF2-40B4-BE49-F238E27FC236}">
                <a16:creationId xmlns:a16="http://schemas.microsoft.com/office/drawing/2014/main" id="{25AE2933-8F5D-D824-5D82-BD07E05B726A}"/>
              </a:ext>
            </a:extLst>
          </p:cNvPr>
          <p:cNvCxnSpPr>
            <a:stCxn id="48" idx="2"/>
            <a:endCxn id="50" idx="6"/>
          </p:cNvCxnSpPr>
          <p:nvPr/>
        </p:nvCxnSpPr>
        <p:spPr>
          <a:xfrm rot="10800000" flipH="1">
            <a:off x="8493457" y="6603904"/>
            <a:ext cx="2227118" cy="13854"/>
          </a:xfrm>
          <a:prstGeom prst="curvedConnector5">
            <a:avLst>
              <a:gd name="adj1" fmla="val -10264"/>
              <a:gd name="adj2" fmla="val 3125119"/>
              <a:gd name="adj3" fmla="val 11026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0292551-5007-5904-FB0B-A61AAD807A04}"/>
              </a:ext>
            </a:extLst>
          </p:cNvPr>
          <p:cNvCxnSpPr>
            <a:cxnSpLocks/>
          </p:cNvCxnSpPr>
          <p:nvPr/>
        </p:nvCxnSpPr>
        <p:spPr>
          <a:xfrm flipV="1">
            <a:off x="8683957" y="5077896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006B8A7-CA7A-9BEB-B27B-6156DC9268D9}"/>
              </a:ext>
            </a:extLst>
          </p:cNvPr>
          <p:cNvCxnSpPr>
            <a:cxnSpLocks/>
          </p:cNvCxnSpPr>
          <p:nvPr/>
        </p:nvCxnSpPr>
        <p:spPr>
          <a:xfrm flipV="1">
            <a:off x="9284898" y="5126257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32B2E3D-FBCC-9605-7EA2-193D35C4F4F5}"/>
              </a:ext>
            </a:extLst>
          </p:cNvPr>
          <p:cNvCxnSpPr>
            <a:cxnSpLocks/>
          </p:cNvCxnSpPr>
          <p:nvPr/>
        </p:nvCxnSpPr>
        <p:spPr>
          <a:xfrm flipV="1">
            <a:off x="10543380" y="5077895"/>
            <a:ext cx="0" cy="538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30971F1-41E4-1E69-1F3B-D897A43CD108}"/>
              </a:ext>
            </a:extLst>
          </p:cNvPr>
          <p:cNvCxnSpPr>
            <a:cxnSpLocks/>
          </p:cNvCxnSpPr>
          <p:nvPr/>
        </p:nvCxnSpPr>
        <p:spPr>
          <a:xfrm flipV="1">
            <a:off x="8654873" y="6188853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BF6A841-D58E-B8CA-165D-9B1AF95EB9B1}"/>
              </a:ext>
            </a:extLst>
          </p:cNvPr>
          <p:cNvCxnSpPr>
            <a:cxnSpLocks/>
          </p:cNvCxnSpPr>
          <p:nvPr/>
        </p:nvCxnSpPr>
        <p:spPr>
          <a:xfrm flipV="1">
            <a:off x="9269119" y="6154617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1298A2E-B22D-D3FD-3877-CA5D8CEA2928}"/>
              </a:ext>
            </a:extLst>
          </p:cNvPr>
          <p:cNvCxnSpPr>
            <a:cxnSpLocks/>
          </p:cNvCxnSpPr>
          <p:nvPr/>
        </p:nvCxnSpPr>
        <p:spPr>
          <a:xfrm flipV="1">
            <a:off x="10538519" y="6188853"/>
            <a:ext cx="0" cy="2726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38BCB90-A6EB-5554-740E-98326B250CD9}"/>
              </a:ext>
            </a:extLst>
          </p:cNvPr>
          <p:cNvSpPr txBox="1"/>
          <p:nvPr/>
        </p:nvSpPr>
        <p:spPr>
          <a:xfrm>
            <a:off x="3294262" y="6325173"/>
            <a:ext cx="1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1D Mesh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934649-8936-A7B0-59EE-CBA8B96FC9B9}"/>
              </a:ext>
            </a:extLst>
          </p:cNvPr>
          <p:cNvSpPr txBox="1"/>
          <p:nvPr/>
        </p:nvSpPr>
        <p:spPr>
          <a:xfrm>
            <a:off x="10828267" y="6325173"/>
            <a:ext cx="1077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2D Mesh</a:t>
            </a:r>
          </a:p>
        </p:txBody>
      </p:sp>
    </p:spTree>
    <p:extLst>
      <p:ext uri="{BB962C8B-B14F-4D97-AF65-F5344CB8AC3E}">
        <p14:creationId xmlns:p14="http://schemas.microsoft.com/office/powerpoint/2010/main" val="3871963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CCA6D4-B5B4-67C5-7AA1-526BC407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Programming Paradigm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0A950-1866-9636-19A9-ABE6D6618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Specifies the following</a:t>
            </a:r>
          </a:p>
          <a:p>
            <a:pPr lvl="1"/>
            <a:r>
              <a:rPr lang="en-US" dirty="0"/>
              <a:t>Concurrency Model (BSP, SPMD, None/Asynchronous)</a:t>
            </a:r>
          </a:p>
          <a:p>
            <a:pPr lvl="2"/>
            <a:r>
              <a:rPr lang="en-US" dirty="0"/>
              <a:t>Processes: The number of processes and the work performed for each process</a:t>
            </a:r>
          </a:p>
          <a:p>
            <a:pPr lvl="2"/>
            <a:r>
              <a:rPr lang="en-US" dirty="0"/>
              <a:t>Send, receive that enable data (we will only use blocking non-buffered semantics)</a:t>
            </a:r>
          </a:p>
          <a:p>
            <a:pPr lvl="1"/>
            <a:r>
              <a:rPr lang="en-US" dirty="0"/>
              <a:t>A virtual topology of the processes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discuss it at algorithmic level. </a:t>
            </a:r>
          </a:p>
          <a:p>
            <a:pPr lvl="1"/>
            <a:r>
              <a:rPr lang="en-US" dirty="0"/>
              <a:t>Skip initialization, rank calculation, etc.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236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D02542-5709-494F-98BA-B9A2152F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50" y="365125"/>
            <a:ext cx="10869350" cy="1325563"/>
          </a:xfrm>
        </p:spPr>
        <p:txBody>
          <a:bodyPr>
            <a:normAutofit/>
          </a:bodyPr>
          <a:lstStyle/>
          <a:p>
            <a:r>
              <a:rPr lang="en-US" dirty="0"/>
              <a:t>Adding Using Message Passing on 1D Mesh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667000" y="2695042"/>
                <a:ext cx="4229100" cy="48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>
                    <a:solidFill>
                      <a:schemeClr val="bg2">
                        <a:lumMod val="10000"/>
                      </a:schemeClr>
                    </a:solidFill>
                  </a:rPr>
                  <a:t>Output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−1</m:t>
                        </m:r>
                      </m:sup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𝐴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   </m:t>
                        </m:r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in</m:t>
                        </m:r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𝐴</m:t>
                        </m:r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(0)</m:t>
                        </m:r>
                      </m:e>
                    </m:nary>
                  </m:oMath>
                </a14:m>
                <a:endParaRPr lang="en-US" sz="24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695042"/>
                <a:ext cx="4229100" cy="483209"/>
              </a:xfrm>
              <a:prstGeom prst="rect">
                <a:avLst/>
              </a:prstGeom>
              <a:blipFill>
                <a:blip r:embed="rId2"/>
                <a:stretch>
                  <a:fillRect l="-2309"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046987" y="2510376"/>
                <a:ext cx="99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(0)</m:t>
                      </m:r>
                    </m:oMath>
                  </m:oMathPara>
                </a14:m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6987" y="2510376"/>
                <a:ext cx="990600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970787" y="5503924"/>
                <a:ext cx="1143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−1)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787" y="5503924"/>
                <a:ext cx="114300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5227FA15-0F9F-BA30-8971-817FA819AA57}"/>
              </a:ext>
            </a:extLst>
          </p:cNvPr>
          <p:cNvGrpSpPr/>
          <p:nvPr/>
        </p:nvGrpSpPr>
        <p:grpSpPr>
          <a:xfrm>
            <a:off x="9204556" y="2518037"/>
            <a:ext cx="555172" cy="3355219"/>
            <a:chOff x="9204556" y="2518037"/>
            <a:chExt cx="555172" cy="33552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792B63-3263-3205-D857-E34AA8E3AAD9}"/>
                </a:ext>
              </a:extLst>
            </p:cNvPr>
            <p:cNvSpPr/>
            <p:nvPr/>
          </p:nvSpPr>
          <p:spPr>
            <a:xfrm>
              <a:off x="9204556" y="2518037"/>
              <a:ext cx="533400" cy="3355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98EBE7-C370-5511-D73F-394A461D0252}"/>
                </a:ext>
              </a:extLst>
            </p:cNvPr>
            <p:cNvCxnSpPr/>
            <p:nvPr/>
          </p:nvCxnSpPr>
          <p:spPr>
            <a:xfrm>
              <a:off x="9204556" y="2928416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43C16B2-0A51-F81D-4E94-4062D380AC60}"/>
                </a:ext>
              </a:extLst>
            </p:cNvPr>
            <p:cNvCxnSpPr/>
            <p:nvPr/>
          </p:nvCxnSpPr>
          <p:spPr>
            <a:xfrm>
              <a:off x="9204556" y="3337049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4ACAD87-A57C-F031-1532-52CF986D542E}"/>
                </a:ext>
              </a:extLst>
            </p:cNvPr>
            <p:cNvCxnSpPr/>
            <p:nvPr/>
          </p:nvCxnSpPr>
          <p:spPr>
            <a:xfrm>
              <a:off x="9204556" y="3754055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9FBF91B-C60B-F1E8-8C37-7F244F83EE5F}"/>
                </a:ext>
              </a:extLst>
            </p:cNvPr>
            <p:cNvCxnSpPr/>
            <p:nvPr/>
          </p:nvCxnSpPr>
          <p:spPr>
            <a:xfrm>
              <a:off x="9204556" y="4162688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F940C45-8AE0-05AB-B512-E7841D696BF9}"/>
                </a:ext>
              </a:extLst>
            </p:cNvPr>
            <p:cNvCxnSpPr/>
            <p:nvPr/>
          </p:nvCxnSpPr>
          <p:spPr>
            <a:xfrm>
              <a:off x="9226328" y="4603141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FB0EC70-12CA-1736-027A-3CFFD9E8CCC8}"/>
                </a:ext>
              </a:extLst>
            </p:cNvPr>
            <p:cNvCxnSpPr/>
            <p:nvPr/>
          </p:nvCxnSpPr>
          <p:spPr>
            <a:xfrm>
              <a:off x="9226328" y="5011774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00402FE-3956-D914-78FA-DC10FF8E156B}"/>
                </a:ext>
              </a:extLst>
            </p:cNvPr>
            <p:cNvCxnSpPr/>
            <p:nvPr/>
          </p:nvCxnSpPr>
          <p:spPr>
            <a:xfrm>
              <a:off x="9226328" y="5428780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1194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FC555-2773-8DE6-6DB6-8D38C031B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365125"/>
            <a:ext cx="10655300" cy="1325563"/>
          </a:xfrm>
        </p:spPr>
        <p:txBody>
          <a:bodyPr/>
          <a:lstStyle/>
          <a:p>
            <a:r>
              <a:rPr lang="en-US" dirty="0"/>
              <a:t>Adding Using Message Passing on 1D Mesh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64DF5-F91A-FA6D-2C2C-FBEB6354DC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Concurrency Model? </a:t>
                </a:r>
                <a:r>
                  <a:rPr lang="en-US" dirty="0">
                    <a:solidFill>
                      <a:srgbClr val="C00000"/>
                    </a:solidFill>
                  </a:rPr>
                  <a:t>SPMD</a:t>
                </a:r>
              </a:p>
              <a:p>
                <a:endParaRPr lang="en-US" dirty="0"/>
              </a:p>
              <a:p>
                <a:r>
                  <a:rPr lang="en-US" dirty="0"/>
                  <a:t>How many Processors?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does each processor do? </a:t>
                </a:r>
              </a:p>
              <a:p>
                <a:endParaRPr lang="en-US" dirty="0"/>
              </a:p>
              <a:p>
                <a:r>
                  <a:rPr lang="en-US" dirty="0"/>
                  <a:t>Send/receive commands?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Virtual topology – </a:t>
                </a:r>
                <a:r>
                  <a:rPr lang="en-US" dirty="0">
                    <a:solidFill>
                      <a:srgbClr val="C00000"/>
                    </a:solidFill>
                  </a:rPr>
                  <a:t>1D mesh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64DF5-F91A-FA6D-2C2C-FBEB6354DC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2570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422C-A971-7794-C052-3D182D9E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86" y="365125"/>
            <a:ext cx="10669514" cy="1325563"/>
          </a:xfrm>
        </p:spPr>
        <p:txBody>
          <a:bodyPr/>
          <a:lstStyle/>
          <a:p>
            <a:r>
              <a:rPr lang="en-US" dirty="0"/>
              <a:t>Adding Using Message Passing on 1D Mesh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EED23-C9AC-D852-346E-40E323AEB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243" y="1789291"/>
                <a:ext cx="4755435" cy="4351338"/>
              </a:xfrm>
            </p:spPr>
            <p:txBody>
              <a:bodyPr/>
              <a:lstStyle/>
              <a:p>
                <a:r>
                  <a:rPr lang="en-US" dirty="0"/>
                  <a:t>Key Idea: 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In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Processors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communicate,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computes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dirty="0"/>
                  <a:t> Active Processors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EED23-C9AC-D852-346E-40E323AEB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243" y="1789291"/>
                <a:ext cx="4755435" cy="4351338"/>
              </a:xfrm>
              <a:blipFill>
                <a:blip r:embed="rId2"/>
                <a:stretch>
                  <a:fillRect l="-230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20BAD8-67E0-6757-8F80-46BA1189EA24}"/>
                  </a:ext>
                </a:extLst>
              </p:cNvPr>
              <p:cNvSpPr txBox="1"/>
              <p:nvPr/>
            </p:nvSpPr>
            <p:spPr>
              <a:xfrm>
                <a:off x="8066037" y="1932526"/>
                <a:ext cx="99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(0)</m:t>
                      </m:r>
                    </m:oMath>
                  </m:oMathPara>
                </a14:m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C20BAD8-67E0-6757-8F80-46BA1189E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037" y="1932526"/>
                <a:ext cx="99060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180DFB-0254-C2D3-3EF5-8ACB2D99EC09}"/>
                  </a:ext>
                </a:extLst>
              </p:cNvPr>
              <p:cNvSpPr txBox="1"/>
              <p:nvPr/>
            </p:nvSpPr>
            <p:spPr>
              <a:xfrm>
                <a:off x="7989837" y="4926074"/>
                <a:ext cx="1143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−1)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4180DFB-0254-C2D3-3EF5-8ACB2D99E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837" y="4926074"/>
                <a:ext cx="114300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2A33D64-047A-2907-8DCC-4BA9EB3862E8}"/>
              </a:ext>
            </a:extLst>
          </p:cNvPr>
          <p:cNvGrpSpPr/>
          <p:nvPr/>
        </p:nvGrpSpPr>
        <p:grpSpPr>
          <a:xfrm>
            <a:off x="9223606" y="1940187"/>
            <a:ext cx="555172" cy="3355219"/>
            <a:chOff x="9204556" y="2518037"/>
            <a:chExt cx="555172" cy="33552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8E6BD5-2EF6-E212-78FE-B78A2490991C}"/>
                </a:ext>
              </a:extLst>
            </p:cNvPr>
            <p:cNvSpPr/>
            <p:nvPr/>
          </p:nvSpPr>
          <p:spPr>
            <a:xfrm>
              <a:off x="9204556" y="2518037"/>
              <a:ext cx="533400" cy="3355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455A78D-A055-1FEA-58D6-F5FB302A5DA6}"/>
                </a:ext>
              </a:extLst>
            </p:cNvPr>
            <p:cNvCxnSpPr/>
            <p:nvPr/>
          </p:nvCxnSpPr>
          <p:spPr>
            <a:xfrm>
              <a:off x="9204556" y="2928416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1C70A57-599A-6455-D1B6-1BF7A070ED9D}"/>
                </a:ext>
              </a:extLst>
            </p:cNvPr>
            <p:cNvCxnSpPr/>
            <p:nvPr/>
          </p:nvCxnSpPr>
          <p:spPr>
            <a:xfrm>
              <a:off x="9204556" y="3337049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82C7C-FCF1-12E6-559F-C85EFB425F01}"/>
                </a:ext>
              </a:extLst>
            </p:cNvPr>
            <p:cNvCxnSpPr/>
            <p:nvPr/>
          </p:nvCxnSpPr>
          <p:spPr>
            <a:xfrm>
              <a:off x="9204556" y="3754055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3104A7-695D-23BA-6945-AE5C0D491453}"/>
                </a:ext>
              </a:extLst>
            </p:cNvPr>
            <p:cNvCxnSpPr/>
            <p:nvPr/>
          </p:nvCxnSpPr>
          <p:spPr>
            <a:xfrm>
              <a:off x="9204556" y="4162688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18CAF9-9A7C-5247-1AAE-81B2364F9D07}"/>
                </a:ext>
              </a:extLst>
            </p:cNvPr>
            <p:cNvCxnSpPr/>
            <p:nvPr/>
          </p:nvCxnSpPr>
          <p:spPr>
            <a:xfrm>
              <a:off x="9226328" y="4603141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569865-E6BA-B5F9-BA64-CDDB13C8C813}"/>
                </a:ext>
              </a:extLst>
            </p:cNvPr>
            <p:cNvCxnSpPr/>
            <p:nvPr/>
          </p:nvCxnSpPr>
          <p:spPr>
            <a:xfrm>
              <a:off x="9226328" y="5011774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E43A387-CEE2-13FE-60E3-C028AE23E873}"/>
                </a:ext>
              </a:extLst>
            </p:cNvPr>
            <p:cNvCxnSpPr/>
            <p:nvPr/>
          </p:nvCxnSpPr>
          <p:spPr>
            <a:xfrm>
              <a:off x="9226328" y="5428780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66561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422C-A971-7794-C052-3D182D9E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86" y="365125"/>
            <a:ext cx="10669514" cy="1325563"/>
          </a:xfrm>
        </p:spPr>
        <p:txBody>
          <a:bodyPr/>
          <a:lstStyle/>
          <a:p>
            <a:r>
              <a:rPr lang="en-US" dirty="0"/>
              <a:t>Adding Using Message Passing on 1D Mesh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EED23-C9AC-D852-346E-40E323AEB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243" y="1789291"/>
                <a:ext cx="4755435" cy="4351338"/>
              </a:xfrm>
            </p:spPr>
            <p:txBody>
              <a:bodyPr/>
              <a:lstStyle/>
              <a:p>
                <a:r>
                  <a:rPr lang="en-US" dirty="0"/>
                  <a:t>Key Idea: 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In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Processors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communicate,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computes</a:t>
                </a:r>
              </a:p>
              <a:p>
                <a:pPr lvl="1"/>
                <a:r>
                  <a:rPr lang="en-US" b="0" dirty="0"/>
                  <a:t>0, 2, 4, 6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− </m:t>
                    </m:r>
                  </m:oMath>
                </a14:m>
                <a:r>
                  <a:rPr lang="en-US" dirty="0"/>
                  <a:t> Active Processors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EED23-C9AC-D852-346E-40E323AEB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243" y="1789291"/>
                <a:ext cx="4755435" cy="4351338"/>
              </a:xfrm>
              <a:blipFill>
                <a:blip r:embed="rId2"/>
                <a:stretch>
                  <a:fillRect l="-230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63A41C-BD8B-AE25-B655-004A2191A51E}"/>
                  </a:ext>
                </a:extLst>
              </p:cNvPr>
              <p:cNvSpPr txBox="1"/>
              <p:nvPr/>
            </p:nvSpPr>
            <p:spPr>
              <a:xfrm>
                <a:off x="8887770" y="5755301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63A41C-BD8B-AE25-B655-004A2191A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770" y="5755301"/>
                <a:ext cx="120507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888F4E-5FE1-0C6E-14F7-4FB56175628E}"/>
                  </a:ext>
                </a:extLst>
              </p:cNvPr>
              <p:cNvSpPr txBox="1"/>
              <p:nvPr/>
            </p:nvSpPr>
            <p:spPr>
              <a:xfrm>
                <a:off x="8066037" y="1932526"/>
                <a:ext cx="99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(0)</m:t>
                      </m:r>
                    </m:oMath>
                  </m:oMathPara>
                </a14:m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888F4E-5FE1-0C6E-14F7-4FB5617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037" y="1932526"/>
                <a:ext cx="99060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6A4D59-A09D-B2D7-DE2A-45A2038E6300}"/>
                  </a:ext>
                </a:extLst>
              </p:cNvPr>
              <p:cNvSpPr txBox="1"/>
              <p:nvPr/>
            </p:nvSpPr>
            <p:spPr>
              <a:xfrm>
                <a:off x="7989837" y="4926074"/>
                <a:ext cx="1143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−1)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6A4D59-A09D-B2D7-DE2A-45A2038E6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837" y="4926074"/>
                <a:ext cx="1143000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D4DBEC9-780E-65B7-E92A-E9FBFD1812AF}"/>
              </a:ext>
            </a:extLst>
          </p:cNvPr>
          <p:cNvGrpSpPr/>
          <p:nvPr/>
        </p:nvGrpSpPr>
        <p:grpSpPr>
          <a:xfrm>
            <a:off x="9223606" y="1940187"/>
            <a:ext cx="555172" cy="3355219"/>
            <a:chOff x="9204556" y="2518037"/>
            <a:chExt cx="555172" cy="33552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217971-C984-51CC-1A27-B8813C30341D}"/>
                </a:ext>
              </a:extLst>
            </p:cNvPr>
            <p:cNvSpPr/>
            <p:nvPr/>
          </p:nvSpPr>
          <p:spPr>
            <a:xfrm>
              <a:off x="9204556" y="2518037"/>
              <a:ext cx="533400" cy="3355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9ECE2A-A781-9DFD-2097-D36430EBEAD9}"/>
                </a:ext>
              </a:extLst>
            </p:cNvPr>
            <p:cNvCxnSpPr/>
            <p:nvPr/>
          </p:nvCxnSpPr>
          <p:spPr>
            <a:xfrm>
              <a:off x="9204556" y="2928416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951D3AF-475B-A9D1-F9C9-BBECBB8A00ED}"/>
                </a:ext>
              </a:extLst>
            </p:cNvPr>
            <p:cNvCxnSpPr/>
            <p:nvPr/>
          </p:nvCxnSpPr>
          <p:spPr>
            <a:xfrm>
              <a:off x="9204556" y="3337049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F540B18-1473-EA7F-9435-E124EE6993D4}"/>
                </a:ext>
              </a:extLst>
            </p:cNvPr>
            <p:cNvCxnSpPr/>
            <p:nvPr/>
          </p:nvCxnSpPr>
          <p:spPr>
            <a:xfrm>
              <a:off x="9204556" y="3754055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DA323ED-C701-9D36-4837-102E5D793770}"/>
                </a:ext>
              </a:extLst>
            </p:cNvPr>
            <p:cNvCxnSpPr/>
            <p:nvPr/>
          </p:nvCxnSpPr>
          <p:spPr>
            <a:xfrm>
              <a:off x="9204556" y="4162688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723862-66DD-0736-30C0-BDA30D6C4C66}"/>
                </a:ext>
              </a:extLst>
            </p:cNvPr>
            <p:cNvCxnSpPr/>
            <p:nvPr/>
          </p:nvCxnSpPr>
          <p:spPr>
            <a:xfrm>
              <a:off x="9226328" y="4603141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1C38010-00B4-F38B-D248-D2426F00D8CD}"/>
                </a:ext>
              </a:extLst>
            </p:cNvPr>
            <p:cNvCxnSpPr/>
            <p:nvPr/>
          </p:nvCxnSpPr>
          <p:spPr>
            <a:xfrm>
              <a:off x="9226328" y="5011774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27CB3D-71D2-0BB1-DDF4-8241955C012C}"/>
                </a:ext>
              </a:extLst>
            </p:cNvPr>
            <p:cNvCxnSpPr/>
            <p:nvPr/>
          </p:nvCxnSpPr>
          <p:spPr>
            <a:xfrm>
              <a:off x="9226328" y="5428780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15081-A4CB-7911-5FA1-76E903017C54}"/>
              </a:ext>
            </a:extLst>
          </p:cNvPr>
          <p:cNvCxnSpPr/>
          <p:nvPr/>
        </p:nvCxnSpPr>
        <p:spPr>
          <a:xfrm>
            <a:off x="9943427" y="2109840"/>
            <a:ext cx="0" cy="4602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E6E768-AFF4-58FB-A69B-A6CF27E8DA62}"/>
              </a:ext>
            </a:extLst>
          </p:cNvPr>
          <p:cNvCxnSpPr/>
          <p:nvPr/>
        </p:nvCxnSpPr>
        <p:spPr>
          <a:xfrm>
            <a:off x="9943427" y="2910193"/>
            <a:ext cx="0" cy="4602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A050D0-A7C1-6991-0ED9-9FD2C79FC259}"/>
              </a:ext>
            </a:extLst>
          </p:cNvPr>
          <p:cNvCxnSpPr/>
          <p:nvPr/>
        </p:nvCxnSpPr>
        <p:spPr>
          <a:xfrm>
            <a:off x="9944436" y="3740823"/>
            <a:ext cx="0" cy="4602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600278-474A-15E5-62BD-B2357D85A992}"/>
              </a:ext>
            </a:extLst>
          </p:cNvPr>
          <p:cNvCxnSpPr/>
          <p:nvPr/>
        </p:nvCxnSpPr>
        <p:spPr>
          <a:xfrm>
            <a:off x="9943763" y="4691797"/>
            <a:ext cx="0" cy="46022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9418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422C-A971-7794-C052-3D182D9E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86" y="365125"/>
            <a:ext cx="10669514" cy="1325563"/>
          </a:xfrm>
        </p:spPr>
        <p:txBody>
          <a:bodyPr/>
          <a:lstStyle/>
          <a:p>
            <a:r>
              <a:rPr lang="en-US" dirty="0"/>
              <a:t>Adding Using Message Passing on 1D Mesh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EED23-C9AC-D852-346E-40E323AEB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243" y="1789291"/>
                <a:ext cx="4755435" cy="4351338"/>
              </a:xfrm>
            </p:spPr>
            <p:txBody>
              <a:bodyPr/>
              <a:lstStyle/>
              <a:p>
                <a:r>
                  <a:rPr lang="en-US" dirty="0"/>
                  <a:t>Key Idea: 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In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Processors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communicate,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computes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0,  4 − </m:t>
                    </m:r>
                  </m:oMath>
                </a14:m>
                <a:r>
                  <a:rPr lang="en-US" dirty="0"/>
                  <a:t> Active Processors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EED23-C9AC-D852-346E-40E323AEB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243" y="1789291"/>
                <a:ext cx="4755435" cy="4351338"/>
              </a:xfrm>
              <a:blipFill>
                <a:blip r:embed="rId2"/>
                <a:stretch>
                  <a:fillRect l="-230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63A41C-BD8B-AE25-B655-004A2191A51E}"/>
                  </a:ext>
                </a:extLst>
              </p:cNvPr>
              <p:cNvSpPr txBox="1"/>
              <p:nvPr/>
            </p:nvSpPr>
            <p:spPr>
              <a:xfrm>
                <a:off x="8887770" y="5755301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63A41C-BD8B-AE25-B655-004A2191A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770" y="5755301"/>
                <a:ext cx="120507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888F4E-5FE1-0C6E-14F7-4FB56175628E}"/>
                  </a:ext>
                </a:extLst>
              </p:cNvPr>
              <p:cNvSpPr txBox="1"/>
              <p:nvPr/>
            </p:nvSpPr>
            <p:spPr>
              <a:xfrm>
                <a:off x="8066037" y="1932526"/>
                <a:ext cx="99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(0)</m:t>
                      </m:r>
                    </m:oMath>
                  </m:oMathPara>
                </a14:m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888F4E-5FE1-0C6E-14F7-4FB5617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037" y="1932526"/>
                <a:ext cx="99060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6A4D59-A09D-B2D7-DE2A-45A2038E6300}"/>
                  </a:ext>
                </a:extLst>
              </p:cNvPr>
              <p:cNvSpPr txBox="1"/>
              <p:nvPr/>
            </p:nvSpPr>
            <p:spPr>
              <a:xfrm>
                <a:off x="7989837" y="4926074"/>
                <a:ext cx="1143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−1)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6A4D59-A09D-B2D7-DE2A-45A2038E6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837" y="4926074"/>
                <a:ext cx="1143000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D4DBEC9-780E-65B7-E92A-E9FBFD1812AF}"/>
              </a:ext>
            </a:extLst>
          </p:cNvPr>
          <p:cNvGrpSpPr/>
          <p:nvPr/>
        </p:nvGrpSpPr>
        <p:grpSpPr>
          <a:xfrm>
            <a:off x="9223606" y="1940187"/>
            <a:ext cx="555172" cy="3355219"/>
            <a:chOff x="9204556" y="2518037"/>
            <a:chExt cx="555172" cy="33552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217971-C984-51CC-1A27-B8813C30341D}"/>
                </a:ext>
              </a:extLst>
            </p:cNvPr>
            <p:cNvSpPr/>
            <p:nvPr/>
          </p:nvSpPr>
          <p:spPr>
            <a:xfrm>
              <a:off x="9204556" y="2518037"/>
              <a:ext cx="533400" cy="3355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9ECE2A-A781-9DFD-2097-D36430EBEAD9}"/>
                </a:ext>
              </a:extLst>
            </p:cNvPr>
            <p:cNvCxnSpPr/>
            <p:nvPr/>
          </p:nvCxnSpPr>
          <p:spPr>
            <a:xfrm>
              <a:off x="9204556" y="2928416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951D3AF-475B-A9D1-F9C9-BBECBB8A00ED}"/>
                </a:ext>
              </a:extLst>
            </p:cNvPr>
            <p:cNvCxnSpPr/>
            <p:nvPr/>
          </p:nvCxnSpPr>
          <p:spPr>
            <a:xfrm>
              <a:off x="9204556" y="3337049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F540B18-1473-EA7F-9435-E124EE6993D4}"/>
                </a:ext>
              </a:extLst>
            </p:cNvPr>
            <p:cNvCxnSpPr/>
            <p:nvPr/>
          </p:nvCxnSpPr>
          <p:spPr>
            <a:xfrm>
              <a:off x="9204556" y="3754055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DA323ED-C701-9D36-4837-102E5D793770}"/>
                </a:ext>
              </a:extLst>
            </p:cNvPr>
            <p:cNvCxnSpPr/>
            <p:nvPr/>
          </p:nvCxnSpPr>
          <p:spPr>
            <a:xfrm>
              <a:off x="9204556" y="4162688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723862-66DD-0736-30C0-BDA30D6C4C66}"/>
                </a:ext>
              </a:extLst>
            </p:cNvPr>
            <p:cNvCxnSpPr/>
            <p:nvPr/>
          </p:nvCxnSpPr>
          <p:spPr>
            <a:xfrm>
              <a:off x="9226328" y="4603141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1C38010-00B4-F38B-D248-D2426F00D8CD}"/>
                </a:ext>
              </a:extLst>
            </p:cNvPr>
            <p:cNvCxnSpPr/>
            <p:nvPr/>
          </p:nvCxnSpPr>
          <p:spPr>
            <a:xfrm>
              <a:off x="9226328" y="5011774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27CB3D-71D2-0BB1-DDF4-8241955C012C}"/>
                </a:ext>
              </a:extLst>
            </p:cNvPr>
            <p:cNvCxnSpPr/>
            <p:nvPr/>
          </p:nvCxnSpPr>
          <p:spPr>
            <a:xfrm>
              <a:off x="9226328" y="5428780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1515081-A4CB-7911-5FA1-76E903017C54}"/>
              </a:ext>
            </a:extLst>
          </p:cNvPr>
          <p:cNvCxnSpPr>
            <a:cxnSpLocks/>
          </p:cNvCxnSpPr>
          <p:nvPr/>
        </p:nvCxnSpPr>
        <p:spPr>
          <a:xfrm>
            <a:off x="9943427" y="2109840"/>
            <a:ext cx="0" cy="124931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600278-474A-15E5-62BD-B2357D85A992}"/>
              </a:ext>
            </a:extLst>
          </p:cNvPr>
          <p:cNvCxnSpPr>
            <a:cxnSpLocks/>
          </p:cNvCxnSpPr>
          <p:nvPr/>
        </p:nvCxnSpPr>
        <p:spPr>
          <a:xfrm>
            <a:off x="9943427" y="3810000"/>
            <a:ext cx="336" cy="134202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1834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422C-A971-7794-C052-3D182D9E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86" y="365125"/>
            <a:ext cx="10669514" cy="1325563"/>
          </a:xfrm>
        </p:spPr>
        <p:txBody>
          <a:bodyPr/>
          <a:lstStyle/>
          <a:p>
            <a:r>
              <a:rPr lang="en-US" dirty="0"/>
              <a:t>Adding Using Message Passing on 1D Mesh (5)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EED23-C9AC-D852-346E-40E323AEB5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243" y="1789291"/>
                <a:ext cx="4755435" cy="4351338"/>
              </a:xfrm>
            </p:spPr>
            <p:txBody>
              <a:bodyPr/>
              <a:lstStyle/>
              <a:p>
                <a:r>
                  <a:rPr lang="en-US" dirty="0"/>
                  <a:t>Key Idea: Recursive doubling</a:t>
                </a:r>
              </a:p>
              <a:p>
                <a:endParaRPr lang="en-US" dirty="0"/>
              </a:p>
              <a:p>
                <a:r>
                  <a:rPr lang="en-US" dirty="0"/>
                  <a:t>In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Processors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dirty="0"/>
                  <a:t> communicate,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Processor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computes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0 − </m:t>
                    </m:r>
                  </m:oMath>
                </a14:m>
                <a:r>
                  <a:rPr lang="en-US" dirty="0"/>
                  <a:t> Active Processors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CEED23-C9AC-D852-346E-40E323AEB5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243" y="1789291"/>
                <a:ext cx="4755435" cy="4351338"/>
              </a:xfrm>
              <a:blipFill>
                <a:blip r:embed="rId2"/>
                <a:stretch>
                  <a:fillRect l="-230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63A41C-BD8B-AE25-B655-004A2191A51E}"/>
                  </a:ext>
                </a:extLst>
              </p:cNvPr>
              <p:cNvSpPr txBox="1"/>
              <p:nvPr/>
            </p:nvSpPr>
            <p:spPr>
              <a:xfrm>
                <a:off x="8887770" y="5755301"/>
                <a:ext cx="1205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63A41C-BD8B-AE25-B655-004A2191A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770" y="5755301"/>
                <a:ext cx="120507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888F4E-5FE1-0C6E-14F7-4FB56175628E}"/>
                  </a:ext>
                </a:extLst>
              </p:cNvPr>
              <p:cNvSpPr txBox="1"/>
              <p:nvPr/>
            </p:nvSpPr>
            <p:spPr>
              <a:xfrm>
                <a:off x="8066037" y="1932526"/>
                <a:ext cx="99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(0)</m:t>
                      </m:r>
                    </m:oMath>
                  </m:oMathPara>
                </a14:m>
                <a:endParaRPr lang="en-US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888F4E-5FE1-0C6E-14F7-4FB561756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037" y="1932526"/>
                <a:ext cx="990600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6A4D59-A09D-B2D7-DE2A-45A2038E6300}"/>
                  </a:ext>
                </a:extLst>
              </p:cNvPr>
              <p:cNvSpPr txBox="1"/>
              <p:nvPr/>
            </p:nvSpPr>
            <p:spPr>
              <a:xfrm>
                <a:off x="7989837" y="4926074"/>
                <a:ext cx="1143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−1)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6A4D59-A09D-B2D7-DE2A-45A2038E6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837" y="4926074"/>
                <a:ext cx="1143000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D4DBEC9-780E-65B7-E92A-E9FBFD1812AF}"/>
              </a:ext>
            </a:extLst>
          </p:cNvPr>
          <p:cNvGrpSpPr/>
          <p:nvPr/>
        </p:nvGrpSpPr>
        <p:grpSpPr>
          <a:xfrm>
            <a:off x="9223606" y="1940187"/>
            <a:ext cx="555172" cy="3355219"/>
            <a:chOff x="9204556" y="2518037"/>
            <a:chExt cx="555172" cy="33552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0217971-C984-51CC-1A27-B8813C30341D}"/>
                </a:ext>
              </a:extLst>
            </p:cNvPr>
            <p:cNvSpPr/>
            <p:nvPr/>
          </p:nvSpPr>
          <p:spPr>
            <a:xfrm>
              <a:off x="9204556" y="2518037"/>
              <a:ext cx="533400" cy="335521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9ECE2A-A781-9DFD-2097-D36430EBEAD9}"/>
                </a:ext>
              </a:extLst>
            </p:cNvPr>
            <p:cNvCxnSpPr/>
            <p:nvPr/>
          </p:nvCxnSpPr>
          <p:spPr>
            <a:xfrm>
              <a:off x="9204556" y="2928416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951D3AF-475B-A9D1-F9C9-BBECBB8A00ED}"/>
                </a:ext>
              </a:extLst>
            </p:cNvPr>
            <p:cNvCxnSpPr/>
            <p:nvPr/>
          </p:nvCxnSpPr>
          <p:spPr>
            <a:xfrm>
              <a:off x="9204556" y="3337049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F540B18-1473-EA7F-9435-E124EE6993D4}"/>
                </a:ext>
              </a:extLst>
            </p:cNvPr>
            <p:cNvCxnSpPr/>
            <p:nvPr/>
          </p:nvCxnSpPr>
          <p:spPr>
            <a:xfrm>
              <a:off x="9204556" y="3754055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DA323ED-C701-9D36-4837-102E5D793770}"/>
                </a:ext>
              </a:extLst>
            </p:cNvPr>
            <p:cNvCxnSpPr/>
            <p:nvPr/>
          </p:nvCxnSpPr>
          <p:spPr>
            <a:xfrm>
              <a:off x="9204556" y="4162688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7723862-66DD-0736-30C0-BDA30D6C4C66}"/>
                </a:ext>
              </a:extLst>
            </p:cNvPr>
            <p:cNvCxnSpPr/>
            <p:nvPr/>
          </p:nvCxnSpPr>
          <p:spPr>
            <a:xfrm>
              <a:off x="9226328" y="4603141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1C38010-00B4-F38B-D248-D2426F00D8CD}"/>
                </a:ext>
              </a:extLst>
            </p:cNvPr>
            <p:cNvCxnSpPr/>
            <p:nvPr/>
          </p:nvCxnSpPr>
          <p:spPr>
            <a:xfrm>
              <a:off x="9226328" y="5011774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27CB3D-71D2-0BB1-DDF4-8241955C012C}"/>
                </a:ext>
              </a:extLst>
            </p:cNvPr>
            <p:cNvCxnSpPr/>
            <p:nvPr/>
          </p:nvCxnSpPr>
          <p:spPr>
            <a:xfrm>
              <a:off x="9226328" y="5428780"/>
              <a:ext cx="533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600278-474A-15E5-62BD-B2357D85A992}"/>
              </a:ext>
            </a:extLst>
          </p:cNvPr>
          <p:cNvCxnSpPr>
            <a:cxnSpLocks/>
          </p:cNvCxnSpPr>
          <p:nvPr/>
        </p:nvCxnSpPr>
        <p:spPr>
          <a:xfrm>
            <a:off x="9923975" y="2150583"/>
            <a:ext cx="0" cy="17865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0271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1267598"/>
            <a:ext cx="7924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Message Passing Algorithm (SPMD model)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95400" y="1790818"/>
                <a:ext cx="4648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solidFill>
                      <a:schemeClr val="bg2">
                        <a:lumMod val="10000"/>
                      </a:schemeClr>
                    </a:solidFill>
                  </a:rPr>
                  <a:t>Program in process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, 0≤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≤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endParaRPr lang="en-US" sz="20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1790818"/>
                <a:ext cx="4648200" cy="400110"/>
              </a:xfrm>
              <a:prstGeom prst="rect">
                <a:avLst/>
              </a:prstGeom>
              <a:blipFill>
                <a:blip r:embed="rId2"/>
                <a:stretch>
                  <a:fillRect l="-1444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95622" y="4633675"/>
                <a:ext cx="464819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   Note: </a:t>
                </a:r>
              </a:p>
              <a:p>
                <a:pPr marL="519113"/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𝐴</m:t>
                    </m:r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is local to process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</a:p>
              <a:p>
                <a:pPr marL="519113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𝑁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= set of natural numbers = {0, 1, …}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622" y="4633675"/>
                <a:ext cx="4648199" cy="1015663"/>
              </a:xfrm>
              <a:prstGeom prst="rect">
                <a:avLst/>
              </a:prstGeom>
              <a:blipFill>
                <a:blip r:embed="rId3"/>
                <a:stretch>
                  <a:fillRect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8800" y="2190929"/>
                <a:ext cx="5715000" cy="3527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Do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341313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∙</m:t>
                        </m:r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+1</m:t>
                        </m:r>
                      </m:sup>
                    </m:sSup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, for some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𝑁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  <a:ea typeface="Cambria Math"/>
                </a:endParaRPr>
              </a:p>
              <a:p>
                <a:pPr marL="682625"/>
                <a:r>
                  <a:rPr lang="en-US" sz="2000" b="1" dirty="0">
                    <a:solidFill>
                      <a:srgbClr val="C00000"/>
                    </a:solidFill>
                  </a:rPr>
                  <a:t>Send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to process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−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p>
                    </m:sSup>
                  </m:oMath>
                </a14:m>
                <a:endParaRPr lang="en-US" sz="2000" b="1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Else if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, for some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𝑁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  <a:ea typeface="Cambria Math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ea typeface="Cambria Math"/>
                  </a:rPr>
                  <a:t>            </a:t>
                </a:r>
                <a:r>
                  <a:rPr lang="en-US" sz="2000" b="1" dirty="0">
                    <a:solidFill>
                      <a:srgbClr val="C00000"/>
                    </a:solidFill>
                    <a:ea typeface="Cambria Math"/>
                  </a:rPr>
                  <a:t>Receive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p>
                    </m:sSup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from process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p>
                    </m:sSup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  <a:ea typeface="Cambria Math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ea typeface="Cambria Math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𝑗</m:t>
                        </m:r>
                      </m:e>
                    </m:d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p>
                    </m:sSup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End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Barrier</a:t>
                </a:r>
                <a:r>
                  <a:rPr lang="en-US" sz="2000" dirty="0">
                    <a:solidFill>
                      <a:srgbClr val="C00000"/>
                    </a:solidFill>
                  </a:rPr>
                  <a:t>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ea typeface="Cambria Math"/>
                  </a:rPr>
                  <a:t>End  	</a:t>
                </a: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	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190929"/>
                <a:ext cx="5715000" cy="3527889"/>
              </a:xfrm>
              <a:prstGeom prst="rect">
                <a:avLst/>
              </a:prstGeom>
              <a:blipFill>
                <a:blip r:embed="rId4"/>
                <a:stretch>
                  <a:fillRect l="-1066" t="-864" b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291988" y="219092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1.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1988" y="262800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2.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01752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3.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335250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4.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375261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5.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627" y="410405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6.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627" y="450416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7.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627" y="485782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8.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627" y="529539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9.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3E6F3-C8BE-CB4B-8D0A-D6C3CFE55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60" y="365125"/>
            <a:ext cx="11020740" cy="1325563"/>
          </a:xfrm>
        </p:spPr>
        <p:txBody>
          <a:bodyPr>
            <a:normAutofit/>
          </a:bodyPr>
          <a:lstStyle/>
          <a:p>
            <a:r>
              <a:rPr lang="en-US" dirty="0"/>
              <a:t>Adding Using Message Passing on 1D Mesh (6)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C0A62A-80E1-4115-80ED-D1AC11021366}"/>
                  </a:ext>
                </a:extLst>
              </p:cNvPr>
              <p:cNvSpPr txBox="1"/>
              <p:nvPr/>
            </p:nvSpPr>
            <p:spPr>
              <a:xfrm>
                <a:off x="7130142" y="2895600"/>
                <a:ext cx="4343399" cy="391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/>
                  <a:t> distance communication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C0A62A-80E1-4115-80ED-D1AC11021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142" y="2895600"/>
                <a:ext cx="4343399" cy="391423"/>
              </a:xfrm>
              <a:prstGeom prst="rect">
                <a:avLst/>
              </a:prstGeom>
              <a:blipFill>
                <a:blip r:embed="rId5"/>
                <a:stretch>
                  <a:fillRect t="-4688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101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8200" y="1267598"/>
            <a:ext cx="7924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Message Passing Algorithm (SPMD model)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95400" y="1790818"/>
                <a:ext cx="4648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>
                    <a:solidFill>
                      <a:schemeClr val="bg2">
                        <a:lumMod val="10000"/>
                      </a:schemeClr>
                    </a:solidFill>
                  </a:rPr>
                  <a:t>Program in process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, 0≤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≤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endParaRPr lang="en-US" sz="20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1790818"/>
                <a:ext cx="4648200" cy="400110"/>
              </a:xfrm>
              <a:prstGeom prst="rect">
                <a:avLst/>
              </a:prstGeom>
              <a:blipFill>
                <a:blip r:embed="rId2"/>
                <a:stretch>
                  <a:fillRect l="-1444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95622" y="4633675"/>
                <a:ext cx="464819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   Note: </a:t>
                </a:r>
              </a:p>
              <a:p>
                <a:pPr marL="519113"/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𝐴</m:t>
                    </m:r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is local to process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</a:p>
              <a:p>
                <a:pPr marL="519113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𝑁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= set of natural numbers = {0, 1, …}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622" y="4633675"/>
                <a:ext cx="4648199" cy="1015663"/>
              </a:xfrm>
              <a:prstGeom prst="rect">
                <a:avLst/>
              </a:prstGeom>
              <a:blipFill>
                <a:blip r:embed="rId3"/>
                <a:stretch>
                  <a:fillRect t="-2994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28800" y="2190929"/>
                <a:ext cx="5715000" cy="3527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Do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  <m:r>
                      <a:rPr lang="en-US" sz="20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−1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341313">
                  <a:spcBef>
                    <a:spcPts val="12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∙</m:t>
                        </m:r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+1</m:t>
                        </m:r>
                      </m:sup>
                    </m:sSup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, for some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𝑁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  <a:ea typeface="Cambria Math"/>
                </a:endParaRPr>
              </a:p>
              <a:p>
                <a:pPr marL="682625"/>
                <a:r>
                  <a:rPr lang="en-US" sz="2000" b="1" dirty="0">
                    <a:solidFill>
                      <a:srgbClr val="C00000"/>
                    </a:solidFill>
                  </a:rPr>
                  <a:t>Send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to process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−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p>
                    </m:sSup>
                  </m:oMath>
                </a14:m>
                <a:endParaRPr lang="en-US" sz="2000" b="1" dirty="0">
                  <a:solidFill>
                    <a:srgbClr val="C00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Else if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∙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+1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, for some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𝑁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  <a:ea typeface="Cambria Math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ea typeface="Cambria Math"/>
                  </a:rPr>
                  <a:t>            </a:t>
                </a:r>
                <a:r>
                  <a:rPr lang="en-US" sz="2000" b="1" dirty="0">
                    <a:solidFill>
                      <a:srgbClr val="C00000"/>
                    </a:solidFill>
                    <a:ea typeface="Cambria Math"/>
                  </a:rPr>
                  <a:t>Receive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𝑨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p>
                    </m:sSup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</a:rPr>
                  <a:t> from process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𝒋</m:t>
                    </m:r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𝟐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𝒊</m:t>
                        </m:r>
                      </m:sup>
                    </m:sSup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  <a:ea typeface="Cambria Math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ea typeface="Cambria Math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←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𝐴</m:t>
                    </m:r>
                    <m:d>
                      <m:d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𝑗</m:t>
                        </m:r>
                      </m:e>
                    </m:d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𝐴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𝑗</m:t>
                    </m:r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p>
                    </m:sSup>
                    <m:r>
                      <a:rPr lang="en-US" sz="20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End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   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Barrier</a:t>
                </a:r>
                <a:r>
                  <a:rPr lang="en-US" sz="2000" dirty="0">
                    <a:solidFill>
                      <a:srgbClr val="C00000"/>
                    </a:solidFill>
                  </a:rPr>
                  <a:t>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  <a:ea typeface="Cambria Math"/>
                  </a:rPr>
                  <a:t>End  	</a:t>
                </a:r>
                <a:r>
                  <a:rPr lang="en-US" sz="2000" dirty="0">
                    <a:solidFill>
                      <a:schemeClr val="bg2">
                        <a:lumMod val="10000"/>
                      </a:schemeClr>
                    </a:solidFill>
                  </a:rPr>
                  <a:t>	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2190929"/>
                <a:ext cx="5715000" cy="3527889"/>
              </a:xfrm>
              <a:prstGeom prst="rect">
                <a:avLst/>
              </a:prstGeom>
              <a:blipFill>
                <a:blip r:embed="rId4"/>
                <a:stretch>
                  <a:fillRect l="-1066" t="-864" b="-1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291988" y="219092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1.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1988" y="262800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2.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01752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3.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335250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4.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375261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5.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627" y="410405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6.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627" y="4504168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7.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627" y="4857824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8.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627" y="5295395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2">
                    <a:lumMod val="10000"/>
                  </a:schemeClr>
                </a:solidFill>
              </a:rPr>
              <a:t>9.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3E6F3-C8BE-CB4B-8D0A-D6C3CFE55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60" y="365125"/>
            <a:ext cx="11020740" cy="1325563"/>
          </a:xfrm>
        </p:spPr>
        <p:txBody>
          <a:bodyPr>
            <a:normAutofit/>
          </a:bodyPr>
          <a:lstStyle/>
          <a:p>
            <a:r>
              <a:rPr lang="en-US" dirty="0"/>
              <a:t>Adding Using Message Passing on 1D Mesh (6)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C0A62A-80E1-4115-80ED-D1AC11021366}"/>
                  </a:ext>
                </a:extLst>
              </p:cNvPr>
              <p:cNvSpPr txBox="1"/>
              <p:nvPr/>
            </p:nvSpPr>
            <p:spPr>
              <a:xfrm>
                <a:off x="7130142" y="2895600"/>
                <a:ext cx="4343399" cy="3914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/>
                  <a:t> distance communication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C0A62A-80E1-4115-80ED-D1AC11021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142" y="2895600"/>
                <a:ext cx="4343399" cy="391423"/>
              </a:xfrm>
              <a:prstGeom prst="rect">
                <a:avLst/>
              </a:prstGeom>
              <a:blipFill>
                <a:blip r:embed="rId5"/>
                <a:stretch>
                  <a:fillRect t="-4688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97457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633A8-6A24-C789-99EF-30130510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94FDA-5875-32BE-E46E-73A412453F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Total Computation time:  Number of rounds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computation time per round</a:t>
                </a:r>
              </a:p>
              <a:p>
                <a:pPr lvl="1"/>
                <a:r>
                  <a:rPr lang="en-US" dirty="0"/>
                  <a:t>Note each processor is doing the same computation in each round</a:t>
                </a:r>
              </a:p>
              <a:p>
                <a:endParaRPr lang="en-US" dirty="0"/>
              </a:p>
              <a:p>
                <a:r>
                  <a:rPr lang="en-US" dirty="0"/>
                  <a:t>Computation time per round – Calculate using accelerator model – GPU/Systolic array</a:t>
                </a:r>
              </a:p>
              <a:p>
                <a:pPr lvl="1"/>
                <a:r>
                  <a:rPr lang="en-US" dirty="0"/>
                  <a:t>Computation time per round: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Number of rounds 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Total Computation time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94FDA-5875-32BE-E46E-73A412453F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9322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DE3BD-6027-D5EC-450F-28E20FF0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CD5DB0-45A1-967F-C87D-DD2675C90A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Total Communication time ???</a:t>
                </a:r>
              </a:p>
              <a:p>
                <a:endParaRPr lang="en-US" dirty="0"/>
              </a:p>
              <a:p>
                <a:r>
                  <a:rPr lang="en-US" dirty="0"/>
                  <a:t>Depends upon the underlying interconnection topology</a:t>
                </a:r>
              </a:p>
              <a:p>
                <a:endParaRPr lang="en-US" dirty="0"/>
              </a:p>
              <a:p>
                <a:r>
                  <a:rPr lang="en-US" dirty="0"/>
                  <a:t>We will assume fully connected in this class</a:t>
                </a:r>
              </a:p>
              <a:p>
                <a:pPr lvl="1"/>
                <a:r>
                  <a:rPr lang="en-US" dirty="0"/>
                  <a:t>A transfer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data items from any processor to any processor takes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amount of time.</a:t>
                </a:r>
              </a:p>
              <a:p>
                <a:pPr lvl="1"/>
                <a:r>
                  <a:rPr lang="en-US" dirty="0"/>
                  <a:t>Assuming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dirty="0"/>
                  <a:t> as the per word transfer time, this is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Note: Actual Interconnection modeling is much more complicated and could be a lecture or 2 in itself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CD5DB0-45A1-967F-C87D-DD2675C90A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2267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4AED-C032-BA1E-BF0A-496522AA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B8ABF0-FBB0-7BF4-7943-0BA86CE4FD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Total Communication time - Number of rounds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communication time per round</a:t>
                </a:r>
              </a:p>
              <a:p>
                <a:endParaRPr lang="en-US" dirty="0"/>
              </a:p>
              <a:p>
                <a:r>
                  <a:rPr lang="en-US" dirty="0"/>
                  <a:t>Number of rounds 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Communication time per round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Total Communication time: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B8ABF0-FBB0-7BF4-7943-0BA86CE4F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979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26A6F-E90A-7E02-B3C3-ED896BBBA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Analysis (4)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BF54CC-73E2-3F94-5694-424B9BAB4C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Challenge: Does the system have enough communication bandwidth to support the communication requirement of the algorithm?</a:t>
                </a:r>
              </a:p>
              <a:p>
                <a:endParaRPr lang="en-US" dirty="0"/>
              </a:p>
              <a:p>
                <a:r>
                  <a:rPr lang="en-US" dirty="0"/>
                  <a:t>Maximum Communication Requirement – ??</a:t>
                </a:r>
              </a:p>
              <a:p>
                <a:endParaRPr lang="en-US" dirty="0"/>
              </a:p>
              <a:p>
                <a:r>
                  <a:rPr lang="en-US" dirty="0"/>
                  <a:t>Note: Iteration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has the most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) processors active</a:t>
                </a:r>
              </a:p>
              <a:p>
                <a:endParaRPr lang="en-US" dirty="0"/>
              </a:p>
              <a:p>
                <a:r>
                  <a:rPr lang="en-US" dirty="0"/>
                  <a:t>Maximum communication requirement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.1&lt;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Maximum bandwidth supported by the system.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BF54CC-73E2-3F94-5694-424B9BAB4C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2427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11/13 Lecture 21</a:t>
            </a:r>
          </a:p>
          <a:p>
            <a:pPr lvl="1"/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Distributed Matrix Multiplication on a Cluster of Accelerators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</a:rPr>
              <a:t>Communication Primitives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7212</TotalTime>
  <Words>2968</Words>
  <Application>Microsoft Office PowerPoint</Application>
  <PresentationFormat>Widescreen</PresentationFormat>
  <Paragraphs>618</Paragraphs>
  <Slides>53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8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Cluster of Accelerators</vt:lpstr>
      <vt:lpstr>Cluster of Accelerators</vt:lpstr>
      <vt:lpstr>Message Passing Programming Model (1)</vt:lpstr>
      <vt:lpstr>Message Passing Programming Model (2)</vt:lpstr>
      <vt:lpstr>Message Passing Programming</vt:lpstr>
      <vt:lpstr>Resources</vt:lpstr>
      <vt:lpstr>Communication Operations (1)</vt:lpstr>
      <vt:lpstr>Communication Operations (2)</vt:lpstr>
      <vt:lpstr>Communication Operations (3)</vt:lpstr>
      <vt:lpstr>Communication Operations (4)</vt:lpstr>
      <vt:lpstr>Communication Operations (5)</vt:lpstr>
      <vt:lpstr>Anatomy of an MPI Program</vt:lpstr>
      <vt:lpstr>Anatomy of an MPI Program</vt:lpstr>
      <vt:lpstr>Anatomy of an MPI Program</vt:lpstr>
      <vt:lpstr>Anatomy of an MPI Program</vt:lpstr>
      <vt:lpstr>Inter-Process Communication (1)</vt:lpstr>
      <vt:lpstr>Inter-Process Communication (2)</vt:lpstr>
      <vt:lpstr>Inter-Process Communication (3)</vt:lpstr>
      <vt:lpstr>Inter-Process Communication (4)</vt:lpstr>
      <vt:lpstr>Inter-Process Communication (5)</vt:lpstr>
      <vt:lpstr>Inter-Process Communication (6)</vt:lpstr>
      <vt:lpstr>Inter-Process Communication (7)</vt:lpstr>
      <vt:lpstr>Blocking Semantics</vt:lpstr>
      <vt:lpstr>Blocking Semantics</vt:lpstr>
      <vt:lpstr>Blocking Send/Receive (1) </vt:lpstr>
      <vt:lpstr>Blocking Send/Receive (2) </vt:lpstr>
      <vt:lpstr>Blocking Send/Receive (3) </vt:lpstr>
      <vt:lpstr>Message Passing Programming</vt:lpstr>
      <vt:lpstr>Concurrency Models in Message Passing Programming</vt:lpstr>
      <vt:lpstr>Message Passing Program (1)</vt:lpstr>
      <vt:lpstr>Message Passing Program (2)</vt:lpstr>
      <vt:lpstr>Message Passing Program (2)</vt:lpstr>
      <vt:lpstr>Message Passing Program (3)</vt:lpstr>
      <vt:lpstr>Message Passing Program (3)</vt:lpstr>
      <vt:lpstr>Virtual Topology</vt:lpstr>
      <vt:lpstr>Virtual Topology</vt:lpstr>
      <vt:lpstr>Message Passing Programming Paradigm</vt:lpstr>
      <vt:lpstr>Adding Using Message Passing on 1D Mesh (1)</vt:lpstr>
      <vt:lpstr>Adding Using Message Passing on 1D Mesh (1)</vt:lpstr>
      <vt:lpstr>Adding Using Message Passing on 1D Mesh (2)</vt:lpstr>
      <vt:lpstr>Adding Using Message Passing on 1D Mesh (3)</vt:lpstr>
      <vt:lpstr>Adding Using Message Passing on 1D Mesh (4)</vt:lpstr>
      <vt:lpstr>Adding Using Message Passing on 1D Mesh (5)</vt:lpstr>
      <vt:lpstr>Adding Using Message Passing on 1D Mesh (6)</vt:lpstr>
      <vt:lpstr>Adding Using Message Passing on 1D Mesh (6)</vt:lpstr>
      <vt:lpstr>Performance Analysis (1)</vt:lpstr>
      <vt:lpstr>Performance Analysis (2)</vt:lpstr>
      <vt:lpstr>Performance Analysis (3)</vt:lpstr>
      <vt:lpstr>Performance Analysis (4)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100</cp:revision>
  <dcterms:created xsi:type="dcterms:W3CDTF">2022-08-26T11:47:57Z</dcterms:created>
  <dcterms:modified xsi:type="dcterms:W3CDTF">2026-02-15T20:50:34Z</dcterms:modified>
</cp:coreProperties>
</file>
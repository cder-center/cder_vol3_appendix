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256" r:id="rId2"/>
    <p:sldId id="1597" r:id="rId3"/>
    <p:sldId id="374" r:id="rId4"/>
    <p:sldId id="1568" r:id="rId5"/>
    <p:sldId id="382" r:id="rId6"/>
    <p:sldId id="1581" r:id="rId7"/>
    <p:sldId id="1598" r:id="rId8"/>
    <p:sldId id="1599" r:id="rId9"/>
    <p:sldId id="1600" r:id="rId10"/>
    <p:sldId id="1601" r:id="rId11"/>
    <p:sldId id="1602" r:id="rId12"/>
    <p:sldId id="307" r:id="rId13"/>
    <p:sldId id="1603" r:id="rId14"/>
    <p:sldId id="1604" r:id="rId15"/>
    <p:sldId id="1633" r:id="rId16"/>
    <p:sldId id="1605" r:id="rId17"/>
    <p:sldId id="401" r:id="rId18"/>
    <p:sldId id="403" r:id="rId19"/>
    <p:sldId id="410" r:id="rId20"/>
    <p:sldId id="411" r:id="rId21"/>
    <p:sldId id="1647" r:id="rId22"/>
    <p:sldId id="1648" r:id="rId23"/>
    <p:sldId id="1649" r:id="rId24"/>
    <p:sldId id="1650" r:id="rId25"/>
    <p:sldId id="1651" r:id="rId26"/>
    <p:sldId id="1652" r:id="rId27"/>
    <p:sldId id="1653" r:id="rId28"/>
    <p:sldId id="1654" r:id="rId29"/>
    <p:sldId id="1655" r:id="rId30"/>
    <p:sldId id="1656" r:id="rId31"/>
    <p:sldId id="1657" r:id="rId32"/>
    <p:sldId id="1658" r:id="rId33"/>
    <p:sldId id="1659" r:id="rId34"/>
    <p:sldId id="1660" r:id="rId35"/>
    <p:sldId id="332" r:id="rId36"/>
    <p:sldId id="1661" r:id="rId37"/>
    <p:sldId id="1662" r:id="rId38"/>
    <p:sldId id="1663" r:id="rId39"/>
    <p:sldId id="1664" r:id="rId40"/>
    <p:sldId id="407" r:id="rId41"/>
    <p:sldId id="1665" r:id="rId42"/>
    <p:sldId id="408" r:id="rId43"/>
    <p:sldId id="1666" r:id="rId44"/>
    <p:sldId id="409" r:id="rId45"/>
    <p:sldId id="412" r:id="rId46"/>
    <p:sldId id="413" r:id="rId47"/>
    <p:sldId id="1606" r:id="rId48"/>
    <p:sldId id="1608" r:id="rId49"/>
    <p:sldId id="1609" r:id="rId50"/>
    <p:sldId id="1610" r:id="rId51"/>
    <p:sldId id="1611" r:id="rId52"/>
    <p:sldId id="1612" r:id="rId53"/>
    <p:sldId id="1613" r:id="rId54"/>
    <p:sldId id="1614" r:id="rId55"/>
    <p:sldId id="1616" r:id="rId56"/>
    <p:sldId id="1617" r:id="rId57"/>
    <p:sldId id="1618" r:id="rId58"/>
    <p:sldId id="1619" r:id="rId59"/>
    <p:sldId id="1620" r:id="rId60"/>
    <p:sldId id="1621" r:id="rId61"/>
    <p:sldId id="1622" r:id="rId62"/>
    <p:sldId id="1623" r:id="rId63"/>
    <p:sldId id="1624" r:id="rId64"/>
    <p:sldId id="1625" r:id="rId65"/>
    <p:sldId id="1626" r:id="rId66"/>
    <p:sldId id="1627" r:id="rId67"/>
    <p:sldId id="1628" r:id="rId68"/>
    <p:sldId id="1629" r:id="rId69"/>
    <p:sldId id="1630" r:id="rId70"/>
    <p:sldId id="1631" r:id="rId71"/>
    <p:sldId id="1632" r:id="rId72"/>
    <p:sldId id="1634" r:id="rId73"/>
    <p:sldId id="1635" r:id="rId74"/>
    <p:sldId id="1636" r:id="rId75"/>
    <p:sldId id="1637" r:id="rId76"/>
    <p:sldId id="1638" r:id="rId77"/>
    <p:sldId id="1639" r:id="rId78"/>
    <p:sldId id="1640" r:id="rId79"/>
    <p:sldId id="1641" r:id="rId80"/>
    <p:sldId id="1642" r:id="rId81"/>
    <p:sldId id="1643" r:id="rId82"/>
    <p:sldId id="1644" r:id="rId83"/>
    <p:sldId id="1645" r:id="rId84"/>
    <p:sldId id="1646" r:id="rId85"/>
    <p:sldId id="1551" r:id="rId86"/>
    <p:sldId id="39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E6F43-99DE-46EC-84A6-33D3F4D353FB}" v="733" dt="2025-11-11T15:45:27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76" d="100"/>
          <a:sy n="76" d="100"/>
        </p:scale>
        <p:origin x="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3A4868DD-ACF3-4B99-AD74-39007F479744}"/>
    <pc:docChg chg="undo custSel addSld delSld modSld">
      <pc:chgData name="Sanmukh Kuppannagari" userId="ad215094-da36-4b66-9c79-369a17aea26b" providerId="ADAL" clId="{3A4868DD-ACF3-4B99-AD74-39007F479744}" dt="2024-11-07T15:54:58.931" v="5688" actId="20577"/>
      <pc:docMkLst>
        <pc:docMk/>
      </pc:docMkLst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20752997" sldId="485"/>
        </pc:sldMkLst>
      </pc:sldChg>
      <pc:sldChg chg="add del">
        <pc:chgData name="Sanmukh Kuppannagari" userId="ad215094-da36-4b66-9c79-369a17aea26b" providerId="ADAL" clId="{3A4868DD-ACF3-4B99-AD74-39007F479744}" dt="2024-11-07T13:03:36.467" v="10" actId="47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3A4868DD-ACF3-4B99-AD74-39007F479744}" dt="2024-11-07T15:43:58.254" v="512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3A4868DD-ACF3-4B99-AD74-39007F479744}" dt="2024-11-07T13:00:59.071" v="4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3A4868DD-ACF3-4B99-AD74-39007F479744}" dt="2024-11-07T13:01:09.688" v="6" actId="47"/>
        <pc:sldMkLst>
          <pc:docMk/>
          <pc:sldMk cId="1526805434" sldId="1592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692865834" sldId="159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466826485" sldId="15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797456560" sldId="160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693005505" sldId="160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313563272" sldId="160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07449202" sldId="160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61395334" sldId="160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294109236" sldId="162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29692619" sldId="162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11330501" sldId="162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815602038" sldId="162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83496550" sldId="163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88722780" sldId="163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77554441" sldId="1632"/>
        </pc:sldMkLst>
      </pc:sldChg>
      <pc:sldChg chg="addSp delSp modSp new mod">
        <pc:chgData name="Sanmukh Kuppannagari" userId="ad215094-da36-4b66-9c79-369a17aea26b" providerId="ADAL" clId="{3A4868DD-ACF3-4B99-AD74-39007F479744}" dt="2024-11-07T13:11:27.523" v="288" actId="14100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3A4868DD-ACF3-4B99-AD74-39007F479744}" dt="2024-11-07T13:02:34.499" v="8" actId="47"/>
        <pc:sldMkLst>
          <pc:docMk/>
          <pc:sldMk cId="2093206662" sldId="163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357504419" sldId="1636"/>
        </pc:sldMkLst>
      </pc:sldChg>
      <pc:sldChg chg="addSp modSp add mod">
        <pc:chgData name="Sanmukh Kuppannagari" userId="ad215094-da36-4b66-9c79-369a17aea26b" providerId="ADAL" clId="{3A4868DD-ACF3-4B99-AD74-39007F479744}" dt="2024-11-07T15:49:52.877" v="5677" actId="1076"/>
        <pc:sldMkLst>
          <pc:docMk/>
          <pc:sldMk cId="3337974634" sldId="1636"/>
        </pc:sldMkLst>
      </pc:sldChg>
      <pc:sldChg chg="addSp modSp add mod">
        <pc:chgData name="Sanmukh Kuppannagari" userId="ad215094-da36-4b66-9c79-369a17aea26b" providerId="ADAL" clId="{3A4868DD-ACF3-4B99-AD74-39007F479744}" dt="2024-11-07T15:50:02.407" v="5678"/>
        <pc:sldMkLst>
          <pc:docMk/>
          <pc:sldMk cId="4132770037" sldId="1637"/>
        </pc:sldMkLst>
      </pc:sldChg>
      <pc:sldChg chg="addSp modSp add mod">
        <pc:chgData name="Sanmukh Kuppannagari" userId="ad215094-da36-4b66-9c79-369a17aea26b" providerId="ADAL" clId="{3A4868DD-ACF3-4B99-AD74-39007F479744}" dt="2024-11-07T15:50:08.157" v="5679"/>
        <pc:sldMkLst>
          <pc:docMk/>
          <pc:sldMk cId="3282786581" sldId="1638"/>
        </pc:sldMkLst>
      </pc:sldChg>
      <pc:sldChg chg="addSp modSp add mod">
        <pc:chgData name="Sanmukh Kuppannagari" userId="ad215094-da36-4b66-9c79-369a17aea26b" providerId="ADAL" clId="{3A4868DD-ACF3-4B99-AD74-39007F479744}" dt="2024-11-07T15:50:14.912" v="5680"/>
        <pc:sldMkLst>
          <pc:docMk/>
          <pc:sldMk cId="1245155834" sldId="1639"/>
        </pc:sldMkLst>
      </pc:sldChg>
      <pc:sldChg chg="addSp modSp add mod">
        <pc:chgData name="Sanmukh Kuppannagari" userId="ad215094-da36-4b66-9c79-369a17aea26b" providerId="ADAL" clId="{3A4868DD-ACF3-4B99-AD74-39007F479744}" dt="2024-11-07T15:50:45.948" v="5687" actId="1076"/>
        <pc:sldMkLst>
          <pc:docMk/>
          <pc:sldMk cId="1844206030" sldId="1640"/>
        </pc:sldMkLst>
      </pc:sldChg>
      <pc:sldChg chg="modSp new mod">
        <pc:chgData name="Sanmukh Kuppannagari" userId="ad215094-da36-4b66-9c79-369a17aea26b" providerId="ADAL" clId="{3A4868DD-ACF3-4B99-AD74-39007F479744}" dt="2024-11-07T13:12:26.457" v="340" actId="207"/>
        <pc:sldMkLst>
          <pc:docMk/>
          <pc:sldMk cId="3250903322" sldId="1641"/>
        </pc:sldMkLst>
      </pc:sldChg>
      <pc:sldChg chg="modSp add mod">
        <pc:chgData name="Sanmukh Kuppannagari" userId="ad215094-da36-4b66-9c79-369a17aea26b" providerId="ADAL" clId="{3A4868DD-ACF3-4B99-AD74-39007F479744}" dt="2024-11-07T13:13:04.064" v="397" actId="20577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3A4868DD-ACF3-4B99-AD74-39007F479744}" dt="2024-11-07T13:15:45.396" v="850" actId="207"/>
        <pc:sldMkLst>
          <pc:docMk/>
          <pc:sldMk cId="1765491602" sldId="1643"/>
        </pc:sldMkLst>
      </pc:sldChg>
      <pc:sldChg chg="modSp new mod">
        <pc:chgData name="Sanmukh Kuppannagari" userId="ad215094-da36-4b66-9c79-369a17aea26b" providerId="ADAL" clId="{3A4868DD-ACF3-4B99-AD74-39007F479744}" dt="2024-11-07T13:18:11.225" v="1101" actId="207"/>
        <pc:sldMkLst>
          <pc:docMk/>
          <pc:sldMk cId="1893342492" sldId="1644"/>
        </pc:sldMkLst>
      </pc:sldChg>
      <pc:sldChg chg="modSp new mod">
        <pc:chgData name="Sanmukh Kuppannagari" userId="ad215094-da36-4b66-9c79-369a17aea26b" providerId="ADAL" clId="{3A4868DD-ACF3-4B99-AD74-39007F479744}" dt="2024-11-07T13:37:56.398" v="1219" actId="20577"/>
        <pc:sldMkLst>
          <pc:docMk/>
          <pc:sldMk cId="370409120" sldId="1645"/>
        </pc:sldMkLst>
      </pc:sldChg>
      <pc:sldChg chg="delSp modSp add mod">
        <pc:chgData name="Sanmukh Kuppannagari" userId="ad215094-da36-4b66-9c79-369a17aea26b" providerId="ADAL" clId="{3A4868DD-ACF3-4B99-AD74-39007F479744}" dt="2024-11-07T13:40:46.984" v="1346" actId="20577"/>
        <pc:sldMkLst>
          <pc:docMk/>
          <pc:sldMk cId="3639779663" sldId="1646"/>
        </pc:sldMkLst>
      </pc:sldChg>
      <pc:sldChg chg="addSp modSp add mod">
        <pc:chgData name="Sanmukh Kuppannagari" userId="ad215094-da36-4b66-9c79-369a17aea26b" providerId="ADAL" clId="{3A4868DD-ACF3-4B99-AD74-39007F479744}" dt="2024-11-07T13:41:20.467" v="1351" actId="1076"/>
        <pc:sldMkLst>
          <pc:docMk/>
          <pc:sldMk cId="4186956841" sldId="1647"/>
        </pc:sldMkLst>
      </pc:sldChg>
      <pc:sldChg chg="addSp modSp add mod">
        <pc:chgData name="Sanmukh Kuppannagari" userId="ad215094-da36-4b66-9c79-369a17aea26b" providerId="ADAL" clId="{3A4868DD-ACF3-4B99-AD74-39007F479744}" dt="2024-11-07T13:42:45.848" v="1389" actId="1035"/>
        <pc:sldMkLst>
          <pc:docMk/>
          <pc:sldMk cId="4042585612" sldId="1648"/>
        </pc:sldMkLst>
      </pc:sldChg>
      <pc:sldChg chg="addSp modSp add mod">
        <pc:chgData name="Sanmukh Kuppannagari" userId="ad215094-da36-4b66-9c79-369a17aea26b" providerId="ADAL" clId="{3A4868DD-ACF3-4B99-AD74-39007F479744}" dt="2024-11-07T13:42:52.657" v="1390"/>
        <pc:sldMkLst>
          <pc:docMk/>
          <pc:sldMk cId="4275191448" sldId="1649"/>
        </pc:sldMkLst>
      </pc:sldChg>
      <pc:sldChg chg="addSp modSp add mod">
        <pc:chgData name="Sanmukh Kuppannagari" userId="ad215094-da36-4b66-9c79-369a17aea26b" providerId="ADAL" clId="{3A4868DD-ACF3-4B99-AD74-39007F479744}" dt="2024-11-07T13:42:55.099" v="1391"/>
        <pc:sldMkLst>
          <pc:docMk/>
          <pc:sldMk cId="3854469762" sldId="1650"/>
        </pc:sldMkLst>
      </pc:sldChg>
      <pc:sldChg chg="addSp modSp add mod">
        <pc:chgData name="Sanmukh Kuppannagari" userId="ad215094-da36-4b66-9c79-369a17aea26b" providerId="ADAL" clId="{3A4868DD-ACF3-4B99-AD74-39007F479744}" dt="2024-11-07T13:43:20.420" v="1395" actId="1076"/>
        <pc:sldMkLst>
          <pc:docMk/>
          <pc:sldMk cId="665947422" sldId="1651"/>
        </pc:sldMkLst>
      </pc:sldChg>
      <pc:sldChg chg="addSp modSp add mod">
        <pc:chgData name="Sanmukh Kuppannagari" userId="ad215094-da36-4b66-9c79-369a17aea26b" providerId="ADAL" clId="{3A4868DD-ACF3-4B99-AD74-39007F479744}" dt="2024-11-07T13:43:45.610" v="1401" actId="1076"/>
        <pc:sldMkLst>
          <pc:docMk/>
          <pc:sldMk cId="2980679193" sldId="1652"/>
        </pc:sldMkLst>
      </pc:sldChg>
      <pc:sldChg chg="addSp modSp add mod">
        <pc:chgData name="Sanmukh Kuppannagari" userId="ad215094-da36-4b66-9c79-369a17aea26b" providerId="ADAL" clId="{3A4868DD-ACF3-4B99-AD74-39007F479744}" dt="2024-11-07T13:55:16.653" v="2202"/>
        <pc:sldMkLst>
          <pc:docMk/>
          <pc:sldMk cId="216647267" sldId="1653"/>
        </pc:sldMkLst>
      </pc:sldChg>
      <pc:sldChg chg="addSp modSp add del mod">
        <pc:chgData name="Sanmukh Kuppannagari" userId="ad215094-da36-4b66-9c79-369a17aea26b" providerId="ADAL" clId="{3A4868DD-ACF3-4B99-AD74-39007F479744}" dt="2024-11-07T13:55:13.210" v="2201"/>
        <pc:sldMkLst>
          <pc:docMk/>
          <pc:sldMk cId="1677622787" sldId="1654"/>
        </pc:sldMkLst>
      </pc:sldChg>
      <pc:sldChg chg="modSp new mod">
        <pc:chgData name="Sanmukh Kuppannagari" userId="ad215094-da36-4b66-9c79-369a17aea26b" providerId="ADAL" clId="{3A4868DD-ACF3-4B99-AD74-39007F479744}" dt="2024-11-07T13:50:02.087" v="2074" actId="20577"/>
        <pc:sldMkLst>
          <pc:docMk/>
          <pc:sldMk cId="2198238203" sldId="1655"/>
        </pc:sldMkLst>
      </pc:sldChg>
      <pc:sldChg chg="modSp new del mod">
        <pc:chgData name="Sanmukh Kuppannagari" userId="ad215094-da36-4b66-9c79-369a17aea26b" providerId="ADAL" clId="{3A4868DD-ACF3-4B99-AD74-39007F479744}" dt="2024-11-07T13:50:38.540" v="2080" actId="47"/>
        <pc:sldMkLst>
          <pc:docMk/>
          <pc:sldMk cId="2434272162" sldId="1656"/>
        </pc:sldMkLst>
      </pc:sldChg>
      <pc:sldChg chg="addSp delSp modSp add mod">
        <pc:chgData name="Sanmukh Kuppannagari" userId="ad215094-da36-4b66-9c79-369a17aea26b" providerId="ADAL" clId="{3A4868DD-ACF3-4B99-AD74-39007F479744}" dt="2024-11-07T13:55:09.582" v="2200"/>
        <pc:sldMkLst>
          <pc:docMk/>
          <pc:sldMk cId="740734978" sldId="1657"/>
        </pc:sldMkLst>
      </pc:sldChg>
      <pc:sldChg chg="addSp delSp modSp add mod">
        <pc:chgData name="Sanmukh Kuppannagari" userId="ad215094-da36-4b66-9c79-369a17aea26b" providerId="ADAL" clId="{3A4868DD-ACF3-4B99-AD74-39007F479744}" dt="2024-11-07T13:55:06.705" v="2199" actId="1076"/>
        <pc:sldMkLst>
          <pc:docMk/>
          <pc:sldMk cId="682505045" sldId="1658"/>
        </pc:sldMkLst>
      </pc:sldChg>
      <pc:sldChg chg="addSp delSp modSp add mod">
        <pc:chgData name="Sanmukh Kuppannagari" userId="ad215094-da36-4b66-9c79-369a17aea26b" providerId="ADAL" clId="{3A4868DD-ACF3-4B99-AD74-39007F479744}" dt="2024-11-07T13:55:51.698" v="2257" actId="207"/>
        <pc:sldMkLst>
          <pc:docMk/>
          <pc:sldMk cId="2701904922" sldId="1659"/>
        </pc:sldMkLst>
      </pc:sldChg>
      <pc:sldChg chg="modSp add mod">
        <pc:chgData name="Sanmukh Kuppannagari" userId="ad215094-da36-4b66-9c79-369a17aea26b" providerId="ADAL" clId="{3A4868DD-ACF3-4B99-AD74-39007F479744}" dt="2024-11-07T13:56:19.863" v="2312" actId="20577"/>
        <pc:sldMkLst>
          <pc:docMk/>
          <pc:sldMk cId="2359573420" sldId="1660"/>
        </pc:sldMkLst>
      </pc:sldChg>
      <pc:sldChg chg="modSp add mod">
        <pc:chgData name="Sanmukh Kuppannagari" userId="ad215094-da36-4b66-9c79-369a17aea26b" providerId="ADAL" clId="{3A4868DD-ACF3-4B99-AD74-39007F479744}" dt="2024-11-07T13:56:32.890" v="2341" actId="20577"/>
        <pc:sldMkLst>
          <pc:docMk/>
          <pc:sldMk cId="4094260836" sldId="1661"/>
        </pc:sldMkLst>
      </pc:sldChg>
      <pc:sldChg chg="modSp new mod">
        <pc:chgData name="Sanmukh Kuppannagari" userId="ad215094-da36-4b66-9c79-369a17aea26b" providerId="ADAL" clId="{3A4868DD-ACF3-4B99-AD74-39007F479744}" dt="2024-11-07T14:24:02.086" v="3009" actId="20577"/>
        <pc:sldMkLst>
          <pc:docMk/>
          <pc:sldMk cId="3223833842" sldId="1662"/>
        </pc:sldMkLst>
      </pc:sldChg>
      <pc:sldChg chg="modSp new mod">
        <pc:chgData name="Sanmukh Kuppannagari" userId="ad215094-da36-4b66-9c79-369a17aea26b" providerId="ADAL" clId="{3A4868DD-ACF3-4B99-AD74-39007F479744}" dt="2024-11-07T14:28:27.604" v="3272" actId="20577"/>
        <pc:sldMkLst>
          <pc:docMk/>
          <pc:sldMk cId="1557462687" sldId="1663"/>
        </pc:sldMkLst>
      </pc:sldChg>
      <pc:sldChg chg="modSp new del mod">
        <pc:chgData name="Sanmukh Kuppannagari" userId="ad215094-da36-4b66-9c79-369a17aea26b" providerId="ADAL" clId="{3A4868DD-ACF3-4B99-AD74-39007F479744}" dt="2024-11-07T14:22:17.645" v="2860" actId="47"/>
        <pc:sldMkLst>
          <pc:docMk/>
          <pc:sldMk cId="875651395" sldId="1664"/>
        </pc:sldMkLst>
      </pc:sldChg>
      <pc:sldChg chg="addSp delSp modSp new mod">
        <pc:chgData name="Sanmukh Kuppannagari" userId="ad215094-da36-4b66-9c79-369a17aea26b" providerId="ADAL" clId="{3A4868DD-ACF3-4B99-AD74-39007F479744}" dt="2024-11-07T14:32:21.733" v="3380" actId="1076"/>
        <pc:sldMkLst>
          <pc:docMk/>
          <pc:sldMk cId="2562102177" sldId="1664"/>
        </pc:sldMkLst>
      </pc:sldChg>
      <pc:sldChg chg="modSp add mod">
        <pc:chgData name="Sanmukh Kuppannagari" userId="ad215094-da36-4b66-9c79-369a17aea26b" providerId="ADAL" clId="{3A4868DD-ACF3-4B99-AD74-39007F479744}" dt="2024-11-07T14:32:45.063" v="3385" actId="20577"/>
        <pc:sldMkLst>
          <pc:docMk/>
          <pc:sldMk cId="2937975433" sldId="1665"/>
        </pc:sldMkLst>
      </pc:sldChg>
      <pc:sldChg chg="modSp add mod">
        <pc:chgData name="Sanmukh Kuppannagari" userId="ad215094-da36-4b66-9c79-369a17aea26b" providerId="ADAL" clId="{3A4868DD-ACF3-4B99-AD74-39007F479744}" dt="2024-11-07T14:33:13.233" v="3390" actId="20577"/>
        <pc:sldMkLst>
          <pc:docMk/>
          <pc:sldMk cId="1025623174" sldId="1666"/>
        </pc:sldMkLst>
      </pc:sldChg>
      <pc:sldChg chg="modSp add mod">
        <pc:chgData name="Sanmukh Kuppannagari" userId="ad215094-da36-4b66-9c79-369a17aea26b" providerId="ADAL" clId="{3A4868DD-ACF3-4B99-AD74-39007F479744}" dt="2024-11-07T14:33:45.220" v="3397" actId="20577"/>
        <pc:sldMkLst>
          <pc:docMk/>
          <pc:sldMk cId="877085988" sldId="1667"/>
        </pc:sldMkLst>
      </pc:sldChg>
      <pc:sldChg chg="addSp modSp add mod">
        <pc:chgData name="Sanmukh Kuppannagari" userId="ad215094-da36-4b66-9c79-369a17aea26b" providerId="ADAL" clId="{3A4868DD-ACF3-4B99-AD74-39007F479744}" dt="2024-11-07T14:34:18.188" v="3418"/>
        <pc:sldMkLst>
          <pc:docMk/>
          <pc:sldMk cId="26589442" sldId="1668"/>
        </pc:sldMkLst>
      </pc:sldChg>
      <pc:sldChg chg="addSp delSp modSp add mod">
        <pc:chgData name="Sanmukh Kuppannagari" userId="ad215094-da36-4b66-9c79-369a17aea26b" providerId="ADAL" clId="{3A4868DD-ACF3-4B99-AD74-39007F479744}" dt="2024-11-07T14:34:58.965" v="3427" actId="20577"/>
        <pc:sldMkLst>
          <pc:docMk/>
          <pc:sldMk cId="2333549580" sldId="1669"/>
        </pc:sldMkLst>
      </pc:sldChg>
      <pc:sldChg chg="addSp delSp modSp new mod">
        <pc:chgData name="Sanmukh Kuppannagari" userId="ad215094-da36-4b66-9c79-369a17aea26b" providerId="ADAL" clId="{3A4868DD-ACF3-4B99-AD74-39007F479744}" dt="2024-11-07T14:48:33.805" v="3625" actId="20577"/>
        <pc:sldMkLst>
          <pc:docMk/>
          <pc:sldMk cId="3365070291" sldId="1670"/>
        </pc:sldMkLst>
      </pc:sldChg>
      <pc:sldChg chg="modSp add mod">
        <pc:chgData name="Sanmukh Kuppannagari" userId="ad215094-da36-4b66-9c79-369a17aea26b" providerId="ADAL" clId="{3A4868DD-ACF3-4B99-AD74-39007F479744}" dt="2024-11-07T14:50:52.859" v="3820" actId="20577"/>
        <pc:sldMkLst>
          <pc:docMk/>
          <pc:sldMk cId="1284615017" sldId="1671"/>
        </pc:sldMkLst>
      </pc:sldChg>
      <pc:sldChg chg="modSp add mod">
        <pc:chgData name="Sanmukh Kuppannagari" userId="ad215094-da36-4b66-9c79-369a17aea26b" providerId="ADAL" clId="{3A4868DD-ACF3-4B99-AD74-39007F479744}" dt="2024-11-07T14:52:11.635" v="3850" actId="20577"/>
        <pc:sldMkLst>
          <pc:docMk/>
          <pc:sldMk cId="1882264176" sldId="1672"/>
        </pc:sldMkLst>
      </pc:sldChg>
      <pc:sldChg chg="modSp add mod">
        <pc:chgData name="Sanmukh Kuppannagari" userId="ad215094-da36-4b66-9c79-369a17aea26b" providerId="ADAL" clId="{3A4868DD-ACF3-4B99-AD74-39007F479744}" dt="2024-11-07T14:52:24.562" v="3875" actId="20577"/>
        <pc:sldMkLst>
          <pc:docMk/>
          <pc:sldMk cId="1985731518" sldId="1673"/>
        </pc:sldMkLst>
      </pc:sldChg>
      <pc:sldChg chg="modSp new mod">
        <pc:chgData name="Sanmukh Kuppannagari" userId="ad215094-da36-4b66-9c79-369a17aea26b" providerId="ADAL" clId="{3A4868DD-ACF3-4B99-AD74-39007F479744}" dt="2024-11-07T15:08:40.929" v="4158" actId="20577"/>
        <pc:sldMkLst>
          <pc:docMk/>
          <pc:sldMk cId="635089384" sldId="1674"/>
        </pc:sldMkLst>
      </pc:sldChg>
      <pc:sldChg chg="modSp new mod">
        <pc:chgData name="Sanmukh Kuppannagari" userId="ad215094-da36-4b66-9c79-369a17aea26b" providerId="ADAL" clId="{3A4868DD-ACF3-4B99-AD74-39007F479744}" dt="2024-11-07T15:15:19.497" v="4648" actId="27636"/>
        <pc:sldMkLst>
          <pc:docMk/>
          <pc:sldMk cId="396645940" sldId="1675"/>
        </pc:sldMkLst>
      </pc:sldChg>
      <pc:sldChg chg="addSp delSp modSp new mod">
        <pc:chgData name="Sanmukh Kuppannagari" userId="ad215094-da36-4b66-9c79-369a17aea26b" providerId="ADAL" clId="{3A4868DD-ACF3-4B99-AD74-39007F479744}" dt="2024-11-07T15:17:34.509" v="4653" actId="1076"/>
        <pc:sldMkLst>
          <pc:docMk/>
          <pc:sldMk cId="1856943849" sldId="1676"/>
        </pc:sldMkLst>
      </pc:sldChg>
      <pc:sldChg chg="addSp modSp add mod">
        <pc:chgData name="Sanmukh Kuppannagari" userId="ad215094-da36-4b66-9c79-369a17aea26b" providerId="ADAL" clId="{3A4868DD-ACF3-4B99-AD74-39007F479744}" dt="2024-11-07T15:17:51.686" v="4658" actId="1076"/>
        <pc:sldMkLst>
          <pc:docMk/>
          <pc:sldMk cId="986577428" sldId="1677"/>
        </pc:sldMkLst>
      </pc:sldChg>
      <pc:sldChg chg="modSp add">
        <pc:chgData name="Sanmukh Kuppannagari" userId="ad215094-da36-4b66-9c79-369a17aea26b" providerId="ADAL" clId="{3A4868DD-ACF3-4B99-AD74-39007F479744}" dt="2024-11-07T15:18:15.740" v="4660" actId="207"/>
        <pc:sldMkLst>
          <pc:docMk/>
          <pc:sldMk cId="1928041951" sldId="1678"/>
        </pc:sldMkLst>
      </pc:sldChg>
      <pc:sldChg chg="modSp add">
        <pc:chgData name="Sanmukh Kuppannagari" userId="ad215094-da36-4b66-9c79-369a17aea26b" providerId="ADAL" clId="{3A4868DD-ACF3-4B99-AD74-39007F479744}" dt="2024-11-07T15:19:25.066" v="4670" actId="207"/>
        <pc:sldMkLst>
          <pc:docMk/>
          <pc:sldMk cId="3495840474" sldId="1679"/>
        </pc:sldMkLst>
      </pc:sldChg>
      <pc:sldChg chg="addSp delSp modSp add mod">
        <pc:chgData name="Sanmukh Kuppannagari" userId="ad215094-da36-4b66-9c79-369a17aea26b" providerId="ADAL" clId="{3A4868DD-ACF3-4B99-AD74-39007F479744}" dt="2024-11-07T15:19:21.228" v="4669" actId="1076"/>
        <pc:sldMkLst>
          <pc:docMk/>
          <pc:sldMk cId="35717642" sldId="1680"/>
        </pc:sldMkLst>
      </pc:sldChg>
      <pc:sldChg chg="modSp add">
        <pc:chgData name="Sanmukh Kuppannagari" userId="ad215094-da36-4b66-9c79-369a17aea26b" providerId="ADAL" clId="{3A4868DD-ACF3-4B99-AD74-39007F479744}" dt="2024-11-07T15:20:02.954" v="4674" actId="207"/>
        <pc:sldMkLst>
          <pc:docMk/>
          <pc:sldMk cId="3287910746" sldId="1681"/>
        </pc:sldMkLst>
      </pc:sldChg>
      <pc:sldChg chg="addSp delSp modSp add mod">
        <pc:chgData name="Sanmukh Kuppannagari" userId="ad215094-da36-4b66-9c79-369a17aea26b" providerId="ADAL" clId="{3A4868DD-ACF3-4B99-AD74-39007F479744}" dt="2024-11-07T15:20:27.363" v="4679" actId="1076"/>
        <pc:sldMkLst>
          <pc:docMk/>
          <pc:sldMk cId="154890462" sldId="1682"/>
        </pc:sldMkLst>
      </pc:sldChg>
      <pc:sldChg chg="addSp delSp modSp add mod">
        <pc:chgData name="Sanmukh Kuppannagari" userId="ad215094-da36-4b66-9c79-369a17aea26b" providerId="ADAL" clId="{3A4868DD-ACF3-4B99-AD74-39007F479744}" dt="2024-11-07T15:20:52.731" v="4685" actId="1076"/>
        <pc:sldMkLst>
          <pc:docMk/>
          <pc:sldMk cId="3436858653" sldId="1683"/>
        </pc:sldMkLst>
      </pc:sldChg>
      <pc:sldChg chg="modSp new mod">
        <pc:chgData name="Sanmukh Kuppannagari" userId="ad215094-da36-4b66-9c79-369a17aea26b" providerId="ADAL" clId="{3A4868DD-ACF3-4B99-AD74-39007F479744}" dt="2024-11-07T15:23:28.525" v="5014" actId="20577"/>
        <pc:sldMkLst>
          <pc:docMk/>
          <pc:sldMk cId="3013173445" sldId="1684"/>
        </pc:sldMkLst>
      </pc:sldChg>
      <pc:sldChg chg="modSp add mod">
        <pc:chgData name="Sanmukh Kuppannagari" userId="ad215094-da36-4b66-9c79-369a17aea26b" providerId="ADAL" clId="{3A4868DD-ACF3-4B99-AD74-39007F479744}" dt="2024-11-07T15:22:25.450" v="4850" actId="20577"/>
        <pc:sldMkLst>
          <pc:docMk/>
          <pc:sldMk cId="44376231" sldId="1685"/>
        </pc:sldMkLst>
      </pc:sldChg>
      <pc:sldChg chg="modSp add mod">
        <pc:chgData name="Sanmukh Kuppannagari" userId="ad215094-da36-4b66-9c79-369a17aea26b" providerId="ADAL" clId="{3A4868DD-ACF3-4B99-AD74-39007F479744}" dt="2024-11-07T15:24:01.295" v="5080" actId="20577"/>
        <pc:sldMkLst>
          <pc:docMk/>
          <pc:sldMk cId="1260636141" sldId="1686"/>
        </pc:sldMkLst>
      </pc:sldChg>
      <pc:sldChg chg="modSp new mod">
        <pc:chgData name="Sanmukh Kuppannagari" userId="ad215094-da36-4b66-9c79-369a17aea26b" providerId="ADAL" clId="{3A4868DD-ACF3-4B99-AD74-39007F479744}" dt="2024-11-07T15:54:58.931" v="5688" actId="20577"/>
        <pc:sldMkLst>
          <pc:docMk/>
          <pc:sldMk cId="2641286764" sldId="1687"/>
        </pc:sldMkLst>
      </pc:sldChg>
      <pc:sldChg chg="addSp delSp modSp new mod">
        <pc:chgData name="Sanmukh Kuppannagari" userId="ad215094-da36-4b66-9c79-369a17aea26b" providerId="ADAL" clId="{3A4868DD-ACF3-4B99-AD74-39007F479744}" dt="2024-11-07T15:47:14.345" v="5351" actId="20577"/>
        <pc:sldMkLst>
          <pc:docMk/>
          <pc:sldMk cId="2986889770" sldId="1688"/>
        </pc:sldMkLst>
      </pc:sldChg>
      <pc:sldChg chg="modSp add mod">
        <pc:chgData name="Sanmukh Kuppannagari" userId="ad215094-da36-4b66-9c79-369a17aea26b" providerId="ADAL" clId="{3A4868DD-ACF3-4B99-AD74-39007F479744}" dt="2024-11-07T15:48:36.336" v="5558" actId="1076"/>
        <pc:sldMkLst>
          <pc:docMk/>
          <pc:sldMk cId="2784912087" sldId="1689"/>
        </pc:sldMkLst>
      </pc:sldChg>
      <pc:sldChg chg="modSp add mod">
        <pc:chgData name="Sanmukh Kuppannagari" userId="ad215094-da36-4b66-9c79-369a17aea26b" providerId="ADAL" clId="{3A4868DD-ACF3-4B99-AD74-39007F479744}" dt="2024-11-07T15:49:12.890" v="5675" actId="2057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0914D3A7-DA6D-44BA-97C0-A941EAF360CF}"/>
    <pc:docChg chg="undo custSel addSld delSld modSld sldOrd">
      <pc:chgData name="Sanmukh Kuppannagari" userId="ad215094-da36-4b66-9c79-369a17aea26b" providerId="ADAL" clId="{0914D3A7-DA6D-44BA-97C0-A941EAF360CF}" dt="2024-11-14T19:30:42.460" v="5550" actId="20577"/>
      <pc:docMkLst>
        <pc:docMk/>
      </pc:docMkLst>
      <pc:sldChg chg="modSp mod">
        <pc:chgData name="Sanmukh Kuppannagari" userId="ad215094-da36-4b66-9c79-369a17aea26b" providerId="ADAL" clId="{0914D3A7-DA6D-44BA-97C0-A941EAF360CF}" dt="2024-11-14T13:56:56.019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533229006" sldId="268"/>
        </pc:sldMkLst>
      </pc:sldChg>
      <pc:sldChg chg="modSp mod ord">
        <pc:chgData name="Sanmukh Kuppannagari" userId="ad215094-da36-4b66-9c79-369a17aea26b" providerId="ADAL" clId="{0914D3A7-DA6D-44BA-97C0-A941EAF360CF}" dt="2024-11-14T14:02:06.738" v="271" actId="2057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792377922" sldId="2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680120527" sldId="2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528188491" sldId="2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503363967" sldId="30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7572805" sldId="319"/>
        </pc:sldMkLst>
      </pc:sldChg>
      <pc:sldChg chg="modSp mod">
        <pc:chgData name="Sanmukh Kuppannagari" userId="ad215094-da36-4b66-9c79-369a17aea26b" providerId="ADAL" clId="{0914D3A7-DA6D-44BA-97C0-A941EAF360CF}" dt="2024-11-14T13:57:25.156" v="122" actId="20577"/>
        <pc:sldMkLst>
          <pc:docMk/>
          <pc:sldMk cId="3557461879" sldId="374"/>
        </pc:sldMkLst>
      </pc:sldChg>
      <pc:sldChg chg="del">
        <pc:chgData name="Sanmukh Kuppannagari" userId="ad215094-da36-4b66-9c79-369a17aea26b" providerId="ADAL" clId="{0914D3A7-DA6D-44BA-97C0-A941EAF360CF}" dt="2024-11-14T13:58:55.325" v="260" actId="47"/>
        <pc:sldMkLst>
          <pc:docMk/>
          <pc:sldMk cId="3518218886" sldId="3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65535228" sldId="3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451194251" sldId="3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010110" sldId="3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66561092" sldId="39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203941809" sldId="39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888183405" sldId="39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9027184" sldId="39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99745747" sldId="40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81257025" sldId="402"/>
        </pc:sldMkLst>
      </pc:sldChg>
      <pc:sldChg chg="modSp mod">
        <pc:chgData name="Sanmukh Kuppannagari" userId="ad215094-da36-4b66-9c79-369a17aea26b" providerId="ADAL" clId="{0914D3A7-DA6D-44BA-97C0-A941EAF360CF}" dt="2024-11-14T14:09:33.392" v="370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0914D3A7-DA6D-44BA-97C0-A941EAF360CF}" dt="2024-11-14T16:50:45.575" v="4117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70486560" sldId="156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74582656" sldId="1570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96380269" sldId="157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951137548" sldId="157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230120584" sldId="157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064485244" sldId="157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90319068" sldId="157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968236297" sldId="157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753347635" sldId="1580"/>
        </pc:sldMkLst>
      </pc:sldChg>
      <pc:sldChg chg="ord">
        <pc:chgData name="Sanmukh Kuppannagari" userId="ad215094-da36-4b66-9c79-369a17aea26b" providerId="ADAL" clId="{0914D3A7-DA6D-44BA-97C0-A941EAF360CF}" dt="2024-11-14T13:59:27.272" v="262"/>
        <pc:sldMkLst>
          <pc:docMk/>
          <pc:sldMk cId="3584237781" sldId="158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4258452458" sldId="158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757350365" sldId="158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493925970" sldId="158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987105228" sldId="158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153630353" sldId="1586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23089004" sldId="1587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868054796" sldId="1588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099178132" sldId="1589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460381202" sldId="1591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317587595" sldId="1592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219640330" sldId="1593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2815170906" sldId="1594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3871963494" sldId="1595"/>
        </pc:sldMkLst>
      </pc:sldChg>
      <pc:sldChg chg="del">
        <pc:chgData name="Sanmukh Kuppannagari" userId="ad215094-da36-4b66-9c79-369a17aea26b" providerId="ADAL" clId="{0914D3A7-DA6D-44BA-97C0-A941EAF360CF}" dt="2024-11-14T14:01:53.886" v="267" actId="47"/>
        <pc:sldMkLst>
          <pc:docMk/>
          <pc:sldMk cId="1362236973" sldId="1596"/>
        </pc:sldMkLst>
      </pc:sldChg>
      <pc:sldChg chg="modSp add mod">
        <pc:chgData name="Sanmukh Kuppannagari" userId="ad215094-da36-4b66-9c79-369a17aea26b" providerId="ADAL" clId="{0914D3A7-DA6D-44BA-97C0-A941EAF360CF}" dt="2024-11-14T16:50:41.492" v="4116" actId="20577"/>
        <pc:sldMkLst>
          <pc:docMk/>
          <pc:sldMk cId="1192058284" sldId="1597"/>
        </pc:sldMkLst>
      </pc:sldChg>
      <pc:sldChg chg="modSp add mod">
        <pc:chgData name="Sanmukh Kuppannagari" userId="ad215094-da36-4b66-9c79-369a17aea26b" providerId="ADAL" clId="{0914D3A7-DA6D-44BA-97C0-A941EAF360CF}" dt="2024-11-14T14:02:13.516" v="275" actId="20577"/>
        <pc:sldMkLst>
          <pc:docMk/>
          <pc:sldMk cId="12375495" sldId="1598"/>
        </pc:sldMkLst>
      </pc:sldChg>
      <pc:sldChg chg="modSp add mod">
        <pc:chgData name="Sanmukh Kuppannagari" userId="ad215094-da36-4b66-9c79-369a17aea26b" providerId="ADAL" clId="{0914D3A7-DA6D-44BA-97C0-A941EAF360CF}" dt="2024-11-14T14:02:19.621" v="279" actId="20577"/>
        <pc:sldMkLst>
          <pc:docMk/>
          <pc:sldMk cId="1090682070" sldId="1599"/>
        </pc:sldMkLst>
      </pc:sldChg>
      <pc:sldChg chg="modSp add mod">
        <pc:chgData name="Sanmukh Kuppannagari" userId="ad215094-da36-4b66-9c79-369a17aea26b" providerId="ADAL" clId="{0914D3A7-DA6D-44BA-97C0-A941EAF360CF}" dt="2024-11-14T14:02:24.092" v="283" actId="20577"/>
        <pc:sldMkLst>
          <pc:docMk/>
          <pc:sldMk cId="475039163" sldId="1600"/>
        </pc:sldMkLst>
      </pc:sldChg>
      <pc:sldChg chg="modSp add mod">
        <pc:chgData name="Sanmukh Kuppannagari" userId="ad215094-da36-4b66-9c79-369a17aea26b" providerId="ADAL" clId="{0914D3A7-DA6D-44BA-97C0-A941EAF360CF}" dt="2024-11-14T19:28:04.294" v="5445" actId="6549"/>
        <pc:sldMkLst>
          <pc:docMk/>
          <pc:sldMk cId="2785231721" sldId="1601"/>
        </pc:sldMkLst>
      </pc:sldChg>
      <pc:sldChg chg="modSp add mod">
        <pc:chgData name="Sanmukh Kuppannagari" userId="ad215094-da36-4b66-9c79-369a17aea26b" providerId="ADAL" clId="{0914D3A7-DA6D-44BA-97C0-A941EAF360CF}" dt="2024-11-14T14:02:32.981" v="291" actId="20577"/>
        <pc:sldMkLst>
          <pc:docMk/>
          <pc:sldMk cId="3192913568" sldId="1602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804253948" sldId="1603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421394120" sldId="1604"/>
        </pc:sldMkLst>
      </pc:sldChg>
      <pc:sldChg chg="add">
        <pc:chgData name="Sanmukh Kuppannagari" userId="ad215094-da36-4b66-9c79-369a17aea26b" providerId="ADAL" clId="{0914D3A7-DA6D-44BA-97C0-A941EAF360CF}" dt="2024-11-14T14:01:39.739" v="266"/>
        <pc:sldMkLst>
          <pc:docMk/>
          <pc:sldMk cId="3643544049" sldId="1605"/>
        </pc:sldMkLst>
      </pc:sldChg>
      <pc:sldChg chg="modSp add mod">
        <pc:chgData name="Sanmukh Kuppannagari" userId="ad215094-da36-4b66-9c79-369a17aea26b" providerId="ADAL" clId="{0914D3A7-DA6D-44BA-97C0-A941EAF360CF}" dt="2024-11-14T16:50:33.340" v="4115" actId="20577"/>
        <pc:sldMkLst>
          <pc:docMk/>
          <pc:sldMk cId="3120214722" sldId="1606"/>
        </pc:sldMkLst>
      </pc:sldChg>
      <pc:sldChg chg="modSp add del mod">
        <pc:chgData name="Sanmukh Kuppannagari" userId="ad215094-da36-4b66-9c79-369a17aea26b" providerId="ADAL" clId="{0914D3A7-DA6D-44BA-97C0-A941EAF360CF}" dt="2024-11-14T16:50:26.362" v="4114" actId="47"/>
        <pc:sldMkLst>
          <pc:docMk/>
          <pc:sldMk cId="1055887851" sldId="1607"/>
        </pc:sldMkLst>
      </pc:sldChg>
      <pc:sldChg chg="modSp new mod">
        <pc:chgData name="Sanmukh Kuppannagari" userId="ad215094-da36-4b66-9c79-369a17aea26b" providerId="ADAL" clId="{0914D3A7-DA6D-44BA-97C0-A941EAF360CF}" dt="2024-11-14T15:18:17.992" v="672" actId="20577"/>
        <pc:sldMkLst>
          <pc:docMk/>
          <pc:sldMk cId="3461917726" sldId="1608"/>
        </pc:sldMkLst>
      </pc:sldChg>
      <pc:sldChg chg="modSp new mod">
        <pc:chgData name="Sanmukh Kuppannagari" userId="ad215094-da36-4b66-9c79-369a17aea26b" providerId="ADAL" clId="{0914D3A7-DA6D-44BA-97C0-A941EAF360CF}" dt="2024-11-14T19:30:42.460" v="5550" actId="20577"/>
        <pc:sldMkLst>
          <pc:docMk/>
          <pc:sldMk cId="1379342573" sldId="1609"/>
        </pc:sldMkLst>
      </pc:sldChg>
      <pc:sldChg chg="addSp modSp new mod modNotesTx">
        <pc:chgData name="Sanmukh Kuppannagari" userId="ad215094-da36-4b66-9c79-369a17aea26b" providerId="ADAL" clId="{0914D3A7-DA6D-44BA-97C0-A941EAF360CF}" dt="2024-11-14T15:24:38.942" v="1186"/>
        <pc:sldMkLst>
          <pc:docMk/>
          <pc:sldMk cId="3881179489" sldId="1610"/>
        </pc:sldMkLst>
      </pc:sldChg>
      <pc:sldChg chg="modSp new mod">
        <pc:chgData name="Sanmukh Kuppannagari" userId="ad215094-da36-4b66-9c79-369a17aea26b" providerId="ADAL" clId="{0914D3A7-DA6D-44BA-97C0-A941EAF360CF}" dt="2024-11-14T15:32:33.385" v="1647" actId="20577"/>
        <pc:sldMkLst>
          <pc:docMk/>
          <pc:sldMk cId="2951213884" sldId="1611"/>
        </pc:sldMkLst>
      </pc:sldChg>
      <pc:sldChg chg="modSp new mod">
        <pc:chgData name="Sanmukh Kuppannagari" userId="ad215094-da36-4b66-9c79-369a17aea26b" providerId="ADAL" clId="{0914D3A7-DA6D-44BA-97C0-A941EAF360CF}" dt="2024-11-14T15:35:00.961" v="1938" actId="20577"/>
        <pc:sldMkLst>
          <pc:docMk/>
          <pc:sldMk cId="3316601877" sldId="1612"/>
        </pc:sldMkLst>
      </pc:sldChg>
      <pc:sldChg chg="addSp delSp modSp new mod">
        <pc:chgData name="Sanmukh Kuppannagari" userId="ad215094-da36-4b66-9c79-369a17aea26b" providerId="ADAL" clId="{0914D3A7-DA6D-44BA-97C0-A941EAF360CF}" dt="2024-11-14T15:30:49.474" v="1586" actId="1076"/>
        <pc:sldMkLst>
          <pc:docMk/>
          <pc:sldMk cId="4122529482" sldId="1613"/>
        </pc:sldMkLst>
      </pc:sldChg>
      <pc:sldChg chg="modSp new mod">
        <pc:chgData name="Sanmukh Kuppannagari" userId="ad215094-da36-4b66-9c79-369a17aea26b" providerId="ADAL" clId="{0914D3A7-DA6D-44BA-97C0-A941EAF360CF}" dt="2024-11-14T15:34:22.172" v="1913" actId="20577"/>
        <pc:sldMkLst>
          <pc:docMk/>
          <pc:sldMk cId="3021666502" sldId="1614"/>
        </pc:sldMkLst>
      </pc:sldChg>
      <pc:sldChg chg="modSp new del mod">
        <pc:chgData name="Sanmukh Kuppannagari" userId="ad215094-da36-4b66-9c79-369a17aea26b" providerId="ADAL" clId="{0914D3A7-DA6D-44BA-97C0-A941EAF360CF}" dt="2024-11-14T15:40:56.549" v="1948" actId="47"/>
        <pc:sldMkLst>
          <pc:docMk/>
          <pc:sldMk cId="1363580739" sldId="1615"/>
        </pc:sldMkLst>
      </pc:sldChg>
      <pc:sldChg chg="addSp delSp modSp new mod">
        <pc:chgData name="Sanmukh Kuppannagari" userId="ad215094-da36-4b66-9c79-369a17aea26b" providerId="ADAL" clId="{0914D3A7-DA6D-44BA-97C0-A941EAF360CF}" dt="2024-11-14T15:38:15.546" v="1947"/>
        <pc:sldMkLst>
          <pc:docMk/>
          <pc:sldMk cId="3165523036" sldId="1616"/>
        </pc:sldMkLst>
      </pc:sldChg>
      <pc:sldChg chg="modSp new mod">
        <pc:chgData name="Sanmukh Kuppannagari" userId="ad215094-da36-4b66-9c79-369a17aea26b" providerId="ADAL" clId="{0914D3A7-DA6D-44BA-97C0-A941EAF360CF}" dt="2024-11-14T16:37:05.138" v="3091" actId="20577"/>
        <pc:sldMkLst>
          <pc:docMk/>
          <pc:sldMk cId="899982151" sldId="1617"/>
        </pc:sldMkLst>
      </pc:sldChg>
      <pc:sldChg chg="modSp new mod">
        <pc:chgData name="Sanmukh Kuppannagari" userId="ad215094-da36-4b66-9c79-369a17aea26b" providerId="ADAL" clId="{0914D3A7-DA6D-44BA-97C0-A941EAF360CF}" dt="2024-11-14T16:22:21.384" v="2415" actId="207"/>
        <pc:sldMkLst>
          <pc:docMk/>
          <pc:sldMk cId="2128413778" sldId="1618"/>
        </pc:sldMkLst>
      </pc:sldChg>
      <pc:sldChg chg="modSp add mod">
        <pc:chgData name="Sanmukh Kuppannagari" userId="ad215094-da36-4b66-9c79-369a17aea26b" providerId="ADAL" clId="{0914D3A7-DA6D-44BA-97C0-A941EAF360CF}" dt="2024-11-14T16:23:58.827" v="2482" actId="207"/>
        <pc:sldMkLst>
          <pc:docMk/>
          <pc:sldMk cId="4222402381" sldId="1619"/>
        </pc:sldMkLst>
      </pc:sldChg>
      <pc:sldChg chg="addSp delSp modSp new mod">
        <pc:chgData name="Sanmukh Kuppannagari" userId="ad215094-da36-4b66-9c79-369a17aea26b" providerId="ADAL" clId="{0914D3A7-DA6D-44BA-97C0-A941EAF360CF}" dt="2024-11-14T16:28:06.051" v="2583" actId="1076"/>
        <pc:sldMkLst>
          <pc:docMk/>
          <pc:sldMk cId="3309648639" sldId="1620"/>
        </pc:sldMkLst>
      </pc:sldChg>
      <pc:sldChg chg="addSp modSp add mod">
        <pc:chgData name="Sanmukh Kuppannagari" userId="ad215094-da36-4b66-9c79-369a17aea26b" providerId="ADAL" clId="{0914D3A7-DA6D-44BA-97C0-A941EAF360CF}" dt="2024-11-14T16:28:55.626" v="2596" actId="1076"/>
        <pc:sldMkLst>
          <pc:docMk/>
          <pc:sldMk cId="2942664746" sldId="1621"/>
        </pc:sldMkLst>
      </pc:sldChg>
      <pc:sldChg chg="delSp modSp add mod">
        <pc:chgData name="Sanmukh Kuppannagari" userId="ad215094-da36-4b66-9c79-369a17aea26b" providerId="ADAL" clId="{0914D3A7-DA6D-44BA-97C0-A941EAF360CF}" dt="2024-11-14T16:29:54.041" v="2636" actId="478"/>
        <pc:sldMkLst>
          <pc:docMk/>
          <pc:sldMk cId="647233045" sldId="1622"/>
        </pc:sldMkLst>
      </pc:sldChg>
      <pc:sldChg chg="addSp delSp modSp new mod">
        <pc:chgData name="Sanmukh Kuppannagari" userId="ad215094-da36-4b66-9c79-369a17aea26b" providerId="ADAL" clId="{0914D3A7-DA6D-44BA-97C0-A941EAF360CF}" dt="2024-11-14T16:30:54.999" v="2656" actId="14100"/>
        <pc:sldMkLst>
          <pc:docMk/>
          <pc:sldMk cId="283560415" sldId="1623"/>
        </pc:sldMkLst>
      </pc:sldChg>
      <pc:sldChg chg="modSp new mod">
        <pc:chgData name="Sanmukh Kuppannagari" userId="ad215094-da36-4b66-9c79-369a17aea26b" providerId="ADAL" clId="{0914D3A7-DA6D-44BA-97C0-A941EAF360CF}" dt="2024-11-14T16:32:13.042" v="2826" actId="20577"/>
        <pc:sldMkLst>
          <pc:docMk/>
          <pc:sldMk cId="2489684657" sldId="1624"/>
        </pc:sldMkLst>
      </pc:sldChg>
      <pc:sldChg chg="modSp add mod">
        <pc:chgData name="Sanmukh Kuppannagari" userId="ad215094-da36-4b66-9c79-369a17aea26b" providerId="ADAL" clId="{0914D3A7-DA6D-44BA-97C0-A941EAF360CF}" dt="2024-11-14T16:32:36.917" v="2835" actId="20577"/>
        <pc:sldMkLst>
          <pc:docMk/>
          <pc:sldMk cId="2891983392" sldId="1625"/>
        </pc:sldMkLst>
      </pc:sldChg>
      <pc:sldChg chg="modSp new mod">
        <pc:chgData name="Sanmukh Kuppannagari" userId="ad215094-da36-4b66-9c79-369a17aea26b" providerId="ADAL" clId="{0914D3A7-DA6D-44BA-97C0-A941EAF360CF}" dt="2024-11-14T16:37:50.834" v="3107" actId="20577"/>
        <pc:sldMkLst>
          <pc:docMk/>
          <pc:sldMk cId="3563996213" sldId="1626"/>
        </pc:sldMkLst>
      </pc:sldChg>
      <pc:sldChg chg="modSp new mod">
        <pc:chgData name="Sanmukh Kuppannagari" userId="ad215094-da36-4b66-9c79-369a17aea26b" providerId="ADAL" clId="{0914D3A7-DA6D-44BA-97C0-A941EAF360CF}" dt="2024-11-14T16:46:33.807" v="3670" actId="20577"/>
        <pc:sldMkLst>
          <pc:docMk/>
          <pc:sldMk cId="1427531694" sldId="1627"/>
        </pc:sldMkLst>
      </pc:sldChg>
      <pc:sldChg chg="modSp new mod">
        <pc:chgData name="Sanmukh Kuppannagari" userId="ad215094-da36-4b66-9c79-369a17aea26b" providerId="ADAL" clId="{0914D3A7-DA6D-44BA-97C0-A941EAF360CF}" dt="2024-11-14T19:27:10.377" v="5346" actId="6549"/>
        <pc:sldMkLst>
          <pc:docMk/>
          <pc:sldMk cId="693545577" sldId="1628"/>
        </pc:sldMkLst>
      </pc:sldChg>
      <pc:sldChg chg="addSp delSp modSp new mod">
        <pc:chgData name="Sanmukh Kuppannagari" userId="ad215094-da36-4b66-9c79-369a17aea26b" providerId="ADAL" clId="{0914D3A7-DA6D-44BA-97C0-A941EAF360CF}" dt="2024-11-14T18:11:39.046" v="4526" actId="478"/>
        <pc:sldMkLst>
          <pc:docMk/>
          <pc:sldMk cId="2417902813" sldId="1629"/>
        </pc:sldMkLst>
      </pc:sldChg>
      <pc:sldChg chg="addSp modSp add mod">
        <pc:chgData name="Sanmukh Kuppannagari" userId="ad215094-da36-4b66-9c79-369a17aea26b" providerId="ADAL" clId="{0914D3A7-DA6D-44BA-97C0-A941EAF360CF}" dt="2024-11-14T18:11:54.704" v="4529" actId="1582"/>
        <pc:sldMkLst>
          <pc:docMk/>
          <pc:sldMk cId="2276428753" sldId="1630"/>
        </pc:sldMkLst>
      </pc:sldChg>
      <pc:sldChg chg="addSp modSp add mod">
        <pc:chgData name="Sanmukh Kuppannagari" userId="ad215094-da36-4b66-9c79-369a17aea26b" providerId="ADAL" clId="{0914D3A7-DA6D-44BA-97C0-A941EAF360CF}" dt="2024-11-14T18:12:14.305" v="4535" actId="14100"/>
        <pc:sldMkLst>
          <pc:docMk/>
          <pc:sldMk cId="3837863208" sldId="1631"/>
        </pc:sldMkLst>
      </pc:sldChg>
      <pc:sldChg chg="addSp modSp add mod">
        <pc:chgData name="Sanmukh Kuppannagari" userId="ad215094-da36-4b66-9c79-369a17aea26b" providerId="ADAL" clId="{0914D3A7-DA6D-44BA-97C0-A941EAF360CF}" dt="2024-11-14T18:12:35.678" v="4543" actId="1076"/>
        <pc:sldMkLst>
          <pc:docMk/>
          <pc:sldMk cId="2449203635" sldId="1632"/>
        </pc:sldMkLst>
      </pc:sldChg>
      <pc:sldChg chg="addSp modSp new mod">
        <pc:chgData name="Sanmukh Kuppannagari" userId="ad215094-da36-4b66-9c79-369a17aea26b" providerId="ADAL" clId="{0914D3A7-DA6D-44BA-97C0-A941EAF360CF}" dt="2024-11-14T18:11:05.059" v="4524" actId="1076"/>
        <pc:sldMkLst>
          <pc:docMk/>
          <pc:sldMk cId="3709271481" sldId="1633"/>
        </pc:sldMkLst>
      </pc:sldChg>
      <pc:sldChg chg="addSp modSp add mod">
        <pc:chgData name="Sanmukh Kuppannagari" userId="ad215094-da36-4b66-9c79-369a17aea26b" providerId="ADAL" clId="{0914D3A7-DA6D-44BA-97C0-A941EAF360CF}" dt="2024-11-14T18:13:35.560" v="4576" actId="20577"/>
        <pc:sldMkLst>
          <pc:docMk/>
          <pc:sldMk cId="2340671491" sldId="1634"/>
        </pc:sldMkLst>
      </pc:sldChg>
      <pc:sldChg chg="addSp delSp modSp add mod">
        <pc:chgData name="Sanmukh Kuppannagari" userId="ad215094-da36-4b66-9c79-369a17aea26b" providerId="ADAL" clId="{0914D3A7-DA6D-44BA-97C0-A941EAF360CF}" dt="2024-11-14T18:15:15.396" v="4596" actId="20577"/>
        <pc:sldMkLst>
          <pc:docMk/>
          <pc:sldMk cId="2531528105" sldId="1635"/>
        </pc:sldMkLst>
      </pc:sldChg>
      <pc:sldChg chg="addSp delSp modSp add mod">
        <pc:chgData name="Sanmukh Kuppannagari" userId="ad215094-da36-4b66-9c79-369a17aea26b" providerId="ADAL" clId="{0914D3A7-DA6D-44BA-97C0-A941EAF360CF}" dt="2024-11-14T18:15:12.388" v="4595" actId="20577"/>
        <pc:sldMkLst>
          <pc:docMk/>
          <pc:sldMk cId="2048197156" sldId="1636"/>
        </pc:sldMkLst>
      </pc:sldChg>
      <pc:sldChg chg="modSp add mod">
        <pc:chgData name="Sanmukh Kuppannagari" userId="ad215094-da36-4b66-9c79-369a17aea26b" providerId="ADAL" clId="{0914D3A7-DA6D-44BA-97C0-A941EAF360CF}" dt="2024-11-14T18:15:09.516" v="4594" actId="20577"/>
        <pc:sldMkLst>
          <pc:docMk/>
          <pc:sldMk cId="1284896461" sldId="1637"/>
        </pc:sldMkLst>
      </pc:sldChg>
      <pc:sldChg chg="addSp delSp modSp new mod">
        <pc:chgData name="Sanmukh Kuppannagari" userId="ad215094-da36-4b66-9c79-369a17aea26b" providerId="ADAL" clId="{0914D3A7-DA6D-44BA-97C0-A941EAF360CF}" dt="2024-11-14T18:15:55.416" v="4624" actId="20577"/>
        <pc:sldMkLst>
          <pc:docMk/>
          <pc:sldMk cId="3534865378" sldId="1638"/>
        </pc:sldMkLst>
      </pc:sldChg>
      <pc:sldChg chg="addSp modSp add mod">
        <pc:chgData name="Sanmukh Kuppannagari" userId="ad215094-da36-4b66-9c79-369a17aea26b" providerId="ADAL" clId="{0914D3A7-DA6D-44BA-97C0-A941EAF360CF}" dt="2024-11-14T18:16:34.837" v="4642" actId="20577"/>
        <pc:sldMkLst>
          <pc:docMk/>
          <pc:sldMk cId="1202734532" sldId="1639"/>
        </pc:sldMkLst>
      </pc:sldChg>
      <pc:sldChg chg="addSp delSp modSp add mod">
        <pc:chgData name="Sanmukh Kuppannagari" userId="ad215094-da36-4b66-9c79-369a17aea26b" providerId="ADAL" clId="{0914D3A7-DA6D-44BA-97C0-A941EAF360CF}" dt="2024-11-14T18:28:20.669" v="4676" actId="207"/>
        <pc:sldMkLst>
          <pc:docMk/>
          <pc:sldMk cId="1763043479" sldId="1640"/>
        </pc:sldMkLst>
      </pc:sldChg>
      <pc:sldChg chg="addSp modSp add mod">
        <pc:chgData name="Sanmukh Kuppannagari" userId="ad215094-da36-4b66-9c79-369a17aea26b" providerId="ADAL" clId="{0914D3A7-DA6D-44BA-97C0-A941EAF360CF}" dt="2024-11-14T18:28:32.772" v="4677" actId="207"/>
        <pc:sldMkLst>
          <pc:docMk/>
          <pc:sldMk cId="435860006" sldId="1641"/>
        </pc:sldMkLst>
      </pc:sldChg>
      <pc:sldChg chg="delSp modSp add mod">
        <pc:chgData name="Sanmukh Kuppannagari" userId="ad215094-da36-4b66-9c79-369a17aea26b" providerId="ADAL" clId="{0914D3A7-DA6D-44BA-97C0-A941EAF360CF}" dt="2024-11-14T18:28:50.469" v="4682" actId="207"/>
        <pc:sldMkLst>
          <pc:docMk/>
          <pc:sldMk cId="3403037" sldId="1642"/>
        </pc:sldMkLst>
      </pc:sldChg>
      <pc:sldChg chg="addSp modSp add mod">
        <pc:chgData name="Sanmukh Kuppannagari" userId="ad215094-da36-4b66-9c79-369a17aea26b" providerId="ADAL" clId="{0914D3A7-DA6D-44BA-97C0-A941EAF360CF}" dt="2024-11-14T18:29:11.555" v="4687" actId="14100"/>
        <pc:sldMkLst>
          <pc:docMk/>
          <pc:sldMk cId="2495127272" sldId="1643"/>
        </pc:sldMkLst>
      </pc:sldChg>
      <pc:sldChg chg="delSp modSp add mod">
        <pc:chgData name="Sanmukh Kuppannagari" userId="ad215094-da36-4b66-9c79-369a17aea26b" providerId="ADAL" clId="{0914D3A7-DA6D-44BA-97C0-A941EAF360CF}" dt="2024-11-14T18:29:25.394" v="4691" actId="207"/>
        <pc:sldMkLst>
          <pc:docMk/>
          <pc:sldMk cId="3104868761" sldId="1644"/>
        </pc:sldMkLst>
      </pc:sldChg>
      <pc:sldChg chg="modSp new mod">
        <pc:chgData name="Sanmukh Kuppannagari" userId="ad215094-da36-4b66-9c79-369a17aea26b" providerId="ADAL" clId="{0914D3A7-DA6D-44BA-97C0-A941EAF360CF}" dt="2024-11-14T19:24:52.172" v="5119" actId="20577"/>
        <pc:sldMkLst>
          <pc:docMk/>
          <pc:sldMk cId="3256962250" sldId="1645"/>
        </pc:sldMkLst>
      </pc:sldChg>
      <pc:sldChg chg="modSp new mod">
        <pc:chgData name="Sanmukh Kuppannagari" userId="ad215094-da36-4b66-9c79-369a17aea26b" providerId="ADAL" clId="{0914D3A7-DA6D-44BA-97C0-A941EAF360CF}" dt="2024-11-14T19:27:37.014" v="5444" actId="20577"/>
        <pc:sldMkLst>
          <pc:docMk/>
          <pc:sldMk cId="1334941399" sldId="1646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9:35.358" v="296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C5355D82-D5E0-4131-B258-EC764CF19DC6}"/>
    <pc:docChg chg="undo redo custSel addSld delSld modSld sldOrd">
      <pc:chgData name="Sanmukh Kuppannagari" userId="ad215094-da36-4b66-9c79-369a17aea26b" providerId="ADAL" clId="{C5355D82-D5E0-4131-B258-EC764CF19DC6}" dt="2024-11-05T14:17:38.530" v="6263" actId="1076"/>
      <pc:docMkLst>
        <pc:docMk/>
      </pc:docMkLst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1916898" sldId="45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601988511" sldId="46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81577837" sldId="46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87406926" sldId="46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59536501" sldId="47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20898153" sldId="47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5937722" sldId="48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28985008" sldId="48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919993" sldId="50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2526672" sldId="50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638767231" sldId="50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237676536" sldId="506"/>
        </pc:sldMkLst>
      </pc:sldChg>
      <pc:sldChg chg="addSp modSp add mod">
        <pc:chgData name="Sanmukh Kuppannagari" userId="ad215094-da36-4b66-9c79-369a17aea26b" providerId="ADAL" clId="{C5355D82-D5E0-4131-B258-EC764CF19DC6}" dt="2024-11-05T13:41:40.218" v="4643" actId="2057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C5355D82-D5E0-4131-B258-EC764CF19DC6}" dt="2024-11-05T04:02:33.288" v="3716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C5355D82-D5E0-4131-B258-EC764CF19DC6}" dt="2024-11-05T02:16:31.647" v="63" actId="20577"/>
        <pc:sldMkLst>
          <pc:docMk/>
          <pc:sldMk cId="3183358524" sldId="1568"/>
        </pc:sldMkLst>
      </pc:sldChg>
      <pc:sldChg chg="add">
        <pc:chgData name="Sanmukh Kuppannagari" userId="ad215094-da36-4b66-9c79-369a17aea26b" providerId="ADAL" clId="{C5355D82-D5E0-4131-B258-EC764CF19DC6}" dt="2024-11-05T02:22:38.841" v="339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5355D82-D5E0-4131-B258-EC764CF19DC6}" dt="2024-11-05T02:16:59.908" v="144" actId="20577"/>
        <pc:sldMkLst>
          <pc:docMk/>
          <pc:sldMk cId="3018800808" sldId="1570"/>
        </pc:sldMkLst>
      </pc:sldChg>
      <pc:sldChg chg="modSp add">
        <pc:chgData name="Sanmukh Kuppannagari" userId="ad215094-da36-4b66-9c79-369a17aea26b" providerId="ADAL" clId="{C5355D82-D5E0-4131-B258-EC764CF19DC6}" dt="2024-11-05T02:23:46.269" v="384" actId="2057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897900727" sldId="1578"/>
        </pc:sldMkLst>
      </pc:sldChg>
      <pc:sldChg chg="modSp mod">
        <pc:chgData name="Sanmukh Kuppannagari" userId="ad215094-da36-4b66-9c79-369a17aea26b" providerId="ADAL" clId="{C5355D82-D5E0-4131-B258-EC764CF19DC6}" dt="2024-11-05T02:18:04.062" v="288"/>
        <pc:sldMkLst>
          <pc:docMk/>
          <pc:sldMk cId="1526805434" sldId="1592"/>
        </pc:sldMkLst>
      </pc:sldChg>
      <pc:sldChg chg="modSp del mod">
        <pc:chgData name="Sanmukh Kuppannagari" userId="ad215094-da36-4b66-9c79-369a17aea26b" providerId="ADAL" clId="{C5355D82-D5E0-4131-B258-EC764CF19DC6}" dt="2024-11-05T02:17:52.778" v="287" actId="4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563867407" sldId="15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367162041" sldId="15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508594656" sldId="1596"/>
        </pc:sldMkLst>
      </pc:sldChg>
      <pc:sldChg chg="modSp new mod ord">
        <pc:chgData name="Sanmukh Kuppannagari" userId="ad215094-da36-4b66-9c79-369a17aea26b" providerId="ADAL" clId="{C5355D82-D5E0-4131-B258-EC764CF19DC6}" dt="2024-11-05T02:26:18.623" v="637" actId="20577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C5355D82-D5E0-4131-B258-EC764CF19DC6}" dt="2024-11-05T02:32:17.824" v="731" actId="113"/>
        <pc:sldMkLst>
          <pc:docMk/>
          <pc:sldMk cId="2466826485" sldId="1599"/>
        </pc:sldMkLst>
      </pc:sldChg>
      <pc:sldChg chg="modSp new mod">
        <pc:chgData name="Sanmukh Kuppannagari" userId="ad215094-da36-4b66-9c79-369a17aea26b" providerId="ADAL" clId="{C5355D82-D5E0-4131-B258-EC764CF19DC6}" dt="2024-11-05T03:27:15.179" v="3071" actId="20577"/>
        <pc:sldMkLst>
          <pc:docMk/>
          <pc:sldMk cId="3797456560" sldId="1600"/>
        </pc:sldMkLst>
      </pc:sldChg>
      <pc:sldChg chg="addSp modSp add mod">
        <pc:chgData name="Sanmukh Kuppannagari" userId="ad215094-da36-4b66-9c79-369a17aea26b" providerId="ADAL" clId="{C5355D82-D5E0-4131-B258-EC764CF19DC6}" dt="2024-11-05T02:44:37.953" v="1194" actId="1076"/>
        <pc:sldMkLst>
          <pc:docMk/>
          <pc:sldMk cId="693005505" sldId="1601"/>
        </pc:sldMkLst>
      </pc:sldChg>
      <pc:sldChg chg="modSp new mod">
        <pc:chgData name="Sanmukh Kuppannagari" userId="ad215094-da36-4b66-9c79-369a17aea26b" providerId="ADAL" clId="{C5355D82-D5E0-4131-B258-EC764CF19DC6}" dt="2024-11-05T03:22:06.453" v="3063" actId="20577"/>
        <pc:sldMkLst>
          <pc:docMk/>
          <pc:sldMk cId="3313563272" sldId="1602"/>
        </pc:sldMkLst>
      </pc:sldChg>
      <pc:sldChg chg="addSp delSp modSp add mod">
        <pc:chgData name="Sanmukh Kuppannagari" userId="ad215094-da36-4b66-9c79-369a17aea26b" providerId="ADAL" clId="{C5355D82-D5E0-4131-B258-EC764CF19DC6}" dt="2024-11-05T02:48:36.821" v="1401" actId="207"/>
        <pc:sldMkLst>
          <pc:docMk/>
          <pc:sldMk cId="3907449202" sldId="1603"/>
        </pc:sldMkLst>
      </pc:sldChg>
      <pc:sldChg chg="modSp add">
        <pc:chgData name="Sanmukh Kuppannagari" userId="ad215094-da36-4b66-9c79-369a17aea26b" providerId="ADAL" clId="{C5355D82-D5E0-4131-B258-EC764CF19DC6}" dt="2024-11-05T02:48:32.622" v="1400" actId="207"/>
        <pc:sldMkLst>
          <pc:docMk/>
          <pc:sldMk cId="1261395334" sldId="1604"/>
        </pc:sldMkLst>
      </pc:sldChg>
      <pc:sldChg chg="modSp add mod ord">
        <pc:chgData name="Sanmukh Kuppannagari" userId="ad215094-da36-4b66-9c79-369a17aea26b" providerId="ADAL" clId="{C5355D82-D5E0-4131-B258-EC764CF19DC6}" dt="2024-11-05T03:10:31.052" v="2519" actId="27636"/>
        <pc:sldMkLst>
          <pc:docMk/>
          <pc:sldMk cId="3986643695" sldId="1605"/>
        </pc:sldMkLst>
      </pc:sldChg>
      <pc:sldChg chg="modSp add mod">
        <pc:chgData name="Sanmukh Kuppannagari" userId="ad215094-da36-4b66-9c79-369a17aea26b" providerId="ADAL" clId="{C5355D82-D5E0-4131-B258-EC764CF19DC6}" dt="2024-11-05T02:49:51.259" v="1481" actId="5793"/>
        <pc:sldMkLst>
          <pc:docMk/>
          <pc:sldMk cId="1680640391" sldId="1606"/>
        </pc:sldMkLst>
      </pc:sldChg>
      <pc:sldChg chg="modSp new mod">
        <pc:chgData name="Sanmukh Kuppannagari" userId="ad215094-da36-4b66-9c79-369a17aea26b" providerId="ADAL" clId="{C5355D82-D5E0-4131-B258-EC764CF19DC6}" dt="2024-11-05T02:57:34.541" v="1722" actId="20577"/>
        <pc:sldMkLst>
          <pc:docMk/>
          <pc:sldMk cId="399252937" sldId="1607"/>
        </pc:sldMkLst>
      </pc:sldChg>
      <pc:sldChg chg="addSp modSp new mod">
        <pc:chgData name="Sanmukh Kuppannagari" userId="ad215094-da36-4b66-9c79-369a17aea26b" providerId="ADAL" clId="{C5355D82-D5E0-4131-B258-EC764CF19DC6}" dt="2024-11-05T02:59:27.170" v="1980" actId="20577"/>
        <pc:sldMkLst>
          <pc:docMk/>
          <pc:sldMk cId="2267267742" sldId="1608"/>
        </pc:sldMkLst>
      </pc:sldChg>
      <pc:sldChg chg="addSp delSp modSp new mod">
        <pc:chgData name="Sanmukh Kuppannagari" userId="ad215094-da36-4b66-9c79-369a17aea26b" providerId="ADAL" clId="{C5355D82-D5E0-4131-B258-EC764CF19DC6}" dt="2024-11-05T03:01:38.365" v="1984"/>
        <pc:sldMkLst>
          <pc:docMk/>
          <pc:sldMk cId="3058626297" sldId="1609"/>
        </pc:sldMkLst>
      </pc:sldChg>
      <pc:sldChg chg="addSp delSp modSp new mod">
        <pc:chgData name="Sanmukh Kuppannagari" userId="ad215094-da36-4b66-9c79-369a17aea26b" providerId="ADAL" clId="{C5355D82-D5E0-4131-B258-EC764CF19DC6}" dt="2024-11-05T03:06:28.790" v="2356" actId="1076"/>
        <pc:sldMkLst>
          <pc:docMk/>
          <pc:sldMk cId="2780095048" sldId="1610"/>
        </pc:sldMkLst>
      </pc:sldChg>
      <pc:sldChg chg="modSp add mod">
        <pc:chgData name="Sanmukh Kuppannagari" userId="ad215094-da36-4b66-9c79-369a17aea26b" providerId="ADAL" clId="{C5355D82-D5E0-4131-B258-EC764CF19DC6}" dt="2024-11-05T03:06:16.301" v="2352" actId="20577"/>
        <pc:sldMkLst>
          <pc:docMk/>
          <pc:sldMk cId="4256113819" sldId="1611"/>
        </pc:sldMkLst>
      </pc:sldChg>
      <pc:sldChg chg="modSp new mod">
        <pc:chgData name="Sanmukh Kuppannagari" userId="ad215094-da36-4b66-9c79-369a17aea26b" providerId="ADAL" clId="{C5355D82-D5E0-4131-B258-EC764CF19DC6}" dt="2024-11-05T03:03:34.555" v="2045" actId="207"/>
        <pc:sldMkLst>
          <pc:docMk/>
          <pc:sldMk cId="2933520038" sldId="1612"/>
        </pc:sldMkLst>
      </pc:sldChg>
      <pc:sldChg chg="modSp add mod">
        <pc:chgData name="Sanmukh Kuppannagari" userId="ad215094-da36-4b66-9c79-369a17aea26b" providerId="ADAL" clId="{C5355D82-D5E0-4131-B258-EC764CF19DC6}" dt="2024-11-05T03:04:03.723" v="2092" actId="207"/>
        <pc:sldMkLst>
          <pc:docMk/>
          <pc:sldMk cId="406680847" sldId="1613"/>
        </pc:sldMkLst>
      </pc:sldChg>
      <pc:sldChg chg="modSp add mod">
        <pc:chgData name="Sanmukh Kuppannagari" userId="ad215094-da36-4b66-9c79-369a17aea26b" providerId="ADAL" clId="{C5355D82-D5E0-4131-B258-EC764CF19DC6}" dt="2024-11-05T03:06:42.176" v="2359" actId="20577"/>
        <pc:sldMkLst>
          <pc:docMk/>
          <pc:sldMk cId="921639447" sldId="1614"/>
        </pc:sldMkLst>
      </pc:sldChg>
      <pc:sldChg chg="modSp add mod">
        <pc:chgData name="Sanmukh Kuppannagari" userId="ad215094-da36-4b66-9c79-369a17aea26b" providerId="ADAL" clId="{C5355D82-D5E0-4131-B258-EC764CF19DC6}" dt="2024-11-05T03:11:05.996" v="2565" actId="20577"/>
        <pc:sldMkLst>
          <pc:docMk/>
          <pc:sldMk cId="905905525" sldId="1615"/>
        </pc:sldMkLst>
      </pc:sldChg>
      <pc:sldChg chg="modSp new mod">
        <pc:chgData name="Sanmukh Kuppannagari" userId="ad215094-da36-4b66-9c79-369a17aea26b" providerId="ADAL" clId="{C5355D82-D5E0-4131-B258-EC764CF19DC6}" dt="2024-11-05T03:13:27.209" v="2837" actId="20577"/>
        <pc:sldMkLst>
          <pc:docMk/>
          <pc:sldMk cId="4182474925" sldId="1616"/>
        </pc:sldMkLst>
      </pc:sldChg>
      <pc:sldChg chg="modSp add mod">
        <pc:chgData name="Sanmukh Kuppannagari" userId="ad215094-da36-4b66-9c79-369a17aea26b" providerId="ADAL" clId="{C5355D82-D5E0-4131-B258-EC764CF19DC6}" dt="2024-11-05T03:26:46.299" v="3065" actId="113"/>
        <pc:sldMkLst>
          <pc:docMk/>
          <pc:sldMk cId="2087289126" sldId="1617"/>
        </pc:sldMkLst>
      </pc:sldChg>
      <pc:sldChg chg="addSp delSp modSp add mod">
        <pc:chgData name="Sanmukh Kuppannagari" userId="ad215094-da36-4b66-9c79-369a17aea26b" providerId="ADAL" clId="{C5355D82-D5E0-4131-B258-EC764CF19DC6}" dt="2024-11-05T03:27:30.514" v="3080" actId="27636"/>
        <pc:sldMkLst>
          <pc:docMk/>
          <pc:sldMk cId="993807214" sldId="1618"/>
        </pc:sldMkLst>
      </pc:sldChg>
      <pc:sldChg chg="modSp new mod">
        <pc:chgData name="Sanmukh Kuppannagari" userId="ad215094-da36-4b66-9c79-369a17aea26b" providerId="ADAL" clId="{C5355D82-D5E0-4131-B258-EC764CF19DC6}" dt="2024-11-05T04:03:30.910" v="3717" actId="20577"/>
        <pc:sldMkLst>
          <pc:docMk/>
          <pc:sldMk cId="414805936" sldId="1619"/>
        </pc:sldMkLst>
      </pc:sldChg>
      <pc:sldChg chg="addSp delSp modSp new mod">
        <pc:chgData name="Sanmukh Kuppannagari" userId="ad215094-da36-4b66-9c79-369a17aea26b" providerId="ADAL" clId="{C5355D82-D5E0-4131-B258-EC764CF19DC6}" dt="2024-11-05T03:46:17.417" v="3344" actId="14100"/>
        <pc:sldMkLst>
          <pc:docMk/>
          <pc:sldMk cId="1714458313" sldId="1620"/>
        </pc:sldMkLst>
      </pc:sldChg>
      <pc:sldChg chg="addSp modSp add mod">
        <pc:chgData name="Sanmukh Kuppannagari" userId="ad215094-da36-4b66-9c79-369a17aea26b" providerId="ADAL" clId="{C5355D82-D5E0-4131-B258-EC764CF19DC6}" dt="2024-11-05T03:47:54.927" v="3441" actId="20577"/>
        <pc:sldMkLst>
          <pc:docMk/>
          <pc:sldMk cId="2562125515" sldId="1621"/>
        </pc:sldMkLst>
      </pc:sldChg>
      <pc:sldChg chg="addSp modSp add mod">
        <pc:chgData name="Sanmukh Kuppannagari" userId="ad215094-da36-4b66-9c79-369a17aea26b" providerId="ADAL" clId="{C5355D82-D5E0-4131-B258-EC764CF19DC6}" dt="2024-11-05T03:48:58.851" v="3528" actId="20577"/>
        <pc:sldMkLst>
          <pc:docMk/>
          <pc:sldMk cId="4214346942" sldId="1622"/>
        </pc:sldMkLst>
      </pc:sldChg>
      <pc:sldChg chg="addSp delSp modSp new mod">
        <pc:chgData name="Sanmukh Kuppannagari" userId="ad215094-da36-4b66-9c79-369a17aea26b" providerId="ADAL" clId="{C5355D82-D5E0-4131-B258-EC764CF19DC6}" dt="2024-11-05T13:33:33.560" v="4056" actId="14100"/>
        <pc:sldMkLst>
          <pc:docMk/>
          <pc:sldMk cId="1160332016" sldId="1623"/>
        </pc:sldMkLst>
      </pc:sldChg>
      <pc:sldChg chg="delSp modSp add mod">
        <pc:chgData name="Sanmukh Kuppannagari" userId="ad215094-da36-4b66-9c79-369a17aea26b" providerId="ADAL" clId="{C5355D82-D5E0-4131-B258-EC764CF19DC6}" dt="2024-11-05T13:37:54.565" v="4615" actId="20577"/>
        <pc:sldMkLst>
          <pc:docMk/>
          <pc:sldMk cId="980671827" sldId="1624"/>
        </pc:sldMkLst>
      </pc:sldChg>
      <pc:sldChg chg="addSp modSp add mod">
        <pc:chgData name="Sanmukh Kuppannagari" userId="ad215094-da36-4b66-9c79-369a17aea26b" providerId="ADAL" clId="{C5355D82-D5E0-4131-B258-EC764CF19DC6}" dt="2024-11-05T13:39:07.965" v="4622" actId="14100"/>
        <pc:sldMkLst>
          <pc:docMk/>
          <pc:sldMk cId="157613999" sldId="1625"/>
        </pc:sldMkLst>
      </pc:sldChg>
      <pc:sldChg chg="addSp delSp modSp add mod">
        <pc:chgData name="Sanmukh Kuppannagari" userId="ad215094-da36-4b66-9c79-369a17aea26b" providerId="ADAL" clId="{C5355D82-D5E0-4131-B258-EC764CF19DC6}" dt="2024-11-05T13:49:18.579" v="4685" actId="478"/>
        <pc:sldMkLst>
          <pc:docMk/>
          <pc:sldMk cId="3294109236" sldId="1626"/>
        </pc:sldMkLst>
      </pc:sldChg>
      <pc:sldChg chg="addSp delSp modSp add mod">
        <pc:chgData name="Sanmukh Kuppannagari" userId="ad215094-da36-4b66-9c79-369a17aea26b" providerId="ADAL" clId="{C5355D82-D5E0-4131-B258-EC764CF19DC6}" dt="2024-11-05T14:00:05.744" v="5129" actId="1036"/>
        <pc:sldMkLst>
          <pc:docMk/>
          <pc:sldMk cId="2829692619" sldId="1627"/>
        </pc:sldMkLst>
      </pc:sldChg>
      <pc:sldChg chg="modSp add mod">
        <pc:chgData name="Sanmukh Kuppannagari" userId="ad215094-da36-4b66-9c79-369a17aea26b" providerId="ADAL" clId="{C5355D82-D5E0-4131-B258-EC764CF19DC6}" dt="2024-11-05T14:01:03.095" v="5237" actId="20577"/>
        <pc:sldMkLst>
          <pc:docMk/>
          <pc:sldMk cId="2811330501" sldId="1628"/>
        </pc:sldMkLst>
      </pc:sldChg>
      <pc:sldChg chg="delSp modSp add mod">
        <pc:chgData name="Sanmukh Kuppannagari" userId="ad215094-da36-4b66-9c79-369a17aea26b" providerId="ADAL" clId="{C5355D82-D5E0-4131-B258-EC764CF19DC6}" dt="2024-11-05T14:04:36.458" v="5452" actId="113"/>
        <pc:sldMkLst>
          <pc:docMk/>
          <pc:sldMk cId="3815602038" sldId="1629"/>
        </pc:sldMkLst>
      </pc:sldChg>
      <pc:sldChg chg="modSp add mod">
        <pc:chgData name="Sanmukh Kuppannagari" userId="ad215094-da36-4b66-9c79-369a17aea26b" providerId="ADAL" clId="{C5355D82-D5E0-4131-B258-EC764CF19DC6}" dt="2024-11-05T14:05:45.120" v="5576" actId="207"/>
        <pc:sldMkLst>
          <pc:docMk/>
          <pc:sldMk cId="2883496550" sldId="1630"/>
        </pc:sldMkLst>
      </pc:sldChg>
      <pc:sldChg chg="addSp modSp add mod">
        <pc:chgData name="Sanmukh Kuppannagari" userId="ad215094-da36-4b66-9c79-369a17aea26b" providerId="ADAL" clId="{C5355D82-D5E0-4131-B258-EC764CF19DC6}" dt="2024-11-05T14:06:54.834" v="5584" actId="207"/>
        <pc:sldMkLst>
          <pc:docMk/>
          <pc:sldMk cId="1288722780" sldId="1631"/>
        </pc:sldMkLst>
      </pc:sldChg>
      <pc:sldChg chg="modSp add mod">
        <pc:chgData name="Sanmukh Kuppannagari" userId="ad215094-da36-4b66-9c79-369a17aea26b" providerId="ADAL" clId="{C5355D82-D5E0-4131-B258-EC764CF19DC6}" dt="2024-11-05T14:16:30.888" v="6223" actId="207"/>
        <pc:sldMkLst>
          <pc:docMk/>
          <pc:sldMk cId="977554441" sldId="1632"/>
        </pc:sldMkLst>
      </pc:sldChg>
      <pc:sldChg chg="modSp add mod">
        <pc:chgData name="Sanmukh Kuppannagari" userId="ad215094-da36-4b66-9c79-369a17aea26b" providerId="ADAL" clId="{C5355D82-D5E0-4131-B258-EC764CF19DC6}" dt="2024-11-05T14:08:50.244" v="5656" actId="1076"/>
        <pc:sldMkLst>
          <pc:docMk/>
          <pc:sldMk cId="436635294" sldId="1633"/>
        </pc:sldMkLst>
      </pc:sldChg>
      <pc:sldChg chg="modSp new mod">
        <pc:chgData name="Sanmukh Kuppannagari" userId="ad215094-da36-4b66-9c79-369a17aea26b" providerId="ADAL" clId="{C5355D82-D5E0-4131-B258-EC764CF19DC6}" dt="2024-11-05T14:12:08.020" v="5984" actId="20577"/>
        <pc:sldMkLst>
          <pc:docMk/>
          <pc:sldMk cId="2916696527" sldId="1634"/>
        </pc:sldMkLst>
      </pc:sldChg>
      <pc:sldChg chg="modSp add mod">
        <pc:chgData name="Sanmukh Kuppannagari" userId="ad215094-da36-4b66-9c79-369a17aea26b" providerId="ADAL" clId="{C5355D82-D5E0-4131-B258-EC764CF19DC6}" dt="2024-11-05T14:13:09.825" v="6105" actId="20577"/>
        <pc:sldMkLst>
          <pc:docMk/>
          <pc:sldMk cId="2093206662" sldId="1635"/>
        </pc:sldMkLst>
      </pc:sldChg>
      <pc:sldChg chg="addSp modSp add mod">
        <pc:chgData name="Sanmukh Kuppannagari" userId="ad215094-da36-4b66-9c79-369a17aea26b" providerId="ADAL" clId="{C5355D82-D5E0-4131-B258-EC764CF19DC6}" dt="2024-11-05T14:17:38.530" v="6263" actId="1076"/>
        <pc:sldMkLst>
          <pc:docMk/>
          <pc:sldMk cId="1357504419" sldId="1636"/>
        </pc:sldMkLst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C8CDBD4B-E4D7-4CA0-A4AD-DF1A5A47F461}"/>
    <pc:docChg chg="undo custSel addSld delSld modSld sldOrd">
      <pc:chgData name="Sanmukh Kuppannagari" userId="ad215094-da36-4b66-9c79-369a17aea26b" providerId="ADAL" clId="{C8CDBD4B-E4D7-4CA0-A4AD-DF1A5A47F461}" dt="2024-10-31T17:40:07.948" v="1046" actId="20577"/>
      <pc:docMkLst>
        <pc:docMk/>
      </pc:docMkLst>
      <pc:sldChg chg="modSp mod">
        <pc:chgData name="Sanmukh Kuppannagari" userId="ad215094-da36-4b66-9c79-369a17aea26b" providerId="ADAL" clId="{C8CDBD4B-E4D7-4CA0-A4AD-DF1A5A47F461}" dt="2024-10-31T02:04:39.867" v="2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50079441" sldId="328"/>
        </pc:sldMkLst>
      </pc:sldChg>
      <pc:sldChg chg="modSp add del mod">
        <pc:chgData name="Sanmukh Kuppannagari" userId="ad215094-da36-4b66-9c79-369a17aea26b" providerId="ADAL" clId="{C8CDBD4B-E4D7-4CA0-A4AD-DF1A5A47F461}" dt="2024-10-31T02:23:20.419" v="460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29983926" sldId="42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2973371" sldId="42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53733990" sldId="42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51445815" sldId="42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1899917" sldId="42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44291425" sldId="42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836978265" sldId="43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11539244" sldId="43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8570096" sldId="43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576002580" sldId="43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63207235" sldId="43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90935921" sldId="43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940354538" sldId="43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6867335" sldId="43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011520680" sldId="43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6261468" sldId="44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323582431" sldId="44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65966128" sldId="44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632519047" sldId="44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54119236" sldId="44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3254755" sldId="44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9819789" sldId="44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100843867" sldId="44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55613574" sldId="44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20382076" sldId="45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39188923" sldId="45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45858176" sldId="45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454390023" sldId="45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4613922" sldId="45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856037237" sldId="456"/>
        </pc:sldMkLst>
      </pc:sldChg>
      <pc:sldChg chg="add ord">
        <pc:chgData name="Sanmukh Kuppannagari" userId="ad215094-da36-4b66-9c79-369a17aea26b" providerId="ADAL" clId="{C8CDBD4B-E4D7-4CA0-A4AD-DF1A5A47F461}" dt="2024-10-31T02:24:13.534" v="463"/>
        <pc:sldMkLst>
          <pc:docMk/>
          <pc:sldMk cId="341916898" sldId="457"/>
        </pc:sldMkLst>
      </pc:sldChg>
      <pc:sldChg chg="addSp delSp modSp add mod">
        <pc:chgData name="Sanmukh Kuppannagari" userId="ad215094-da36-4b66-9c79-369a17aea26b" providerId="ADAL" clId="{C8CDBD4B-E4D7-4CA0-A4AD-DF1A5A47F461}" dt="2024-10-31T16:12:59.963" v="551" actId="20577"/>
        <pc:sldMkLst>
          <pc:docMk/>
          <pc:sldMk cId="2601988511" sldId="460"/>
        </pc:sldMkLst>
      </pc:sldChg>
      <pc:sldChg chg="addSp delSp modSp add del mod">
        <pc:chgData name="Sanmukh Kuppannagari" userId="ad215094-da36-4b66-9c79-369a17aea26b" providerId="ADAL" clId="{C8CDBD4B-E4D7-4CA0-A4AD-DF1A5A47F461}" dt="2024-10-31T02:26:50.639" v="523" actId="47"/>
        <pc:sldMkLst>
          <pc:docMk/>
          <pc:sldMk cId="3907957483" sldId="461"/>
        </pc:sldMkLst>
      </pc:sldChg>
      <pc:sldChg chg="addSp delSp modSp add mod">
        <pc:chgData name="Sanmukh Kuppannagari" userId="ad215094-da36-4b66-9c79-369a17aea26b" providerId="ADAL" clId="{C8CDBD4B-E4D7-4CA0-A4AD-DF1A5A47F461}" dt="2024-10-31T02:27:17.916" v="539" actId="20577"/>
        <pc:sldMkLst>
          <pc:docMk/>
          <pc:sldMk cId="481577837" sldId="463"/>
        </pc:sldMkLst>
      </pc:sldChg>
      <pc:sldChg chg="modSp add">
        <pc:chgData name="Sanmukh Kuppannagari" userId="ad215094-da36-4b66-9c79-369a17aea26b" providerId="ADAL" clId="{C8CDBD4B-E4D7-4CA0-A4AD-DF1A5A47F461}" dt="2024-10-31T02:27:46.531" v="543" actId="20577"/>
        <pc:sldMkLst>
          <pc:docMk/>
          <pc:sldMk cId="1187406926" sldId="464"/>
        </pc:sldMkLst>
      </pc:sldChg>
      <pc:sldChg chg="add">
        <pc:chgData name="Sanmukh Kuppannagari" userId="ad215094-da36-4b66-9c79-369a17aea26b" providerId="ADAL" clId="{C8CDBD4B-E4D7-4CA0-A4AD-DF1A5A47F461}" dt="2024-10-31T02:28:10.778" v="544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C8CDBD4B-E4D7-4CA0-A4AD-DF1A5A47F461}" dt="2024-10-31T16:13:34.143" v="555" actId="20577"/>
        <pc:sldMkLst>
          <pc:docMk/>
          <pc:sldMk cId="1515942174" sldId="478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20898153" sldId="479"/>
        </pc:sldMkLst>
      </pc:sldChg>
      <pc:sldChg chg="addSp modSp add mod">
        <pc:chgData name="Sanmukh Kuppannagari" userId="ad215094-da36-4b66-9c79-369a17aea26b" providerId="ADAL" clId="{C8CDBD4B-E4D7-4CA0-A4AD-DF1A5A47F461}" dt="2024-10-31T16:16:09.239" v="620" actId="20577"/>
        <pc:sldMkLst>
          <pc:docMk/>
          <pc:sldMk cId="95937722" sldId="48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928985008" sldId="482"/>
        </pc:sldMkLst>
      </pc:sldChg>
      <pc:sldChg chg="addSp modSp add mod">
        <pc:chgData name="Sanmukh Kuppannagari" userId="ad215094-da36-4b66-9c79-369a17aea26b" providerId="ADAL" clId="{C8CDBD4B-E4D7-4CA0-A4AD-DF1A5A47F461}" dt="2024-10-31T16:30:13.085" v="680" actId="207"/>
        <pc:sldMkLst>
          <pc:docMk/>
          <pc:sldMk cId="1617999572" sldId="483"/>
        </pc:sldMkLst>
      </pc:sldChg>
      <pc:sldChg chg="modSp add">
        <pc:chgData name="Sanmukh Kuppannagari" userId="ad215094-da36-4b66-9c79-369a17aea26b" providerId="ADAL" clId="{C8CDBD4B-E4D7-4CA0-A4AD-DF1A5A47F461}" dt="2024-10-31T16:29:23.304" v="638" actId="20577"/>
        <pc:sldMkLst>
          <pc:docMk/>
          <pc:sldMk cId="1110268650" sldId="484"/>
        </pc:sldMkLst>
      </pc:sldChg>
      <pc:sldChg chg="modSp add">
        <pc:chgData name="Sanmukh Kuppannagari" userId="ad215094-da36-4b66-9c79-369a17aea26b" providerId="ADAL" clId="{C8CDBD4B-E4D7-4CA0-A4AD-DF1A5A47F461}" dt="2024-10-31T16:29:44.632" v="646" actId="20577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949217274" sldId="486"/>
        </pc:sldMkLst>
      </pc:sldChg>
      <pc:sldChg chg="modSp add">
        <pc:chgData name="Sanmukh Kuppannagari" userId="ad215094-da36-4b66-9c79-369a17aea26b" providerId="ADAL" clId="{C8CDBD4B-E4D7-4CA0-A4AD-DF1A5A47F461}" dt="2024-10-31T16:34:59.605" v="699" actId="20577"/>
        <pc:sldMkLst>
          <pc:docMk/>
          <pc:sldMk cId="750096599" sldId="487"/>
        </pc:sldMkLst>
      </pc:sldChg>
      <pc:sldChg chg="modSp add">
        <pc:chgData name="Sanmukh Kuppannagari" userId="ad215094-da36-4b66-9c79-369a17aea26b" providerId="ADAL" clId="{C8CDBD4B-E4D7-4CA0-A4AD-DF1A5A47F461}" dt="2024-10-31T16:35:41.035" v="718" actId="20577"/>
        <pc:sldMkLst>
          <pc:docMk/>
          <pc:sldMk cId="2902185754" sldId="488"/>
        </pc:sldMkLst>
      </pc:sldChg>
      <pc:sldChg chg="modSp add">
        <pc:chgData name="Sanmukh Kuppannagari" userId="ad215094-da36-4b66-9c79-369a17aea26b" providerId="ADAL" clId="{C8CDBD4B-E4D7-4CA0-A4AD-DF1A5A47F461}" dt="2024-10-31T16:36:06.645" v="733" actId="20577"/>
        <pc:sldMkLst>
          <pc:docMk/>
          <pc:sldMk cId="3048045561" sldId="489"/>
        </pc:sldMkLst>
      </pc:sldChg>
      <pc:sldChg chg="modSp add">
        <pc:chgData name="Sanmukh Kuppannagari" userId="ad215094-da36-4b66-9c79-369a17aea26b" providerId="ADAL" clId="{C8CDBD4B-E4D7-4CA0-A4AD-DF1A5A47F461}" dt="2024-10-31T16:36:27.365" v="740" actId="20577"/>
        <pc:sldMkLst>
          <pc:docMk/>
          <pc:sldMk cId="1844141991" sldId="490"/>
        </pc:sldMkLst>
      </pc:sldChg>
      <pc:sldChg chg="modSp add">
        <pc:chgData name="Sanmukh Kuppannagari" userId="ad215094-da36-4b66-9c79-369a17aea26b" providerId="ADAL" clId="{C8CDBD4B-E4D7-4CA0-A4AD-DF1A5A47F461}" dt="2024-10-31T16:37:41.075" v="758" actId="20577"/>
        <pc:sldMkLst>
          <pc:docMk/>
          <pc:sldMk cId="300793038" sldId="491"/>
        </pc:sldMkLst>
      </pc:sldChg>
      <pc:sldChg chg="modSp add">
        <pc:chgData name="Sanmukh Kuppannagari" userId="ad215094-da36-4b66-9c79-369a17aea26b" providerId="ADAL" clId="{C8CDBD4B-E4D7-4CA0-A4AD-DF1A5A47F461}" dt="2024-10-31T16:38:09.053" v="775" actId="20577"/>
        <pc:sldMkLst>
          <pc:docMk/>
          <pc:sldMk cId="4160602476" sldId="492"/>
        </pc:sldMkLst>
      </pc:sldChg>
      <pc:sldChg chg="modSp add">
        <pc:chgData name="Sanmukh Kuppannagari" userId="ad215094-da36-4b66-9c79-369a17aea26b" providerId="ADAL" clId="{C8CDBD4B-E4D7-4CA0-A4AD-DF1A5A47F461}" dt="2024-10-31T16:38:24.966" v="783" actId="20577"/>
        <pc:sldMkLst>
          <pc:docMk/>
          <pc:sldMk cId="3476368844" sldId="493"/>
        </pc:sldMkLst>
      </pc:sldChg>
      <pc:sldChg chg="modSp add">
        <pc:chgData name="Sanmukh Kuppannagari" userId="ad215094-da36-4b66-9c79-369a17aea26b" providerId="ADAL" clId="{C8CDBD4B-E4D7-4CA0-A4AD-DF1A5A47F461}" dt="2024-10-31T16:39:08.819" v="806" actId="20577"/>
        <pc:sldMkLst>
          <pc:docMk/>
          <pc:sldMk cId="456626189" sldId="494"/>
        </pc:sldMkLst>
      </pc:sldChg>
      <pc:sldChg chg="modSp add">
        <pc:chgData name="Sanmukh Kuppannagari" userId="ad215094-da36-4b66-9c79-369a17aea26b" providerId="ADAL" clId="{C8CDBD4B-E4D7-4CA0-A4AD-DF1A5A47F461}" dt="2024-10-31T16:39:44.327" v="834" actId="20577"/>
        <pc:sldMkLst>
          <pc:docMk/>
          <pc:sldMk cId="1238860180" sldId="495"/>
        </pc:sldMkLst>
      </pc:sldChg>
      <pc:sldChg chg="modSp add">
        <pc:chgData name="Sanmukh Kuppannagari" userId="ad215094-da36-4b66-9c79-369a17aea26b" providerId="ADAL" clId="{C8CDBD4B-E4D7-4CA0-A4AD-DF1A5A47F461}" dt="2024-10-31T16:40:09.638" v="840" actId="20577"/>
        <pc:sldMkLst>
          <pc:docMk/>
          <pc:sldMk cId="2081575624" sldId="496"/>
        </pc:sldMkLst>
      </pc:sldChg>
      <pc:sldChg chg="modSp add">
        <pc:chgData name="Sanmukh Kuppannagari" userId="ad215094-da36-4b66-9c79-369a17aea26b" providerId="ADAL" clId="{C8CDBD4B-E4D7-4CA0-A4AD-DF1A5A47F461}" dt="2024-10-31T16:40:48.019" v="859" actId="20577"/>
        <pc:sldMkLst>
          <pc:docMk/>
          <pc:sldMk cId="842476258" sldId="497"/>
        </pc:sldMkLst>
      </pc:sldChg>
      <pc:sldChg chg="modSp add mod">
        <pc:chgData name="Sanmukh Kuppannagari" userId="ad215094-da36-4b66-9c79-369a17aea26b" providerId="ADAL" clId="{C8CDBD4B-E4D7-4CA0-A4AD-DF1A5A47F461}" dt="2024-10-31T16:41:41.844" v="884" actId="20577"/>
        <pc:sldMkLst>
          <pc:docMk/>
          <pc:sldMk cId="3045889812" sldId="498"/>
        </pc:sldMkLst>
      </pc:sldChg>
      <pc:sldChg chg="modSp add">
        <pc:chgData name="Sanmukh Kuppannagari" userId="ad215094-da36-4b66-9c79-369a17aea26b" providerId="ADAL" clId="{C8CDBD4B-E4D7-4CA0-A4AD-DF1A5A47F461}" dt="2024-10-31T16:41:55.636" v="890" actId="20577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919993" sldId="50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2526672" sldId="501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3638767231" sldId="502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237676536" sldId="506"/>
        </pc:sldMkLst>
      </pc:sldChg>
      <pc:sldChg chg="modSp mod">
        <pc:chgData name="Sanmukh Kuppannagari" userId="ad215094-da36-4b66-9c79-369a17aea26b" providerId="ADAL" clId="{C8CDBD4B-E4D7-4CA0-A4AD-DF1A5A47F461}" dt="2024-10-31T02:21:31.775" v="27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518660825" sldId="1552"/>
        </pc:sldMkLst>
      </pc:sldChg>
      <pc:sldChg chg="modSp mod">
        <pc:chgData name="Sanmukh Kuppannagari" userId="ad215094-da36-4b66-9c79-369a17aea26b" providerId="ADAL" clId="{C8CDBD4B-E4D7-4CA0-A4AD-DF1A5A47F461}" dt="2024-10-31T02:20:53.416" v="264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8CDBD4B-E4D7-4CA0-A4AD-DF1A5A47F461}" dt="2024-10-31T02:05:02.494" v="37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66667923" sldId="157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418387073" sldId="158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687000461" sldId="158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838156000" sldId="158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967358820" sldId="158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14611781" sldId="158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04593775" sldId="158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49565610" sldId="158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37341798" sldId="1587"/>
        </pc:sldMkLst>
      </pc:sldChg>
      <pc:sldChg chg="del">
        <pc:chgData name="Sanmukh Kuppannagari" userId="ad215094-da36-4b66-9c79-369a17aea26b" providerId="ADAL" clId="{C8CDBD4B-E4D7-4CA0-A4AD-DF1A5A47F461}" dt="2024-10-31T02:06:07.001" v="42" actId="47"/>
        <pc:sldMkLst>
          <pc:docMk/>
          <pc:sldMk cId="1322974604" sldId="1588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447559563" sldId="1589"/>
        </pc:sldMkLst>
      </pc:sldChg>
      <pc:sldChg chg="add 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50624807" sldId="1589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942984142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256363865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76289220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562871704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27211946" sldId="1592"/>
        </pc:sldMkLst>
      </pc:sldChg>
      <pc:sldChg chg="add">
        <pc:chgData name="Sanmukh Kuppannagari" userId="ad215094-da36-4b66-9c79-369a17aea26b" providerId="ADAL" clId="{C8CDBD4B-E4D7-4CA0-A4AD-DF1A5A47F461}" dt="2024-10-31T02:21:06.825" v="265"/>
        <pc:sldMkLst>
          <pc:docMk/>
          <pc:sldMk cId="1526805434" sldId="1592"/>
        </pc:sldMkLst>
      </pc:sldChg>
      <pc:sldChg chg="modSp new mod">
        <pc:chgData name="Sanmukh Kuppannagari" userId="ad215094-da36-4b66-9c79-369a17aea26b" providerId="ADAL" clId="{C8CDBD4B-E4D7-4CA0-A4AD-DF1A5A47F461}" dt="2024-10-31T02:22:20.157" v="451" actId="2057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765769096" sldId="1593"/>
        </pc:sldMkLst>
      </pc:sldChg>
      <pc:sldChg chg="addSp delSp modSp add mod">
        <pc:chgData name="Sanmukh Kuppannagari" userId="ad215094-da36-4b66-9c79-369a17aea26b" providerId="ADAL" clId="{C8CDBD4B-E4D7-4CA0-A4AD-DF1A5A47F461}" dt="2024-10-31T16:12:43.805" v="547" actId="20577"/>
        <pc:sldMkLst>
          <pc:docMk/>
          <pc:sldMk cId="2563867407" sldId="1594"/>
        </pc:sldMkLst>
      </pc:sldChg>
      <pc:sldChg chg="modSp add">
        <pc:chgData name="Sanmukh Kuppannagari" userId="ad215094-da36-4b66-9c79-369a17aea26b" providerId="ADAL" clId="{C8CDBD4B-E4D7-4CA0-A4AD-DF1A5A47F461}" dt="2024-10-31T16:12:52.610" v="549" actId="20577"/>
        <pc:sldMkLst>
          <pc:docMk/>
          <pc:sldMk cId="1367162041" sldId="1595"/>
        </pc:sldMkLst>
      </pc:sldChg>
      <pc:sldChg chg="addSp delSp modSp add mod">
        <pc:chgData name="Sanmukh Kuppannagari" userId="ad215094-da36-4b66-9c79-369a17aea26b" providerId="ADAL" clId="{C8CDBD4B-E4D7-4CA0-A4AD-DF1A5A47F461}" dt="2024-10-31T16:13:07.117" v="553" actId="20577"/>
        <pc:sldMkLst>
          <pc:docMk/>
          <pc:sldMk cId="3508594656" sldId="1596"/>
        </pc:sldMkLst>
      </pc:sldChg>
      <pc:sldChg chg="modSp new mod">
        <pc:chgData name="Sanmukh Kuppannagari" userId="ad215094-da36-4b66-9c79-369a17aea26b" providerId="ADAL" clId="{C8CDBD4B-E4D7-4CA0-A4AD-DF1A5A47F461}" dt="2024-10-31T17:40:07.948" v="1046" actId="20577"/>
        <pc:sldMkLst>
          <pc:docMk/>
          <pc:sldMk cId="692865834" sldId="1597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581B50A9-72F4-4B95-B03A-65D58777032F}"/>
    <pc:docChg chg="undo custSel addSld delSld modSld">
      <pc:chgData name="Sanmukh Kuppannagari" userId="ad215094-da36-4b66-9c79-369a17aea26b" providerId="ADAL" clId="{581B50A9-72F4-4B95-B03A-65D58777032F}" dt="2024-11-12T15:34:15.608" v="5830" actId="20577"/>
      <pc:docMkLst>
        <pc:docMk/>
      </pc:docMkLst>
      <pc:sldChg chg="modSp mod">
        <pc:chgData name="Sanmukh Kuppannagari" userId="ad215094-da36-4b66-9c79-369a17aea26b" providerId="ADAL" clId="{581B50A9-72F4-4B95-B03A-65D58777032F}" dt="2024-11-12T13:32:59.516" v="3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33229006" sldId="268"/>
        </pc:sldMkLst>
      </pc:sldChg>
      <pc:sldChg chg="add">
        <pc:chgData name="Sanmukh Kuppannagari" userId="ad215094-da36-4b66-9c79-369a17aea26b" providerId="ADAL" clId="{581B50A9-72F4-4B95-B03A-65D58777032F}" dt="2024-11-12T13:41:26.545" v="160"/>
        <pc:sldMkLst>
          <pc:docMk/>
          <pc:sldMk cId="419610907" sldId="269"/>
        </pc:sldMkLst>
      </pc:sldChg>
      <pc:sldChg chg="add">
        <pc:chgData name="Sanmukh Kuppannagari" userId="ad215094-da36-4b66-9c79-369a17aea26b" providerId="ADAL" clId="{581B50A9-72F4-4B95-B03A-65D58777032F}" dt="2024-11-12T14:58:37.426" v="3601"/>
        <pc:sldMkLst>
          <pc:docMk/>
          <pc:sldMk cId="2792377922" sldId="270"/>
        </pc:sldMkLst>
      </pc:sldChg>
      <pc:sldChg chg="addSp delSp modSp add mod">
        <pc:chgData name="Sanmukh Kuppannagari" userId="ad215094-da36-4b66-9c79-369a17aea26b" providerId="ADAL" clId="{581B50A9-72F4-4B95-B03A-65D58777032F}" dt="2024-11-12T15:10:45.516" v="4338" actId="14100"/>
        <pc:sldMkLst>
          <pc:docMk/>
          <pc:sldMk cId="1680120527" sldId="271"/>
        </pc:sldMkLst>
      </pc:sldChg>
      <pc:sldChg chg="modSp add mod">
        <pc:chgData name="Sanmukh Kuppannagari" userId="ad215094-da36-4b66-9c79-369a17aea26b" providerId="ADAL" clId="{581B50A9-72F4-4B95-B03A-65D58777032F}" dt="2024-11-12T15:34:15.608" v="5830" actId="20577"/>
        <pc:sldMkLst>
          <pc:docMk/>
          <pc:sldMk cId="2642091756" sldId="27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597565292" sldId="274"/>
        </pc:sldMkLst>
      </pc:sldChg>
      <pc:sldChg chg="addSp delSp modSp add mod">
        <pc:chgData name="Sanmukh Kuppannagari" userId="ad215094-da36-4b66-9c79-369a17aea26b" providerId="ADAL" clId="{581B50A9-72F4-4B95-B03A-65D58777032F}" dt="2024-11-12T14:44:39.302" v="3149" actId="20577"/>
        <pc:sldMkLst>
          <pc:docMk/>
          <pc:sldMk cId="528188491" sldId="2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524082761" sldId="306"/>
        </pc:sldMkLst>
      </pc:sldChg>
      <pc:sldChg chg="addSp delSp modSp add mod">
        <pc:chgData name="Sanmukh Kuppannagari" userId="ad215094-da36-4b66-9c79-369a17aea26b" providerId="ADAL" clId="{581B50A9-72F4-4B95-B03A-65D58777032F}" dt="2024-11-12T14:44:35.089" v="3145" actId="20577"/>
        <pc:sldMkLst>
          <pc:docMk/>
          <pc:sldMk cId="1503363967" sldId="307"/>
        </pc:sldMkLst>
      </pc:sldChg>
      <pc:sldChg chg="addSp delSp modSp add mod">
        <pc:chgData name="Sanmukh Kuppannagari" userId="ad215094-da36-4b66-9c79-369a17aea26b" providerId="ADAL" clId="{581B50A9-72F4-4B95-B03A-65D58777032F}" dt="2024-11-12T15:32:43.909" v="5815" actId="20577"/>
        <pc:sldMkLst>
          <pc:docMk/>
          <pc:sldMk cId="3467572805" sldId="31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583269833" sldId="33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81682477" sldId="33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702116543" sldId="33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09248266" sldId="33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9992507" sldId="335"/>
        </pc:sldMkLst>
      </pc:sldChg>
      <pc:sldChg chg="modSp add mod">
        <pc:chgData name="Sanmukh Kuppannagari" userId="ad215094-da36-4b66-9c79-369a17aea26b" providerId="ADAL" clId="{581B50A9-72F4-4B95-B03A-65D58777032F}" dt="2024-11-12T13:38:31.623" v="105" actId="20577"/>
        <pc:sldMkLst>
          <pc:docMk/>
          <pc:sldMk cId="3557461879" sldId="374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18218886" sldId="381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786365083" sldId="382"/>
        </pc:sldMkLst>
      </pc:sldChg>
      <pc:sldChg chg="addSp delSp modSp add mod">
        <pc:chgData name="Sanmukh Kuppannagari" userId="ad215094-da36-4b66-9c79-369a17aea26b" providerId="ADAL" clId="{581B50A9-72F4-4B95-B03A-65D58777032F}" dt="2024-11-12T15:27:38.664" v="5416" actId="20577"/>
        <pc:sldMkLst>
          <pc:docMk/>
          <pc:sldMk cId="765535228" sldId="39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51194251" sldId="39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49010110" sldId="395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66561092" sldId="3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203941809" sldId="39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888183405" sldId="39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59027184" sldId="39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399745747" sldId="400"/>
        </pc:sldMkLst>
      </pc:sldChg>
      <pc:sldChg chg="modSp add mod">
        <pc:chgData name="Sanmukh Kuppannagari" userId="ad215094-da36-4b66-9c79-369a17aea26b" providerId="ADAL" clId="{581B50A9-72F4-4B95-B03A-65D58777032F}" dt="2024-11-12T15:32:14.713" v="5762" actId="20577"/>
        <pc:sldMkLst>
          <pc:docMk/>
          <pc:sldMk cId="3669932227" sldId="401"/>
        </pc:sldMkLst>
      </pc:sldChg>
      <pc:sldChg chg="modSp add mod">
        <pc:chgData name="Sanmukh Kuppannagari" userId="ad215094-da36-4b66-9c79-369a17aea26b" providerId="ADAL" clId="{581B50A9-72F4-4B95-B03A-65D58777032F}" dt="2024-11-12T15:31:23.531" v="5720" actId="207"/>
        <pc:sldMkLst>
          <pc:docMk/>
          <pc:sldMk cId="3781257025" sldId="402"/>
        </pc:sldMkLst>
      </pc:sldChg>
      <pc:sldChg chg="modSp add mod">
        <pc:chgData name="Sanmukh Kuppannagari" userId="ad215094-da36-4b66-9c79-369a17aea26b" providerId="ADAL" clId="{581B50A9-72F4-4B95-B03A-65D58777032F}" dt="2024-11-12T15:33:29.973" v="5817" actId="20577"/>
        <pc:sldMkLst>
          <pc:docMk/>
          <pc:sldMk cId="2532226765" sldId="40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69614656" sldId="40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04695635" sldId="40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864559443" sldId="40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58244021" sldId="40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64297978" sldId="410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578242728" sldId="41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649591942" sldId="41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127968122" sldId="41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123372165" sldId="499"/>
        </pc:sldMkLst>
      </pc:sldChg>
      <pc:sldChg chg="modSp mod">
        <pc:chgData name="Sanmukh Kuppannagari" userId="ad215094-da36-4b66-9c79-369a17aea26b" providerId="ADAL" clId="{581B50A9-72F4-4B95-B03A-65D58777032F}" dt="2024-11-12T13:34:15.718" v="8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81B50A9-72F4-4B95-B03A-65D58777032F}" dt="2024-11-12T13:33:25.316" v="36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310001645" sldId="1569"/>
        </pc:sldMkLst>
      </pc:sldChg>
      <pc:sldChg chg="modSp new mod">
        <pc:chgData name="Sanmukh Kuppannagari" userId="ad215094-da36-4b66-9c79-369a17aea26b" providerId="ADAL" clId="{581B50A9-72F4-4B95-B03A-65D58777032F}" dt="2024-11-12T13:52:47.877" v="457" actId="20577"/>
        <pc:sldMkLst>
          <pc:docMk/>
          <pc:sldMk cId="3470486560" sldId="1569"/>
        </pc:sldMkLst>
      </pc:sldChg>
      <pc:sldChg chg="addSp modSp new mod">
        <pc:chgData name="Sanmukh Kuppannagari" userId="ad215094-da36-4b66-9c79-369a17aea26b" providerId="ADAL" clId="{581B50A9-72F4-4B95-B03A-65D58777032F}" dt="2024-11-12T13:56:52.276" v="744" actId="20577"/>
        <pc:sldMkLst>
          <pc:docMk/>
          <pc:sldMk cId="74582656" sldId="1570"/>
        </pc:sldMkLst>
      </pc:sldChg>
      <pc:sldChg chg="addSp modSp new mod">
        <pc:chgData name="Sanmukh Kuppannagari" userId="ad215094-da36-4b66-9c79-369a17aea26b" providerId="ADAL" clId="{581B50A9-72F4-4B95-B03A-65D58777032F}" dt="2024-11-12T14:33:42.396" v="2656" actId="14100"/>
        <pc:sldMkLst>
          <pc:docMk/>
          <pc:sldMk cId="2896380269" sldId="1571"/>
        </pc:sldMkLst>
      </pc:sldChg>
      <pc:sldChg chg="addSp delSp modSp new mod">
        <pc:chgData name="Sanmukh Kuppannagari" userId="ad215094-da36-4b66-9c79-369a17aea26b" providerId="ADAL" clId="{581B50A9-72F4-4B95-B03A-65D58777032F}" dt="2024-11-12T14:36:25.832" v="2658" actId="20577"/>
        <pc:sldMkLst>
          <pc:docMk/>
          <pc:sldMk cId="3951137548" sldId="1572"/>
        </pc:sldMkLst>
      </pc:sldChg>
      <pc:sldChg chg="addSp delSp modSp add mod">
        <pc:chgData name="Sanmukh Kuppannagari" userId="ad215094-da36-4b66-9c79-369a17aea26b" providerId="ADAL" clId="{581B50A9-72F4-4B95-B03A-65D58777032F}" dt="2024-11-12T14:36:31.284" v="2660" actId="20577"/>
        <pc:sldMkLst>
          <pc:docMk/>
          <pc:sldMk cId="2230120584" sldId="1573"/>
        </pc:sldMkLst>
      </pc:sldChg>
      <pc:sldChg chg="addSp modSp add mod">
        <pc:chgData name="Sanmukh Kuppannagari" userId="ad215094-da36-4b66-9c79-369a17aea26b" providerId="ADAL" clId="{581B50A9-72F4-4B95-B03A-65D58777032F}" dt="2024-11-12T14:36:36.409" v="2662" actId="2057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887999413" sldId="1575"/>
        </pc:sldMkLst>
      </pc:sldChg>
      <pc:sldChg chg="modSp new mod">
        <pc:chgData name="Sanmukh Kuppannagari" userId="ad215094-da36-4b66-9c79-369a17aea26b" providerId="ADAL" clId="{581B50A9-72F4-4B95-B03A-65D58777032F}" dt="2024-11-12T14:15:20.686" v="1371" actId="20577"/>
        <pc:sldMkLst>
          <pc:docMk/>
          <pc:sldMk cId="3064485244" sldId="1575"/>
        </pc:sldMkLst>
      </pc:sldChg>
      <pc:sldChg chg="addSp modSp new mod">
        <pc:chgData name="Sanmukh Kuppannagari" userId="ad215094-da36-4b66-9c79-369a17aea26b" providerId="ADAL" clId="{581B50A9-72F4-4B95-B03A-65D58777032F}" dt="2024-11-12T14:25:42.813" v="2147" actId="2057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581B50A9-72F4-4B95-B03A-65D58777032F}" dt="2024-11-12T14:20:58.810" v="1611" actId="478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97900727" sldId="1578"/>
        </pc:sldMkLst>
      </pc:sldChg>
      <pc:sldChg chg="addSp modSp add mod">
        <pc:chgData name="Sanmukh Kuppannagari" userId="ad215094-da36-4b66-9c79-369a17aea26b" providerId="ADAL" clId="{581B50A9-72F4-4B95-B03A-65D58777032F}" dt="2024-11-12T14:23:09.387" v="1848" actId="20577"/>
        <pc:sldMkLst>
          <pc:docMk/>
          <pc:sldMk cId="2990319068" sldId="1578"/>
        </pc:sldMkLst>
      </pc:sldChg>
      <pc:sldChg chg="addSp delSp modSp add mod">
        <pc:chgData name="Sanmukh Kuppannagari" userId="ad215094-da36-4b66-9c79-369a17aea26b" providerId="ADAL" clId="{581B50A9-72F4-4B95-B03A-65D58777032F}" dt="2024-11-12T14:23:13.494" v="1850" actId="20577"/>
        <pc:sldMkLst>
          <pc:docMk/>
          <pc:sldMk cId="1968236297" sldId="1579"/>
        </pc:sldMkLst>
      </pc:sldChg>
      <pc:sldChg chg="delSp modSp add mod">
        <pc:chgData name="Sanmukh Kuppannagari" userId="ad215094-da36-4b66-9c79-369a17aea26b" providerId="ADAL" clId="{581B50A9-72F4-4B95-B03A-65D58777032F}" dt="2024-11-12T14:23:17.140" v="1852" actId="20577"/>
        <pc:sldMkLst>
          <pc:docMk/>
          <pc:sldMk cId="1753347635" sldId="1580"/>
        </pc:sldMkLst>
      </pc:sldChg>
      <pc:sldChg chg="addSp modSp add mod">
        <pc:chgData name="Sanmukh Kuppannagari" userId="ad215094-da36-4b66-9c79-369a17aea26b" providerId="ADAL" clId="{581B50A9-72F4-4B95-B03A-65D58777032F}" dt="2024-11-12T14:24:04.934" v="1926" actId="20577"/>
        <pc:sldMkLst>
          <pc:docMk/>
          <pc:sldMk cId="3584237781" sldId="1581"/>
        </pc:sldMkLst>
      </pc:sldChg>
      <pc:sldChg chg="modSp add mod">
        <pc:chgData name="Sanmukh Kuppannagari" userId="ad215094-da36-4b66-9c79-369a17aea26b" providerId="ADAL" clId="{581B50A9-72F4-4B95-B03A-65D58777032F}" dt="2024-11-12T14:24:50.141" v="1992" actId="20577"/>
        <pc:sldMkLst>
          <pc:docMk/>
          <pc:sldMk cId="4258452458" sldId="1582"/>
        </pc:sldMkLst>
      </pc:sldChg>
      <pc:sldChg chg="modSp add mod">
        <pc:chgData name="Sanmukh Kuppannagari" userId="ad215094-da36-4b66-9c79-369a17aea26b" providerId="ADAL" clId="{581B50A9-72F4-4B95-B03A-65D58777032F}" dt="2024-11-12T14:26:25.918" v="2191" actId="20577"/>
        <pc:sldMkLst>
          <pc:docMk/>
          <pc:sldMk cId="3757350365" sldId="1583"/>
        </pc:sldMkLst>
      </pc:sldChg>
      <pc:sldChg chg="addSp modSp new mod">
        <pc:chgData name="Sanmukh Kuppannagari" userId="ad215094-da36-4b66-9c79-369a17aea26b" providerId="ADAL" clId="{581B50A9-72F4-4B95-B03A-65D58777032F}" dt="2024-11-12T14:30:56.931" v="2402" actId="1076"/>
        <pc:sldMkLst>
          <pc:docMk/>
          <pc:sldMk cId="2493925970" sldId="1584"/>
        </pc:sldMkLst>
      </pc:sldChg>
      <pc:sldChg chg="new del">
        <pc:chgData name="Sanmukh Kuppannagari" userId="ad215094-da36-4b66-9c79-369a17aea26b" providerId="ADAL" clId="{581B50A9-72F4-4B95-B03A-65D58777032F}" dt="2024-11-12T14:27:10.490" v="2193" actId="47"/>
        <pc:sldMkLst>
          <pc:docMk/>
          <pc:sldMk cId="2618034380" sldId="1584"/>
        </pc:sldMkLst>
      </pc:sldChg>
      <pc:sldChg chg="addSp delSp modSp add mod">
        <pc:chgData name="Sanmukh Kuppannagari" userId="ad215094-da36-4b66-9c79-369a17aea26b" providerId="ADAL" clId="{581B50A9-72F4-4B95-B03A-65D58777032F}" dt="2024-11-12T14:32:16.956" v="2456" actId="20577"/>
        <pc:sldMkLst>
          <pc:docMk/>
          <pc:sldMk cId="2987105228" sldId="1585"/>
        </pc:sldMkLst>
      </pc:sldChg>
      <pc:sldChg chg="modSp add mod">
        <pc:chgData name="Sanmukh Kuppannagari" userId="ad215094-da36-4b66-9c79-369a17aea26b" providerId="ADAL" clId="{581B50A9-72F4-4B95-B03A-65D58777032F}" dt="2024-11-12T14:32:22.238" v="2458" actId="20577"/>
        <pc:sldMkLst>
          <pc:docMk/>
          <pc:sldMk cId="1153630353" sldId="1586"/>
        </pc:sldMkLst>
      </pc:sldChg>
      <pc:sldChg chg="addSp delSp modSp new mod">
        <pc:chgData name="Sanmukh Kuppannagari" userId="ad215094-da36-4b66-9c79-369a17aea26b" providerId="ADAL" clId="{581B50A9-72F4-4B95-B03A-65D58777032F}" dt="2024-11-12T14:40:31.582" v="2960" actId="207"/>
        <pc:sldMkLst>
          <pc:docMk/>
          <pc:sldMk cId="2823089004" sldId="1587"/>
        </pc:sldMkLst>
      </pc:sldChg>
      <pc:sldChg chg="addSp modSp add mod">
        <pc:chgData name="Sanmukh Kuppannagari" userId="ad215094-da36-4b66-9c79-369a17aea26b" providerId="ADAL" clId="{581B50A9-72F4-4B95-B03A-65D58777032F}" dt="2024-11-12T14:42:00.698" v="3078" actId="1076"/>
        <pc:sldMkLst>
          <pc:docMk/>
          <pc:sldMk cId="868054796" sldId="1588"/>
        </pc:sldMkLst>
      </pc:sldChg>
      <pc:sldChg chg="addSp delSp modSp new mod modClrScheme chgLayout">
        <pc:chgData name="Sanmukh Kuppannagari" userId="ad215094-da36-4b66-9c79-369a17aea26b" providerId="ADAL" clId="{581B50A9-72F4-4B95-B03A-65D58777032F}" dt="2024-11-12T14:51:56.632" v="3395"/>
        <pc:sldMkLst>
          <pc:docMk/>
          <pc:sldMk cId="1099178132" sldId="1589"/>
        </pc:sldMkLst>
      </pc:sldChg>
      <pc:sldChg chg="modSp new del mod">
        <pc:chgData name="Sanmukh Kuppannagari" userId="ad215094-da36-4b66-9c79-369a17aea26b" providerId="ADAL" clId="{581B50A9-72F4-4B95-B03A-65D58777032F}" dt="2024-11-12T14:54:22.518" v="3452" actId="47"/>
        <pc:sldMkLst>
          <pc:docMk/>
          <pc:sldMk cId="104261516" sldId="1590"/>
        </pc:sldMkLst>
      </pc:sldChg>
      <pc:sldChg chg="modSp add mod">
        <pc:chgData name="Sanmukh Kuppannagari" userId="ad215094-da36-4b66-9c79-369a17aea26b" providerId="ADAL" clId="{581B50A9-72F4-4B95-B03A-65D58777032F}" dt="2024-11-12T15:16:10.901" v="4391" actId="20577"/>
        <pc:sldMkLst>
          <pc:docMk/>
          <pc:sldMk cId="3460381202" sldId="1591"/>
        </pc:sldMkLst>
      </pc:sldChg>
      <pc:sldChg chg="modSp new mod">
        <pc:chgData name="Sanmukh Kuppannagari" userId="ad215094-da36-4b66-9c79-369a17aea26b" providerId="ADAL" clId="{581B50A9-72F4-4B95-B03A-65D58777032F}" dt="2024-11-12T15:16:53.172" v="4511" actId="20577"/>
        <pc:sldMkLst>
          <pc:docMk/>
          <pc:sldMk cId="2317587595" sldId="1592"/>
        </pc:sldMkLst>
      </pc:sldChg>
      <pc:sldChg chg="modSp add mod">
        <pc:chgData name="Sanmukh Kuppannagari" userId="ad215094-da36-4b66-9c79-369a17aea26b" providerId="ADAL" clId="{581B50A9-72F4-4B95-B03A-65D58777032F}" dt="2024-11-12T15:11:03.767" v="4347" actId="20577"/>
        <pc:sldMkLst>
          <pc:docMk/>
          <pc:sldMk cId="1219640330" sldId="1593"/>
        </pc:sldMkLst>
      </pc:sldChg>
      <pc:sldChg chg="modSp add mod">
        <pc:chgData name="Sanmukh Kuppannagari" userId="ad215094-da36-4b66-9c79-369a17aea26b" providerId="ADAL" clId="{581B50A9-72F4-4B95-B03A-65D58777032F}" dt="2024-11-12T15:21:01.266" v="4909" actId="20577"/>
        <pc:sldMkLst>
          <pc:docMk/>
          <pc:sldMk cId="2815170906" sldId="1594"/>
        </pc:sldMkLst>
      </pc:sldChg>
      <pc:sldChg chg="add">
        <pc:chgData name="Sanmukh Kuppannagari" userId="ad215094-da36-4b66-9c79-369a17aea26b" providerId="ADAL" clId="{581B50A9-72F4-4B95-B03A-65D58777032F}" dt="2024-11-12T15:26:52.720" v="5279"/>
        <pc:sldMkLst>
          <pc:docMk/>
          <pc:sldMk cId="3871963494" sldId="1595"/>
        </pc:sldMkLst>
      </pc:sldChg>
      <pc:sldChg chg="modSp add mod">
        <pc:chgData name="Sanmukh Kuppannagari" userId="ad215094-da36-4b66-9c79-369a17aea26b" providerId="ADAL" clId="{581B50A9-72F4-4B95-B03A-65D58777032F}" dt="2024-11-12T15:29:29.887" v="5659" actId="20577"/>
        <pc:sldMkLst>
          <pc:docMk/>
          <pc:sldMk cId="1362236973" sldId="15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07402305" sldId="15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36635294" sldId="163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16696527" sldId="163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37974634" sldId="163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32770037" sldId="163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2786581" sldId="163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45155834" sldId="163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206030" sldId="164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50903322" sldId="164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27684509" sldId="164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765491602" sldId="164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93342492" sldId="164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70409120" sldId="164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639779663" sldId="164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86956841" sldId="164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42585612" sldId="164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275191448" sldId="164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854469762" sldId="165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65947422" sldId="165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0679193" sldId="165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6647267" sldId="165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77622787" sldId="165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40734978" sldId="165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2505045" sldId="165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01904922" sldId="165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59573420" sldId="166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57462687" sldId="166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562102177" sldId="166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37975433" sldId="166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025623174" sldId="166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77085988" sldId="166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589442" sldId="16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33549580" sldId="166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65070291" sldId="167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84615017" sldId="167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82264176" sldId="167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85731518" sldId="167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35089384" sldId="16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56943849" sldId="16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986577428" sldId="16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28041951" sldId="167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95840474" sldId="167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5717642" sldId="168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7910746" sldId="168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4890462" sldId="168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36858653" sldId="16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13173445" sldId="16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4376231" sldId="16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60636141" sldId="168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41286764" sldId="16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6889770" sldId="16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84912087" sldId="16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18DA49F4-CD4F-46E0-AB35-D6CB797BE416}"/>
    <pc:docChg chg="undo custSel addSld delSld modSld sldOrd">
      <pc:chgData name="Sanmukh Kuppannagari" userId="ad215094-da36-4b66-9c79-369a17aea26b" providerId="ADAL" clId="{18DA49F4-CD4F-46E0-AB35-D6CB797BE416}" dt="2025-11-11T15:52:46.732" v="2779" actId="20577"/>
      <pc:docMkLst>
        <pc:docMk/>
      </pc:docMkLst>
      <pc:sldChg chg="del">
        <pc:chgData name="Sanmukh Kuppannagari" userId="ad215094-da36-4b66-9c79-369a17aea26b" providerId="ADAL" clId="{18DA49F4-CD4F-46E0-AB35-D6CB797BE416}" dt="2025-11-11T14:11:21.251" v="207" actId="47"/>
        <pc:sldMkLst>
          <pc:docMk/>
          <pc:sldMk cId="419610907" sldId="269"/>
        </pc:sldMkLst>
      </pc:sldChg>
      <pc:sldChg chg="del">
        <pc:chgData name="Sanmukh Kuppannagari" userId="ad215094-da36-4b66-9c79-369a17aea26b" providerId="ADAL" clId="{18DA49F4-CD4F-46E0-AB35-D6CB797BE416}" dt="2025-11-11T15:30:03.648" v="2369" actId="47"/>
        <pc:sldMkLst>
          <pc:docMk/>
          <pc:sldMk cId="2642091756" sldId="272"/>
        </pc:sldMkLst>
      </pc:sldChg>
      <pc:sldChg chg="del">
        <pc:chgData name="Sanmukh Kuppannagari" userId="ad215094-da36-4b66-9c79-369a17aea26b" providerId="ADAL" clId="{18DA49F4-CD4F-46E0-AB35-D6CB797BE416}" dt="2025-11-11T15:30:06.003" v="2370" actId="47"/>
        <pc:sldMkLst>
          <pc:docMk/>
          <pc:sldMk cId="3597565292" sldId="274"/>
        </pc:sldMkLst>
      </pc:sldChg>
      <pc:sldChg chg="del">
        <pc:chgData name="Sanmukh Kuppannagari" userId="ad215094-da36-4b66-9c79-369a17aea26b" providerId="ADAL" clId="{18DA49F4-CD4F-46E0-AB35-D6CB797BE416}" dt="2025-11-11T15:30:15.632" v="2372" actId="47"/>
        <pc:sldMkLst>
          <pc:docMk/>
          <pc:sldMk cId="524082761" sldId="306"/>
        </pc:sldMkLst>
      </pc:sldChg>
      <pc:sldChg chg="modSp add mod">
        <pc:chgData name="Sanmukh Kuppannagari" userId="ad215094-da36-4b66-9c79-369a17aea26b" providerId="ADAL" clId="{18DA49F4-CD4F-46E0-AB35-D6CB797BE416}" dt="2025-11-11T14:15:38.067" v="227" actId="20577"/>
        <pc:sldMkLst>
          <pc:docMk/>
          <pc:sldMk cId="1503363967" sldId="307"/>
        </pc:sldMkLst>
        <pc:spChg chg="mod">
          <ac:chgData name="Sanmukh Kuppannagari" userId="ad215094-da36-4b66-9c79-369a17aea26b" providerId="ADAL" clId="{18DA49F4-CD4F-46E0-AB35-D6CB797BE416}" dt="2025-11-11T14:15:38.067" v="227" actId="20577"/>
          <ac:spMkLst>
            <pc:docMk/>
            <pc:sldMk cId="1503363967" sldId="307"/>
            <ac:spMk id="591874" creationId="{00000000-0000-0000-0000-000000000000}"/>
          </ac:spMkLst>
        </pc:spChg>
      </pc:sldChg>
      <pc:sldChg chg="del">
        <pc:chgData name="Sanmukh Kuppannagari" userId="ad215094-da36-4b66-9c79-369a17aea26b" providerId="ADAL" clId="{18DA49F4-CD4F-46E0-AB35-D6CB797BE416}" dt="2025-11-11T15:30:08.278" v="2371" actId="47"/>
        <pc:sldMkLst>
          <pc:docMk/>
          <pc:sldMk cId="1583269833" sldId="331"/>
        </pc:sldMkLst>
      </pc:sldChg>
      <pc:sldChg chg="addSp delSp modSp mod">
        <pc:chgData name="Sanmukh Kuppannagari" userId="ad215094-da36-4b66-9c79-369a17aea26b" providerId="ADAL" clId="{18DA49F4-CD4F-46E0-AB35-D6CB797BE416}" dt="2025-11-11T15:36:48.753" v="2518" actId="20577"/>
        <pc:sldMkLst>
          <pc:docMk/>
          <pc:sldMk cId="3781682477" sldId="332"/>
        </pc:sldMkLst>
        <pc:spChg chg="mod">
          <ac:chgData name="Sanmukh Kuppannagari" userId="ad215094-da36-4b66-9c79-369a17aea26b" providerId="ADAL" clId="{18DA49F4-CD4F-46E0-AB35-D6CB797BE416}" dt="2025-11-11T15:34:24.598" v="2381" actId="1076"/>
          <ac:spMkLst>
            <pc:docMk/>
            <pc:sldMk cId="3781682477" sldId="332"/>
            <ac:spMk id="2" creationId="{00000000-0000-0000-0000-000000000000}"/>
          </ac:spMkLst>
        </pc:spChg>
        <pc:spChg chg="add del mod">
          <ac:chgData name="Sanmukh Kuppannagari" userId="ad215094-da36-4b66-9c79-369a17aea26b" providerId="ADAL" clId="{18DA49F4-CD4F-46E0-AB35-D6CB797BE416}" dt="2025-11-11T15:33:49.883" v="2376" actId="478"/>
          <ac:spMkLst>
            <pc:docMk/>
            <pc:sldMk cId="3781682477" sldId="332"/>
            <ac:spMk id="4" creationId="{E5F3700E-AFF4-39BD-E69F-ED659D4B5298}"/>
          </ac:spMkLst>
        </pc:spChg>
        <pc:spChg chg="del">
          <ac:chgData name="Sanmukh Kuppannagari" userId="ad215094-da36-4b66-9c79-369a17aea26b" providerId="ADAL" clId="{18DA49F4-CD4F-46E0-AB35-D6CB797BE416}" dt="2025-11-11T15:33:47.894" v="2375" actId="478"/>
          <ac:spMkLst>
            <pc:docMk/>
            <pc:sldMk cId="3781682477" sldId="332"/>
            <ac:spMk id="5" creationId="{62490A05-0AC8-BD4F-8620-275693AA7AFA}"/>
          </ac:spMkLst>
        </pc:spChg>
        <pc:spChg chg="add del mod">
          <ac:chgData name="Sanmukh Kuppannagari" userId="ad215094-da36-4b66-9c79-369a17aea26b" providerId="ADAL" clId="{18DA49F4-CD4F-46E0-AB35-D6CB797BE416}" dt="2025-11-11T15:34:12.160" v="2379" actId="478"/>
          <ac:spMkLst>
            <pc:docMk/>
            <pc:sldMk cId="3781682477" sldId="332"/>
            <ac:spMk id="7" creationId="{4C8B674F-C339-7199-499D-69E116E7BFB6}"/>
          </ac:spMkLst>
        </pc:spChg>
        <pc:spChg chg="add mod">
          <ac:chgData name="Sanmukh Kuppannagari" userId="ad215094-da36-4b66-9c79-369a17aea26b" providerId="ADAL" clId="{18DA49F4-CD4F-46E0-AB35-D6CB797BE416}" dt="2025-11-11T15:36:48.753" v="2518" actId="20577"/>
          <ac:spMkLst>
            <pc:docMk/>
            <pc:sldMk cId="3781682477" sldId="332"/>
            <ac:spMk id="8" creationId="{9ED6FCA6-636B-51D0-6425-FADE762BB01B}"/>
          </ac:spMkLst>
        </pc:spChg>
        <pc:spChg chg="mod">
          <ac:chgData name="Sanmukh Kuppannagari" userId="ad215094-da36-4b66-9c79-369a17aea26b" providerId="ADAL" clId="{18DA49F4-CD4F-46E0-AB35-D6CB797BE416}" dt="2025-11-11T15:34:37.132" v="2382" actId="1076"/>
          <ac:spMkLst>
            <pc:docMk/>
            <pc:sldMk cId="3781682477" sldId="332"/>
            <ac:spMk id="23" creationId="{00000000-0000-0000-0000-000000000000}"/>
          </ac:spMkLst>
        </pc:spChg>
        <pc:spChg chg="del mod">
          <ac:chgData name="Sanmukh Kuppannagari" userId="ad215094-da36-4b66-9c79-369a17aea26b" providerId="ADAL" clId="{18DA49F4-CD4F-46E0-AB35-D6CB797BE416}" dt="2025-11-11T15:34:08.928" v="2378" actId="478"/>
          <ac:spMkLst>
            <pc:docMk/>
            <pc:sldMk cId="3781682477" sldId="332"/>
            <ac:spMk id="76" creationId="{1D28C176-CE48-074B-851E-232E1D03C37A}"/>
          </ac:spMkLst>
        </pc:spChg>
        <pc:spChg chg="del mod">
          <ac:chgData name="Sanmukh Kuppannagari" userId="ad215094-da36-4b66-9c79-369a17aea26b" providerId="ADAL" clId="{18DA49F4-CD4F-46E0-AB35-D6CB797BE416}" dt="2025-11-11T15:34:17.759" v="2380" actId="478"/>
          <ac:spMkLst>
            <pc:docMk/>
            <pc:sldMk cId="3781682477" sldId="332"/>
            <ac:spMk id="77" creationId="{0C70244C-BADA-344A-BEB4-06A1BD99E950}"/>
          </ac:spMkLst>
        </pc:spChg>
        <pc:spChg chg="mod">
          <ac:chgData name="Sanmukh Kuppannagari" userId="ad215094-da36-4b66-9c79-369a17aea26b" providerId="ADAL" clId="{18DA49F4-CD4F-46E0-AB35-D6CB797BE416}" dt="2025-11-11T15:34:24.598" v="2381" actId="1076"/>
          <ac:spMkLst>
            <pc:docMk/>
            <pc:sldMk cId="3781682477" sldId="332"/>
            <ac:spMk id="79" creationId="{31A8D5CC-A313-2A48-9B36-C39E55DECD89}"/>
          </ac:spMkLst>
        </pc:s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87" creationId="{A7EC2054-D01A-044D-A3A5-27C6D25626A0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93" creationId="{6F837CFD-0340-2644-98AB-69E2012F1808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99" creationId="{929F7DB2-2411-9344-BE29-F9C9A9E7CEC0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04" creationId="{E8CE24D9-9DB7-504B-B003-3681D5541AF5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09" creationId="{7457113A-E3C3-E445-AE7E-11E7C95628DB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14" creationId="{22123D84-94B8-8C45-8EAB-68D1E2ABC317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19" creationId="{778CBAE3-2B1D-C140-8B44-4097A4FF8A11}"/>
          </ac:grpSpMkLst>
        </pc:grpChg>
        <pc:grpChg chg="mod">
          <ac:chgData name="Sanmukh Kuppannagari" userId="ad215094-da36-4b66-9c79-369a17aea26b" providerId="ADAL" clId="{18DA49F4-CD4F-46E0-AB35-D6CB797BE416}" dt="2025-11-11T15:34:24.598" v="2381" actId="1076"/>
          <ac:grpSpMkLst>
            <pc:docMk/>
            <pc:sldMk cId="3781682477" sldId="332"/>
            <ac:grpSpMk id="124" creationId="{91B69303-5B19-3B4D-B69C-6D277C46964F}"/>
          </ac:grpSpMkLst>
        </pc:grpChg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1702116543" sldId="333"/>
        </pc:sldMkLst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2009248266" sldId="334"/>
        </pc:sldMkLst>
      </pc:sldChg>
      <pc:sldChg chg="del">
        <pc:chgData name="Sanmukh Kuppannagari" userId="ad215094-da36-4b66-9c79-369a17aea26b" providerId="ADAL" clId="{18DA49F4-CD4F-46E0-AB35-D6CB797BE416}" dt="2025-11-11T15:39:11.445" v="2532" actId="47"/>
        <pc:sldMkLst>
          <pc:docMk/>
          <pc:sldMk cId="339992507" sldId="335"/>
        </pc:sldMkLst>
      </pc:sldChg>
      <pc:sldChg chg="modSp mod">
        <pc:chgData name="Sanmukh Kuppannagari" userId="ad215094-da36-4b66-9c79-369a17aea26b" providerId="ADAL" clId="{18DA49F4-CD4F-46E0-AB35-D6CB797BE416}" dt="2025-11-11T14:11:11.616" v="206" actId="20577"/>
        <pc:sldMkLst>
          <pc:docMk/>
          <pc:sldMk cId="3557461879" sldId="374"/>
        </pc:sldMkLst>
        <pc:spChg chg="mod">
          <ac:chgData name="Sanmukh Kuppannagari" userId="ad215094-da36-4b66-9c79-369a17aea26b" providerId="ADAL" clId="{18DA49F4-CD4F-46E0-AB35-D6CB797BE416}" dt="2025-11-11T14:11:11.616" v="206" actId="20577"/>
          <ac:spMkLst>
            <pc:docMk/>
            <pc:sldMk cId="3557461879" sldId="374"/>
            <ac:spMk id="3" creationId="{A57E7A8A-2CCA-A1A4-8196-50BB10190163}"/>
          </ac:spMkLst>
        </pc:spChg>
      </pc:sldChg>
      <pc:sldChg chg="del">
        <pc:chgData name="Sanmukh Kuppannagari" userId="ad215094-da36-4b66-9c79-369a17aea26b" providerId="ADAL" clId="{18DA49F4-CD4F-46E0-AB35-D6CB797BE416}" dt="2025-11-11T15:30:19.800" v="2373" actId="47"/>
        <pc:sldMkLst>
          <pc:docMk/>
          <pc:sldMk cId="3769614656" sldId="404"/>
        </pc:sldMkLst>
      </pc:sldChg>
      <pc:sldChg chg="modSp">
        <pc:chgData name="Sanmukh Kuppannagari" userId="ad215094-da36-4b66-9c79-369a17aea26b" providerId="ADAL" clId="{18DA49F4-CD4F-46E0-AB35-D6CB797BE416}" dt="2025-11-11T15:40:56.230" v="2547" actId="207"/>
        <pc:sldMkLst>
          <pc:docMk/>
          <pc:sldMk cId="1404695635" sldId="407"/>
        </pc:sldMkLst>
        <pc:spChg chg="mod">
          <ac:chgData name="Sanmukh Kuppannagari" userId="ad215094-da36-4b66-9c79-369a17aea26b" providerId="ADAL" clId="{18DA49F4-CD4F-46E0-AB35-D6CB797BE416}" dt="2025-11-11T15:40:56.230" v="2547" actId="207"/>
          <ac:spMkLst>
            <pc:docMk/>
            <pc:sldMk cId="1404695635" sldId="407"/>
            <ac:spMk id="6" creationId="{5372B291-8D5C-C169-CE08-FD932DCBD67C}"/>
          </ac:spMkLst>
        </pc:spChg>
      </pc:sldChg>
      <pc:sldChg chg="modSp mod">
        <pc:chgData name="Sanmukh Kuppannagari" userId="ad215094-da36-4b66-9c79-369a17aea26b" providerId="ADAL" clId="{18DA49F4-CD4F-46E0-AB35-D6CB797BE416}" dt="2025-11-11T15:41:02.280" v="2562" actId="20577"/>
        <pc:sldMkLst>
          <pc:docMk/>
          <pc:sldMk cId="2864559443" sldId="408"/>
        </pc:sldMkLst>
        <pc:spChg chg="mod">
          <ac:chgData name="Sanmukh Kuppannagari" userId="ad215094-da36-4b66-9c79-369a17aea26b" providerId="ADAL" clId="{18DA49F4-CD4F-46E0-AB35-D6CB797BE416}" dt="2025-11-11T15:41:02.280" v="2562" actId="20577"/>
          <ac:spMkLst>
            <pc:docMk/>
            <pc:sldMk cId="2864559443" sldId="408"/>
            <ac:spMk id="3" creationId="{7F04D2B0-E48B-E2E0-CB15-801A6F2DF2EA}"/>
          </ac:spMkLst>
        </pc:spChg>
      </pc:sldChg>
      <pc:sldChg chg="modSp mod">
        <pc:chgData name="Sanmukh Kuppannagari" userId="ad215094-da36-4b66-9c79-369a17aea26b" providerId="ADAL" clId="{18DA49F4-CD4F-46E0-AB35-D6CB797BE416}" dt="2025-11-11T15:52:46.732" v="2779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1-11T15:52:46.732" v="2779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Sp modSp mod">
        <pc:chgData name="Sanmukh Kuppannagari" userId="ad215094-da36-4b66-9c79-369a17aea26b" providerId="ADAL" clId="{18DA49F4-CD4F-46E0-AB35-D6CB797BE416}" dt="2025-11-11T14:11:55.520" v="209" actId="207"/>
        <pc:sldMkLst>
          <pc:docMk/>
          <pc:sldMk cId="3584237781" sldId="1581"/>
        </pc:sldMkLst>
        <pc:spChg chg="mod">
          <ac:chgData name="Sanmukh Kuppannagari" userId="ad215094-da36-4b66-9c79-369a17aea26b" providerId="ADAL" clId="{18DA49F4-CD4F-46E0-AB35-D6CB797BE416}" dt="2025-11-11T14:11:55.520" v="209" actId="207"/>
          <ac:spMkLst>
            <pc:docMk/>
            <pc:sldMk cId="3584237781" sldId="1581"/>
            <ac:spMk id="3" creationId="{85A4CFE6-8650-AED5-60AA-94FBEDE0FE5D}"/>
          </ac:spMkLst>
        </pc:spChg>
        <pc:spChg chg="del">
          <ac:chgData name="Sanmukh Kuppannagari" userId="ad215094-da36-4b66-9c79-369a17aea26b" providerId="ADAL" clId="{18DA49F4-CD4F-46E0-AB35-D6CB797BE416}" dt="2025-11-11T14:11:49.759" v="208" actId="478"/>
          <ac:spMkLst>
            <pc:docMk/>
            <pc:sldMk cId="3584237781" sldId="1581"/>
            <ac:spMk id="4" creationId="{AB1448E3-D74A-225A-67A4-2FCE9C8E2459}"/>
          </ac:spMkLst>
        </pc:spChg>
      </pc:sldChg>
      <pc:sldChg chg="modTransition">
        <pc:chgData name="Sanmukh Kuppannagari" userId="ad215094-da36-4b66-9c79-369a17aea26b" providerId="ADAL" clId="{18DA49F4-CD4F-46E0-AB35-D6CB797BE416}" dt="2025-11-11T14:12:36.256" v="210"/>
        <pc:sldMkLst>
          <pc:docMk/>
          <pc:sldMk cId="475039163" sldId="1600"/>
        </pc:sldMkLst>
      </pc:sldChg>
      <pc:sldChg chg="modTransition">
        <pc:chgData name="Sanmukh Kuppannagari" userId="ad215094-da36-4b66-9c79-369a17aea26b" providerId="ADAL" clId="{18DA49F4-CD4F-46E0-AB35-D6CB797BE416}" dt="2025-11-11T14:12:48.286" v="211"/>
        <pc:sldMkLst>
          <pc:docMk/>
          <pc:sldMk cId="2785231721" sldId="1601"/>
        </pc:sldMkLst>
      </pc:sldChg>
      <pc:sldChg chg="modTransition">
        <pc:chgData name="Sanmukh Kuppannagari" userId="ad215094-da36-4b66-9c79-369a17aea26b" providerId="ADAL" clId="{18DA49F4-CD4F-46E0-AB35-D6CB797BE416}" dt="2025-11-11T14:12:54.513" v="212"/>
        <pc:sldMkLst>
          <pc:docMk/>
          <pc:sldMk cId="3192913568" sldId="1602"/>
        </pc:sldMkLst>
      </pc:sldChg>
      <pc:sldChg chg="modSp mod">
        <pc:chgData name="Sanmukh Kuppannagari" userId="ad215094-da36-4b66-9c79-369a17aea26b" providerId="ADAL" clId="{18DA49F4-CD4F-46E0-AB35-D6CB797BE416}" dt="2025-11-11T15:44:56.666" v="2666" actId="113"/>
        <pc:sldMkLst>
          <pc:docMk/>
          <pc:sldMk cId="1379342573" sldId="1609"/>
        </pc:sldMkLst>
        <pc:spChg chg="mod">
          <ac:chgData name="Sanmukh Kuppannagari" userId="ad215094-da36-4b66-9c79-369a17aea26b" providerId="ADAL" clId="{18DA49F4-CD4F-46E0-AB35-D6CB797BE416}" dt="2025-11-11T15:44:56.666" v="2666" actId="113"/>
          <ac:spMkLst>
            <pc:docMk/>
            <pc:sldMk cId="1379342573" sldId="1609"/>
            <ac:spMk id="3" creationId="{04B17F80-BE50-713A-ADDD-F7F06F469D9E}"/>
          </ac:spMkLst>
        </pc:spChg>
      </pc:sldChg>
      <pc:sldChg chg="addSp modSp mod">
        <pc:chgData name="Sanmukh Kuppannagari" userId="ad215094-da36-4b66-9c79-369a17aea26b" providerId="ADAL" clId="{18DA49F4-CD4F-46E0-AB35-D6CB797BE416}" dt="2025-11-11T15:45:46.093" v="2724" actId="122"/>
        <pc:sldMkLst>
          <pc:docMk/>
          <pc:sldMk cId="3881179489" sldId="1610"/>
        </pc:sldMkLst>
        <pc:spChg chg="add mod">
          <ac:chgData name="Sanmukh Kuppannagari" userId="ad215094-da36-4b66-9c79-369a17aea26b" providerId="ADAL" clId="{18DA49F4-CD4F-46E0-AB35-D6CB797BE416}" dt="2025-11-11T15:45:46.093" v="2724" actId="122"/>
          <ac:spMkLst>
            <pc:docMk/>
            <pc:sldMk cId="3881179489" sldId="1610"/>
            <ac:spMk id="4" creationId="{48C6D1B6-2937-75FE-601E-121524532394}"/>
          </ac:spMkLst>
        </pc:spChg>
      </pc:sldChg>
      <pc:sldChg chg="modSp mod">
        <pc:chgData name="Sanmukh Kuppannagari" userId="ad215094-da36-4b66-9c79-369a17aea26b" providerId="ADAL" clId="{18DA49F4-CD4F-46E0-AB35-D6CB797BE416}" dt="2025-11-11T15:44:02.938" v="2582" actId="20577"/>
        <pc:sldMkLst>
          <pc:docMk/>
          <pc:sldMk cId="1427531694" sldId="1627"/>
        </pc:sldMkLst>
        <pc:spChg chg="mod">
          <ac:chgData name="Sanmukh Kuppannagari" userId="ad215094-da36-4b66-9c79-369a17aea26b" providerId="ADAL" clId="{18DA49F4-CD4F-46E0-AB35-D6CB797BE416}" dt="2025-11-11T15:44:02.938" v="2582" actId="20577"/>
          <ac:spMkLst>
            <pc:docMk/>
            <pc:sldMk cId="1427531694" sldId="1627"/>
            <ac:spMk id="3" creationId="{749E669F-C1B5-7731-8DC4-F5EB6B33C2DC}"/>
          </ac:spMkLst>
        </pc:spChg>
      </pc:sldChg>
      <pc:sldChg chg="modSp mod">
        <pc:chgData name="Sanmukh Kuppannagari" userId="ad215094-da36-4b66-9c79-369a17aea26b" providerId="ADAL" clId="{18DA49F4-CD4F-46E0-AB35-D6CB797BE416}" dt="2025-11-11T14:18:25.631" v="229" actId="20577"/>
        <pc:sldMkLst>
          <pc:docMk/>
          <pc:sldMk cId="3256962250" sldId="1645"/>
        </pc:sldMkLst>
        <pc:spChg chg="mod">
          <ac:chgData name="Sanmukh Kuppannagari" userId="ad215094-da36-4b66-9c79-369a17aea26b" providerId="ADAL" clId="{18DA49F4-CD4F-46E0-AB35-D6CB797BE416}" dt="2025-11-11T14:18:25.631" v="229" actId="20577"/>
          <ac:spMkLst>
            <pc:docMk/>
            <pc:sldMk cId="3256962250" sldId="1645"/>
            <ac:spMk id="3" creationId="{854BA7AE-483E-CBCB-3FB9-14318DACFCA3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4:48:45.355" v="450" actId="20577"/>
        <pc:sldMkLst>
          <pc:docMk/>
          <pc:sldMk cId="3507672142" sldId="1647"/>
        </pc:sldMkLst>
        <pc:spChg chg="mod">
          <ac:chgData name="Sanmukh Kuppannagari" userId="ad215094-da36-4b66-9c79-369a17aea26b" providerId="ADAL" clId="{18DA49F4-CD4F-46E0-AB35-D6CB797BE416}" dt="2025-11-11T14:45:20.493" v="272" actId="20577"/>
          <ac:spMkLst>
            <pc:docMk/>
            <pc:sldMk cId="3507672142" sldId="1647"/>
            <ac:spMk id="2" creationId="{E03101B4-0582-108B-3989-D509171CD129}"/>
          </ac:spMkLst>
        </pc:spChg>
        <pc:spChg chg="mod">
          <ac:chgData name="Sanmukh Kuppannagari" userId="ad215094-da36-4b66-9c79-369a17aea26b" providerId="ADAL" clId="{18DA49F4-CD4F-46E0-AB35-D6CB797BE416}" dt="2025-11-11T14:48:45.355" v="450" actId="20577"/>
          <ac:spMkLst>
            <pc:docMk/>
            <pc:sldMk cId="3507672142" sldId="1647"/>
            <ac:spMk id="3" creationId="{4A7A42B1-D832-4E42-06EF-DACEAEBD9E0D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4:51:44.174" v="653" actId="27636"/>
        <pc:sldMkLst>
          <pc:docMk/>
          <pc:sldMk cId="1025526517" sldId="1648"/>
        </pc:sldMkLst>
        <pc:spChg chg="mod">
          <ac:chgData name="Sanmukh Kuppannagari" userId="ad215094-da36-4b66-9c79-369a17aea26b" providerId="ADAL" clId="{18DA49F4-CD4F-46E0-AB35-D6CB797BE416}" dt="2025-11-11T14:49:07.403" v="464" actId="20577"/>
          <ac:spMkLst>
            <pc:docMk/>
            <pc:sldMk cId="1025526517" sldId="1648"/>
            <ac:spMk id="2" creationId="{9EAE3B75-97BA-7AE4-E380-5A87C49F4F18}"/>
          </ac:spMkLst>
        </pc:spChg>
        <pc:spChg chg="mod">
          <ac:chgData name="Sanmukh Kuppannagari" userId="ad215094-da36-4b66-9c79-369a17aea26b" providerId="ADAL" clId="{18DA49F4-CD4F-46E0-AB35-D6CB797BE416}" dt="2025-11-11T14:51:44.174" v="653" actId="27636"/>
          <ac:spMkLst>
            <pc:docMk/>
            <pc:sldMk cId="1025526517" sldId="1648"/>
            <ac:spMk id="3" creationId="{41627951-867C-F300-2696-10FE6A2E2C42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4:57:57.976" v="824" actId="207"/>
        <pc:sldMkLst>
          <pc:docMk/>
          <pc:sldMk cId="2571986065" sldId="1649"/>
        </pc:sldMkLst>
        <pc:spChg chg="mod">
          <ac:chgData name="Sanmukh Kuppannagari" userId="ad215094-da36-4b66-9c79-369a17aea26b" providerId="ADAL" clId="{18DA49F4-CD4F-46E0-AB35-D6CB797BE416}" dt="2025-11-11T14:56:15.085" v="680" actId="20577"/>
          <ac:spMkLst>
            <pc:docMk/>
            <pc:sldMk cId="2571986065" sldId="1649"/>
            <ac:spMk id="2" creationId="{6E83D477-4F65-0FC2-0E81-D8B770A7DB31}"/>
          </ac:spMkLst>
        </pc:spChg>
        <pc:spChg chg="mod">
          <ac:chgData name="Sanmukh Kuppannagari" userId="ad215094-da36-4b66-9c79-369a17aea26b" providerId="ADAL" clId="{18DA49F4-CD4F-46E0-AB35-D6CB797BE416}" dt="2025-11-11T14:57:57.976" v="824" actId="207"/>
          <ac:spMkLst>
            <pc:docMk/>
            <pc:sldMk cId="2571986065" sldId="1649"/>
            <ac:spMk id="3" creationId="{7C1BF3D8-D65C-CFEF-57AE-EB72F9272254}"/>
          </ac:spMkLst>
        </pc:spChg>
      </pc:sldChg>
      <pc:sldChg chg="addSp modSp add mod">
        <pc:chgData name="Sanmukh Kuppannagari" userId="ad215094-da36-4b66-9c79-369a17aea26b" providerId="ADAL" clId="{18DA49F4-CD4F-46E0-AB35-D6CB797BE416}" dt="2025-11-11T14:59:57.718" v="928" actId="207"/>
        <pc:sldMkLst>
          <pc:docMk/>
          <pc:sldMk cId="3375371491" sldId="1650"/>
        </pc:sldMkLst>
        <pc:spChg chg="mod">
          <ac:chgData name="Sanmukh Kuppannagari" userId="ad215094-da36-4b66-9c79-369a17aea26b" providerId="ADAL" clId="{18DA49F4-CD4F-46E0-AB35-D6CB797BE416}" dt="2025-11-11T14:59:57.718" v="928" actId="207"/>
          <ac:spMkLst>
            <pc:docMk/>
            <pc:sldMk cId="3375371491" sldId="1650"/>
            <ac:spMk id="3" creationId="{96C18BB3-7345-FBB3-BC92-DA32E04C0474}"/>
          </ac:spMkLst>
        </pc:spChg>
        <pc:spChg chg="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5" creationId="{2FD12B7F-B531-6E92-803D-E4CE98C6886A}"/>
          </ac:spMkLst>
        </pc:spChg>
        <pc:spChg chg="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6" creationId="{022F0B51-81BA-5241-50BD-79A195A9D229}"/>
          </ac:spMkLst>
        </pc:spChg>
        <pc:spChg chg="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7" creationId="{AAE49134-0101-EFDF-C90D-0F1A9787F58E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8" creationId="{53BD60A9-9F31-84AC-4E05-A5C43E9B774A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9" creationId="{5012DDC0-2A9A-A7F2-63AE-FE915FABD5C5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10" creationId="{D3C56AF1-91B2-9B07-FA54-F79740A61846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11" creationId="{0063FF4E-6E17-D04D-B704-4E915B3A100A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12" creationId="{F840DFF4-E5E5-2F18-4252-C55730655F94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13" creationId="{F51A5375-0AE7-DC32-D311-B51CCE48D7DD}"/>
          </ac:spMkLst>
        </pc:spChg>
        <pc:spChg chg="add mod">
          <ac:chgData name="Sanmukh Kuppannagari" userId="ad215094-da36-4b66-9c79-369a17aea26b" providerId="ADAL" clId="{18DA49F4-CD4F-46E0-AB35-D6CB797BE416}" dt="2025-11-11T14:59:14.200" v="866" actId="1076"/>
          <ac:spMkLst>
            <pc:docMk/>
            <pc:sldMk cId="3375371491" sldId="1650"/>
            <ac:spMk id="20" creationId="{8759CCF8-1D26-648D-3307-4583DB5F5C7E}"/>
          </ac:spMkLst>
        </pc:spChg>
      </pc:sldChg>
      <pc:sldChg chg="modSp add mod">
        <pc:chgData name="Sanmukh Kuppannagari" userId="ad215094-da36-4b66-9c79-369a17aea26b" providerId="ADAL" clId="{18DA49F4-CD4F-46E0-AB35-D6CB797BE416}" dt="2025-11-11T15:00:13.569" v="963" actId="20577"/>
        <pc:sldMkLst>
          <pc:docMk/>
          <pc:sldMk cId="3714942455" sldId="1651"/>
        </pc:sldMkLst>
        <pc:spChg chg="mod">
          <ac:chgData name="Sanmukh Kuppannagari" userId="ad215094-da36-4b66-9c79-369a17aea26b" providerId="ADAL" clId="{18DA49F4-CD4F-46E0-AB35-D6CB797BE416}" dt="2025-11-11T15:00:13.569" v="963" actId="20577"/>
          <ac:spMkLst>
            <pc:docMk/>
            <pc:sldMk cId="3714942455" sldId="1651"/>
            <ac:spMk id="3" creationId="{5069CBE6-CC6C-0F30-83CA-52526105BBF4}"/>
          </ac:spMkLst>
        </pc:spChg>
      </pc:sldChg>
      <pc:sldChg chg="modSp add mod">
        <pc:chgData name="Sanmukh Kuppannagari" userId="ad215094-da36-4b66-9c79-369a17aea26b" providerId="ADAL" clId="{18DA49F4-CD4F-46E0-AB35-D6CB797BE416}" dt="2025-11-11T15:01:47.811" v="1056" actId="207"/>
        <pc:sldMkLst>
          <pc:docMk/>
          <pc:sldMk cId="2408241458" sldId="1652"/>
        </pc:sldMkLst>
        <pc:spChg chg="mod">
          <ac:chgData name="Sanmukh Kuppannagari" userId="ad215094-da36-4b66-9c79-369a17aea26b" providerId="ADAL" clId="{18DA49F4-CD4F-46E0-AB35-D6CB797BE416}" dt="2025-11-11T15:01:47.811" v="1056" actId="207"/>
          <ac:spMkLst>
            <pc:docMk/>
            <pc:sldMk cId="2408241458" sldId="1652"/>
            <ac:spMk id="3" creationId="{EA129A10-944B-F378-C9DE-7A2245E3D459}"/>
          </ac:spMkLst>
        </pc:spChg>
      </pc:sldChg>
      <pc:sldChg chg="modSp new mod">
        <pc:chgData name="Sanmukh Kuppannagari" userId="ad215094-da36-4b66-9c79-369a17aea26b" providerId="ADAL" clId="{18DA49F4-CD4F-46E0-AB35-D6CB797BE416}" dt="2025-11-11T15:03:58.804" v="1312" actId="20577"/>
        <pc:sldMkLst>
          <pc:docMk/>
          <pc:sldMk cId="2737409249" sldId="1653"/>
        </pc:sldMkLst>
        <pc:spChg chg="mod">
          <ac:chgData name="Sanmukh Kuppannagari" userId="ad215094-da36-4b66-9c79-369a17aea26b" providerId="ADAL" clId="{18DA49F4-CD4F-46E0-AB35-D6CB797BE416}" dt="2025-11-11T15:01:59.654" v="1058"/>
          <ac:spMkLst>
            <pc:docMk/>
            <pc:sldMk cId="2737409249" sldId="1653"/>
            <ac:spMk id="2" creationId="{D9C2BE3A-9F63-F0AE-415D-C273D5479951}"/>
          </ac:spMkLst>
        </pc:spChg>
        <pc:spChg chg="mod">
          <ac:chgData name="Sanmukh Kuppannagari" userId="ad215094-da36-4b66-9c79-369a17aea26b" providerId="ADAL" clId="{18DA49F4-CD4F-46E0-AB35-D6CB797BE416}" dt="2025-11-11T15:03:58.804" v="1312" actId="20577"/>
          <ac:spMkLst>
            <pc:docMk/>
            <pc:sldMk cId="2737409249" sldId="1653"/>
            <ac:spMk id="3" creationId="{41A0549D-FDDD-BC25-62A2-D58DBB5E8FB3}"/>
          </ac:spMkLst>
        </pc:spChg>
      </pc:sldChg>
      <pc:sldChg chg="modSp new mod ord">
        <pc:chgData name="Sanmukh Kuppannagari" userId="ad215094-da36-4b66-9c79-369a17aea26b" providerId="ADAL" clId="{18DA49F4-CD4F-46E0-AB35-D6CB797BE416}" dt="2025-11-11T15:28:36.050" v="2256" actId="20577"/>
        <pc:sldMkLst>
          <pc:docMk/>
          <pc:sldMk cId="2703324131" sldId="1654"/>
        </pc:sldMkLst>
        <pc:spChg chg="mod">
          <ac:chgData name="Sanmukh Kuppannagari" userId="ad215094-da36-4b66-9c79-369a17aea26b" providerId="ADAL" clId="{18DA49F4-CD4F-46E0-AB35-D6CB797BE416}" dt="2025-11-11T15:04:13.248" v="1314"/>
          <ac:spMkLst>
            <pc:docMk/>
            <pc:sldMk cId="2703324131" sldId="1654"/>
            <ac:spMk id="2" creationId="{CD729785-6135-79D8-E51B-A7AF620FFBBB}"/>
          </ac:spMkLst>
        </pc:spChg>
        <pc:spChg chg="mod">
          <ac:chgData name="Sanmukh Kuppannagari" userId="ad215094-da36-4b66-9c79-369a17aea26b" providerId="ADAL" clId="{18DA49F4-CD4F-46E0-AB35-D6CB797BE416}" dt="2025-11-11T15:28:36.050" v="2256" actId="20577"/>
          <ac:spMkLst>
            <pc:docMk/>
            <pc:sldMk cId="2703324131" sldId="1654"/>
            <ac:spMk id="3" creationId="{FBEC56FF-CE16-6F7F-46E1-4F223A6F29DC}"/>
          </ac:spMkLst>
        </pc:spChg>
      </pc:sldChg>
      <pc:sldChg chg="addSp delSp modSp new mod">
        <pc:chgData name="Sanmukh Kuppannagari" userId="ad215094-da36-4b66-9c79-369a17aea26b" providerId="ADAL" clId="{18DA49F4-CD4F-46E0-AB35-D6CB797BE416}" dt="2025-11-11T15:06:06.088" v="1604"/>
        <pc:sldMkLst>
          <pc:docMk/>
          <pc:sldMk cId="3527242783" sldId="1655"/>
        </pc:sldMkLst>
        <pc:spChg chg="mod">
          <ac:chgData name="Sanmukh Kuppannagari" userId="ad215094-da36-4b66-9c79-369a17aea26b" providerId="ADAL" clId="{18DA49F4-CD4F-46E0-AB35-D6CB797BE416}" dt="2025-11-11T15:05:52.641" v="1602"/>
          <ac:spMkLst>
            <pc:docMk/>
            <pc:sldMk cId="3527242783" sldId="1655"/>
            <ac:spMk id="2" creationId="{1D6CB668-BBD9-F2E5-284F-DE85E3254AAC}"/>
          </ac:spMkLst>
        </pc:spChg>
        <pc:spChg chg="del">
          <ac:chgData name="Sanmukh Kuppannagari" userId="ad215094-da36-4b66-9c79-369a17aea26b" providerId="ADAL" clId="{18DA49F4-CD4F-46E0-AB35-D6CB797BE416}" dt="2025-11-11T15:06:05.266" v="1603" actId="478"/>
          <ac:spMkLst>
            <pc:docMk/>
            <pc:sldMk cId="3527242783" sldId="1655"/>
            <ac:spMk id="3" creationId="{B43BE3F3-0C34-BFC5-ED4D-E508BC6CBBC7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4" creationId="{EDD1355C-F8BC-12A6-FA08-CE90CCC3DD8C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5" creationId="{DF0C51A1-A835-0AF4-08CC-D2495ED0282C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6" creationId="{6266A657-6216-B216-EA0A-02E56BFD4143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7" creationId="{9C3AC17C-C4AC-44CC-589E-313277635C2D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8" creationId="{0C0DBD76-CA57-A362-BDED-D738FA216821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9" creationId="{EC8F576C-35F4-7D69-EAC5-FB5CF1496BD5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14" creationId="{E37C821D-689A-D05E-E5D4-25ED896A9F4E}"/>
          </ac:spMkLst>
        </pc:spChg>
        <pc:spChg chg="add 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18" creationId="{2C846771-4A07-E10A-051E-29D3A9E80872}"/>
          </ac:spMkLst>
        </pc:spChg>
        <pc:spChg chg="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20" creationId="{D671454B-BB3F-6CAA-99C3-59E46F86B2CB}"/>
          </ac:spMkLst>
        </pc:spChg>
        <pc:spChg chg="mod">
          <ac:chgData name="Sanmukh Kuppannagari" userId="ad215094-da36-4b66-9c79-369a17aea26b" providerId="ADAL" clId="{18DA49F4-CD4F-46E0-AB35-D6CB797BE416}" dt="2025-11-11T15:06:06.088" v="1604"/>
          <ac:spMkLst>
            <pc:docMk/>
            <pc:sldMk cId="3527242783" sldId="1655"/>
            <ac:spMk id="21" creationId="{EF998D1B-CC95-4F32-1906-233F59DCA298}"/>
          </ac:spMkLst>
        </pc:spChg>
      </pc:sldChg>
      <pc:sldChg chg="addSp delSp modSp new mod modAnim">
        <pc:chgData name="Sanmukh Kuppannagari" userId="ad215094-da36-4b66-9c79-369a17aea26b" providerId="ADAL" clId="{18DA49F4-CD4F-46E0-AB35-D6CB797BE416}" dt="2025-11-11T15:13:49.170" v="1729"/>
        <pc:sldMkLst>
          <pc:docMk/>
          <pc:sldMk cId="1047476782" sldId="1656"/>
        </pc:sldMkLst>
        <pc:spChg chg="mod">
          <ac:chgData name="Sanmukh Kuppannagari" userId="ad215094-da36-4b66-9c79-369a17aea26b" providerId="ADAL" clId="{18DA49F4-CD4F-46E0-AB35-D6CB797BE416}" dt="2025-11-11T15:06:35.946" v="1606"/>
          <ac:spMkLst>
            <pc:docMk/>
            <pc:sldMk cId="1047476782" sldId="1656"/>
            <ac:spMk id="2" creationId="{1FE11333-717E-E875-A8DC-D0BEE9B17785}"/>
          </ac:spMkLst>
        </pc:spChg>
        <pc:spChg chg="mod">
          <ac:chgData name="Sanmukh Kuppannagari" userId="ad215094-da36-4b66-9c79-369a17aea26b" providerId="ADAL" clId="{18DA49F4-CD4F-46E0-AB35-D6CB797BE416}" dt="2025-11-11T15:07:11.510" v="1664" actId="27636"/>
          <ac:spMkLst>
            <pc:docMk/>
            <pc:sldMk cId="1047476782" sldId="1656"/>
            <ac:spMk id="3" creationId="{B1507B06-540E-288B-220D-616177732D96}"/>
          </ac:spMkLst>
        </pc:spChg>
        <pc:spChg chg="add del mod">
          <ac:chgData name="Sanmukh Kuppannagari" userId="ad215094-da36-4b66-9c79-369a17aea26b" providerId="ADAL" clId="{18DA49F4-CD4F-46E0-AB35-D6CB797BE416}" dt="2025-11-11T15:11:56.129" v="1672" actId="478"/>
          <ac:spMkLst>
            <pc:docMk/>
            <pc:sldMk cId="1047476782" sldId="1656"/>
            <ac:spMk id="5" creationId="{C5A17D94-58C9-2EBD-DBDA-DED56CFAB0F7}"/>
          </ac:spMkLst>
        </pc:spChg>
        <pc:spChg chg="mod">
          <ac:chgData name="Sanmukh Kuppannagari" userId="ad215094-da36-4b66-9c79-369a17aea26b" providerId="ADAL" clId="{18DA49F4-CD4F-46E0-AB35-D6CB797BE416}" dt="2025-11-11T15:12:10.127" v="1674" actId="1076"/>
          <ac:spMkLst>
            <pc:docMk/>
            <pc:sldMk cId="1047476782" sldId="1656"/>
            <ac:spMk id="6" creationId="{40917FA0-3308-93E7-B901-5BA94D3F2768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14" creationId="{CA3E5414-7861-DB40-3127-B240951518DC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15" creationId="{F79A11C5-8609-B9C6-FA6F-C339DBCA83EB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16" creationId="{178A63C5-43F5-3D53-011A-B7D0CF3744EF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21" creationId="{3AD3927F-52CE-E777-0A89-297D50C88921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24" creationId="{0A1086FD-C937-9A49-0A0E-C2028E991C07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29" creationId="{67DD0549-975A-1C83-A2D0-FBFC106E7422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44" creationId="{E5D964D6-9049-C81C-6941-FE51F436A655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47" creationId="{0E4EC729-96BF-6BAB-48D1-02E54ADD1664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49" creationId="{8823D402-872C-ED0D-02EA-39D4A3872011}"/>
          </ac:spMkLst>
        </pc:spChg>
        <pc:spChg chg="mod">
          <ac:chgData name="Sanmukh Kuppannagari" userId="ad215094-da36-4b66-9c79-369a17aea26b" providerId="ADAL" clId="{18DA49F4-CD4F-46E0-AB35-D6CB797BE416}" dt="2025-11-11T15:12:06.736" v="1673"/>
          <ac:spMkLst>
            <pc:docMk/>
            <pc:sldMk cId="1047476782" sldId="1656"/>
            <ac:spMk id="51" creationId="{9711B107-40CD-C8CA-E024-46EEFA92F3C2}"/>
          </ac:spMkLst>
        </pc:s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13" creationId="{45EC5B26-75D6-B3A7-C1BA-C076BBFD119A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18" creationId="{B3088D73-B44D-C757-09F0-017750A1DBFF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23" creationId="{12422A67-479B-6B5D-3F2B-0C8B032D22A6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28" creationId="{A8380EE8-E9CF-463D-1539-FD26EF2C5CF8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33" creationId="{F8A336E5-AED6-46BF-F40C-A309264EBFF4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38" creationId="{F7EAD81B-C61C-150A-E30F-F1EAC46A8CCF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43" creationId="{214A215A-13B4-112E-590B-FB94E855C8D6}"/>
          </ac:grpSpMkLst>
        </pc:grpChg>
        <pc:grpChg chg="mod">
          <ac:chgData name="Sanmukh Kuppannagari" userId="ad215094-da36-4b66-9c79-369a17aea26b" providerId="ADAL" clId="{18DA49F4-CD4F-46E0-AB35-D6CB797BE416}" dt="2025-11-11T15:12:10.127" v="1674" actId="1076"/>
          <ac:grpSpMkLst>
            <pc:docMk/>
            <pc:sldMk cId="1047476782" sldId="1656"/>
            <ac:grpSpMk id="48" creationId="{6795DF60-2622-FCE4-0F0C-B5A529AF700B}"/>
          </ac:grpSpMkLst>
        </pc:grpChg>
        <pc:graphicFrameChg chg="add del mod">
          <ac:chgData name="Sanmukh Kuppannagari" userId="ad215094-da36-4b66-9c79-369a17aea26b" providerId="ADAL" clId="{18DA49F4-CD4F-46E0-AB35-D6CB797BE416}" dt="2025-11-11T15:11:51.950" v="1669" actId="478"/>
          <ac:graphicFrameMkLst>
            <pc:docMk/>
            <pc:sldMk cId="1047476782" sldId="1656"/>
            <ac:graphicFrameMk id="4" creationId="{D9DB175A-DF50-300A-463C-30CD73D1EB2D}"/>
          </ac:graphicFrameMkLst>
        </pc:graphicFrameChg>
        <pc:cxnChg chg="mod">
          <ac:chgData name="Sanmukh Kuppannagari" userId="ad215094-da36-4b66-9c79-369a17aea26b" providerId="ADAL" clId="{18DA49F4-CD4F-46E0-AB35-D6CB797BE416}" dt="2025-11-11T15:12:10.127" v="1674" actId="1076"/>
          <ac:cxnSpMkLst>
            <pc:docMk/>
            <pc:sldMk cId="1047476782" sldId="1656"/>
            <ac:cxnSpMk id="11" creationId="{2B10C0D0-5FBA-EB6E-F2D6-56680548533A}"/>
          </ac:cxnSpMkLst>
        </pc:cxnChg>
      </pc:sldChg>
      <pc:sldChg chg="modSp new mod">
        <pc:chgData name="Sanmukh Kuppannagari" userId="ad215094-da36-4b66-9c79-369a17aea26b" providerId="ADAL" clId="{18DA49F4-CD4F-46E0-AB35-D6CB797BE416}" dt="2025-11-11T15:13:20.034" v="1721" actId="14100"/>
        <pc:sldMkLst>
          <pc:docMk/>
          <pc:sldMk cId="653810078" sldId="1657"/>
        </pc:sldMkLst>
        <pc:spChg chg="mod">
          <ac:chgData name="Sanmukh Kuppannagari" userId="ad215094-da36-4b66-9c79-369a17aea26b" providerId="ADAL" clId="{18DA49F4-CD4F-46E0-AB35-D6CB797BE416}" dt="2025-11-11T15:12:20.872" v="1676"/>
          <ac:spMkLst>
            <pc:docMk/>
            <pc:sldMk cId="653810078" sldId="1657"/>
            <ac:spMk id="2" creationId="{BDC5A244-F91F-93CE-E4D9-25BC2CBFB835}"/>
          </ac:spMkLst>
        </pc:spChg>
        <pc:spChg chg="mod">
          <ac:chgData name="Sanmukh Kuppannagari" userId="ad215094-da36-4b66-9c79-369a17aea26b" providerId="ADAL" clId="{18DA49F4-CD4F-46E0-AB35-D6CB797BE416}" dt="2025-11-11T15:13:20.034" v="1721" actId="14100"/>
          <ac:spMkLst>
            <pc:docMk/>
            <pc:sldMk cId="653810078" sldId="1657"/>
            <ac:spMk id="3" creationId="{535043FB-4FB2-428A-2983-B24CD2C3496D}"/>
          </ac:spMkLst>
        </pc:spChg>
      </pc:sldChg>
      <pc:sldChg chg="modSp add mod">
        <pc:chgData name="Sanmukh Kuppannagari" userId="ad215094-da36-4b66-9c79-369a17aea26b" providerId="ADAL" clId="{18DA49F4-CD4F-46E0-AB35-D6CB797BE416}" dt="2025-11-11T15:16:07.953" v="1824" actId="20577"/>
        <pc:sldMkLst>
          <pc:docMk/>
          <pc:sldMk cId="3526544182" sldId="1658"/>
        </pc:sldMkLst>
        <pc:spChg chg="mod">
          <ac:chgData name="Sanmukh Kuppannagari" userId="ad215094-da36-4b66-9c79-369a17aea26b" providerId="ADAL" clId="{18DA49F4-CD4F-46E0-AB35-D6CB797BE416}" dt="2025-11-11T15:16:07.953" v="1824" actId="20577"/>
          <ac:spMkLst>
            <pc:docMk/>
            <pc:sldMk cId="3526544182" sldId="1658"/>
            <ac:spMk id="3" creationId="{30BC52D6-7A2F-D456-1652-87497419C059}"/>
          </ac:spMkLst>
        </pc:spChg>
        <pc:spChg chg="mod">
          <ac:chgData name="Sanmukh Kuppannagari" userId="ad215094-da36-4b66-9c79-369a17aea26b" providerId="ADAL" clId="{18DA49F4-CD4F-46E0-AB35-D6CB797BE416}" dt="2025-11-11T15:14:34.338" v="1732" actId="20577"/>
          <ac:spMkLst>
            <pc:docMk/>
            <pc:sldMk cId="3526544182" sldId="1658"/>
            <ac:spMk id="14" creationId="{BB121982-32F5-CEEE-C202-974BDB039367}"/>
          </ac:spMkLst>
        </pc:spChg>
        <pc:spChg chg="mod">
          <ac:chgData name="Sanmukh Kuppannagari" userId="ad215094-da36-4b66-9c79-369a17aea26b" providerId="ADAL" clId="{18DA49F4-CD4F-46E0-AB35-D6CB797BE416}" dt="2025-11-11T15:14:55.511" v="1748" actId="20577"/>
          <ac:spMkLst>
            <pc:docMk/>
            <pc:sldMk cId="3526544182" sldId="1658"/>
            <ac:spMk id="15" creationId="{9EA70C5A-F675-E80D-9030-386DD65497C1}"/>
          </ac:spMkLst>
        </pc:spChg>
        <pc:spChg chg="mod">
          <ac:chgData name="Sanmukh Kuppannagari" userId="ad215094-da36-4b66-9c79-369a17aea26b" providerId="ADAL" clId="{18DA49F4-CD4F-46E0-AB35-D6CB797BE416}" dt="2025-11-11T15:15:15.625" v="1764" actId="20577"/>
          <ac:spMkLst>
            <pc:docMk/>
            <pc:sldMk cId="3526544182" sldId="1658"/>
            <ac:spMk id="16" creationId="{79AA9493-6647-97FD-CF55-290F14BEBC8E}"/>
          </ac:spMkLst>
        </pc:spChg>
        <pc:spChg chg="mod">
          <ac:chgData name="Sanmukh Kuppannagari" userId="ad215094-da36-4b66-9c79-369a17aea26b" providerId="ADAL" clId="{18DA49F4-CD4F-46E0-AB35-D6CB797BE416}" dt="2025-11-11T15:15:35.662" v="1780" actId="20577"/>
          <ac:spMkLst>
            <pc:docMk/>
            <pc:sldMk cId="3526544182" sldId="1658"/>
            <ac:spMk id="17" creationId="{02F805A7-6E81-B18A-FC10-83CFC9AEFE64}"/>
          </ac:spMkLst>
        </pc:spChg>
        <pc:spChg chg="mod">
          <ac:chgData name="Sanmukh Kuppannagari" userId="ad215094-da36-4b66-9c79-369a17aea26b" providerId="ADAL" clId="{18DA49F4-CD4F-46E0-AB35-D6CB797BE416}" dt="2025-11-11T15:14:39.793" v="1736" actId="20577"/>
          <ac:spMkLst>
            <pc:docMk/>
            <pc:sldMk cId="3526544182" sldId="1658"/>
            <ac:spMk id="19" creationId="{B30BAA90-6BFE-A822-B4EB-49E8CFF54B91}"/>
          </ac:spMkLst>
        </pc:spChg>
        <pc:spChg chg="mod">
          <ac:chgData name="Sanmukh Kuppannagari" userId="ad215094-da36-4b66-9c79-369a17aea26b" providerId="ADAL" clId="{18DA49F4-CD4F-46E0-AB35-D6CB797BE416}" dt="2025-11-11T15:15:00.564" v="1752" actId="20577"/>
          <ac:spMkLst>
            <pc:docMk/>
            <pc:sldMk cId="3526544182" sldId="1658"/>
            <ac:spMk id="20" creationId="{330FB5B1-98F5-2294-BEC5-D5A90D8A32E9}"/>
          </ac:spMkLst>
        </pc:spChg>
        <pc:spChg chg="mod">
          <ac:chgData name="Sanmukh Kuppannagari" userId="ad215094-da36-4b66-9c79-369a17aea26b" providerId="ADAL" clId="{18DA49F4-CD4F-46E0-AB35-D6CB797BE416}" dt="2025-11-11T15:15:20.585" v="1768" actId="20577"/>
          <ac:spMkLst>
            <pc:docMk/>
            <pc:sldMk cId="3526544182" sldId="1658"/>
            <ac:spMk id="21" creationId="{38D33DA5-8A3D-8458-5464-43D6AABC3772}"/>
          </ac:spMkLst>
        </pc:spChg>
        <pc:spChg chg="mod">
          <ac:chgData name="Sanmukh Kuppannagari" userId="ad215094-da36-4b66-9c79-369a17aea26b" providerId="ADAL" clId="{18DA49F4-CD4F-46E0-AB35-D6CB797BE416}" dt="2025-11-11T15:15:38.237" v="1782" actId="20577"/>
          <ac:spMkLst>
            <pc:docMk/>
            <pc:sldMk cId="3526544182" sldId="1658"/>
            <ac:spMk id="22" creationId="{C7E8E2CE-BAFE-06EA-E58B-E9AB4F3787C7}"/>
          </ac:spMkLst>
        </pc:spChg>
        <pc:spChg chg="mod">
          <ac:chgData name="Sanmukh Kuppannagari" userId="ad215094-da36-4b66-9c79-369a17aea26b" providerId="ADAL" clId="{18DA49F4-CD4F-46E0-AB35-D6CB797BE416}" dt="2025-11-11T15:14:45.259" v="1740" actId="20577"/>
          <ac:spMkLst>
            <pc:docMk/>
            <pc:sldMk cId="3526544182" sldId="1658"/>
            <ac:spMk id="24" creationId="{49DC1FD2-9489-966D-CCFF-6E0026B9874F}"/>
          </ac:spMkLst>
        </pc:spChg>
        <pc:spChg chg="mod">
          <ac:chgData name="Sanmukh Kuppannagari" userId="ad215094-da36-4b66-9c79-369a17aea26b" providerId="ADAL" clId="{18DA49F4-CD4F-46E0-AB35-D6CB797BE416}" dt="2025-11-11T15:15:05.897" v="1756" actId="20577"/>
          <ac:spMkLst>
            <pc:docMk/>
            <pc:sldMk cId="3526544182" sldId="1658"/>
            <ac:spMk id="25" creationId="{FB92183C-D934-5D36-3C9B-BF9CF274DB87}"/>
          </ac:spMkLst>
        </pc:spChg>
        <pc:spChg chg="mod">
          <ac:chgData name="Sanmukh Kuppannagari" userId="ad215094-da36-4b66-9c79-369a17aea26b" providerId="ADAL" clId="{18DA49F4-CD4F-46E0-AB35-D6CB797BE416}" dt="2025-11-11T15:15:25.400" v="1772" actId="20577"/>
          <ac:spMkLst>
            <pc:docMk/>
            <pc:sldMk cId="3526544182" sldId="1658"/>
            <ac:spMk id="26" creationId="{6E8E5623-1559-3A51-4858-BA8C124C6A1E}"/>
          </ac:spMkLst>
        </pc:spChg>
        <pc:spChg chg="mod">
          <ac:chgData name="Sanmukh Kuppannagari" userId="ad215094-da36-4b66-9c79-369a17aea26b" providerId="ADAL" clId="{18DA49F4-CD4F-46E0-AB35-D6CB797BE416}" dt="2025-11-11T15:15:41.065" v="1784" actId="20577"/>
          <ac:spMkLst>
            <pc:docMk/>
            <pc:sldMk cId="3526544182" sldId="1658"/>
            <ac:spMk id="27" creationId="{695161BA-5E4A-1C98-C47F-2350F6ADD09C}"/>
          </ac:spMkLst>
        </pc:spChg>
        <pc:spChg chg="mod">
          <ac:chgData name="Sanmukh Kuppannagari" userId="ad215094-da36-4b66-9c79-369a17aea26b" providerId="ADAL" clId="{18DA49F4-CD4F-46E0-AB35-D6CB797BE416}" dt="2025-11-11T15:14:50.272" v="1744" actId="20577"/>
          <ac:spMkLst>
            <pc:docMk/>
            <pc:sldMk cId="3526544182" sldId="1658"/>
            <ac:spMk id="29" creationId="{F6566E2C-9A31-3E37-9153-80DD12726B36}"/>
          </ac:spMkLst>
        </pc:spChg>
        <pc:spChg chg="mod">
          <ac:chgData name="Sanmukh Kuppannagari" userId="ad215094-da36-4b66-9c79-369a17aea26b" providerId="ADAL" clId="{18DA49F4-CD4F-46E0-AB35-D6CB797BE416}" dt="2025-11-11T15:15:10.569" v="1760" actId="20577"/>
          <ac:spMkLst>
            <pc:docMk/>
            <pc:sldMk cId="3526544182" sldId="1658"/>
            <ac:spMk id="30" creationId="{3029BAB2-FE8F-9EA9-2A9F-E96FBD904524}"/>
          </ac:spMkLst>
        </pc:spChg>
        <pc:spChg chg="mod">
          <ac:chgData name="Sanmukh Kuppannagari" userId="ad215094-da36-4b66-9c79-369a17aea26b" providerId="ADAL" clId="{18DA49F4-CD4F-46E0-AB35-D6CB797BE416}" dt="2025-11-11T15:15:30.794" v="1776" actId="20577"/>
          <ac:spMkLst>
            <pc:docMk/>
            <pc:sldMk cId="3526544182" sldId="1658"/>
            <ac:spMk id="31" creationId="{A4497257-AD1A-EF2E-FCD9-7195AF25E471}"/>
          </ac:spMkLst>
        </pc:spChg>
        <pc:spChg chg="mod">
          <ac:chgData name="Sanmukh Kuppannagari" userId="ad215094-da36-4b66-9c79-369a17aea26b" providerId="ADAL" clId="{18DA49F4-CD4F-46E0-AB35-D6CB797BE416}" dt="2025-11-11T15:15:43.388" v="1786" actId="20577"/>
          <ac:spMkLst>
            <pc:docMk/>
            <pc:sldMk cId="3526544182" sldId="1658"/>
            <ac:spMk id="32" creationId="{8C56A296-A08C-2941-3629-9DA576A55954}"/>
          </ac:spMkLst>
        </pc:spChg>
        <pc:spChg chg="mod">
          <ac:chgData name="Sanmukh Kuppannagari" userId="ad215094-da36-4b66-9c79-369a17aea26b" providerId="ADAL" clId="{18DA49F4-CD4F-46E0-AB35-D6CB797BE416}" dt="2025-11-11T15:14:37.238" v="1734" actId="20577"/>
          <ac:spMkLst>
            <pc:docMk/>
            <pc:sldMk cId="3526544182" sldId="1658"/>
            <ac:spMk id="34" creationId="{6449215B-79AB-BF21-168E-7EB2BF783F10}"/>
          </ac:spMkLst>
        </pc:spChg>
        <pc:spChg chg="mod">
          <ac:chgData name="Sanmukh Kuppannagari" userId="ad215094-da36-4b66-9c79-369a17aea26b" providerId="ADAL" clId="{18DA49F4-CD4F-46E0-AB35-D6CB797BE416}" dt="2025-11-11T15:14:42.772" v="1738" actId="20577"/>
          <ac:spMkLst>
            <pc:docMk/>
            <pc:sldMk cId="3526544182" sldId="1658"/>
            <ac:spMk id="35" creationId="{D5C622A8-7778-EA5B-0829-B0E8718DF424}"/>
          </ac:spMkLst>
        </pc:spChg>
        <pc:spChg chg="mod">
          <ac:chgData name="Sanmukh Kuppannagari" userId="ad215094-da36-4b66-9c79-369a17aea26b" providerId="ADAL" clId="{18DA49F4-CD4F-46E0-AB35-D6CB797BE416}" dt="2025-11-11T15:14:47.718" v="1742" actId="20577"/>
          <ac:spMkLst>
            <pc:docMk/>
            <pc:sldMk cId="3526544182" sldId="1658"/>
            <ac:spMk id="36" creationId="{F066AC39-B3A0-2A3A-9E2F-C257370CE721}"/>
          </ac:spMkLst>
        </pc:spChg>
        <pc:spChg chg="mod">
          <ac:chgData name="Sanmukh Kuppannagari" userId="ad215094-da36-4b66-9c79-369a17aea26b" providerId="ADAL" clId="{18DA49F4-CD4F-46E0-AB35-D6CB797BE416}" dt="2025-11-11T15:14:52.997" v="1746" actId="20577"/>
          <ac:spMkLst>
            <pc:docMk/>
            <pc:sldMk cId="3526544182" sldId="1658"/>
            <ac:spMk id="37" creationId="{43F3E7E0-0F06-290C-C7D7-FC4AB68B9D07}"/>
          </ac:spMkLst>
        </pc:spChg>
        <pc:spChg chg="mod">
          <ac:chgData name="Sanmukh Kuppannagari" userId="ad215094-da36-4b66-9c79-369a17aea26b" providerId="ADAL" clId="{18DA49F4-CD4F-46E0-AB35-D6CB797BE416}" dt="2025-11-11T15:14:57.950" v="1750" actId="20577"/>
          <ac:spMkLst>
            <pc:docMk/>
            <pc:sldMk cId="3526544182" sldId="1658"/>
            <ac:spMk id="39" creationId="{979D3BD0-BF90-F779-C7CC-0F28FB33AEF5}"/>
          </ac:spMkLst>
        </pc:spChg>
        <pc:spChg chg="mod">
          <ac:chgData name="Sanmukh Kuppannagari" userId="ad215094-da36-4b66-9c79-369a17aea26b" providerId="ADAL" clId="{18DA49F4-CD4F-46E0-AB35-D6CB797BE416}" dt="2025-11-11T15:15:03.029" v="1754" actId="20577"/>
          <ac:spMkLst>
            <pc:docMk/>
            <pc:sldMk cId="3526544182" sldId="1658"/>
            <ac:spMk id="40" creationId="{1A8D6215-8663-08DE-C93C-FA346D5845D0}"/>
          </ac:spMkLst>
        </pc:spChg>
        <pc:spChg chg="mod">
          <ac:chgData name="Sanmukh Kuppannagari" userId="ad215094-da36-4b66-9c79-369a17aea26b" providerId="ADAL" clId="{18DA49F4-CD4F-46E0-AB35-D6CB797BE416}" dt="2025-11-11T15:15:08.161" v="1758" actId="20577"/>
          <ac:spMkLst>
            <pc:docMk/>
            <pc:sldMk cId="3526544182" sldId="1658"/>
            <ac:spMk id="41" creationId="{92BA809B-8820-6063-F55F-A0D5ACCCF5A9}"/>
          </ac:spMkLst>
        </pc:spChg>
        <pc:spChg chg="mod">
          <ac:chgData name="Sanmukh Kuppannagari" userId="ad215094-da36-4b66-9c79-369a17aea26b" providerId="ADAL" clId="{18DA49F4-CD4F-46E0-AB35-D6CB797BE416}" dt="2025-11-11T15:15:13.046" v="1762" actId="20577"/>
          <ac:spMkLst>
            <pc:docMk/>
            <pc:sldMk cId="3526544182" sldId="1658"/>
            <ac:spMk id="42" creationId="{A3756677-FD36-DF94-BAB8-62CA9532ECF7}"/>
          </ac:spMkLst>
        </pc:spChg>
        <pc:spChg chg="mod">
          <ac:chgData name="Sanmukh Kuppannagari" userId="ad215094-da36-4b66-9c79-369a17aea26b" providerId="ADAL" clId="{18DA49F4-CD4F-46E0-AB35-D6CB797BE416}" dt="2025-11-11T15:15:18.019" v="1766" actId="20577"/>
          <ac:spMkLst>
            <pc:docMk/>
            <pc:sldMk cId="3526544182" sldId="1658"/>
            <ac:spMk id="44" creationId="{F37C63A9-B095-E83D-CB37-9041E9258248}"/>
          </ac:spMkLst>
        </pc:spChg>
        <pc:spChg chg="mod">
          <ac:chgData name="Sanmukh Kuppannagari" userId="ad215094-da36-4b66-9c79-369a17aea26b" providerId="ADAL" clId="{18DA49F4-CD4F-46E0-AB35-D6CB797BE416}" dt="2025-11-11T15:15:22.926" v="1770" actId="20577"/>
          <ac:spMkLst>
            <pc:docMk/>
            <pc:sldMk cId="3526544182" sldId="1658"/>
            <ac:spMk id="45" creationId="{1A9F2E62-B3A2-92EA-1763-5227A3989170}"/>
          </ac:spMkLst>
        </pc:spChg>
        <pc:spChg chg="mod">
          <ac:chgData name="Sanmukh Kuppannagari" userId="ad215094-da36-4b66-9c79-369a17aea26b" providerId="ADAL" clId="{18DA49F4-CD4F-46E0-AB35-D6CB797BE416}" dt="2025-11-11T15:15:27.843" v="1774" actId="20577"/>
          <ac:spMkLst>
            <pc:docMk/>
            <pc:sldMk cId="3526544182" sldId="1658"/>
            <ac:spMk id="46" creationId="{533C185A-F754-543C-46B3-A2A6A3CE0B2E}"/>
          </ac:spMkLst>
        </pc:spChg>
        <pc:spChg chg="mod">
          <ac:chgData name="Sanmukh Kuppannagari" userId="ad215094-da36-4b66-9c79-369a17aea26b" providerId="ADAL" clId="{18DA49F4-CD4F-46E0-AB35-D6CB797BE416}" dt="2025-11-11T15:15:33.080" v="1778" actId="20577"/>
          <ac:spMkLst>
            <pc:docMk/>
            <pc:sldMk cId="3526544182" sldId="1658"/>
            <ac:spMk id="47" creationId="{1FE5CD2C-E853-DD0D-81CD-0526CFE4FB79}"/>
          </ac:spMkLst>
        </pc:spChg>
        <pc:spChg chg="mod">
          <ac:chgData name="Sanmukh Kuppannagari" userId="ad215094-da36-4b66-9c79-369a17aea26b" providerId="ADAL" clId="{18DA49F4-CD4F-46E0-AB35-D6CB797BE416}" dt="2025-11-11T15:15:45.812" v="1788" actId="20577"/>
          <ac:spMkLst>
            <pc:docMk/>
            <pc:sldMk cId="3526544182" sldId="1658"/>
            <ac:spMk id="49" creationId="{29A56024-CB09-13ED-E72F-1D409F5319BF}"/>
          </ac:spMkLst>
        </pc:spChg>
        <pc:spChg chg="mod">
          <ac:chgData name="Sanmukh Kuppannagari" userId="ad215094-da36-4b66-9c79-369a17aea26b" providerId="ADAL" clId="{18DA49F4-CD4F-46E0-AB35-D6CB797BE416}" dt="2025-11-11T15:15:48.095" v="1790" actId="20577"/>
          <ac:spMkLst>
            <pc:docMk/>
            <pc:sldMk cId="3526544182" sldId="1658"/>
            <ac:spMk id="50" creationId="{315CBD1F-6BDF-5170-88B3-F51D56DF2CCD}"/>
          </ac:spMkLst>
        </pc:spChg>
        <pc:spChg chg="mod">
          <ac:chgData name="Sanmukh Kuppannagari" userId="ad215094-da36-4b66-9c79-369a17aea26b" providerId="ADAL" clId="{18DA49F4-CD4F-46E0-AB35-D6CB797BE416}" dt="2025-11-11T15:15:50.555" v="1792" actId="20577"/>
          <ac:spMkLst>
            <pc:docMk/>
            <pc:sldMk cId="3526544182" sldId="1658"/>
            <ac:spMk id="51" creationId="{975E2E02-7128-B7DB-0B72-0084BA2488E6}"/>
          </ac:spMkLst>
        </pc:spChg>
        <pc:spChg chg="mod">
          <ac:chgData name="Sanmukh Kuppannagari" userId="ad215094-da36-4b66-9c79-369a17aea26b" providerId="ADAL" clId="{18DA49F4-CD4F-46E0-AB35-D6CB797BE416}" dt="2025-11-11T15:15:52.937" v="1794" actId="20577"/>
          <ac:spMkLst>
            <pc:docMk/>
            <pc:sldMk cId="3526544182" sldId="1658"/>
            <ac:spMk id="52" creationId="{FF076A5A-0329-9CA2-6433-D2809479F490}"/>
          </ac:spMkLst>
        </pc:spChg>
      </pc:sldChg>
      <pc:sldChg chg="addSp modSp new mod">
        <pc:chgData name="Sanmukh Kuppannagari" userId="ad215094-da36-4b66-9c79-369a17aea26b" providerId="ADAL" clId="{18DA49F4-CD4F-46E0-AB35-D6CB797BE416}" dt="2025-11-11T15:25:00.174" v="2027"/>
        <pc:sldMkLst>
          <pc:docMk/>
          <pc:sldMk cId="3888708629" sldId="1659"/>
        </pc:sldMkLst>
        <pc:spChg chg="mod">
          <ac:chgData name="Sanmukh Kuppannagari" userId="ad215094-da36-4b66-9c79-369a17aea26b" providerId="ADAL" clId="{18DA49F4-CD4F-46E0-AB35-D6CB797BE416}" dt="2025-11-11T15:16:16.534" v="1826"/>
          <ac:spMkLst>
            <pc:docMk/>
            <pc:sldMk cId="3888708629" sldId="1659"/>
            <ac:spMk id="2" creationId="{50D86A24-B33E-5F9F-58E3-C7517063B6E8}"/>
          </ac:spMkLst>
        </pc:spChg>
        <pc:spChg chg="mod">
          <ac:chgData name="Sanmukh Kuppannagari" userId="ad215094-da36-4b66-9c79-369a17aea26b" providerId="ADAL" clId="{18DA49F4-CD4F-46E0-AB35-D6CB797BE416}" dt="2025-11-11T15:25:00.174" v="2027"/>
          <ac:spMkLst>
            <pc:docMk/>
            <pc:sldMk cId="3888708629" sldId="1659"/>
            <ac:spMk id="3" creationId="{72EA92C1-A770-CEC3-3649-DBA3B6A03EE1}"/>
          </ac:spMkLst>
        </pc:spChg>
        <pc:graphicFrameChg chg="add mod">
          <ac:chgData name="Sanmukh Kuppannagari" userId="ad215094-da36-4b66-9c79-369a17aea26b" providerId="ADAL" clId="{18DA49F4-CD4F-46E0-AB35-D6CB797BE416}" dt="2025-11-11T15:24:25.561" v="1943" actId="1076"/>
          <ac:graphicFrameMkLst>
            <pc:docMk/>
            <pc:sldMk cId="3888708629" sldId="1659"/>
            <ac:graphicFrameMk id="4" creationId="{ADFF2596-9CBF-336A-8FC1-8C49247CA5B1}"/>
          </ac:graphicFrameMkLst>
        </pc:graphicFrameChg>
      </pc:sldChg>
      <pc:sldChg chg="modSp new mod">
        <pc:chgData name="Sanmukh Kuppannagari" userId="ad215094-da36-4b66-9c79-369a17aea26b" providerId="ADAL" clId="{18DA49F4-CD4F-46E0-AB35-D6CB797BE416}" dt="2025-11-11T15:29:54.085" v="2368" actId="20577"/>
        <pc:sldMkLst>
          <pc:docMk/>
          <pc:sldMk cId="404986964" sldId="1660"/>
        </pc:sldMkLst>
        <pc:spChg chg="mod">
          <ac:chgData name="Sanmukh Kuppannagari" userId="ad215094-da36-4b66-9c79-369a17aea26b" providerId="ADAL" clId="{18DA49F4-CD4F-46E0-AB35-D6CB797BE416}" dt="2025-11-11T15:25:17.468" v="2029"/>
          <ac:spMkLst>
            <pc:docMk/>
            <pc:sldMk cId="404986964" sldId="1660"/>
            <ac:spMk id="2" creationId="{2FB59526-2914-C2CD-AAA5-1FEFE5FE7B12}"/>
          </ac:spMkLst>
        </pc:spChg>
        <pc:spChg chg="mod">
          <ac:chgData name="Sanmukh Kuppannagari" userId="ad215094-da36-4b66-9c79-369a17aea26b" providerId="ADAL" clId="{18DA49F4-CD4F-46E0-AB35-D6CB797BE416}" dt="2025-11-11T15:29:54.085" v="2368" actId="20577"/>
          <ac:spMkLst>
            <pc:docMk/>
            <pc:sldMk cId="404986964" sldId="1660"/>
            <ac:spMk id="3" creationId="{A2932310-2911-3A4A-59DA-5D4B8CE3DF8A}"/>
          </ac:spMkLst>
        </pc:spChg>
      </pc:sldChg>
      <pc:sldChg chg="addSp delSp modSp add mod delAnim modAnim">
        <pc:chgData name="Sanmukh Kuppannagari" userId="ad215094-da36-4b66-9c79-369a17aea26b" providerId="ADAL" clId="{18DA49F4-CD4F-46E0-AB35-D6CB797BE416}" dt="2025-11-11T15:37:01.413" v="2521" actId="20577"/>
        <pc:sldMkLst>
          <pc:docMk/>
          <pc:sldMk cId="430857238" sldId="1661"/>
        </pc:sldMkLst>
        <pc:spChg chg="del">
          <ac:chgData name="Sanmukh Kuppannagari" userId="ad215094-da36-4b66-9c79-369a17aea26b" providerId="ADAL" clId="{18DA49F4-CD4F-46E0-AB35-D6CB797BE416}" dt="2025-11-11T15:36:08.532" v="2507" actId="478"/>
          <ac:spMkLst>
            <pc:docMk/>
            <pc:sldMk cId="430857238" sldId="1661"/>
            <ac:spMk id="2" creationId="{FC037F71-DC03-1791-4497-EAA3F8376EA2}"/>
          </ac:spMkLst>
        </pc:spChg>
        <pc:spChg chg="mod">
          <ac:chgData name="Sanmukh Kuppannagari" userId="ad215094-da36-4b66-9c79-369a17aea26b" providerId="ADAL" clId="{18DA49F4-CD4F-46E0-AB35-D6CB797BE416}" dt="2025-11-11T15:36:24.313" v="2509" actId="1076"/>
          <ac:spMkLst>
            <pc:docMk/>
            <pc:sldMk cId="430857238" sldId="1661"/>
            <ac:spMk id="3" creationId="{48EC3156-18AB-E196-42B6-7FF54D769804}"/>
          </ac:spMkLst>
        </pc:spChg>
        <pc:spChg chg="mod">
          <ac:chgData name="Sanmukh Kuppannagari" userId="ad215094-da36-4b66-9c79-369a17aea26b" providerId="ADAL" clId="{18DA49F4-CD4F-46E0-AB35-D6CB797BE416}" dt="2025-11-11T15:37:01.413" v="2521" actId="20577"/>
          <ac:spMkLst>
            <pc:docMk/>
            <pc:sldMk cId="430857238" sldId="1661"/>
            <ac:spMk id="8" creationId="{FC4A869F-18EC-F781-29F1-C3C3B2A4F2E5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13" creationId="{251D8B0A-A2D5-86B1-B33F-DCEFD617F232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14" creationId="{938D62E4-86B0-1131-241A-A70A865FE35C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15" creationId="{C24413CA-63D0-6E8D-7CC1-208D9D6C4205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20" creationId="{4BB32835-D83B-AF10-5314-BAE96B8D2E1A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28" creationId="{EBA2F02D-D876-21B2-11BA-AAC70B12328A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30" creationId="{30B713F3-569E-5964-2409-E92AE40620A2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35" creationId="{63A7FBD1-5145-2B18-E26E-7E710AC81707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39" creationId="{537BF50F-EBB9-6B88-3806-42426FCC96F3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40" creationId="{EC26F209-432C-AC7B-8E86-6BB036CE1713}"/>
          </ac:spMkLst>
        </pc:spChg>
        <pc:spChg chg="mod">
          <ac:chgData name="Sanmukh Kuppannagari" userId="ad215094-da36-4b66-9c79-369a17aea26b" providerId="ADAL" clId="{18DA49F4-CD4F-46E0-AB35-D6CB797BE416}" dt="2025-11-11T15:36:18.854" v="2508"/>
          <ac:spMkLst>
            <pc:docMk/>
            <pc:sldMk cId="430857238" sldId="1661"/>
            <ac:spMk id="48" creationId="{B1D52CC3-ADD3-577A-208C-D7E395A90485}"/>
          </ac:spMkLst>
        </pc:spChg>
        <pc:spChg chg="del">
          <ac:chgData name="Sanmukh Kuppannagari" userId="ad215094-da36-4b66-9c79-369a17aea26b" providerId="ADAL" clId="{18DA49F4-CD4F-46E0-AB35-D6CB797BE416}" dt="2025-11-11T15:36:08.532" v="2507" actId="478"/>
          <ac:spMkLst>
            <pc:docMk/>
            <pc:sldMk cId="430857238" sldId="1661"/>
            <ac:spMk id="79" creationId="{22EF4D99-5E3F-2153-DBD6-117136F70F86}"/>
          </ac:spMkLst>
        </pc:s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11" creationId="{532AF14C-EF10-8CEA-7598-4D02453FC402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16" creationId="{0E3601F6-40E0-F3D1-D2D0-6D0484D6A620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21" creationId="{4438E168-3E68-4648-C1B9-1D08481C078C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27" creationId="{81D95536-6FF3-2BCA-55D2-7ECF8CB09692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32" creationId="{F7B65C58-283E-B84E-EFB3-D045C48DF428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37" creationId="{2DA1324A-8DAA-E020-BDA4-A729F9FA40FD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42" creationId="{2CC67A69-A2D4-07FA-3E23-D29C42EE4113}"/>
          </ac:grpSpMkLst>
        </pc:grpChg>
        <pc:grpChg chg="mod">
          <ac:chgData name="Sanmukh Kuppannagari" userId="ad215094-da36-4b66-9c79-369a17aea26b" providerId="ADAL" clId="{18DA49F4-CD4F-46E0-AB35-D6CB797BE416}" dt="2025-11-11T15:36:24.313" v="2509" actId="1076"/>
          <ac:grpSpMkLst>
            <pc:docMk/>
            <pc:sldMk cId="430857238" sldId="1661"/>
            <ac:grpSpMk id="47" creationId="{F7032B7F-5301-7CF5-1ABF-3B988B069198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87" creationId="{28A85A5C-6504-FA1C-1AB0-0BED521CF820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93" creationId="{0DB890ED-9F44-834B-6269-7FEACA41FE80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99" creationId="{77F6AAC7-7304-1708-893A-53317C9F1765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104" creationId="{0971304C-BC18-274B-F633-6CCC6FDBEAA4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109" creationId="{72338E54-5A66-FBB8-A6D5-0357543BF25C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114" creationId="{7B2ADDB0-840C-02B8-EDA5-EF7C1668B142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119" creationId="{798FAE29-FC9A-B24A-69AF-160022DE106A}"/>
          </ac:grpSpMkLst>
        </pc:grpChg>
        <pc:grpChg chg="del">
          <ac:chgData name="Sanmukh Kuppannagari" userId="ad215094-da36-4b66-9c79-369a17aea26b" providerId="ADAL" clId="{18DA49F4-CD4F-46E0-AB35-D6CB797BE416}" dt="2025-11-11T15:36:08.532" v="2507" actId="478"/>
          <ac:grpSpMkLst>
            <pc:docMk/>
            <pc:sldMk cId="430857238" sldId="1661"/>
            <ac:grpSpMk id="124" creationId="{DF51AAC0-0C38-DB05-D6EF-CB6B23AD3A1F}"/>
          </ac:grpSpMkLst>
        </pc:grpChg>
        <pc:cxnChg chg="mod">
          <ac:chgData name="Sanmukh Kuppannagari" userId="ad215094-da36-4b66-9c79-369a17aea26b" providerId="ADAL" clId="{18DA49F4-CD4F-46E0-AB35-D6CB797BE416}" dt="2025-11-11T15:36:24.313" v="2509" actId="1076"/>
          <ac:cxnSpMkLst>
            <pc:docMk/>
            <pc:sldMk cId="430857238" sldId="1661"/>
            <ac:cxnSpMk id="9" creationId="{BA8585F0-4762-0566-5C02-E5AE0713FBD3}"/>
          </ac:cxnSpMkLst>
        </pc:cxnChg>
      </pc:sldChg>
      <pc:sldChg chg="modSp add mod">
        <pc:chgData name="Sanmukh Kuppannagari" userId="ad215094-da36-4b66-9c79-369a17aea26b" providerId="ADAL" clId="{18DA49F4-CD4F-46E0-AB35-D6CB797BE416}" dt="2025-11-11T15:37:09.756" v="2523" actId="20577"/>
        <pc:sldMkLst>
          <pc:docMk/>
          <pc:sldMk cId="1465812159" sldId="1662"/>
        </pc:sldMkLst>
        <pc:spChg chg="mod">
          <ac:chgData name="Sanmukh Kuppannagari" userId="ad215094-da36-4b66-9c79-369a17aea26b" providerId="ADAL" clId="{18DA49F4-CD4F-46E0-AB35-D6CB797BE416}" dt="2025-11-11T15:37:09.756" v="2523" actId="20577"/>
          <ac:spMkLst>
            <pc:docMk/>
            <pc:sldMk cId="1465812159" sldId="1662"/>
            <ac:spMk id="8" creationId="{C4F5E8AB-8730-8D25-B48D-ED63823D0F72}"/>
          </ac:spMkLst>
        </pc:spChg>
      </pc:sldChg>
      <pc:sldChg chg="addSp delSp modSp add mod delAnim modAnim">
        <pc:chgData name="Sanmukh Kuppannagari" userId="ad215094-da36-4b66-9c79-369a17aea26b" providerId="ADAL" clId="{18DA49F4-CD4F-46E0-AB35-D6CB797BE416}" dt="2025-11-11T15:39:06.074" v="2531" actId="1076"/>
        <pc:sldMkLst>
          <pc:docMk/>
          <pc:sldMk cId="3748863124" sldId="1663"/>
        </pc:sldMkLst>
        <pc:spChg chg="add mod">
          <ac:chgData name="Sanmukh Kuppannagari" userId="ad215094-da36-4b66-9c79-369a17aea26b" providerId="ADAL" clId="{18DA49F4-CD4F-46E0-AB35-D6CB797BE416}" dt="2025-11-11T15:39:06.074" v="2531" actId="1076"/>
          <ac:spMkLst>
            <pc:docMk/>
            <pc:sldMk cId="3748863124" sldId="1663"/>
            <ac:spMk id="2" creationId="{CCD7E1DE-8891-4857-3900-E9ACD57F122B}"/>
          </ac:spMkLst>
        </pc:spChg>
        <pc:spChg chg="del">
          <ac:chgData name="Sanmukh Kuppannagari" userId="ad215094-da36-4b66-9c79-369a17aea26b" providerId="ADAL" clId="{18DA49F4-CD4F-46E0-AB35-D6CB797BE416}" dt="2025-11-11T15:38:46.343" v="2529" actId="478"/>
          <ac:spMkLst>
            <pc:docMk/>
            <pc:sldMk cId="3748863124" sldId="1663"/>
            <ac:spMk id="3" creationId="{0CA09013-9C91-94E0-F393-5B45CD31D2D0}"/>
          </ac:spMkLst>
        </pc:spChg>
        <pc:spChg chg="mod">
          <ac:chgData name="Sanmukh Kuppannagari" userId="ad215094-da36-4b66-9c79-369a17aea26b" providerId="ADAL" clId="{18DA49F4-CD4F-46E0-AB35-D6CB797BE416}" dt="2025-11-11T15:38:42.969" v="2528" actId="20577"/>
          <ac:spMkLst>
            <pc:docMk/>
            <pc:sldMk cId="3748863124" sldId="1663"/>
            <ac:spMk id="8" creationId="{0B282792-EC41-D868-1962-51A005D59DDA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3" creationId="{D3FE545B-EE18-D603-82E5-2864DB650C51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8" creationId="{A4783980-F0CC-3F29-79D3-8AC8630986AA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199" creationId="{0FEA4129-7B50-1B80-CA26-21B1F5A7B5C2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08" creationId="{E04E73D5-3E83-5A76-6EEA-04AE37BC1A93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1" creationId="{405C37C8-C7EE-936D-864E-554095226089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3" creationId="{F69909C1-D8FB-C581-41C4-254356B8B1CC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6" creationId="{DEC0958A-BD48-97CA-06A5-C45AA94CC3A2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18" creationId="{129C9D56-C076-57AA-7C9D-7587A7EE1778}"/>
          </ac:spMkLst>
        </pc:spChg>
        <pc:spChg chg="mod">
          <ac:chgData name="Sanmukh Kuppannagari" userId="ad215094-da36-4b66-9c79-369a17aea26b" providerId="ADAL" clId="{18DA49F4-CD4F-46E0-AB35-D6CB797BE416}" dt="2025-11-11T15:38:59.881" v="2530"/>
          <ac:spMkLst>
            <pc:docMk/>
            <pc:sldMk cId="3748863124" sldId="1663"/>
            <ac:spMk id="226" creationId="{BDD0EA26-5438-F907-F6CB-F7F12A4FDCCF}"/>
          </ac:spMkLst>
        </pc:s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11" creationId="{BB097645-B222-EE62-4303-58DF8F840728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16" creationId="{DBF85EE8-FF08-84E7-D9D1-56A3B961A28D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21" creationId="{99EB73F0-5630-7F02-DC47-9EEFB7BA893B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27" creationId="{315E5628-945F-A62E-6384-39AAD2AD2D79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32" creationId="{AC21DE67-5FF4-4AAC-52C9-BB56B3B575BF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37" creationId="{56DDE9D0-04A6-0042-7E90-239B0E81F1F9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42" creationId="{04B57548-2D0A-F6F9-93D2-56727FB45759}"/>
          </ac:grpSpMkLst>
        </pc:grpChg>
        <pc:grpChg chg="del">
          <ac:chgData name="Sanmukh Kuppannagari" userId="ad215094-da36-4b66-9c79-369a17aea26b" providerId="ADAL" clId="{18DA49F4-CD4F-46E0-AB35-D6CB797BE416}" dt="2025-11-11T15:38:46.343" v="2529" actId="478"/>
          <ac:grpSpMkLst>
            <pc:docMk/>
            <pc:sldMk cId="3748863124" sldId="1663"/>
            <ac:grpSpMk id="47" creationId="{BF73223F-71C2-882E-C65F-94A6325515D3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62" creationId="{0581FBE9-141E-0A66-7CFB-77E8D41B3D7B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195" creationId="{7B389F5E-54B0-25FA-9206-F743260A5796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00" creationId="{47132C01-BE18-1605-3329-618457BE0A5E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05" creationId="{212DBD68-B69E-50D5-C1FA-28F10A46597D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10" creationId="{EA97AE95-7BBA-88C7-DC18-61DD28D7D4D0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15" creationId="{C6C899D6-61D9-297F-A939-03FB69E922E8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20" creationId="{636AF03F-3B40-F376-56C7-D2110AA60E19}"/>
          </ac:grpSpMkLst>
        </pc:grpChg>
        <pc:grpChg chg="mod">
          <ac:chgData name="Sanmukh Kuppannagari" userId="ad215094-da36-4b66-9c79-369a17aea26b" providerId="ADAL" clId="{18DA49F4-CD4F-46E0-AB35-D6CB797BE416}" dt="2025-11-11T15:39:06.074" v="2531" actId="1076"/>
          <ac:grpSpMkLst>
            <pc:docMk/>
            <pc:sldMk cId="3748863124" sldId="1663"/>
            <ac:grpSpMk id="225" creationId="{22577D09-55C1-42ED-D2E6-6EA174F93508}"/>
          </ac:grpSpMkLst>
        </pc:grpChg>
        <pc:cxnChg chg="del mod">
          <ac:chgData name="Sanmukh Kuppannagari" userId="ad215094-da36-4b66-9c79-369a17aea26b" providerId="ADAL" clId="{18DA49F4-CD4F-46E0-AB35-D6CB797BE416}" dt="2025-11-11T15:38:46.343" v="2529" actId="478"/>
          <ac:cxnSpMkLst>
            <pc:docMk/>
            <pc:sldMk cId="3748863124" sldId="1663"/>
            <ac:cxnSpMk id="4" creationId="{A8364A20-80E8-C59B-50D5-A4C4655153B3}"/>
          </ac:cxnSpMkLst>
        </pc:cxnChg>
        <pc:cxnChg chg="mod">
          <ac:chgData name="Sanmukh Kuppannagari" userId="ad215094-da36-4b66-9c79-369a17aea26b" providerId="ADAL" clId="{18DA49F4-CD4F-46E0-AB35-D6CB797BE416}" dt="2025-11-11T15:39:06.074" v="2531" actId="1076"/>
          <ac:cxnSpMkLst>
            <pc:docMk/>
            <pc:sldMk cId="3748863124" sldId="1663"/>
            <ac:cxnSpMk id="237" creationId="{0BC00354-1111-6876-CA7A-27F70BCEF855}"/>
          </ac:cxnSpMkLst>
        </pc:cxnChg>
      </pc:sldChg>
      <pc:sldChg chg="modSp add">
        <pc:chgData name="Sanmukh Kuppannagari" userId="ad215094-da36-4b66-9c79-369a17aea26b" providerId="ADAL" clId="{18DA49F4-CD4F-46E0-AB35-D6CB797BE416}" dt="2025-11-11T15:40:41.140" v="2542" actId="207"/>
        <pc:sldMkLst>
          <pc:docMk/>
          <pc:sldMk cId="2007696380" sldId="1664"/>
        </pc:sldMkLst>
        <pc:spChg chg="mod">
          <ac:chgData name="Sanmukh Kuppannagari" userId="ad215094-da36-4b66-9c79-369a17aea26b" providerId="ADAL" clId="{18DA49F4-CD4F-46E0-AB35-D6CB797BE416}" dt="2025-11-11T15:40:41.140" v="2542" actId="207"/>
          <ac:spMkLst>
            <pc:docMk/>
            <pc:sldMk cId="2007696380" sldId="1664"/>
            <ac:spMk id="6" creationId="{4CFB303C-3548-D0D6-A886-2EA9895F1134}"/>
          </ac:spMkLst>
        </pc:spChg>
      </pc:sldChg>
      <pc:sldChg chg="modSp add mod">
        <pc:chgData name="Sanmukh Kuppannagari" userId="ad215094-da36-4b66-9c79-369a17aea26b" providerId="ADAL" clId="{18DA49F4-CD4F-46E0-AB35-D6CB797BE416}" dt="2025-11-11T15:41:24.930" v="2573" actId="207"/>
        <pc:sldMkLst>
          <pc:docMk/>
          <pc:sldMk cId="2017289547" sldId="1665"/>
        </pc:sldMkLst>
        <pc:spChg chg="mod">
          <ac:chgData name="Sanmukh Kuppannagari" userId="ad215094-da36-4b66-9c79-369a17aea26b" providerId="ADAL" clId="{18DA49F4-CD4F-46E0-AB35-D6CB797BE416}" dt="2025-11-11T15:41:24.930" v="2573" actId="207"/>
          <ac:spMkLst>
            <pc:docMk/>
            <pc:sldMk cId="2017289547" sldId="1665"/>
            <ac:spMk id="3" creationId="{6A8AA636-8403-F572-A209-8D8FF0614AF6}"/>
          </ac:spMkLst>
        </pc:spChg>
      </pc:sldChg>
      <pc:sldChg chg="modSp add">
        <pc:chgData name="Sanmukh Kuppannagari" userId="ad215094-da36-4b66-9c79-369a17aea26b" providerId="ADAL" clId="{18DA49F4-CD4F-46E0-AB35-D6CB797BE416}" dt="2025-11-11T15:42:07.486" v="2581" actId="207"/>
        <pc:sldMkLst>
          <pc:docMk/>
          <pc:sldMk cId="1735691115" sldId="1666"/>
        </pc:sldMkLst>
        <pc:spChg chg="mod">
          <ac:chgData name="Sanmukh Kuppannagari" userId="ad215094-da36-4b66-9c79-369a17aea26b" providerId="ADAL" clId="{18DA49F4-CD4F-46E0-AB35-D6CB797BE416}" dt="2025-11-11T15:42:07.486" v="2581" actId="207"/>
          <ac:spMkLst>
            <pc:docMk/>
            <pc:sldMk cId="1735691115" sldId="1666"/>
            <ac:spMk id="3" creationId="{2C9B2D3E-A56D-D7A4-9F42-8826F25C2737}"/>
          </ac:spMkLst>
        </pc:spChg>
      </pc:sldChg>
    </pc:docChg>
  </pc:docChgLst>
  <pc:docChgLst>
    <pc:chgData name="Sanmukh Kuppannagari" userId="ad215094-da36-4b66-9c79-369a17aea26b" providerId="ADAL" clId="{EDB5FD90-1BFF-4AEF-BAAE-76D7B38836FE}"/>
    <pc:docChg chg="undo custSel addSld delSld modSld">
      <pc:chgData name="Sanmukh Kuppannagari" userId="ad215094-da36-4b66-9c79-369a17aea26b" providerId="ADAL" clId="{EDB5FD90-1BFF-4AEF-BAAE-76D7B38836FE}" dt="2024-10-29T13:57:50.004" v="3939" actId="20577"/>
      <pc:docMkLst>
        <pc:docMk/>
      </pc:docMkLst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513480161" sldId="38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93727002" sldId="38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166039725" sldId="384"/>
        </pc:sldMkLst>
      </pc:sldChg>
      <pc:sldChg chg="modSp mod">
        <pc:chgData name="Sanmukh Kuppannagari" userId="ad215094-da36-4b66-9c79-369a17aea26b" providerId="ADAL" clId="{EDB5FD90-1BFF-4AEF-BAAE-76D7B38836FE}" dt="2024-10-29T13:33:03.457" v="3615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501429446" sldId="386"/>
        </pc:sldMkLst>
      </pc:sldChg>
      <pc:sldChg chg="del">
        <pc:chgData name="Sanmukh Kuppannagari" userId="ad215094-da36-4b66-9c79-369a17aea26b" providerId="ADAL" clId="{EDB5FD90-1BFF-4AEF-BAAE-76D7B38836FE}" dt="2024-10-29T00:51:21.307" v="26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306970955" sldId="417"/>
        </pc:sldMkLst>
      </pc:sldChg>
      <pc:sldChg chg="modSp mod">
        <pc:chgData name="Sanmukh Kuppannagari" userId="ad215094-da36-4b66-9c79-369a17aea26b" providerId="ADAL" clId="{EDB5FD90-1BFF-4AEF-BAAE-76D7B38836FE}" dt="2024-10-29T00:52:13.297" v="28" actId="113"/>
        <pc:sldMkLst>
          <pc:docMk/>
          <pc:sldMk cId="645276164" sldId="418"/>
        </pc:sldMkLst>
      </pc:sldChg>
      <pc:sldChg chg="addSp delSp modSp add mod">
        <pc:chgData name="Sanmukh Kuppannagari" userId="ad215094-da36-4b66-9c79-369a17aea26b" providerId="ADAL" clId="{EDB5FD90-1BFF-4AEF-BAAE-76D7B38836FE}" dt="2024-10-29T12:55:49.521" v="1249" actId="21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311539244" sldId="431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078570096" sldId="432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576002580" sldId="433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763207235" sldId="434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990935921" sldId="435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2940354538" sldId="436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3976867335" sldId="437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1011520680" sldId="43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073254755" sldId="445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09819789" sldId="446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100843867" sldId="44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55613574" sldId="44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720382076" sldId="45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39188923" sldId="45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645858176" sldId="45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454390023" sldId="45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974613922" sldId="45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856037237" sldId="456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EDB5FD90-1BFF-4AEF-BAAE-76D7B38836FE}" dt="2024-10-29T13:32:24.710" v="3579" actId="20577"/>
        <pc:sldMkLst>
          <pc:docMk/>
          <pc:sldMk cId="1297240811" sldId="1551"/>
        </pc:sldMkLst>
      </pc:sldChg>
      <pc:sldChg chg="modSp">
        <pc:chgData name="Sanmukh Kuppannagari" userId="ad215094-da36-4b66-9c79-369a17aea26b" providerId="ADAL" clId="{EDB5FD90-1BFF-4AEF-BAAE-76D7B38836FE}" dt="2024-10-29T13:33:26.532" v="3616" actId="2057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EDB5FD90-1BFF-4AEF-BAAE-76D7B38836FE}" dt="2024-10-29T13:38:50.168" v="3652" actId="20577"/>
        <pc:sldMkLst>
          <pc:docMk/>
          <pc:sldMk cId="3183358524" sldId="1568"/>
        </pc:sldMkLst>
      </pc:sldChg>
      <pc:sldChg chg="addSp delSp modSp new mod">
        <pc:chgData name="Sanmukh Kuppannagari" userId="ad215094-da36-4b66-9c79-369a17aea26b" providerId="ADAL" clId="{EDB5FD90-1BFF-4AEF-BAAE-76D7B38836FE}" dt="2024-10-29T00:58:55.319" v="295" actId="1076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92789048" sldId="1569"/>
        </pc:sldMkLst>
      </pc:sldChg>
      <pc:sldChg chg="modSp new mod">
        <pc:chgData name="Sanmukh Kuppannagari" userId="ad215094-da36-4b66-9c79-369a17aea26b" providerId="ADAL" clId="{EDB5FD90-1BFF-4AEF-BAAE-76D7B38836FE}" dt="2024-10-29T01:04:05.646" v="525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45698628" sldId="1571"/>
        </pc:sldMkLst>
      </pc:sldChg>
      <pc:sldChg chg="add del">
        <pc:chgData name="Sanmukh Kuppannagari" userId="ad215094-da36-4b66-9c79-369a17aea26b" providerId="ADAL" clId="{EDB5FD90-1BFF-4AEF-BAAE-76D7B38836FE}" dt="2024-10-29T13:11:37.149" v="2236" actId="47"/>
        <pc:sldMkLst>
          <pc:docMk/>
          <pc:sldMk cId="3980222076" sldId="157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878988337" sldId="1572"/>
        </pc:sldMkLst>
      </pc:sldChg>
      <pc:sldChg chg="addSp delSp modSp new mod">
        <pc:chgData name="Sanmukh Kuppannagari" userId="ad215094-da36-4b66-9c79-369a17aea26b" providerId="ADAL" clId="{EDB5FD90-1BFF-4AEF-BAAE-76D7B38836FE}" dt="2024-10-29T12:56:28.002" v="1260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3768210" sldId="1573"/>
        </pc:sldMkLst>
      </pc:sldChg>
      <pc:sldChg chg="addSp delSp modSp new mod">
        <pc:chgData name="Sanmukh Kuppannagari" userId="ad215094-da36-4b66-9c79-369a17aea26b" providerId="ADAL" clId="{EDB5FD90-1BFF-4AEF-BAAE-76D7B38836FE}" dt="2024-10-29T12:56:26.093" v="1259"/>
        <pc:sldMkLst>
          <pc:docMk/>
          <pc:sldMk cId="3044227913" sldId="1573"/>
        </pc:sldMkLst>
      </pc:sldChg>
      <pc:sldChg chg="addSp modSp add mod">
        <pc:chgData name="Sanmukh Kuppannagari" userId="ad215094-da36-4b66-9c79-369a17aea26b" providerId="ADAL" clId="{EDB5FD90-1BFF-4AEF-BAAE-76D7B38836FE}" dt="2024-10-29T12:56:24.046" v="1258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171121697" sldId="1575"/>
        </pc:sldMkLst>
      </pc:sldChg>
      <pc:sldChg chg="addSp modSp add mod">
        <pc:chgData name="Sanmukh Kuppannagari" userId="ad215094-da36-4b66-9c79-369a17aea26b" providerId="ADAL" clId="{EDB5FD90-1BFF-4AEF-BAAE-76D7B38836FE}" dt="2024-10-29T12:56:09.144" v="1255"/>
        <pc:sldMkLst>
          <pc:docMk/>
          <pc:sldMk cId="2887999413" sldId="1575"/>
        </pc:sldMkLst>
      </pc:sldChg>
      <pc:sldChg chg="addSp delSp modSp add mod">
        <pc:chgData name="Sanmukh Kuppannagari" userId="ad215094-da36-4b66-9c79-369a17aea26b" providerId="ADAL" clId="{EDB5FD90-1BFF-4AEF-BAAE-76D7B38836FE}" dt="2024-10-29T13:02:28.925" v="1484" actId="1076"/>
        <pc:sldMkLst>
          <pc:docMk/>
          <pc:sldMk cId="4161213131" sldId="1576"/>
        </pc:sldMkLst>
      </pc:sldChg>
      <pc:sldChg chg="addSp delSp modSp add mod">
        <pc:chgData name="Sanmukh Kuppannagari" userId="ad215094-da36-4b66-9c79-369a17aea26b" providerId="ADAL" clId="{EDB5FD90-1BFF-4AEF-BAAE-76D7B38836FE}" dt="2024-10-29T13:02:58.846" v="1512" actId="1076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EDB5FD90-1BFF-4AEF-BAAE-76D7B38836FE}" dt="2024-10-29T13:04:19.962" v="1520" actId="1076"/>
        <pc:sldMkLst>
          <pc:docMk/>
          <pc:sldMk cId="897900727" sldId="1578"/>
        </pc:sldMkLst>
      </pc:sldChg>
      <pc:sldChg chg="modSp new mod">
        <pc:chgData name="Sanmukh Kuppannagari" userId="ad215094-da36-4b66-9c79-369a17aea26b" providerId="ADAL" clId="{EDB5FD90-1BFF-4AEF-BAAE-76D7B38836FE}" dt="2024-10-29T13:09:40.118" v="1959" actId="20577"/>
        <pc:sldMkLst>
          <pc:docMk/>
          <pc:sldMk cId="3366667923" sldId="1579"/>
        </pc:sldMkLst>
      </pc:sldChg>
      <pc:sldChg chg="modSp new mod">
        <pc:chgData name="Sanmukh Kuppannagari" userId="ad215094-da36-4b66-9c79-369a17aea26b" providerId="ADAL" clId="{EDB5FD90-1BFF-4AEF-BAAE-76D7B38836FE}" dt="2024-10-29T13:10:21.229" v="2156" actId="20577"/>
        <pc:sldMkLst>
          <pc:docMk/>
          <pc:sldMk cId="2418387073" sldId="1580"/>
        </pc:sldMkLst>
      </pc:sldChg>
      <pc:sldChg chg="modSp add mod">
        <pc:chgData name="Sanmukh Kuppannagari" userId="ad215094-da36-4b66-9c79-369a17aea26b" providerId="ADAL" clId="{EDB5FD90-1BFF-4AEF-BAAE-76D7B38836FE}" dt="2024-10-29T13:11:44.804" v="2237" actId="207"/>
        <pc:sldMkLst>
          <pc:docMk/>
          <pc:sldMk cId="687000461" sldId="1581"/>
        </pc:sldMkLst>
      </pc:sldChg>
      <pc:sldChg chg="modSp add mod">
        <pc:chgData name="Sanmukh Kuppannagari" userId="ad215094-da36-4b66-9c79-369a17aea26b" providerId="ADAL" clId="{EDB5FD90-1BFF-4AEF-BAAE-76D7B38836FE}" dt="2024-10-29T13:38:42.855" v="3640" actId="20577"/>
        <pc:sldMkLst>
          <pc:docMk/>
          <pc:sldMk cId="838156000" sldId="1582"/>
        </pc:sldMkLst>
      </pc:sldChg>
      <pc:sldChg chg="modSp new mod">
        <pc:chgData name="Sanmukh Kuppannagari" userId="ad215094-da36-4b66-9c79-369a17aea26b" providerId="ADAL" clId="{EDB5FD90-1BFF-4AEF-BAAE-76D7B38836FE}" dt="2024-10-29T13:13:41.129" v="2619" actId="20577"/>
        <pc:sldMkLst>
          <pc:docMk/>
          <pc:sldMk cId="967358820" sldId="1583"/>
        </pc:sldMkLst>
      </pc:sldChg>
      <pc:sldChg chg="modSp add mod">
        <pc:chgData name="Sanmukh Kuppannagari" userId="ad215094-da36-4b66-9c79-369a17aea26b" providerId="ADAL" clId="{EDB5FD90-1BFF-4AEF-BAAE-76D7B38836FE}" dt="2024-10-29T13:38:30.556" v="3628" actId="20577"/>
        <pc:sldMkLst>
          <pc:docMk/>
          <pc:sldMk cId="514611781" sldId="1584"/>
        </pc:sldMkLst>
      </pc:sldChg>
      <pc:sldChg chg="addSp modSp new mod">
        <pc:chgData name="Sanmukh Kuppannagari" userId="ad215094-da36-4b66-9c79-369a17aea26b" providerId="ADAL" clId="{EDB5FD90-1BFF-4AEF-BAAE-76D7B38836FE}" dt="2024-10-29T13:26:14.941" v="2877" actId="20577"/>
        <pc:sldMkLst>
          <pc:docMk/>
          <pc:sldMk cId="1104593775" sldId="1585"/>
        </pc:sldMkLst>
      </pc:sldChg>
      <pc:sldChg chg="addSp modSp new mod">
        <pc:chgData name="Sanmukh Kuppannagari" userId="ad215094-da36-4b66-9c79-369a17aea26b" providerId="ADAL" clId="{EDB5FD90-1BFF-4AEF-BAAE-76D7B38836FE}" dt="2024-10-29T13:29:12.697" v="3164" actId="20577"/>
        <pc:sldMkLst>
          <pc:docMk/>
          <pc:sldMk cId="1949565610" sldId="1586"/>
        </pc:sldMkLst>
      </pc:sldChg>
      <pc:sldChg chg="addSp delSp modSp new mod">
        <pc:chgData name="Sanmukh Kuppannagari" userId="ad215094-da36-4b66-9c79-369a17aea26b" providerId="ADAL" clId="{EDB5FD90-1BFF-4AEF-BAAE-76D7B38836FE}" dt="2024-10-29T13:30:45.588" v="3243" actId="27636"/>
        <pc:sldMkLst>
          <pc:docMk/>
          <pc:sldMk cId="1737341798" sldId="1587"/>
        </pc:sldMkLst>
      </pc:sldChg>
      <pc:sldChg chg="modSp new mod">
        <pc:chgData name="Sanmukh Kuppannagari" userId="ad215094-da36-4b66-9c79-369a17aea26b" providerId="ADAL" clId="{EDB5FD90-1BFF-4AEF-BAAE-76D7B38836FE}" dt="2024-10-29T13:32:02.103" v="3539" actId="20577"/>
        <pc:sldMkLst>
          <pc:docMk/>
          <pc:sldMk cId="1322974604" sldId="1588"/>
        </pc:sldMkLst>
      </pc:sldChg>
      <pc:sldChg chg="modSp new mod">
        <pc:chgData name="Sanmukh Kuppannagari" userId="ad215094-da36-4b66-9c79-369a17aea26b" providerId="ADAL" clId="{EDB5FD90-1BFF-4AEF-BAAE-76D7B38836FE}" dt="2024-10-29T13:42:31.336" v="3741" actId="20577"/>
        <pc:sldMkLst>
          <pc:docMk/>
          <pc:sldMk cId="2447559563" sldId="1589"/>
        </pc:sldMkLst>
      </pc:sldChg>
      <pc:sldChg chg="modSp add mod">
        <pc:chgData name="Sanmukh Kuppannagari" userId="ad215094-da36-4b66-9c79-369a17aea26b" providerId="ADAL" clId="{EDB5FD90-1BFF-4AEF-BAAE-76D7B38836FE}" dt="2024-10-29T13:48:39.351" v="3775" actId="27636"/>
        <pc:sldMkLst>
          <pc:docMk/>
          <pc:sldMk cId="1942984142" sldId="1590"/>
        </pc:sldMkLst>
      </pc:sldChg>
      <pc:sldChg chg="modSp add mod">
        <pc:chgData name="Sanmukh Kuppannagari" userId="ad215094-da36-4b66-9c79-369a17aea26b" providerId="ADAL" clId="{EDB5FD90-1BFF-4AEF-BAAE-76D7B38836FE}" dt="2024-10-29T13:53:32.956" v="3843" actId="255"/>
        <pc:sldMkLst>
          <pc:docMk/>
          <pc:sldMk cId="562871704" sldId="1591"/>
        </pc:sldMkLst>
      </pc:sldChg>
      <pc:sldChg chg="modSp add mod">
        <pc:chgData name="Sanmukh Kuppannagari" userId="ad215094-da36-4b66-9c79-369a17aea26b" providerId="ADAL" clId="{EDB5FD90-1BFF-4AEF-BAAE-76D7B38836FE}" dt="2024-10-29T13:55:53.978" v="3894" actId="27636"/>
        <pc:sldMkLst>
          <pc:docMk/>
          <pc:sldMk cId="127211946" sldId="1592"/>
        </pc:sldMkLst>
      </pc:sldChg>
      <pc:sldChg chg="modSp new mod">
        <pc:chgData name="Sanmukh Kuppannagari" userId="ad215094-da36-4b66-9c79-369a17aea26b" providerId="ADAL" clId="{EDB5FD90-1BFF-4AEF-BAAE-76D7B38836FE}" dt="2024-10-29T13:57:50.004" v="3939" actId="20577"/>
        <pc:sldMkLst>
          <pc:docMk/>
          <pc:sldMk cId="2765769096" sldId="159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0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8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5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5572-60E5-42CE-5D74-1BFFE3BD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03E36-F224-3B52-FE5A-3C2B552CE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561E6-4B85-7ECA-78A9-F8FECDEB3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58281-ED97-A122-2A6A-D71F0E03B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67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8E1C-46B8-C0A2-D17F-CD932756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69740-09DB-3B90-B680-6188758E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4FB69-350B-76ED-3239-CE56E8E71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7410-8C77-B469-00E8-F5B4DBFD6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50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80F-0AA5-0F37-B4B9-B2B235B5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D6128-DD1B-234C-AFDF-047B19B27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5155B-1BEB-7840-C636-3956CEABE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35D1D-5109-3183-8DD0-2DDE3613A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26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77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https://fs.hlrs.de/projects/par/par_prog_ws/pdf/mpi_3.1_rab.pdf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97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image" Target="../media/image36.png"/><Relationship Id="rId16" Type="http://schemas.openxmlformats.org/officeDocument/2006/relationships/image" Target="../media/image50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39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38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41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40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9" Type="http://schemas.openxmlformats.org/officeDocument/2006/relationships/image" Target="../media/image73.pn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41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0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5" Type="http://schemas.openxmlformats.org/officeDocument/2006/relationships/image" Target="../media/image390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101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840.png"/><Relationship Id="rId26" Type="http://schemas.openxmlformats.org/officeDocument/2006/relationships/image" Target="../media/image110.png"/><Relationship Id="rId39" Type="http://schemas.openxmlformats.org/officeDocument/2006/relationships/image" Target="../media/image122.png"/><Relationship Id="rId21" Type="http://schemas.openxmlformats.org/officeDocument/2006/relationships/image" Target="../media/image107.png"/><Relationship Id="rId34" Type="http://schemas.openxmlformats.org/officeDocument/2006/relationships/image" Target="../media/image117.png"/><Relationship Id="rId7" Type="http://schemas.openxmlformats.org/officeDocument/2006/relationships/image" Target="../media/image410.png"/><Relationship Id="rId12" Type="http://schemas.openxmlformats.org/officeDocument/2006/relationships/image" Target="../media/image103.png"/><Relationship Id="rId17" Type="http://schemas.openxmlformats.org/officeDocument/2006/relationships/image" Target="../media/image830.png"/><Relationship Id="rId25" Type="http://schemas.openxmlformats.org/officeDocument/2006/relationships/image" Target="../media/image910.png"/><Relationship Id="rId33" Type="http://schemas.openxmlformats.org/officeDocument/2006/relationships/image" Target="../media/image980.png"/><Relationship Id="rId38" Type="http://schemas.openxmlformats.org/officeDocument/2006/relationships/image" Target="../media/image1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20.png"/><Relationship Id="rId20" Type="http://schemas.openxmlformats.org/officeDocument/2006/relationships/image" Target="../media/image106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02.png"/><Relationship Id="rId24" Type="http://schemas.openxmlformats.org/officeDocument/2006/relationships/image" Target="../media/image109.png"/><Relationship Id="rId32" Type="http://schemas.openxmlformats.org/officeDocument/2006/relationships/image" Target="../media/image116.png"/><Relationship Id="rId37" Type="http://schemas.openxmlformats.org/officeDocument/2006/relationships/image" Target="../media/image120.png"/><Relationship Id="rId5" Type="http://schemas.openxmlformats.org/officeDocument/2006/relationships/image" Target="../media/image390.png"/><Relationship Id="rId15" Type="http://schemas.openxmlformats.org/officeDocument/2006/relationships/image" Target="../media/image58.png"/><Relationship Id="rId23" Type="http://schemas.openxmlformats.org/officeDocument/2006/relationships/image" Target="../media/image500.png"/><Relationship Id="rId28" Type="http://schemas.openxmlformats.org/officeDocument/2006/relationships/image" Target="../media/image112.png"/><Relationship Id="rId36" Type="http://schemas.openxmlformats.org/officeDocument/2006/relationships/image" Target="../media/image119.png"/><Relationship Id="rId10" Type="http://schemas.openxmlformats.org/officeDocument/2006/relationships/image" Target="../media/image810.png"/><Relationship Id="rId19" Type="http://schemas.openxmlformats.org/officeDocument/2006/relationships/image" Target="../media/image850.png"/><Relationship Id="rId31" Type="http://schemas.openxmlformats.org/officeDocument/2006/relationships/image" Target="../media/image115.png"/><Relationship Id="rId4" Type="http://schemas.openxmlformats.org/officeDocument/2006/relationships/image" Target="../media/image380.png"/><Relationship Id="rId9" Type="http://schemas.openxmlformats.org/officeDocument/2006/relationships/image" Target="../media/image1010.png"/><Relationship Id="rId14" Type="http://schemas.openxmlformats.org/officeDocument/2006/relationships/image" Target="../media/image105.png"/><Relationship Id="rId22" Type="http://schemas.openxmlformats.org/officeDocument/2006/relationships/image" Target="../media/image108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Relationship Id="rId35" Type="http://schemas.openxmlformats.org/officeDocument/2006/relationships/image" Target="../media/image118.png"/><Relationship Id="rId8" Type="http://schemas.openxmlformats.org/officeDocument/2006/relationships/image" Target="../media/image1000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840.png"/><Relationship Id="rId26" Type="http://schemas.openxmlformats.org/officeDocument/2006/relationships/image" Target="../media/image110.png"/><Relationship Id="rId39" Type="http://schemas.openxmlformats.org/officeDocument/2006/relationships/image" Target="../media/image122.png"/><Relationship Id="rId21" Type="http://schemas.openxmlformats.org/officeDocument/2006/relationships/image" Target="../media/image107.png"/><Relationship Id="rId34" Type="http://schemas.openxmlformats.org/officeDocument/2006/relationships/image" Target="../media/image117.png"/><Relationship Id="rId7" Type="http://schemas.openxmlformats.org/officeDocument/2006/relationships/image" Target="../media/image410.png"/><Relationship Id="rId12" Type="http://schemas.openxmlformats.org/officeDocument/2006/relationships/image" Target="../media/image103.png"/><Relationship Id="rId17" Type="http://schemas.openxmlformats.org/officeDocument/2006/relationships/image" Target="../media/image830.png"/><Relationship Id="rId25" Type="http://schemas.openxmlformats.org/officeDocument/2006/relationships/image" Target="../media/image910.png"/><Relationship Id="rId33" Type="http://schemas.openxmlformats.org/officeDocument/2006/relationships/image" Target="../media/image980.png"/><Relationship Id="rId38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20.png"/><Relationship Id="rId20" Type="http://schemas.openxmlformats.org/officeDocument/2006/relationships/image" Target="../media/image106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02.png"/><Relationship Id="rId24" Type="http://schemas.openxmlformats.org/officeDocument/2006/relationships/image" Target="../media/image109.png"/><Relationship Id="rId32" Type="http://schemas.openxmlformats.org/officeDocument/2006/relationships/image" Target="../media/image116.png"/><Relationship Id="rId37" Type="http://schemas.openxmlformats.org/officeDocument/2006/relationships/image" Target="../media/image120.png"/><Relationship Id="rId5" Type="http://schemas.openxmlformats.org/officeDocument/2006/relationships/image" Target="../media/image390.png"/><Relationship Id="rId15" Type="http://schemas.openxmlformats.org/officeDocument/2006/relationships/image" Target="../media/image58.png"/><Relationship Id="rId23" Type="http://schemas.openxmlformats.org/officeDocument/2006/relationships/image" Target="../media/image500.png"/><Relationship Id="rId28" Type="http://schemas.openxmlformats.org/officeDocument/2006/relationships/image" Target="../media/image112.png"/><Relationship Id="rId36" Type="http://schemas.openxmlformats.org/officeDocument/2006/relationships/image" Target="../media/image119.png"/><Relationship Id="rId10" Type="http://schemas.openxmlformats.org/officeDocument/2006/relationships/image" Target="../media/image810.png"/><Relationship Id="rId19" Type="http://schemas.openxmlformats.org/officeDocument/2006/relationships/image" Target="../media/image850.png"/><Relationship Id="rId31" Type="http://schemas.openxmlformats.org/officeDocument/2006/relationships/image" Target="../media/image115.png"/><Relationship Id="rId4" Type="http://schemas.openxmlformats.org/officeDocument/2006/relationships/image" Target="../media/image380.png"/><Relationship Id="rId9" Type="http://schemas.openxmlformats.org/officeDocument/2006/relationships/image" Target="../media/image1010.png"/><Relationship Id="rId14" Type="http://schemas.openxmlformats.org/officeDocument/2006/relationships/image" Target="../media/image105.png"/><Relationship Id="rId22" Type="http://schemas.openxmlformats.org/officeDocument/2006/relationships/image" Target="../media/image108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Relationship Id="rId35" Type="http://schemas.openxmlformats.org/officeDocument/2006/relationships/image" Target="../media/image118.png"/><Relationship Id="rId8" Type="http://schemas.openxmlformats.org/officeDocument/2006/relationships/image" Target="../media/image1000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png"/><Relationship Id="rId18" Type="http://schemas.openxmlformats.org/officeDocument/2006/relationships/image" Target="../media/image108.png"/><Relationship Id="rId26" Type="http://schemas.openxmlformats.org/officeDocument/2006/relationships/image" Target="../media/image960.png"/><Relationship Id="rId21" Type="http://schemas.openxmlformats.org/officeDocument/2006/relationships/image" Target="../media/image52.png"/><Relationship Id="rId34" Type="http://schemas.openxmlformats.org/officeDocument/2006/relationships/image" Target="../media/image890.png"/><Relationship Id="rId7" Type="http://schemas.openxmlformats.org/officeDocument/2006/relationships/image" Target="../media/image410.png"/><Relationship Id="rId12" Type="http://schemas.openxmlformats.org/officeDocument/2006/relationships/image" Target="../media/image127.png"/><Relationship Id="rId17" Type="http://schemas.openxmlformats.org/officeDocument/2006/relationships/image" Target="../media/image107.png"/><Relationship Id="rId25" Type="http://schemas.openxmlformats.org/officeDocument/2006/relationships/image" Target="../media/image113.png"/><Relationship Id="rId33" Type="http://schemas.openxmlformats.org/officeDocument/2006/relationships/image" Target="../media/image880.png"/><Relationship Id="rId38" Type="http://schemas.openxmlformats.org/officeDocument/2006/relationships/image" Target="../media/image93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6.png"/><Relationship Id="rId20" Type="http://schemas.openxmlformats.org/officeDocument/2006/relationships/image" Target="../media/image51.png"/><Relationship Id="rId29" Type="http://schemas.openxmlformats.org/officeDocument/2006/relationships/image" Target="../media/image4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0.png"/><Relationship Id="rId11" Type="http://schemas.openxmlformats.org/officeDocument/2006/relationships/image" Target="../media/image126.png"/><Relationship Id="rId24" Type="http://schemas.openxmlformats.org/officeDocument/2006/relationships/image" Target="../media/image940.png"/><Relationship Id="rId32" Type="http://schemas.openxmlformats.org/officeDocument/2006/relationships/image" Target="../media/image120.png"/><Relationship Id="rId37" Type="http://schemas.openxmlformats.org/officeDocument/2006/relationships/image" Target="../media/image920.png"/><Relationship Id="rId5" Type="http://schemas.openxmlformats.org/officeDocument/2006/relationships/image" Target="../media/image390.png"/><Relationship Id="rId15" Type="http://schemas.openxmlformats.org/officeDocument/2006/relationships/image" Target="../media/image850.png"/><Relationship Id="rId23" Type="http://schemas.openxmlformats.org/officeDocument/2006/relationships/image" Target="../media/image54.png"/><Relationship Id="rId28" Type="http://schemas.openxmlformats.org/officeDocument/2006/relationships/image" Target="../media/image390.png"/><Relationship Id="rId36" Type="http://schemas.openxmlformats.org/officeDocument/2006/relationships/image" Target="../media/image129.png"/><Relationship Id="rId10" Type="http://schemas.openxmlformats.org/officeDocument/2006/relationships/image" Target="../media/image105.png"/><Relationship Id="rId19" Type="http://schemas.openxmlformats.org/officeDocument/2006/relationships/image" Target="../media/image500.png"/><Relationship Id="rId31" Type="http://schemas.openxmlformats.org/officeDocument/2006/relationships/image" Target="../media/image860.png"/><Relationship Id="rId4" Type="http://schemas.openxmlformats.org/officeDocument/2006/relationships/image" Target="../media/image380.png"/><Relationship Id="rId9" Type="http://schemas.openxmlformats.org/officeDocument/2006/relationships/image" Target="../media/image125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970.png"/><Relationship Id="rId30" Type="http://schemas.openxmlformats.org/officeDocument/2006/relationships/image" Target="../media/image410.png"/><Relationship Id="rId35" Type="http://schemas.openxmlformats.org/officeDocument/2006/relationships/image" Target="../media/image900.png"/><Relationship Id="rId8" Type="http://schemas.openxmlformats.org/officeDocument/2006/relationships/image" Target="../media/image124.png"/><Relationship Id="rId3" Type="http://schemas.openxmlformats.org/officeDocument/2006/relationships/image" Target="../media/image38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48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21</a:t>
            </a:r>
          </a:p>
          <a:p>
            <a:r>
              <a:rPr lang="en-US" dirty="0"/>
              <a:t>11/11/2025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Matrix Multiplication on Cluster</a:t>
            </a:r>
          </a:p>
          <a:p>
            <a:r>
              <a:rPr lang="en-US" dirty="0"/>
              <a:t>Collective Communication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119205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EC8F-487C-B698-993F-D2680CE0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7A8A-2CCA-A1A4-8196-50BB10190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WA3 Due this Saturday</a:t>
            </a:r>
          </a:p>
          <a:p>
            <a:endParaRPr lang="en-US" dirty="0"/>
          </a:p>
          <a:p>
            <a:r>
              <a:rPr lang="en-US" dirty="0"/>
              <a:t>WA4 Will be Out</a:t>
            </a:r>
          </a:p>
          <a:p>
            <a:endParaRPr lang="en-US" dirty="0"/>
          </a:p>
          <a:p>
            <a:r>
              <a:rPr lang="en-US" dirty="0"/>
              <a:t>Project Proposals Graded</a:t>
            </a:r>
          </a:p>
          <a:p>
            <a:pPr lvl="1"/>
            <a:r>
              <a:rPr lang="en-US" dirty="0"/>
              <a:t>If you did not receive a score, I may have asked you </a:t>
            </a:r>
            <a:r>
              <a:rPr lang="en-US" dirty="0" err="1"/>
              <a:t>followup</a:t>
            </a:r>
            <a:r>
              <a:rPr lang="en-US" dirty="0"/>
              <a:t> questions on your proposal</a:t>
            </a:r>
          </a:p>
          <a:p>
            <a:pPr lvl="1"/>
            <a:r>
              <a:rPr lang="en-US" dirty="0"/>
              <a:t>Please send me weekly updates by responding to the email so that you remain on track</a:t>
            </a:r>
          </a:p>
        </p:txBody>
      </p:sp>
    </p:spTree>
    <p:extLst>
      <p:ext uri="{BB962C8B-B14F-4D97-AF65-F5344CB8AC3E}">
        <p14:creationId xmlns:p14="http://schemas.microsoft.com/office/powerpoint/2010/main" val="355746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Matrix Multiplication on Cluster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Collective Communication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3F8D-9232-23BC-932E-9729A02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of Accelerators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processors (memory + accelerator)</a:t>
                </a:r>
              </a:p>
              <a:p>
                <a:pPr lvl="1"/>
                <a:r>
                  <a:rPr lang="en-US" dirty="0"/>
                  <a:t>Local compute</a:t>
                </a:r>
              </a:p>
              <a:p>
                <a:pPr lvl="1"/>
                <a:r>
                  <a:rPr lang="en-US" dirty="0"/>
                  <a:t>Local memory</a:t>
                </a:r>
              </a:p>
              <a:p>
                <a:r>
                  <a:rPr lang="en-US" dirty="0"/>
                  <a:t>Connected using an Interconnection Network</a:t>
                </a:r>
              </a:p>
              <a:p>
                <a:r>
                  <a:rPr lang="en-US" dirty="0"/>
                  <a:t>Communication through Message Passing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  <a:blipFill>
                <a:blip r:embed="rId2"/>
                <a:stretch>
                  <a:fillRect l="-812" t="-804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/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/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/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D101F7D-24A9-26AB-D469-32C91392E29E}"/>
              </a:ext>
            </a:extLst>
          </p:cNvPr>
          <p:cNvSpPr txBox="1"/>
          <p:nvPr/>
        </p:nvSpPr>
        <p:spPr>
          <a:xfrm>
            <a:off x="9362507" y="61404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E627B-B9A2-42BC-4FEC-D9A662A17881}"/>
              </a:ext>
            </a:extLst>
          </p:cNvPr>
          <p:cNvSpPr/>
          <p:nvPr/>
        </p:nvSpPr>
        <p:spPr>
          <a:xfrm>
            <a:off x="7624542" y="3893769"/>
            <a:ext cx="2725033" cy="9689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Interconnection 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750B39-3976-810D-6141-5EE78D34AF7F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6059162" y="4862669"/>
            <a:ext cx="2927897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9BFFC4-3066-6747-BFA1-DC7AC1FC96F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40609" y="4862669"/>
            <a:ext cx="1246450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3FC30A-589F-4F12-059A-AA62CD8FA4D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87059" y="4862669"/>
            <a:ext cx="2420738" cy="10415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6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3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85216-8F00-2054-37B8-BEBFE5DFD98C}"/>
              </a:ext>
            </a:extLst>
          </p:cNvPr>
          <p:cNvSpPr txBox="1"/>
          <p:nvPr/>
        </p:nvSpPr>
        <p:spPr>
          <a:xfrm>
            <a:off x="7454479" y="6074352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Two processor world</a:t>
            </a:r>
          </a:p>
        </p:txBody>
      </p:sp>
    </p:spTree>
    <p:extLst>
      <p:ext uri="{BB962C8B-B14F-4D97-AF65-F5344CB8AC3E}">
        <p14:creationId xmlns:p14="http://schemas.microsoft.com/office/powerpoint/2010/main" val="1237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718ACE-2428-67FB-D78D-FBBADB4DC25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02863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9BCE9-70A9-B4DF-98C1-1B4D76E880CB}"/>
              </a:ext>
            </a:extLst>
          </p:cNvPr>
          <p:cNvCxnSpPr/>
          <p:nvPr/>
        </p:nvCxnSpPr>
        <p:spPr>
          <a:xfrm flipH="1">
            <a:off x="749888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143A84-0892-7BA2-D0FA-BC9921D737C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561530" y="2684821"/>
            <a:ext cx="4560542" cy="15352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3824AB-4010-7E94-6F34-05C9FFF79464}"/>
              </a:ext>
            </a:extLst>
          </p:cNvPr>
          <p:cNvSpPr txBox="1"/>
          <p:nvPr/>
        </p:nvSpPr>
        <p:spPr>
          <a:xfrm>
            <a:off x="3590988" y="5722570"/>
            <a:ext cx="3790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Dependency across processors due to communication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109068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C2A400-4B00-CA4D-B4E7-2443D414A0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Most General Model: Asynchronous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3510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6909" y="1799456"/>
            <a:ext cx="1235046" cy="508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15765" y="1799455"/>
            <a:ext cx="1235047" cy="5081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96108" y="1799454"/>
            <a:ext cx="1235046" cy="5167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2365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2709" y="3602289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8" name="Freeform 7"/>
          <p:cNvSpPr/>
          <p:nvPr/>
        </p:nvSpPr>
        <p:spPr>
          <a:xfrm>
            <a:off x="3953258" y="2307404"/>
            <a:ext cx="107350" cy="46526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5379612" y="2316199"/>
            <a:ext cx="90871" cy="1268024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6859956" y="2311985"/>
            <a:ext cx="115587" cy="127223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15"/>
          </p:cNvCxnSpPr>
          <p:nvPr/>
        </p:nvCxnSpPr>
        <p:spPr>
          <a:xfrm>
            <a:off x="4019280" y="2772671"/>
            <a:ext cx="1452590" cy="15569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961106" y="3131088"/>
            <a:ext cx="107350" cy="46662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86392" y="2470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68" name="Straight Arrow Connector 67"/>
          <p:cNvCxnSpPr>
            <a:endCxn id="66" idx="0"/>
          </p:cNvCxnSpPr>
          <p:nvPr/>
        </p:nvCxnSpPr>
        <p:spPr>
          <a:xfrm flipH="1">
            <a:off x="3985956" y="3045881"/>
            <a:ext cx="1418505" cy="8520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19970" y="30458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74" name="Straight Arrow Connector 73"/>
          <p:cNvCxnSpPr>
            <a:endCxn id="64" idx="5"/>
          </p:cNvCxnSpPr>
          <p:nvPr/>
        </p:nvCxnSpPr>
        <p:spPr>
          <a:xfrm flipH="1">
            <a:off x="5449439" y="2639881"/>
            <a:ext cx="1381375" cy="16017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4" idx="11"/>
          </p:cNvCxnSpPr>
          <p:nvPr/>
        </p:nvCxnSpPr>
        <p:spPr>
          <a:xfrm>
            <a:off x="5470349" y="3183794"/>
            <a:ext cx="1414456" cy="402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79890" y="2311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831" y="31688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33159" y="258092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3"/>
              <p:cNvSpPr txBox="1">
                <a:spLocks noChangeArrowheads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structure with respect to instructions, interactions</a:t>
                </a:r>
              </a:p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global clock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Execution is asynchronous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Programs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0,1,…,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can be all distinct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Hard to write/debug </a:t>
                </a:r>
              </a:p>
            </p:txBody>
          </p:sp>
        </mc:Choice>
        <mc:Fallback xmlns="">
          <p:sp>
            <p:nvSpPr>
              <p:cNvPr id="8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blipFill>
                <a:blip r:embed="rId3"/>
                <a:stretch>
                  <a:fillRect t="-1923" b="-3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396110" y="2948771"/>
            <a:ext cx="1206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 = send</a:t>
            </a:r>
          </a:p>
          <a:p>
            <a:r>
              <a:rPr lang="en-US">
                <a:solidFill>
                  <a:srgbClr val="000000"/>
                </a:solidFill>
              </a:rPr>
              <a:t>R = 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5521" y="27617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9738" y="25681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8658" y="29731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17" y="30458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7503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D0A-D8D9-E94D-9862-31905FDFAC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Bulk synchronous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32366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0185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00993" y="2272319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75" name="Freeform 74"/>
          <p:cNvSpPr/>
          <p:nvPr/>
        </p:nvSpPr>
        <p:spPr>
          <a:xfrm>
            <a:off x="2746624" y="2948770"/>
            <a:ext cx="56230" cy="66008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240870" y="2958120"/>
            <a:ext cx="112460" cy="65073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5791678" y="2953639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754993" y="226313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05801" y="227232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45678" y="2958121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8896486" y="29536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4863" y="3878474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phase</a:t>
            </a:r>
          </a:p>
        </p:txBody>
      </p: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2477028" y="3869327"/>
            <a:ext cx="6939015" cy="16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2443084" y="4341533"/>
            <a:ext cx="69295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48801" y="4156867"/>
            <a:ext cx="59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sync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 bwMode="auto">
          <a:xfrm>
            <a:off x="1937801" y="4546510"/>
            <a:ext cx="7907239" cy="107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Two phases to the Program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Computation Phase: Each process executes independently. No communication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Phase: Processes communicate with each other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7028" y="4341533"/>
            <a:ext cx="692951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8AA9C-25CC-EF9C-3839-4F1916394FC1}"/>
              </a:ext>
            </a:extLst>
          </p:cNvPr>
          <p:cNvSpPr txBox="1"/>
          <p:nvPr/>
        </p:nvSpPr>
        <p:spPr>
          <a:xfrm>
            <a:off x="9936884" y="3244334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Computation phase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1FDAA58-1E61-432C-AB91-B10340440179}"/>
              </a:ext>
            </a:extLst>
          </p:cNvPr>
          <p:cNvSpPr/>
          <p:nvPr/>
        </p:nvSpPr>
        <p:spPr>
          <a:xfrm>
            <a:off x="9437915" y="3018403"/>
            <a:ext cx="292132" cy="80303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444AE2-E965-F879-7B9C-2E5BF5F4B2B5}"/>
              </a:ext>
            </a:extLst>
          </p:cNvPr>
          <p:cNvSpPr/>
          <p:nvPr/>
        </p:nvSpPr>
        <p:spPr>
          <a:xfrm>
            <a:off x="9437915" y="3823660"/>
            <a:ext cx="292132" cy="47896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B606E-21EA-4700-4F8F-B7FF288C57A6}"/>
              </a:ext>
            </a:extLst>
          </p:cNvPr>
          <p:cNvCxnSpPr/>
          <p:nvPr/>
        </p:nvCxnSpPr>
        <p:spPr>
          <a:xfrm>
            <a:off x="2802854" y="38777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FCC3F-D668-BE8E-957A-592B6DD8ECAD}"/>
              </a:ext>
            </a:extLst>
          </p:cNvPr>
          <p:cNvCxnSpPr>
            <a:cxnSpLocks/>
          </p:cNvCxnSpPr>
          <p:nvPr/>
        </p:nvCxnSpPr>
        <p:spPr>
          <a:xfrm flipH="1">
            <a:off x="4437551" y="3971193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2DB92A-06A2-2681-809A-D69F015FB05B}"/>
              </a:ext>
            </a:extLst>
          </p:cNvPr>
          <p:cNvCxnSpPr>
            <a:cxnSpLocks/>
          </p:cNvCxnSpPr>
          <p:nvPr/>
        </p:nvCxnSpPr>
        <p:spPr>
          <a:xfrm flipH="1">
            <a:off x="5992724" y="3929468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F6327-F03B-4E35-F8AC-709A2A53A64C}"/>
              </a:ext>
            </a:extLst>
          </p:cNvPr>
          <p:cNvCxnSpPr>
            <a:cxnSpLocks/>
          </p:cNvCxnSpPr>
          <p:nvPr/>
        </p:nvCxnSpPr>
        <p:spPr>
          <a:xfrm flipH="1">
            <a:off x="7542360" y="3967591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39686-92CD-8734-E922-42440BAF2B83}"/>
              </a:ext>
            </a:extLst>
          </p:cNvPr>
          <p:cNvCxnSpPr/>
          <p:nvPr/>
        </p:nvCxnSpPr>
        <p:spPr>
          <a:xfrm>
            <a:off x="4426665" y="3914876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FA968-E44B-8BF6-7B84-97560547C3BB}"/>
              </a:ext>
            </a:extLst>
          </p:cNvPr>
          <p:cNvCxnSpPr/>
          <p:nvPr/>
        </p:nvCxnSpPr>
        <p:spPr>
          <a:xfrm>
            <a:off x="7467019" y="38845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231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79154-BD74-B740-BE9D-4ECF1D34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66" y="1637013"/>
            <a:ext cx="11234060" cy="162091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Code is same in all the processes except for initialization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Restrictive model, easy to write and debug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Easy to do performance analysis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Widely used in Machine Learning Training 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36CC-6EE9-CB4F-8C9A-E884243036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SPMD (Single Program Multiple Data)</a:t>
            </a:r>
          </a:p>
        </p:txBody>
      </p:sp>
      <p:sp>
        <p:nvSpPr>
          <p:cNvPr id="4" name="Rounded Rectangle 66">
            <a:extLst>
              <a:ext uri="{FF2B5EF4-FFF2-40B4-BE49-F238E27FC236}">
                <a16:creationId xmlns:a16="http://schemas.microsoft.com/office/drawing/2014/main" id="{94072264-3884-46F9-B3FA-F561F088B103}"/>
              </a:ext>
            </a:extLst>
          </p:cNvPr>
          <p:cNvSpPr/>
          <p:nvPr/>
        </p:nvSpPr>
        <p:spPr>
          <a:xfrm>
            <a:off x="2180811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" name="Rounded Rectangle 68">
            <a:extLst>
              <a:ext uri="{FF2B5EF4-FFF2-40B4-BE49-F238E27FC236}">
                <a16:creationId xmlns:a16="http://schemas.microsoft.com/office/drawing/2014/main" id="{E08B61DE-3BD6-32FD-778D-8F905CB97476}"/>
              </a:ext>
            </a:extLst>
          </p:cNvPr>
          <p:cNvSpPr/>
          <p:nvPr/>
        </p:nvSpPr>
        <p:spPr>
          <a:xfrm>
            <a:off x="3698630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6" name="Rounded Rectangle 69">
            <a:extLst>
              <a:ext uri="{FF2B5EF4-FFF2-40B4-BE49-F238E27FC236}">
                <a16:creationId xmlns:a16="http://schemas.microsoft.com/office/drawing/2014/main" id="{8EC9F224-C3F0-FCF1-D52E-733005D7959B}"/>
              </a:ext>
            </a:extLst>
          </p:cNvPr>
          <p:cNvSpPr/>
          <p:nvPr/>
        </p:nvSpPr>
        <p:spPr>
          <a:xfrm>
            <a:off x="5249438" y="3438183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72E10C25-264E-29CD-B2A2-7EE3AC38B8A6}"/>
              </a:ext>
            </a:extLst>
          </p:cNvPr>
          <p:cNvSpPr/>
          <p:nvPr/>
        </p:nvSpPr>
        <p:spPr>
          <a:xfrm>
            <a:off x="5840123" y="411950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ounded Rectangle 91">
            <a:extLst>
              <a:ext uri="{FF2B5EF4-FFF2-40B4-BE49-F238E27FC236}">
                <a16:creationId xmlns:a16="http://schemas.microsoft.com/office/drawing/2014/main" id="{6D6255CE-9B0B-57C8-CC52-6FCD07C29292}"/>
              </a:ext>
            </a:extLst>
          </p:cNvPr>
          <p:cNvSpPr/>
          <p:nvPr/>
        </p:nvSpPr>
        <p:spPr>
          <a:xfrm>
            <a:off x="6803438" y="3429001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1" name="Rounded Rectangle 92">
            <a:extLst>
              <a:ext uri="{FF2B5EF4-FFF2-40B4-BE49-F238E27FC236}">
                <a16:creationId xmlns:a16="http://schemas.microsoft.com/office/drawing/2014/main" id="{1707DE01-3843-2B31-7BB5-86B10B0C1A77}"/>
              </a:ext>
            </a:extLst>
          </p:cNvPr>
          <p:cNvSpPr/>
          <p:nvPr/>
        </p:nvSpPr>
        <p:spPr>
          <a:xfrm>
            <a:off x="8354246" y="343818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2" name="Freeform 95">
            <a:extLst>
              <a:ext uri="{FF2B5EF4-FFF2-40B4-BE49-F238E27FC236}">
                <a16:creationId xmlns:a16="http://schemas.microsoft.com/office/drawing/2014/main" id="{89485C38-540E-A471-DC30-1DEAFCDC1B58}"/>
              </a:ext>
            </a:extLst>
          </p:cNvPr>
          <p:cNvSpPr/>
          <p:nvPr/>
        </p:nvSpPr>
        <p:spPr>
          <a:xfrm>
            <a:off x="7394123" y="4123985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Freeform 96">
            <a:extLst>
              <a:ext uri="{FF2B5EF4-FFF2-40B4-BE49-F238E27FC236}">
                <a16:creationId xmlns:a16="http://schemas.microsoft.com/office/drawing/2014/main" id="{D83EC175-7AF9-43E9-6DFD-CBF3A3632D9A}"/>
              </a:ext>
            </a:extLst>
          </p:cNvPr>
          <p:cNvSpPr/>
          <p:nvPr/>
        </p:nvSpPr>
        <p:spPr>
          <a:xfrm>
            <a:off x="8944931" y="4119503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4D5895A4-7780-8368-9DF0-E4C4C0A59B4F}"/>
              </a:ext>
            </a:extLst>
          </p:cNvPr>
          <p:cNvSpPr/>
          <p:nvPr/>
        </p:nvSpPr>
        <p:spPr>
          <a:xfrm>
            <a:off x="2771497" y="4146687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49C82AC5-A3F7-B7E6-7FA7-1EE283B1F636}"/>
              </a:ext>
            </a:extLst>
          </p:cNvPr>
          <p:cNvSpPr/>
          <p:nvPr/>
        </p:nvSpPr>
        <p:spPr>
          <a:xfrm>
            <a:off x="4305810" y="412398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ounded Rectangle 92">
            <a:extLst>
              <a:ext uri="{FF2B5EF4-FFF2-40B4-BE49-F238E27FC236}">
                <a16:creationId xmlns:a16="http://schemas.microsoft.com/office/drawing/2014/main" id="{DFF7CE3C-7504-307C-66F9-B966BAEFA51A}"/>
              </a:ext>
            </a:extLst>
          </p:cNvPr>
          <p:cNvSpPr/>
          <p:nvPr/>
        </p:nvSpPr>
        <p:spPr>
          <a:xfrm>
            <a:off x="10201096" y="3421632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9" name="Freeform 96">
            <a:extLst>
              <a:ext uri="{FF2B5EF4-FFF2-40B4-BE49-F238E27FC236}">
                <a16:creationId xmlns:a16="http://schemas.microsoft.com/office/drawing/2014/main" id="{662BB236-FC49-E528-6C93-9EB1100646CB}"/>
              </a:ext>
            </a:extLst>
          </p:cNvPr>
          <p:cNvSpPr/>
          <p:nvPr/>
        </p:nvSpPr>
        <p:spPr>
          <a:xfrm>
            <a:off x="10791781" y="410295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DA8C91-C212-2DE8-3B1A-E4FFD2EBB928}"/>
              </a:ext>
            </a:extLst>
          </p:cNvPr>
          <p:cNvCxnSpPr/>
          <p:nvPr/>
        </p:nvCxnSpPr>
        <p:spPr>
          <a:xfrm>
            <a:off x="3003592" y="507925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58A760-670E-159F-4C77-6777AD04F4F2}"/>
              </a:ext>
            </a:extLst>
          </p:cNvPr>
          <p:cNvCxnSpPr/>
          <p:nvPr/>
        </p:nvCxnSpPr>
        <p:spPr>
          <a:xfrm>
            <a:off x="6038472" y="502743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9E9F2-28F4-81FF-C2F7-54F032340CBC}"/>
              </a:ext>
            </a:extLst>
          </p:cNvPr>
          <p:cNvCxnSpPr/>
          <p:nvPr/>
        </p:nvCxnSpPr>
        <p:spPr>
          <a:xfrm>
            <a:off x="9274649" y="5035191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77">
            <a:extLst>
              <a:ext uri="{FF2B5EF4-FFF2-40B4-BE49-F238E27FC236}">
                <a16:creationId xmlns:a16="http://schemas.microsoft.com/office/drawing/2014/main" id="{6699025B-CCC9-0A9B-2E2E-4C92894D3A3C}"/>
              </a:ext>
            </a:extLst>
          </p:cNvPr>
          <p:cNvSpPr/>
          <p:nvPr/>
        </p:nvSpPr>
        <p:spPr>
          <a:xfrm>
            <a:off x="5896353" y="512769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Freeform 95">
            <a:extLst>
              <a:ext uri="{FF2B5EF4-FFF2-40B4-BE49-F238E27FC236}">
                <a16:creationId xmlns:a16="http://schemas.microsoft.com/office/drawing/2014/main" id="{0C99B19D-9362-E892-FFEE-E173F85B4B91}"/>
              </a:ext>
            </a:extLst>
          </p:cNvPr>
          <p:cNvSpPr/>
          <p:nvPr/>
        </p:nvSpPr>
        <p:spPr>
          <a:xfrm>
            <a:off x="7450353" y="5132173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Freeform 96">
            <a:extLst>
              <a:ext uri="{FF2B5EF4-FFF2-40B4-BE49-F238E27FC236}">
                <a16:creationId xmlns:a16="http://schemas.microsoft.com/office/drawing/2014/main" id="{C6BCB57A-256A-4A35-65D8-99897D721F51}"/>
              </a:ext>
            </a:extLst>
          </p:cNvPr>
          <p:cNvSpPr/>
          <p:nvPr/>
        </p:nvSpPr>
        <p:spPr>
          <a:xfrm>
            <a:off x="9001161" y="512769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EC953E6-5648-4BE2-CA08-EF9CA3C69077}"/>
              </a:ext>
            </a:extLst>
          </p:cNvPr>
          <p:cNvSpPr/>
          <p:nvPr/>
        </p:nvSpPr>
        <p:spPr>
          <a:xfrm>
            <a:off x="2827727" y="5154875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3D365E6F-BE5F-6291-25A0-29326C2C7BAB}"/>
              </a:ext>
            </a:extLst>
          </p:cNvPr>
          <p:cNvSpPr/>
          <p:nvPr/>
        </p:nvSpPr>
        <p:spPr>
          <a:xfrm>
            <a:off x="4362040" y="513217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reeform 96">
            <a:extLst>
              <a:ext uri="{FF2B5EF4-FFF2-40B4-BE49-F238E27FC236}">
                <a16:creationId xmlns:a16="http://schemas.microsoft.com/office/drawing/2014/main" id="{D814194E-5E49-8A9A-39BF-E5FB0B4E7E00}"/>
              </a:ext>
            </a:extLst>
          </p:cNvPr>
          <p:cNvSpPr/>
          <p:nvPr/>
        </p:nvSpPr>
        <p:spPr>
          <a:xfrm>
            <a:off x="10848011" y="51111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C73DC2-6B66-9065-05A1-D63BA488C1DA}"/>
              </a:ext>
            </a:extLst>
          </p:cNvPr>
          <p:cNvCxnSpPr>
            <a:cxnSpLocks/>
          </p:cNvCxnSpPr>
          <p:nvPr/>
        </p:nvCxnSpPr>
        <p:spPr>
          <a:xfrm>
            <a:off x="2985147" y="6038527"/>
            <a:ext cx="285497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D9870-8B11-33B7-57B8-4E71DF8097E5}"/>
              </a:ext>
            </a:extLst>
          </p:cNvPr>
          <p:cNvCxnSpPr>
            <a:cxnSpLocks/>
          </p:cNvCxnSpPr>
          <p:nvPr/>
        </p:nvCxnSpPr>
        <p:spPr>
          <a:xfrm flipV="1">
            <a:off x="7562813" y="6038527"/>
            <a:ext cx="337730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1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Non-Buffered Send/Receive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1844" y="1674948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912" y="5178779"/>
            <a:ext cx="233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sender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43033" y="2325592"/>
            <a:ext cx="2868326" cy="2853186"/>
            <a:chOff x="231921" y="2099814"/>
            <a:chExt cx="2868326" cy="3234186"/>
          </a:xfrm>
        </p:grpSpPr>
        <p:sp>
          <p:nvSpPr>
            <p:cNvPr id="23" name="TextBox 22"/>
            <p:cNvSpPr txBox="1"/>
            <p:nvPr/>
          </p:nvSpPr>
          <p:spPr>
            <a:xfrm>
              <a:off x="1201947" y="2224487"/>
              <a:ext cx="944297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856172" y="2109566"/>
              <a:ext cx="363028" cy="824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1921" y="2754866"/>
              <a:ext cx="649537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Send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56172" y="3079796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56171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6172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51572" y="2099814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46244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46244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1289501" y="407039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295400" y="2933700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295400" y="3917996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201946" y="3174616"/>
              <a:ext cx="882934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  <a:p>
              <a:pPr algn="ctr"/>
              <a:r>
                <a:rPr lang="en-US">
                  <a:solidFill>
                    <a:schemeClr val="accent1"/>
                  </a:solidFill>
                </a:rPr>
                <a:t>to send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38399" y="3804822"/>
              <a:ext cx="661848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.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682" y="3274217"/>
              <a:ext cx="540533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55410" y="1661939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913" y="168795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7530" y="5169848"/>
            <a:ext cx="301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(b) Sender and Receiver come at about the same time;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minimized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7913" y="1679262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1913" y="167494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3511" y="5254979"/>
            <a:ext cx="2415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(c) Receiver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Receiver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313" y="1661938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469644" y="2334287"/>
            <a:ext cx="3140289" cy="2844492"/>
            <a:chOff x="3058531" y="2108508"/>
            <a:chExt cx="3140289" cy="3253271"/>
          </a:xfrm>
        </p:grpSpPr>
        <p:sp>
          <p:nvSpPr>
            <p:cNvPr id="27" name="Rectangle 26"/>
            <p:cNvSpPr/>
            <p:nvPr/>
          </p:nvSpPr>
          <p:spPr>
            <a:xfrm>
              <a:off x="3664282" y="2108508"/>
              <a:ext cx="363028" cy="13903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58531" y="3331254"/>
              <a:ext cx="649537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65148" y="3643160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64282" y="437230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232837" y="2109566"/>
              <a:ext cx="363028" cy="1389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232836" y="3664088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304065" y="373816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131692" y="3352800"/>
              <a:ext cx="105946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131692" y="3486839"/>
              <a:ext cx="10594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4197967" y="2572958"/>
              <a:ext cx="944297" cy="739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71443" y="3410164"/>
              <a:ext cx="997347" cy="42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32836" y="438707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536972" y="3377420"/>
              <a:ext cx="661848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488694" y="2308269"/>
            <a:ext cx="2919512" cy="2870511"/>
            <a:chOff x="6194234" y="2082490"/>
            <a:chExt cx="2803940" cy="3264519"/>
          </a:xfrm>
        </p:grpSpPr>
        <p:sp>
          <p:nvSpPr>
            <p:cNvPr id="43" name="Rectangle 42"/>
            <p:cNvSpPr/>
            <p:nvPr/>
          </p:nvSpPr>
          <p:spPr>
            <a:xfrm>
              <a:off x="8052238" y="2082490"/>
              <a:ext cx="363028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052237" y="3079795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4251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84251" y="4800599"/>
              <a:ext cx="363028" cy="5464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81800" y="2118386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55406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052238" y="4800599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192659" y="4174154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7283147" y="3701712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7248641" y="3910971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8362526" y="3804822"/>
              <a:ext cx="63564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4234" y="3804822"/>
              <a:ext cx="623824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26632" y="2920549"/>
              <a:ext cx="906916" cy="7350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13084" y="3885729"/>
              <a:ext cx="997347" cy="42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15265" y="3280455"/>
              <a:ext cx="51143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cxnSp>
        <p:nvCxnSpPr>
          <p:cNvPr id="591872" name="Straight Connector 591871"/>
          <p:cNvCxnSpPr/>
          <p:nvPr/>
        </p:nvCxnSpPr>
        <p:spPr>
          <a:xfrm>
            <a:off x="4469643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507112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36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C7EA-9B46-7AD6-60DB-30E9FEBA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18F6-EF86-EA34-B5AC-9DF46AEA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27721"/>
          </a:xfrm>
        </p:spPr>
        <p:txBody>
          <a:bodyPr>
            <a:normAutofit/>
          </a:bodyPr>
          <a:lstStyle/>
          <a:p>
            <a:r>
              <a:rPr lang="en-US" dirty="0"/>
              <a:t>Define the “connectivity pattern” of the processors</a:t>
            </a:r>
          </a:p>
          <a:p>
            <a:r>
              <a:rPr lang="en-US" dirty="0"/>
              <a:t>Helps us in developing more intuitive notions of message passing algorithms</a:t>
            </a:r>
          </a:p>
          <a:p>
            <a:r>
              <a:rPr lang="en-US" dirty="0"/>
              <a:t>Think of it as 1D versus 2D arrays. It will be hard to visualize matrix multiplication if we write algorithms using 1D arrays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8ADF0D-2C06-914C-27FC-1E4CD1AEEAD7}"/>
              </a:ext>
            </a:extLst>
          </p:cNvPr>
          <p:cNvGrpSpPr/>
          <p:nvPr/>
        </p:nvGrpSpPr>
        <p:grpSpPr>
          <a:xfrm>
            <a:off x="2284125" y="4964939"/>
            <a:ext cx="3106882" cy="899648"/>
            <a:chOff x="2492952" y="1841558"/>
            <a:chExt cx="3106882" cy="899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0D1753-2126-BEFB-62E0-F0C97D95B262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A650F-DB88-FB16-8C78-1E25C4EF22E4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A95AA8-4E02-A543-D744-F2A2A9ED3436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9CE3D6-549A-FAD5-0F38-75B7E5E081CE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A3AF35-5C04-840F-EB5B-3F8B515ACA2F}"/>
                    </a:ext>
                  </a:extLst>
                </p:cNvPr>
                <p:cNvSpPr txBox="1"/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0          1                  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DBD1C1-4071-FA4A-B789-68C6A8C8C466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D9C4EB-0B84-D867-0EC3-624ACB961398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350D9D-7757-BE00-B70A-5F7914C4084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5C4245A-1DB9-BA66-4BC0-EF1629A74E8B}"/>
              </a:ext>
            </a:extLst>
          </p:cNvPr>
          <p:cNvCxnSpPr>
            <a:stCxn id="5" idx="2"/>
            <a:endCxn id="7" idx="6"/>
          </p:cNvCxnSpPr>
          <p:nvPr/>
        </p:nvCxnSpPr>
        <p:spPr>
          <a:xfrm rot="10800000" flipH="1">
            <a:off x="2745655" y="515653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B11F6-C29A-C4DD-8708-E51F34B8B308}"/>
              </a:ext>
            </a:extLst>
          </p:cNvPr>
          <p:cNvGrpSpPr/>
          <p:nvPr/>
        </p:nvGrpSpPr>
        <p:grpSpPr>
          <a:xfrm>
            <a:off x="8493457" y="4742620"/>
            <a:ext cx="2227118" cy="400110"/>
            <a:chOff x="2954482" y="1841558"/>
            <a:chExt cx="2227118" cy="40011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3A41FE-2E1A-55D9-F526-54343ADF3ACC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EF9720-19B6-6E79-B024-FE2F051B83BC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9E0FDF-229B-3900-BC7C-75A87CAB6124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6E8CA-B6B8-EE4E-3E1F-546D76425927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1A577-9902-663E-1435-AE5203A439DB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F3DE09-0580-B9DB-3640-C04D3CCB235F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4F4F00-28C9-A213-8307-DEA246D093E5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4EFFED3-2186-B44F-FD84-FF428CD0DEE7}"/>
              </a:ext>
            </a:extLst>
          </p:cNvPr>
          <p:cNvCxnSpPr>
            <a:stCxn id="27" idx="2"/>
            <a:endCxn id="29" idx="6"/>
          </p:cNvCxnSpPr>
          <p:nvPr/>
        </p:nvCxnSpPr>
        <p:spPr>
          <a:xfrm rot="10800000" flipH="1">
            <a:off x="8493457" y="4934215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D0605E-D5FD-1ADA-0FB8-3F890D82172E}"/>
              </a:ext>
            </a:extLst>
          </p:cNvPr>
          <p:cNvGrpSpPr/>
          <p:nvPr/>
        </p:nvGrpSpPr>
        <p:grpSpPr>
          <a:xfrm>
            <a:off x="8493457" y="5505585"/>
            <a:ext cx="2227118" cy="400110"/>
            <a:chOff x="2954482" y="1841558"/>
            <a:chExt cx="2227118" cy="40011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5C490E-9D90-A0CF-F4B3-55641F716D84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D46776E-594C-C10F-9877-5A8AED7AA3B8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D6C46-7E7A-CE79-1A40-51EC74D3DBFD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36187A-C14E-22A0-A569-C167B48CFAE0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7DFD2E-5AB0-11AC-B622-94D30800232A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BCC5E2-C03E-94E1-BE85-809F00FE63F0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9325D4-1715-593F-B542-91AB4B0B08D7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4FA66D7-8250-BF99-E1EA-50119521E7DD}"/>
              </a:ext>
            </a:extLst>
          </p:cNvPr>
          <p:cNvCxnSpPr>
            <a:stCxn id="37" idx="2"/>
            <a:endCxn id="39" idx="6"/>
          </p:cNvCxnSpPr>
          <p:nvPr/>
        </p:nvCxnSpPr>
        <p:spPr>
          <a:xfrm rot="10800000" flipH="1">
            <a:off x="8493457" y="5697180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/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   0          1                  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0ACA572-9124-F0E9-5BF2-BB9032DC0F53}"/>
              </a:ext>
            </a:extLst>
          </p:cNvPr>
          <p:cNvGrpSpPr/>
          <p:nvPr/>
        </p:nvGrpSpPr>
        <p:grpSpPr>
          <a:xfrm>
            <a:off x="8493457" y="6412309"/>
            <a:ext cx="2227118" cy="400110"/>
            <a:chOff x="2954482" y="1841558"/>
            <a:chExt cx="2227118" cy="40011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3CE2FE-A04D-C090-2DBA-179C3E0155D9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77403AA-3C72-53CB-686F-9F060E9C8F59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7EEC14-E809-1F36-9C36-C8769E4CDF4F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D39709-F8E2-DF87-375C-CC80EF3DDF49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D1A077-3256-ED1E-028A-D58D2729A92C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07A09-072F-C82F-16B7-7EFE32B4E082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18C4B5-68BB-878C-9CBC-F40F12E411B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5AE2933-8F5D-D824-5D82-BD07E05B726A}"/>
              </a:ext>
            </a:extLst>
          </p:cNvPr>
          <p:cNvCxnSpPr>
            <a:stCxn id="48" idx="2"/>
            <a:endCxn id="50" idx="6"/>
          </p:cNvCxnSpPr>
          <p:nvPr/>
        </p:nvCxnSpPr>
        <p:spPr>
          <a:xfrm rot="10800000" flipH="1">
            <a:off x="8493457" y="660390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292551-5007-5904-FB0B-A61AAD807A04}"/>
              </a:ext>
            </a:extLst>
          </p:cNvPr>
          <p:cNvCxnSpPr>
            <a:cxnSpLocks/>
          </p:cNvCxnSpPr>
          <p:nvPr/>
        </p:nvCxnSpPr>
        <p:spPr>
          <a:xfrm flipV="1">
            <a:off x="8683957" y="5077896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06B8A7-CA7A-9BEB-B27B-6156DC9268D9}"/>
              </a:ext>
            </a:extLst>
          </p:cNvPr>
          <p:cNvCxnSpPr>
            <a:cxnSpLocks/>
          </p:cNvCxnSpPr>
          <p:nvPr/>
        </p:nvCxnSpPr>
        <p:spPr>
          <a:xfrm flipV="1">
            <a:off x="9284898" y="5126257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2B2E3D-FBCC-9605-7EA2-193D35C4F4F5}"/>
              </a:ext>
            </a:extLst>
          </p:cNvPr>
          <p:cNvCxnSpPr>
            <a:cxnSpLocks/>
          </p:cNvCxnSpPr>
          <p:nvPr/>
        </p:nvCxnSpPr>
        <p:spPr>
          <a:xfrm flipV="1">
            <a:off x="10543380" y="5077895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0971F1-41E4-1E69-1F3B-D897A43CD108}"/>
              </a:ext>
            </a:extLst>
          </p:cNvPr>
          <p:cNvCxnSpPr>
            <a:cxnSpLocks/>
          </p:cNvCxnSpPr>
          <p:nvPr/>
        </p:nvCxnSpPr>
        <p:spPr>
          <a:xfrm flipV="1">
            <a:off x="8654873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F6A841-D58E-B8CA-165D-9B1AF95EB9B1}"/>
              </a:ext>
            </a:extLst>
          </p:cNvPr>
          <p:cNvCxnSpPr>
            <a:cxnSpLocks/>
          </p:cNvCxnSpPr>
          <p:nvPr/>
        </p:nvCxnSpPr>
        <p:spPr>
          <a:xfrm flipV="1">
            <a:off x="9269119" y="6154617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298A2E-B22D-D3FD-3877-CA5D8CEA2928}"/>
              </a:ext>
            </a:extLst>
          </p:cNvPr>
          <p:cNvCxnSpPr>
            <a:cxnSpLocks/>
          </p:cNvCxnSpPr>
          <p:nvPr/>
        </p:nvCxnSpPr>
        <p:spPr>
          <a:xfrm flipV="1">
            <a:off x="10538519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8BCB90-A6EB-5554-740E-98326B250CD9}"/>
              </a:ext>
            </a:extLst>
          </p:cNvPr>
          <p:cNvSpPr txBox="1"/>
          <p:nvPr/>
        </p:nvSpPr>
        <p:spPr>
          <a:xfrm>
            <a:off x="3294262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1D Mesh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4649-8936-A7B0-59EE-CBA8B96FC9B9}"/>
              </a:ext>
            </a:extLst>
          </p:cNvPr>
          <p:cNvSpPr txBox="1"/>
          <p:nvPr/>
        </p:nvSpPr>
        <p:spPr>
          <a:xfrm>
            <a:off x="10828267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2D Mesh</a:t>
            </a:r>
          </a:p>
        </p:txBody>
      </p:sp>
    </p:spTree>
    <p:extLst>
      <p:ext uri="{BB962C8B-B14F-4D97-AF65-F5344CB8AC3E}">
        <p14:creationId xmlns:p14="http://schemas.microsoft.com/office/powerpoint/2010/main" val="380425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CCA6D4-B5B4-67C5-7AA1-526BC407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 Paradigm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0A950-1866-9636-19A9-ABE6D661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Specifies the following</a:t>
            </a:r>
          </a:p>
          <a:p>
            <a:pPr lvl="1"/>
            <a:r>
              <a:rPr lang="en-US" dirty="0"/>
              <a:t>Concurrency Model (BSP, SPMD, None/Asynchronous)</a:t>
            </a:r>
          </a:p>
          <a:p>
            <a:pPr lvl="2"/>
            <a:r>
              <a:rPr lang="en-US" dirty="0"/>
              <a:t>Processes: The number of processes and the work performed for each process</a:t>
            </a:r>
          </a:p>
          <a:p>
            <a:pPr lvl="2"/>
            <a:r>
              <a:rPr lang="en-US" dirty="0"/>
              <a:t>Send, receive that enable data (we will only use blocking non-buffered semantics)</a:t>
            </a:r>
          </a:p>
          <a:p>
            <a:pPr lvl="1"/>
            <a:r>
              <a:rPr lang="en-US" dirty="0"/>
              <a:t>A virtual topology of the processes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discuss it at algorithmic level. </a:t>
            </a:r>
          </a:p>
          <a:p>
            <a:pPr lvl="1"/>
            <a:r>
              <a:rPr lang="en-US" dirty="0"/>
              <a:t>Skip initialization, rank calculation,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5AFD-DB74-6C0B-B196-862455AE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 Paradigm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9ABF-C88A-42D9-A0D2-854C5D0D6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74655"/>
          </a:xfrm>
        </p:spPr>
        <p:txBody>
          <a:bodyPr/>
          <a:lstStyle/>
          <a:p>
            <a:r>
              <a:rPr lang="en-US" dirty="0"/>
              <a:t>Note: We make the following assumption for simplicity</a:t>
            </a:r>
          </a:p>
          <a:p>
            <a:endParaRPr lang="en-US" dirty="0"/>
          </a:p>
          <a:p>
            <a:r>
              <a:rPr lang="en-US" dirty="0"/>
              <a:t>Each processor can communicate with a maximum of two processor at any given time</a:t>
            </a:r>
          </a:p>
          <a:p>
            <a:pPr lvl="1"/>
            <a:r>
              <a:rPr lang="en-US" dirty="0"/>
              <a:t>One communication – send</a:t>
            </a:r>
          </a:p>
          <a:p>
            <a:pPr lvl="1"/>
            <a:r>
              <a:rPr lang="en-US" dirty="0"/>
              <a:t>Other communication - receive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760DF5-FFC3-244C-91D8-9C537CBBBF55}"/>
                  </a:ext>
                </a:extLst>
              </p:cNvPr>
              <p:cNvSpPr/>
              <p:nvPr/>
            </p:nvSpPr>
            <p:spPr>
              <a:xfrm>
                <a:off x="763572" y="5316719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7760DF5-FFC3-244C-91D8-9C537CBBB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72" y="5316719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5A0A79A-6CFC-E208-CD4F-3CB27877F3D0}"/>
                  </a:ext>
                </a:extLst>
              </p:cNvPr>
              <p:cNvSpPr/>
              <p:nvPr/>
            </p:nvSpPr>
            <p:spPr>
              <a:xfrm>
                <a:off x="2527955" y="5316720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5A0A79A-6CFC-E208-CD4F-3CB27877F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955" y="5316720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3D86C51-9E02-29AB-9672-9B8D3E99E963}"/>
                  </a:ext>
                </a:extLst>
              </p:cNvPr>
              <p:cNvSpPr/>
              <p:nvPr/>
            </p:nvSpPr>
            <p:spPr>
              <a:xfrm>
                <a:off x="4149366" y="530729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3D86C51-9E02-29AB-9672-9B8D3E99E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366" y="530729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7D7BBE-D95C-38ED-48BF-9571312062D1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517716" y="5689078"/>
            <a:ext cx="1010239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0D3B9C-D76F-9AF3-AC75-EB8FCCC4F08B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282099" y="5679649"/>
            <a:ext cx="867267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6837B5-6350-96DC-1A7A-768C4B192DEF}"/>
                  </a:ext>
                </a:extLst>
              </p:cNvPr>
              <p:cNvSpPr txBox="1"/>
              <p:nvPr/>
            </p:nvSpPr>
            <p:spPr>
              <a:xfrm>
                <a:off x="3282099" y="5319746"/>
                <a:ext cx="906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send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6837B5-6350-96DC-1A7A-768C4B19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099" y="5319746"/>
                <a:ext cx="906274" cy="369332"/>
              </a:xfrm>
              <a:prstGeom prst="rect">
                <a:avLst/>
              </a:prstGeom>
              <a:blipFill>
                <a:blip r:embed="rId5"/>
                <a:stretch>
                  <a:fillRect t="-10000" r="-604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0EDB06-C81C-886C-DA5E-1F880A8DA5DA}"/>
                  </a:ext>
                </a:extLst>
              </p:cNvPr>
              <p:cNvSpPr txBox="1"/>
              <p:nvPr/>
            </p:nvSpPr>
            <p:spPr>
              <a:xfrm>
                <a:off x="1594973" y="5236476"/>
                <a:ext cx="8519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recv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0EDB06-C81C-886C-DA5E-1F880A8D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973" y="5236476"/>
                <a:ext cx="851965" cy="369332"/>
              </a:xfrm>
              <a:prstGeom prst="rect">
                <a:avLst/>
              </a:prstGeom>
              <a:blipFill>
                <a:blip r:embed="rId6"/>
                <a:stretch>
                  <a:fillRect t="-8197" r="-6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8B0A805-E661-9D19-390D-777F8D808E0F}"/>
                  </a:ext>
                </a:extLst>
              </p:cNvPr>
              <p:cNvSpPr/>
              <p:nvPr/>
            </p:nvSpPr>
            <p:spPr>
              <a:xfrm>
                <a:off x="7215434" y="5316718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8B0A805-E661-9D19-390D-777F8D808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434" y="5316718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6E7E64A-68BB-E49F-DA6D-809BC3CE6257}"/>
                  </a:ext>
                </a:extLst>
              </p:cNvPr>
              <p:cNvSpPr/>
              <p:nvPr/>
            </p:nvSpPr>
            <p:spPr>
              <a:xfrm>
                <a:off x="8979817" y="5316719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6E7E64A-68BB-E49F-DA6D-809BC3CE6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817" y="5316719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B2D09D1-5480-8834-BC23-F36C24AC5250}"/>
                  </a:ext>
                </a:extLst>
              </p:cNvPr>
              <p:cNvSpPr/>
              <p:nvPr/>
            </p:nvSpPr>
            <p:spPr>
              <a:xfrm>
                <a:off x="10601228" y="5307290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B2D09D1-5480-8834-BC23-F36C24AC5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228" y="5307290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0ABDF7-87BA-6713-D0A1-EDB0A0A13CF5}"/>
              </a:ext>
            </a:extLst>
          </p:cNvPr>
          <p:cNvCxnSpPr>
            <a:cxnSpLocks/>
            <a:stCxn id="14" idx="2"/>
            <a:endCxn id="13" idx="6"/>
          </p:cNvCxnSpPr>
          <p:nvPr/>
        </p:nvCxnSpPr>
        <p:spPr>
          <a:xfrm flipH="1" flipV="1">
            <a:off x="7969578" y="5689077"/>
            <a:ext cx="1010239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BEC48C-92DD-465F-56F9-D212795EAC5E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9733961" y="5679648"/>
            <a:ext cx="867267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49FFCA-E8B5-2AE9-B11B-EB4503E0818B}"/>
                  </a:ext>
                </a:extLst>
              </p:cNvPr>
              <p:cNvSpPr txBox="1"/>
              <p:nvPr/>
            </p:nvSpPr>
            <p:spPr>
              <a:xfrm>
                <a:off x="9733961" y="5319745"/>
                <a:ext cx="906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send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49FFCA-E8B5-2AE9-B11B-EB4503E08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961" y="5319745"/>
                <a:ext cx="906274" cy="369332"/>
              </a:xfrm>
              <a:prstGeom prst="rect">
                <a:avLst/>
              </a:prstGeom>
              <a:blipFill>
                <a:blip r:embed="rId10"/>
                <a:stretch>
                  <a:fillRect t="-10000" r="-60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446480-6128-AC1C-4853-4B5ACF8795F3}"/>
                  </a:ext>
                </a:extLst>
              </p:cNvPr>
              <p:cNvSpPr txBox="1"/>
              <p:nvPr/>
            </p:nvSpPr>
            <p:spPr>
              <a:xfrm>
                <a:off x="8046835" y="5236475"/>
                <a:ext cx="906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send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446480-6128-AC1C-4853-4B5ACF879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835" y="5236475"/>
                <a:ext cx="906274" cy="369332"/>
              </a:xfrm>
              <a:prstGeom prst="rect">
                <a:avLst/>
              </a:prstGeom>
              <a:blipFill>
                <a:blip r:embed="rId11"/>
                <a:stretch>
                  <a:fillRect t="-8197" r="-604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4DDF678B-AF46-3EC8-7B0A-DB8AB66E1A32}"/>
              </a:ext>
            </a:extLst>
          </p:cNvPr>
          <p:cNvSpPr/>
          <p:nvPr/>
        </p:nvSpPr>
        <p:spPr>
          <a:xfrm>
            <a:off x="8903752" y="5605807"/>
            <a:ext cx="906274" cy="848299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F68C6A13-B0CA-31AF-00D6-5ACA8E0C70E7}"/>
              </a:ext>
            </a:extLst>
          </p:cNvPr>
          <p:cNvSpPr/>
          <p:nvPr/>
        </p:nvSpPr>
        <p:spPr>
          <a:xfrm rot="20644642">
            <a:off x="2475669" y="5966299"/>
            <a:ext cx="1056061" cy="357151"/>
          </a:xfrm>
          <a:prstGeom prst="corner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1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1267598"/>
            <a:ext cx="792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Message Passing Algorithm (SPMD model)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solidFill>
                      <a:schemeClr val="bg2">
                        <a:lumMod val="10000"/>
                      </a:schemeClr>
                    </a:solidFill>
                  </a:rPr>
                  <a:t>Program in process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 0≤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endParaRPr lang="en-US" sz="20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blipFill>
                <a:blip r:embed="rId2"/>
                <a:stretch>
                  <a:fillRect l="-1444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   Note: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is local to process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𝑁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= set of natural numbers = {0, 1, …}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blipFill>
                <a:blip r:embed="rId3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Do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341313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∙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 marL="682625"/>
                <a:r>
                  <a:rPr lang="en-US" sz="2000" b="1" dirty="0">
                    <a:solidFill>
                      <a:srgbClr val="C00000"/>
                    </a:solidFill>
                  </a:rPr>
                  <a:t>Send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to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Else 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:r>
                  <a:rPr lang="en-US" sz="2000" b="1" dirty="0">
                    <a:solidFill>
                      <a:srgbClr val="C00000"/>
                    </a:solidFill>
                    <a:ea typeface="Cambria Math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from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End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Barrier</a:t>
                </a:r>
                <a:r>
                  <a:rPr lang="en-US" sz="2000" dirty="0">
                    <a:solidFill>
                      <a:srgbClr val="C00000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End  	</a:t>
                </a: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	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blipFill>
                <a:blip r:embed="rId4"/>
                <a:stretch>
                  <a:fillRect l="-1066" t="-864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91988" y="219092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1.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1988" y="262800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2.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01752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35250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4.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375261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5.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627" y="410405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6.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627" y="450416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7.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627" y="485782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8.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627" y="529539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9.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3E6F3-C8BE-CB4B-8D0A-D6C3CFE5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60" y="365125"/>
            <a:ext cx="11020740" cy="1325563"/>
          </a:xfrm>
        </p:spPr>
        <p:txBody>
          <a:bodyPr>
            <a:normAutofit/>
          </a:bodyPr>
          <a:lstStyle/>
          <a:p>
            <a:r>
              <a:rPr lang="en-US" dirty="0"/>
              <a:t>Adding Using Message Passing on 1D Mesh (6)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090B5AA1-7B34-0048-AF8C-CD18E53FA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fld id="{768403BB-35EA-4024-B38F-4B7F815A1C86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/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/>
                  <a:t> distance communication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blipFill>
                <a:blip r:embed="rId5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54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633A8-6A24-C789-99EF-30130510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94FDA-5875-32BE-E46E-73A412453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Total Computation time:  Number of rounds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computation time per round</a:t>
                </a:r>
              </a:p>
              <a:p>
                <a:pPr lvl="1"/>
                <a:r>
                  <a:rPr lang="en-US" dirty="0"/>
                  <a:t>Note each processor is doing the same computation in each round</a:t>
                </a:r>
              </a:p>
              <a:p>
                <a:endParaRPr lang="en-US" dirty="0"/>
              </a:p>
              <a:p>
                <a:r>
                  <a:rPr lang="en-US" dirty="0"/>
                  <a:t>Computation time per round – Calculate using accelerator model – GPU/Systolic array</a:t>
                </a:r>
              </a:p>
              <a:p>
                <a:pPr lvl="1"/>
                <a:r>
                  <a:rPr lang="en-US" dirty="0"/>
                  <a:t>Computation time per round: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rounds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Computation time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94FDA-5875-32BE-E46E-73A412453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932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E3BD-6027-D5EC-450F-28E20FF0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CD5DB0-45A1-967F-C87D-DD2675C90A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Communication time ???</a:t>
                </a:r>
              </a:p>
              <a:p>
                <a:endParaRPr lang="en-US" dirty="0"/>
              </a:p>
              <a:p>
                <a:r>
                  <a:rPr lang="en-US" dirty="0"/>
                  <a:t>Depends upon the underlying interconnection topology</a:t>
                </a:r>
              </a:p>
              <a:p>
                <a:endParaRPr lang="en-US" dirty="0"/>
              </a:p>
              <a:p>
                <a:r>
                  <a:rPr lang="en-US" dirty="0"/>
                  <a:t>We will assume fully connected in this class</a:t>
                </a:r>
              </a:p>
              <a:p>
                <a:pPr lvl="1"/>
                <a:r>
                  <a:rPr lang="en-US" dirty="0"/>
                  <a:t>A transfer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data items from any processor to any processor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amount of time.</a:t>
                </a:r>
              </a:p>
              <a:p>
                <a:pPr lvl="1"/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as the per word transfer time, this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Note: Actual Interconnection modeling is much more complicated and could be a lecture or 2 in itself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CD5DB0-45A1-967F-C87D-DD2675C90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226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4AED-C032-BA1E-BF0A-496522AA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8ABF0-FBB0-7BF4-7943-0BA86CE4F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Communication time - Number of rounds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communication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Communication time per round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Communication time: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8ABF0-FBB0-7BF4-7943-0BA86CE4F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97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6A6F-E90A-7E02-B3C3-ED896BBB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F54CC-73E2-3F94-5694-424B9BAB4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Challenge: Does the system have enough communication bandwidth to support the communication requirement of the algorithm?</a:t>
                </a:r>
              </a:p>
              <a:p>
                <a:endParaRPr lang="en-US" dirty="0"/>
              </a:p>
              <a:p>
                <a:r>
                  <a:rPr lang="en-US" dirty="0"/>
                  <a:t>Maximum Communication Requirement – ??</a:t>
                </a:r>
              </a:p>
              <a:p>
                <a:endParaRPr lang="en-US" dirty="0"/>
              </a:p>
              <a:p>
                <a:r>
                  <a:rPr lang="en-US" dirty="0"/>
                  <a:t>Note: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has the most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) processors active</a:t>
                </a:r>
              </a:p>
              <a:p>
                <a:endParaRPr lang="en-US" dirty="0"/>
              </a:p>
              <a:p>
                <a:r>
                  <a:rPr lang="en-US" dirty="0"/>
                  <a:t>Maximum communication requirement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.1&lt;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Maximum bandwidth supported by the system.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F54CC-73E2-3F94-5694-424B9BAB4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242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01B4-0582-108B-3989-D509171C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A42B1-D832-4E42-06EF-DACEAEBD9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Objective: Perform matrix multiplication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 on a 2D mesh of processors</a:t>
                </a:r>
              </a:p>
              <a:p>
                <a:endParaRPr lang="en-US" dirty="0"/>
              </a:p>
              <a:p>
                <a:r>
                  <a:rPr lang="en-US" dirty="0"/>
                  <a:t>Popular example – Tensor Parallelism in AI training (will discuss in next class)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A42B1-D832-4E42-06EF-DACEAEBD9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672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3B75-97BA-7AE4-E380-5A87C49F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27951-867C-F300-2696-10FE6A2E2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matrices</a:t>
                </a:r>
              </a:p>
              <a:p>
                <a:endParaRPr lang="en-US" dirty="0"/>
              </a:p>
              <a:p>
                <a:r>
                  <a:rPr lang="en-US" dirty="0"/>
                  <a:t>Concurrency Model: SPMD</a:t>
                </a:r>
              </a:p>
              <a:p>
                <a:endParaRPr lang="en-US" dirty="0"/>
              </a:p>
              <a:p>
                <a:r>
                  <a:rPr lang="en-US" dirty="0"/>
                  <a:t>Virtual Topology: 2D mesh of size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×√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Processors denoted as: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0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en-US" i="1">
                        <a:latin typeface="Cambria Math"/>
                        <a:ea typeface="Cambria Math" panose="02040503050406030204" pitchFamily="18" charset="0"/>
                      </a:rPr>
                      <m:t>,  1</m:t>
                    </m:r>
                    <m:r>
                      <a:rPr lang="en-US" i="1"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≤</m:t>
                    </m:r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Cannon’s Algorithm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627951-867C-F300-2696-10FE6A2E2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526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D477-4F65-0FC2-0E81-D8B770A7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1BF3D8-D65C-CFEF-57AE-EB72F9272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Idea as Blocked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output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What is the block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1BF3D8-D65C-CFEF-57AE-EB72F9272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98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6F1D-EFB9-0114-D772-E6E191C3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17E4-1F95-114B-C37F-A50C830E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18BB3-7345-FBB3-BC92-DA32E04C04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Idea as Blocked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output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block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Do you recall block MM?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18BB3-7345-FBB3-BC92-DA32E04C0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8">
            <a:extLst>
              <a:ext uri="{FF2B5EF4-FFF2-40B4-BE49-F238E27FC236}">
                <a16:creationId xmlns:a16="http://schemas.microsoft.com/office/drawing/2014/main" id="{2905D276-15D6-2349-9755-791696F2EC16}"/>
              </a:ext>
            </a:extLst>
          </p:cNvPr>
          <p:cNvGrpSpPr/>
          <p:nvPr/>
        </p:nvGrpSpPr>
        <p:grpSpPr>
          <a:xfrm>
            <a:off x="10078641" y="3920951"/>
            <a:ext cx="1502106" cy="1563500"/>
            <a:chOff x="2312193" y="4191000"/>
            <a:chExt cx="1150938" cy="1295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FD12B7F-B531-6E92-803D-E4CE98C6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2F0B51-81BA-5241-50BD-79A195A9D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AAE49134-0101-EFDF-C90D-0F1A9787F5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53BD60A9-9F31-84AC-4E05-A5C43E9B7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392095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012DDC0-2A9A-A7F2-63AE-FE915FAB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641" y="2068164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D3C56AF1-91B2-9B07-FA54-F79740A61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460589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0063FF4E-6E17-D04D-B704-4E915B3A1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151" y="2068164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F840DFF4-E5E5-2F18-4252-C55730655F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F840DFF4-E5E5-2F18-4252-C55730655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F51A5375-0AE7-DC32-D311-B51CCE48D7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F51A5375-0AE7-DC32-D311-B51CCE48D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F3F7A8-6E3D-E832-C4B8-C4FEDE3FA3BE}"/>
              </a:ext>
            </a:extLst>
          </p:cNvPr>
          <p:cNvCxnSpPr/>
          <p:nvPr/>
        </p:nvCxnSpPr>
        <p:spPr>
          <a:xfrm>
            <a:off x="10535151" y="244344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A1B33A-C69B-3799-3220-F850420194C7}"/>
              </a:ext>
            </a:extLst>
          </p:cNvPr>
          <p:cNvCxnSpPr/>
          <p:nvPr/>
        </p:nvCxnSpPr>
        <p:spPr>
          <a:xfrm>
            <a:off x="10535151" y="283968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D08AF4-2D08-BA11-2F45-1C238EA62C9E}"/>
              </a:ext>
            </a:extLst>
          </p:cNvPr>
          <p:cNvCxnSpPr/>
          <p:nvPr/>
        </p:nvCxnSpPr>
        <p:spPr>
          <a:xfrm>
            <a:off x="10535151" y="3259634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4C138D-9A61-98B0-255B-243C26F614B7}"/>
              </a:ext>
            </a:extLst>
          </p:cNvPr>
          <p:cNvCxnSpPr>
            <a:cxnSpLocks/>
          </p:cNvCxnSpPr>
          <p:nvPr/>
        </p:nvCxnSpPr>
        <p:spPr>
          <a:xfrm>
            <a:off x="853363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0378FE-319D-F624-F536-ECE96573E4A9}"/>
              </a:ext>
            </a:extLst>
          </p:cNvPr>
          <p:cNvCxnSpPr>
            <a:cxnSpLocks/>
          </p:cNvCxnSpPr>
          <p:nvPr/>
        </p:nvCxnSpPr>
        <p:spPr>
          <a:xfrm>
            <a:off x="897051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8E33F0-5D54-6278-D09C-A4370E343519}"/>
              </a:ext>
            </a:extLst>
          </p:cNvPr>
          <p:cNvCxnSpPr>
            <a:cxnSpLocks/>
          </p:cNvCxnSpPr>
          <p:nvPr/>
        </p:nvCxnSpPr>
        <p:spPr>
          <a:xfrm>
            <a:off x="9369060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9CCF8-1D26-648D-3307-4583DB5F5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371" y="2073441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D79169-450E-6626-E385-FE0C9E77E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994" y="460951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37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7351-EBB5-9808-7256-42E1ADC9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A5393-BA3A-41C4-A613-8C684989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9CBE6-CC6C-0F30-83CA-52526105B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Idea as Blocked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output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block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How do we iterate over all blocks?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69CBE6-CC6C-0F30-83CA-52526105B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8">
            <a:extLst>
              <a:ext uri="{FF2B5EF4-FFF2-40B4-BE49-F238E27FC236}">
                <a16:creationId xmlns:a16="http://schemas.microsoft.com/office/drawing/2014/main" id="{BEFBB680-B861-7B2B-3B00-BFF709D546B7}"/>
              </a:ext>
            </a:extLst>
          </p:cNvPr>
          <p:cNvGrpSpPr/>
          <p:nvPr/>
        </p:nvGrpSpPr>
        <p:grpSpPr>
          <a:xfrm>
            <a:off x="10078641" y="3920951"/>
            <a:ext cx="1502106" cy="1563500"/>
            <a:chOff x="2312193" y="4191000"/>
            <a:chExt cx="1150938" cy="1295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359A61-92F6-A1A7-ED12-256D918F9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1B05A6-8722-F13D-B043-23928BC12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BCCDE378-4B5E-63AA-133E-DE502CD1A6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D9B5483B-6717-6373-BC80-928B15668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392095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71C65C3-8790-A494-6DEB-67C681743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641" y="2068164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A39F05E-E508-3341-7AFC-2D6E0686A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460589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00C29F6D-01ED-DCE6-3429-58F74639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151" y="2068164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AF2BF188-3DE0-72E1-B3AA-76905E668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AF2BF188-3DE0-72E1-B3AA-76905E668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1BF8BB43-BB70-49C5-67E6-D63F521E9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1BF8BB43-BB70-49C5-67E6-D63F521E9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6B38E6-5D38-8019-4199-791863C09942}"/>
              </a:ext>
            </a:extLst>
          </p:cNvPr>
          <p:cNvCxnSpPr/>
          <p:nvPr/>
        </p:nvCxnSpPr>
        <p:spPr>
          <a:xfrm>
            <a:off x="10535151" y="244344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563D87-2B82-E326-A3D2-CACDE656393A}"/>
              </a:ext>
            </a:extLst>
          </p:cNvPr>
          <p:cNvCxnSpPr/>
          <p:nvPr/>
        </p:nvCxnSpPr>
        <p:spPr>
          <a:xfrm>
            <a:off x="10535151" y="283968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669A34-DCCC-91B9-7720-AC28ACA18731}"/>
              </a:ext>
            </a:extLst>
          </p:cNvPr>
          <p:cNvCxnSpPr/>
          <p:nvPr/>
        </p:nvCxnSpPr>
        <p:spPr>
          <a:xfrm>
            <a:off x="10535151" y="3259634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FA90A5-69A3-75FF-89E9-9BEB711CD90F}"/>
              </a:ext>
            </a:extLst>
          </p:cNvPr>
          <p:cNvCxnSpPr>
            <a:cxnSpLocks/>
          </p:cNvCxnSpPr>
          <p:nvPr/>
        </p:nvCxnSpPr>
        <p:spPr>
          <a:xfrm>
            <a:off x="853363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0FAB8D-B7F9-17D2-42B2-86807B10A4B6}"/>
              </a:ext>
            </a:extLst>
          </p:cNvPr>
          <p:cNvCxnSpPr>
            <a:cxnSpLocks/>
          </p:cNvCxnSpPr>
          <p:nvPr/>
        </p:nvCxnSpPr>
        <p:spPr>
          <a:xfrm>
            <a:off x="897051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595E58-A606-9FA3-6299-A829B1218CD4}"/>
              </a:ext>
            </a:extLst>
          </p:cNvPr>
          <p:cNvCxnSpPr>
            <a:cxnSpLocks/>
          </p:cNvCxnSpPr>
          <p:nvPr/>
        </p:nvCxnSpPr>
        <p:spPr>
          <a:xfrm>
            <a:off x="9369060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CF7CB0C-F41F-2A7C-BEB8-EFB516DE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371" y="2073441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BE04A-0119-796A-263A-08A161007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994" y="460951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942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8AD3-39C3-5A94-8EE5-9AD19C18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A70E-5B11-4210-9204-52FCA1E4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29A10-944B-F378-C9DE-7A2245E3D4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30333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Similar Idea as Blocked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output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What is the block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How do we iterate over all blocks? </a:t>
                </a:r>
                <a:r>
                  <a:rPr lang="en-US" dirty="0">
                    <a:solidFill>
                      <a:srgbClr val="C00000"/>
                    </a:solidFill>
                  </a:rPr>
                  <a:t>Need to fetch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to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using Message Passing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29A10-944B-F378-C9DE-7A2245E3D4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303330" cy="4351338"/>
              </a:xfrm>
              <a:blipFill>
                <a:blip r:embed="rId2"/>
                <a:stretch>
                  <a:fillRect l="-1503" t="-3081" r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18">
            <a:extLst>
              <a:ext uri="{FF2B5EF4-FFF2-40B4-BE49-F238E27FC236}">
                <a16:creationId xmlns:a16="http://schemas.microsoft.com/office/drawing/2014/main" id="{15BA326F-F898-CAE5-A9FB-4ED0EC1D2ED1}"/>
              </a:ext>
            </a:extLst>
          </p:cNvPr>
          <p:cNvGrpSpPr/>
          <p:nvPr/>
        </p:nvGrpSpPr>
        <p:grpSpPr>
          <a:xfrm>
            <a:off x="10078641" y="3920951"/>
            <a:ext cx="1502106" cy="1563500"/>
            <a:chOff x="2312193" y="4191000"/>
            <a:chExt cx="1150938" cy="1295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35FB2B-9CBC-CF92-FE32-40B936FFF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DABBF9-C05A-FF6F-6D62-BB4CCC49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2B530891-189F-3859-1186-AF10BB95BB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6">
            <a:extLst>
              <a:ext uri="{FF2B5EF4-FFF2-40B4-BE49-F238E27FC236}">
                <a16:creationId xmlns:a16="http://schemas.microsoft.com/office/drawing/2014/main" id="{37DFD75C-217A-5ECF-09BC-A9A103D7D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3920951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4B218ED-E60D-5F85-CB56-D66DD6F25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641" y="2068164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D08B2085-E93E-E15F-11CD-43BA4559C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942" y="4605894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04938A9-0647-3AF7-9008-52D887B3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5151" y="2068164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98D88177-3FB3-4DCA-EDCB-4AA50088A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>
          <p:sp>
            <p:nvSpPr>
              <p:cNvPr id="12" name="Text Box 17">
                <a:extLst>
                  <a:ext uri="{FF2B5EF4-FFF2-40B4-BE49-F238E27FC236}">
                    <a16:creationId xmlns:a16="http://schemas.microsoft.com/office/drawing/2014/main" id="{98D88177-3FB3-4DCA-EDCB-4AA50088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0657" y="4182082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8C4B5442-9336-5DAB-DF30-20B34502D8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>
          <p:sp>
            <p:nvSpPr>
              <p:cNvPr id="13" name="Text Box 18">
                <a:extLst>
                  <a:ext uri="{FF2B5EF4-FFF2-40B4-BE49-F238E27FC236}">
                    <a16:creationId xmlns:a16="http://schemas.microsoft.com/office/drawing/2014/main" id="{8C4B5442-9336-5DAB-DF30-20B34502D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99596" y="2666030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52775F-9C5F-5177-867C-FB7941EA03EF}"/>
              </a:ext>
            </a:extLst>
          </p:cNvPr>
          <p:cNvCxnSpPr/>
          <p:nvPr/>
        </p:nvCxnSpPr>
        <p:spPr>
          <a:xfrm>
            <a:off x="10535151" y="244344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98AD9-1B95-9892-EF50-8549BB9E73DE}"/>
              </a:ext>
            </a:extLst>
          </p:cNvPr>
          <p:cNvCxnSpPr/>
          <p:nvPr/>
        </p:nvCxnSpPr>
        <p:spPr>
          <a:xfrm>
            <a:off x="10535151" y="2839688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D58F3E-1F52-883D-549E-7B3B15CFB4FD}"/>
              </a:ext>
            </a:extLst>
          </p:cNvPr>
          <p:cNvCxnSpPr/>
          <p:nvPr/>
        </p:nvCxnSpPr>
        <p:spPr>
          <a:xfrm>
            <a:off x="10535151" y="3259634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7CE4DA-2876-EFAC-0AE5-2780A6A16AB6}"/>
              </a:ext>
            </a:extLst>
          </p:cNvPr>
          <p:cNvCxnSpPr>
            <a:cxnSpLocks/>
          </p:cNvCxnSpPr>
          <p:nvPr/>
        </p:nvCxnSpPr>
        <p:spPr>
          <a:xfrm>
            <a:off x="853363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C62BB4-FD46-EE87-A8F5-361FF07B8A5E}"/>
              </a:ext>
            </a:extLst>
          </p:cNvPr>
          <p:cNvCxnSpPr>
            <a:cxnSpLocks/>
          </p:cNvCxnSpPr>
          <p:nvPr/>
        </p:nvCxnSpPr>
        <p:spPr>
          <a:xfrm>
            <a:off x="8970511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216847B-6FF2-069D-F6E2-89B8F3F3AE7B}"/>
              </a:ext>
            </a:extLst>
          </p:cNvPr>
          <p:cNvCxnSpPr>
            <a:cxnSpLocks/>
          </p:cNvCxnSpPr>
          <p:nvPr/>
        </p:nvCxnSpPr>
        <p:spPr>
          <a:xfrm>
            <a:off x="9369060" y="4605894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5032AA2-9C56-61E9-725E-B9A5C39D2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371" y="2073441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0AB082-5B7D-BF80-43B9-430111C19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994" y="4609518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241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BE3A-9F63-F0AE-415D-C273D547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0549D-FDDD-BC25-62A2-D58DBB5E8F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Key Idea</a:t>
                </a:r>
              </a:p>
              <a:p>
                <a:endParaRPr lang="en-US" dirty="0"/>
              </a:p>
              <a:p>
                <a:r>
                  <a:rPr lang="en-US" dirty="0"/>
                  <a:t>Each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produces block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Design an algorithm that can make sure message passing is performed efficiently to achieve the above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0549D-FDDD-BC25-62A2-D58DBB5E8F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409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9785-6135-79D8-E51B-A7AF620F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56FF-CE16-6F7F-46E1-4F223A6F2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simplicity of discussion, we define two operations</a:t>
            </a:r>
          </a:p>
          <a:p>
            <a:endParaRPr lang="en-US" dirty="0"/>
          </a:p>
          <a:p>
            <a:r>
              <a:rPr lang="en-US" dirty="0"/>
              <a:t>Circular Left Shift on a row</a:t>
            </a:r>
          </a:p>
          <a:p>
            <a:pPr lvl="1"/>
            <a:r>
              <a:rPr lang="en-US" dirty="0"/>
              <a:t>Each processor sends a block of matrix to the processor on the left</a:t>
            </a:r>
          </a:p>
          <a:p>
            <a:pPr lvl="1"/>
            <a:endParaRPr lang="en-US" dirty="0"/>
          </a:p>
          <a:p>
            <a:r>
              <a:rPr lang="en-US" dirty="0"/>
              <a:t>Circular Up Shift on a column</a:t>
            </a:r>
          </a:p>
          <a:p>
            <a:pPr lvl="1"/>
            <a:r>
              <a:rPr lang="en-US" dirty="0"/>
              <a:t>Each processor send a block of matrix to the processor above it</a:t>
            </a:r>
          </a:p>
          <a:p>
            <a:endParaRPr lang="en-US" dirty="0"/>
          </a:p>
          <a:p>
            <a:r>
              <a:rPr lang="en-US" dirty="0"/>
              <a:t>Called by each processor in a row/column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41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B668-BBD9-F2E5-284F-DE85E325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DD1355C-F8BC-12A6-FA08-CE90CCC3DD8C}"/>
              </a:ext>
            </a:extLst>
          </p:cNvPr>
          <p:cNvSpPr txBox="1">
            <a:spLocks/>
          </p:cNvSpPr>
          <p:nvPr/>
        </p:nvSpPr>
        <p:spPr>
          <a:xfrm>
            <a:off x="1712563" y="1357491"/>
            <a:ext cx="4800600" cy="367693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ＭＳ Ｐゴシック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ＭＳ Ｐゴシック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/>
              <a:t>Circular left shift </a:t>
            </a:r>
          </a:p>
          <a:p>
            <a:pPr lvl="2"/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Circular up shift</a:t>
            </a:r>
          </a:p>
        </p:txBody>
      </p:sp>
      <p:sp>
        <p:nvSpPr>
          <p:cNvPr id="5" name="椭圆 3">
            <a:extLst>
              <a:ext uri="{FF2B5EF4-FFF2-40B4-BE49-F238E27FC236}">
                <a16:creationId xmlns:a16="http://schemas.microsoft.com/office/drawing/2014/main" id="{DF0C51A1-A835-0AF4-08CC-D2495ED0282C}"/>
              </a:ext>
            </a:extLst>
          </p:cNvPr>
          <p:cNvSpPr/>
          <p:nvPr/>
        </p:nvSpPr>
        <p:spPr>
          <a:xfrm>
            <a:off x="4733248" y="2247260"/>
            <a:ext cx="533400" cy="5424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椭圆 8">
            <a:extLst>
              <a:ext uri="{FF2B5EF4-FFF2-40B4-BE49-F238E27FC236}">
                <a16:creationId xmlns:a16="http://schemas.microsoft.com/office/drawing/2014/main" id="{6266A657-6216-B216-EA0A-02E56BFD4143}"/>
              </a:ext>
            </a:extLst>
          </p:cNvPr>
          <p:cNvSpPr/>
          <p:nvPr/>
        </p:nvSpPr>
        <p:spPr>
          <a:xfrm>
            <a:off x="5571448" y="2247260"/>
            <a:ext cx="533400" cy="54244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AC17C-C4AC-44CC-589E-313277635C2D}"/>
              </a:ext>
            </a:extLst>
          </p:cNvPr>
          <p:cNvSpPr txBox="1"/>
          <p:nvPr/>
        </p:nvSpPr>
        <p:spPr>
          <a:xfrm>
            <a:off x="6036735" y="2318293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8" name="椭圆 11">
            <a:extLst>
              <a:ext uri="{FF2B5EF4-FFF2-40B4-BE49-F238E27FC236}">
                <a16:creationId xmlns:a16="http://schemas.microsoft.com/office/drawing/2014/main" id="{0C0DBD76-CA57-A362-BDED-D738FA216821}"/>
              </a:ext>
            </a:extLst>
          </p:cNvPr>
          <p:cNvSpPr/>
          <p:nvPr/>
        </p:nvSpPr>
        <p:spPr>
          <a:xfrm>
            <a:off x="7519405" y="2276965"/>
            <a:ext cx="556029" cy="51273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5">
                <a:extLst>
                  <a:ext uri="{FF2B5EF4-FFF2-40B4-BE49-F238E27FC236}">
                    <a16:creationId xmlns:a16="http://schemas.microsoft.com/office/drawing/2014/main" id="{EC8F576C-35F4-7D69-EAC5-FB5CF1496BD5}"/>
                  </a:ext>
                </a:extLst>
              </p:cNvPr>
              <p:cNvSpPr/>
              <p:nvPr/>
            </p:nvSpPr>
            <p:spPr>
              <a:xfrm>
                <a:off x="7465443" y="2327242"/>
                <a:ext cx="654858" cy="377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>
                    <a:solidFill>
                      <a:srgbClr val="000000"/>
                    </a:solidFill>
                  </a:rPr>
                  <a:t>-1</a:t>
                </a:r>
              </a:p>
            </p:txBody>
          </p:sp>
        </mc:Choice>
        <mc:Fallback>
          <p:sp>
            <p:nvSpPr>
              <p:cNvPr id="9" name="矩形 5">
                <a:extLst>
                  <a:ext uri="{FF2B5EF4-FFF2-40B4-BE49-F238E27FC236}">
                    <a16:creationId xmlns:a16="http://schemas.microsoft.com/office/drawing/2014/main" id="{EC8F576C-35F4-7D69-EAC5-FB5CF1496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443" y="2327242"/>
                <a:ext cx="654858" cy="377219"/>
              </a:xfrm>
              <a:prstGeom prst="rect">
                <a:avLst/>
              </a:prstGeom>
              <a:blipFill>
                <a:blip r:embed="rId3"/>
                <a:stretch>
                  <a:fillRect t="-8065" r="-7477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13">
            <a:extLst>
              <a:ext uri="{FF2B5EF4-FFF2-40B4-BE49-F238E27FC236}">
                <a16:creationId xmlns:a16="http://schemas.microsoft.com/office/drawing/2014/main" id="{5D917BD5-3D1A-497E-69B6-86DFBA05848D}"/>
              </a:ext>
            </a:extLst>
          </p:cNvPr>
          <p:cNvCxnSpPr>
            <a:stCxn id="6" idx="2"/>
            <a:endCxn id="5" idx="6"/>
          </p:cNvCxnSpPr>
          <p:nvPr/>
        </p:nvCxnSpPr>
        <p:spPr>
          <a:xfrm flipH="1">
            <a:off x="5266648" y="251848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4">
            <a:extLst>
              <a:ext uri="{FF2B5EF4-FFF2-40B4-BE49-F238E27FC236}">
                <a16:creationId xmlns:a16="http://schemas.microsoft.com/office/drawing/2014/main" id="{0B885322-B583-7CAD-7F7E-7EF2059B8978}"/>
              </a:ext>
            </a:extLst>
          </p:cNvPr>
          <p:cNvCxnSpPr/>
          <p:nvPr/>
        </p:nvCxnSpPr>
        <p:spPr>
          <a:xfrm flipH="1">
            <a:off x="7214604" y="2533333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肘形连接符 16">
            <a:extLst>
              <a:ext uri="{FF2B5EF4-FFF2-40B4-BE49-F238E27FC236}">
                <a16:creationId xmlns:a16="http://schemas.microsoft.com/office/drawing/2014/main" id="{C8C327F3-3992-B7E2-44B1-17D6A709C6C0}"/>
              </a:ext>
            </a:extLst>
          </p:cNvPr>
          <p:cNvCxnSpPr>
            <a:stCxn id="5" idx="2"/>
            <a:endCxn id="8" idx="6"/>
          </p:cNvCxnSpPr>
          <p:nvPr/>
        </p:nvCxnSpPr>
        <p:spPr>
          <a:xfrm rot="10800000" flipH="1" flipV="1">
            <a:off x="4733248" y="2518480"/>
            <a:ext cx="3342185" cy="14853"/>
          </a:xfrm>
          <a:prstGeom prst="bentConnector5">
            <a:avLst>
              <a:gd name="adj1" fmla="val -6840"/>
              <a:gd name="adj2" fmla="val -3991174"/>
              <a:gd name="adj3" fmla="val 10684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8">
            <a:extLst>
              <a:ext uri="{FF2B5EF4-FFF2-40B4-BE49-F238E27FC236}">
                <a16:creationId xmlns:a16="http://schemas.microsoft.com/office/drawing/2014/main" id="{D2A71A38-B1B4-5445-D591-049727B56CCA}"/>
              </a:ext>
            </a:extLst>
          </p:cNvPr>
          <p:cNvSpPr/>
          <p:nvPr/>
        </p:nvSpPr>
        <p:spPr>
          <a:xfrm rot="5400000">
            <a:off x="6080065" y="3700973"/>
            <a:ext cx="533400" cy="54244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C821D-689A-D05E-E5D4-25ED896A9F4E}"/>
              </a:ext>
            </a:extLst>
          </p:cNvPr>
          <p:cNvSpPr txBox="1"/>
          <p:nvPr/>
        </p:nvSpPr>
        <p:spPr>
          <a:xfrm rot="5400000">
            <a:off x="6001848" y="4544920"/>
            <a:ext cx="79958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…</a:t>
            </a:r>
          </a:p>
        </p:txBody>
      </p:sp>
      <p:cxnSp>
        <p:nvCxnSpPr>
          <p:cNvPr id="15" name="直接箭头连接符 23">
            <a:extLst>
              <a:ext uri="{FF2B5EF4-FFF2-40B4-BE49-F238E27FC236}">
                <a16:creationId xmlns:a16="http://schemas.microsoft.com/office/drawing/2014/main" id="{E7C5BDEC-D9F1-C753-8755-04A2A4556216}"/>
              </a:ext>
            </a:extLst>
          </p:cNvPr>
          <p:cNvCxnSpPr/>
          <p:nvPr/>
        </p:nvCxnSpPr>
        <p:spPr>
          <a:xfrm rot="5400000" flipH="1">
            <a:off x="6196159" y="4391294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24">
            <a:extLst>
              <a:ext uri="{FF2B5EF4-FFF2-40B4-BE49-F238E27FC236}">
                <a16:creationId xmlns:a16="http://schemas.microsoft.com/office/drawing/2014/main" id="{56B2523D-D3AA-3F13-4428-BC51317CAA6E}"/>
              </a:ext>
            </a:extLst>
          </p:cNvPr>
          <p:cNvCxnSpPr/>
          <p:nvPr/>
        </p:nvCxnSpPr>
        <p:spPr>
          <a:xfrm flipV="1">
            <a:off x="6342066" y="4882022"/>
            <a:ext cx="0" cy="3048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25">
            <a:extLst>
              <a:ext uri="{FF2B5EF4-FFF2-40B4-BE49-F238E27FC236}">
                <a16:creationId xmlns:a16="http://schemas.microsoft.com/office/drawing/2014/main" id="{611E0BCE-8A84-0147-F296-E0CBF03554BC}"/>
              </a:ext>
            </a:extLst>
          </p:cNvPr>
          <p:cNvCxnSpPr>
            <a:stCxn id="13" idx="2"/>
            <a:endCxn id="20" idx="6"/>
          </p:cNvCxnSpPr>
          <p:nvPr/>
        </p:nvCxnSpPr>
        <p:spPr>
          <a:xfrm rot="16200000" flipH="1" flipV="1">
            <a:off x="5337426" y="4699982"/>
            <a:ext cx="2003829" cy="14851"/>
          </a:xfrm>
          <a:prstGeom prst="bentConnector5">
            <a:avLst>
              <a:gd name="adj1" fmla="val -11408"/>
              <a:gd name="adj2" fmla="val 3511319"/>
              <a:gd name="adj3" fmla="val 11140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34">
            <a:extLst>
              <a:ext uri="{FF2B5EF4-FFF2-40B4-BE49-F238E27FC236}">
                <a16:creationId xmlns:a16="http://schemas.microsoft.com/office/drawing/2014/main" id="{2C846771-4A07-E10A-051E-29D3A9E80872}"/>
              </a:ext>
            </a:extLst>
          </p:cNvPr>
          <p:cNvSpPr/>
          <p:nvPr/>
        </p:nvSpPr>
        <p:spPr>
          <a:xfrm>
            <a:off x="6208414" y="378752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</a:rPr>
              <a:t>0</a:t>
            </a:r>
          </a:p>
        </p:txBody>
      </p:sp>
      <p:grpSp>
        <p:nvGrpSpPr>
          <p:cNvPr id="19" name="组合 41">
            <a:extLst>
              <a:ext uri="{FF2B5EF4-FFF2-40B4-BE49-F238E27FC236}">
                <a16:creationId xmlns:a16="http://schemas.microsoft.com/office/drawing/2014/main" id="{12A5EA59-3996-042E-7533-323F05AE6CCD}"/>
              </a:ext>
            </a:extLst>
          </p:cNvPr>
          <p:cNvGrpSpPr/>
          <p:nvPr/>
        </p:nvGrpSpPr>
        <p:grpSpPr>
          <a:xfrm>
            <a:off x="5992514" y="5153293"/>
            <a:ext cx="666464" cy="556029"/>
            <a:chOff x="3233911" y="5029200"/>
            <a:chExt cx="666464" cy="556029"/>
          </a:xfrm>
        </p:grpSpPr>
        <p:sp>
          <p:nvSpPr>
            <p:cNvPr id="20" name="椭圆 21">
              <a:extLst>
                <a:ext uri="{FF2B5EF4-FFF2-40B4-BE49-F238E27FC236}">
                  <a16:creationId xmlns:a16="http://schemas.microsoft.com/office/drawing/2014/main" id="{D671454B-BB3F-6CAA-99C3-59E46F86B2CB}"/>
                </a:ext>
              </a:extLst>
            </p:cNvPr>
            <p:cNvSpPr/>
            <p:nvPr/>
          </p:nvSpPr>
          <p:spPr>
            <a:xfrm rot="5400000">
              <a:off x="3295296" y="5050847"/>
              <a:ext cx="556029" cy="51273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2">
                  <a:extLst>
                    <a:ext uri="{FF2B5EF4-FFF2-40B4-BE49-F238E27FC236}">
                      <a16:creationId xmlns:a16="http://schemas.microsoft.com/office/drawing/2014/main" id="{EF998D1B-CC95-4F32-1906-233F59DCA298}"/>
                    </a:ext>
                  </a:extLst>
                </p:cNvPr>
                <p:cNvSpPr/>
                <p:nvPr/>
              </p:nvSpPr>
              <p:spPr>
                <a:xfrm>
                  <a:off x="3233911" y="5119599"/>
                  <a:ext cx="666464" cy="375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b="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𝑝</m:t>
                          </m:r>
                        </m:e>
                      </m:rad>
                    </m:oMath>
                  </a14:m>
                  <a:r>
                    <a:rPr lang="en-US">
                      <a:solidFill>
                        <a:srgbClr val="000000"/>
                      </a:solidFill>
                    </a:rPr>
                    <a:t>-1</a:t>
                  </a:r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911" y="5119599"/>
                  <a:ext cx="666464" cy="375231"/>
                </a:xfrm>
                <a:prstGeom prst="rect">
                  <a:avLst/>
                </a:prstGeom>
                <a:blipFill>
                  <a:blip r:embed="rId4"/>
                  <a:stretch>
                    <a:fillRect t="-6452" r="-7339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2724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1333-717E-E875-A8DC-D0BEE9B1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07B06-540E-288B-220D-616177732D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966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Assume initially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has data 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507B06-540E-288B-220D-616177732D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96627"/>
              </a:xfrm>
              <a:blipFill>
                <a:blip r:embed="rId2"/>
                <a:stretch>
                  <a:fillRect l="-1043" t="-14286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2">
            <a:extLst>
              <a:ext uri="{FF2B5EF4-FFF2-40B4-BE49-F238E27FC236}">
                <a16:creationId xmlns:a16="http://schemas.microsoft.com/office/drawing/2014/main" id="{40917FA0-3308-93E7-B901-5BA94D3F2768}"/>
              </a:ext>
            </a:extLst>
          </p:cNvPr>
          <p:cNvSpPr/>
          <p:nvPr/>
        </p:nvSpPr>
        <p:spPr>
          <a:xfrm>
            <a:off x="3476435" y="2740150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连接符 5">
            <a:extLst>
              <a:ext uri="{FF2B5EF4-FFF2-40B4-BE49-F238E27FC236}">
                <a16:creationId xmlns:a16="http://schemas.microsoft.com/office/drawing/2014/main" id="{F3481637-92D5-83C7-4D3F-E905540124F8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3476435" y="4370026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23">
            <a:extLst>
              <a:ext uri="{FF2B5EF4-FFF2-40B4-BE49-F238E27FC236}">
                <a16:creationId xmlns:a16="http://schemas.microsoft.com/office/drawing/2014/main" id="{884EF552-386D-472C-E6D1-CCB8B5D4C46D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52671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5">
            <a:extLst>
              <a:ext uri="{FF2B5EF4-FFF2-40B4-BE49-F238E27FC236}">
                <a16:creationId xmlns:a16="http://schemas.microsoft.com/office/drawing/2014/main" id="{F2AB0783-F897-3D3B-F9A3-64C165F09669}"/>
              </a:ext>
            </a:extLst>
          </p:cNvPr>
          <p:cNvCxnSpPr/>
          <p:nvPr/>
        </p:nvCxnSpPr>
        <p:spPr>
          <a:xfrm>
            <a:off x="3476435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6">
            <a:extLst>
              <a:ext uri="{FF2B5EF4-FFF2-40B4-BE49-F238E27FC236}">
                <a16:creationId xmlns:a16="http://schemas.microsoft.com/office/drawing/2014/main" id="{6F21FC63-683D-3B24-59F0-C4298BB1E5D2}"/>
              </a:ext>
            </a:extLst>
          </p:cNvPr>
          <p:cNvCxnSpPr/>
          <p:nvPr/>
        </p:nvCxnSpPr>
        <p:spPr>
          <a:xfrm>
            <a:off x="3476435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7">
            <a:extLst>
              <a:ext uri="{FF2B5EF4-FFF2-40B4-BE49-F238E27FC236}">
                <a16:creationId xmlns:a16="http://schemas.microsoft.com/office/drawing/2014/main" id="{2B10C0D0-5FBA-EB6E-F2D6-56680548533A}"/>
              </a:ext>
            </a:extLst>
          </p:cNvPr>
          <p:cNvCxnSpPr/>
          <p:nvPr/>
        </p:nvCxnSpPr>
        <p:spPr>
          <a:xfrm>
            <a:off x="43908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8">
            <a:extLst>
              <a:ext uri="{FF2B5EF4-FFF2-40B4-BE49-F238E27FC236}">
                <a16:creationId xmlns:a16="http://schemas.microsoft.com/office/drawing/2014/main" id="{3A0E3B20-6201-3DBF-EAD0-4E389AB11B33}"/>
              </a:ext>
            </a:extLst>
          </p:cNvPr>
          <p:cNvCxnSpPr/>
          <p:nvPr/>
        </p:nvCxnSpPr>
        <p:spPr>
          <a:xfrm>
            <a:off x="61434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0">
            <a:extLst>
              <a:ext uri="{FF2B5EF4-FFF2-40B4-BE49-F238E27FC236}">
                <a16:creationId xmlns:a16="http://schemas.microsoft.com/office/drawing/2014/main" id="{45EC5B26-75D6-B3A7-C1BA-C076BBFD119A}"/>
              </a:ext>
            </a:extLst>
          </p:cNvPr>
          <p:cNvGrpSpPr/>
          <p:nvPr/>
        </p:nvGrpSpPr>
        <p:grpSpPr>
          <a:xfrm>
            <a:off x="3672747" y="2767271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A3E5414-7861-DB40-3127-B240951518DC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9A11C5-8609-B9C6-FA6F-C339DBCA83EB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08B9AF2-2E39-454F-A653-6699C934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78A63C5-43F5-3D53-011A-B7D0CF3744EF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BFB0174-82BE-354F-AD19-58F28E30E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E6B3B2E-E36E-6E19-4ABD-037D0E5A4B88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2B81F79-0409-294C-820E-CFF5AF1BC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2">
            <a:extLst>
              <a:ext uri="{FF2B5EF4-FFF2-40B4-BE49-F238E27FC236}">
                <a16:creationId xmlns:a16="http://schemas.microsoft.com/office/drawing/2014/main" id="{B3088D73-B44D-C757-09F0-017750A1DBFF}"/>
              </a:ext>
            </a:extLst>
          </p:cNvPr>
          <p:cNvGrpSpPr/>
          <p:nvPr/>
        </p:nvGrpSpPr>
        <p:grpSpPr>
          <a:xfrm>
            <a:off x="4616852" y="2745638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DC6C57-8F97-E542-3CE1-C1AE710210C0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C5E2DB-81E5-13C3-AF89-DBA596B495D6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EB33DE4-6430-D048-B892-2F027B527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D3927F-52CE-E777-0A89-297D50C88921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C769763-30F3-7B44-8609-832D41D4F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B76396-23DF-8A08-9300-39940BA6F9A2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0E6BCC7-B559-EB4A-9C9D-D145FC798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14">
            <a:extLst>
              <a:ext uri="{FF2B5EF4-FFF2-40B4-BE49-F238E27FC236}">
                <a16:creationId xmlns:a16="http://schemas.microsoft.com/office/drawing/2014/main" id="{12422A67-479B-6B5D-3F2B-0C8B032D22A6}"/>
              </a:ext>
            </a:extLst>
          </p:cNvPr>
          <p:cNvGrpSpPr/>
          <p:nvPr/>
        </p:nvGrpSpPr>
        <p:grpSpPr>
          <a:xfrm>
            <a:off x="5455052" y="2740150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A1086FD-C937-9A49-0A0E-C2028E991C07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E740206-D6EF-D765-6B96-97B8AA224E97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7C69984-C973-404F-A660-176A34040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078E018-3BDA-BDAB-32AE-5455A9F71353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8C2FDB-1E5B-494B-80E8-C5BAE205D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74BEAD8-28BC-3899-73F7-32144DB84162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0B200E-6A76-4B4A-958F-58AB8F207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17">
            <a:extLst>
              <a:ext uri="{FF2B5EF4-FFF2-40B4-BE49-F238E27FC236}">
                <a16:creationId xmlns:a16="http://schemas.microsoft.com/office/drawing/2014/main" id="{A8380EE8-E9CF-463D-1539-FD26EF2C5CF8}"/>
              </a:ext>
            </a:extLst>
          </p:cNvPr>
          <p:cNvGrpSpPr/>
          <p:nvPr/>
        </p:nvGrpSpPr>
        <p:grpSpPr>
          <a:xfrm>
            <a:off x="6369452" y="2740150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DD0549-975A-1C83-A2D0-FBFC106E7422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46E6EF2-D68A-E938-C671-D3B55ACC6C3A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809ABAA-296B-A74F-8CD2-C13C9B16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31D34E0-0E71-5179-F67E-5D3611E03664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EEEFBC7-4E22-C24D-80AB-F58694D90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924DAD7-FE8C-E552-FE02-49DA9617D86E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7AE748-4770-1742-A19C-3B3734D68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18">
            <a:extLst>
              <a:ext uri="{FF2B5EF4-FFF2-40B4-BE49-F238E27FC236}">
                <a16:creationId xmlns:a16="http://schemas.microsoft.com/office/drawing/2014/main" id="{F8A336E5-AED6-46BF-F40C-A309264EBFF4}"/>
              </a:ext>
            </a:extLst>
          </p:cNvPr>
          <p:cNvGrpSpPr/>
          <p:nvPr/>
        </p:nvGrpSpPr>
        <p:grpSpPr>
          <a:xfrm>
            <a:off x="3675330" y="321588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B2DFE5D-B5EE-E20B-CCC1-0F13992BD6F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516682-4EF3-F649-EFA0-2CD50BA470A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2D10B3E-EE06-4C04-70DB-BD760D79949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653AA46-C921-32E8-EA4E-D0951668429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60">
            <a:extLst>
              <a:ext uri="{FF2B5EF4-FFF2-40B4-BE49-F238E27FC236}">
                <a16:creationId xmlns:a16="http://schemas.microsoft.com/office/drawing/2014/main" id="{F7EAD81B-C61C-150A-E30F-F1EAC46A8CCF}"/>
              </a:ext>
            </a:extLst>
          </p:cNvPr>
          <p:cNvGrpSpPr/>
          <p:nvPr/>
        </p:nvGrpSpPr>
        <p:grpSpPr>
          <a:xfrm>
            <a:off x="3675330" y="399735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C71D985-FEE7-C8ED-784C-68BBDAB0C5E4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AB71B21-702F-8EBB-5911-079CDA1DD58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39618D2-076F-D24D-A53E-53F0E8DCC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2B89B6A-CD87-BBD6-26D7-36F3BB164D23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B99649E-DB3F-C84D-8A39-1E040E503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B70B326-E788-FE57-0FB7-CAE74743125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AC203B5-7941-B841-9592-8E0F8C850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65">
            <a:extLst>
              <a:ext uri="{FF2B5EF4-FFF2-40B4-BE49-F238E27FC236}">
                <a16:creationId xmlns:a16="http://schemas.microsoft.com/office/drawing/2014/main" id="{214A215A-13B4-112E-590B-FB94E855C8D6}"/>
              </a:ext>
            </a:extLst>
          </p:cNvPr>
          <p:cNvGrpSpPr/>
          <p:nvPr/>
        </p:nvGrpSpPr>
        <p:grpSpPr>
          <a:xfrm>
            <a:off x="3705035" y="480410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5D964D6-9049-C81C-6941-FE51F436A65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165BF52-74DF-0DDD-5F2C-7FCD9F6DB9C3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5A3684-7141-BD48-861D-224FECACC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8AC491-5CA3-E7BA-2301-F07DA1F8B6A9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DC2AA91-6795-5F4E-9CEC-537146A3C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E4EC729-96BF-6BAB-48D1-02E54ADD166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DF4C59-F7D1-7048-9134-B5D55AB1A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70">
            <a:extLst>
              <a:ext uri="{FF2B5EF4-FFF2-40B4-BE49-F238E27FC236}">
                <a16:creationId xmlns:a16="http://schemas.microsoft.com/office/drawing/2014/main" id="{6795DF60-2622-FCE4-0F0C-B5A529AF700B}"/>
              </a:ext>
            </a:extLst>
          </p:cNvPr>
          <p:cNvGrpSpPr/>
          <p:nvPr/>
        </p:nvGrpSpPr>
        <p:grpSpPr>
          <a:xfrm>
            <a:off x="3675330" y="561453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823D402-872C-ED0D-02EA-39D4A3872011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6CD66BC-3ADF-02DD-0035-FEE81D13FB5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D1AC6D9-3822-1747-97FF-304FF1B4B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11B107-40CD-C8CA-E024-46EEFA92F3C2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EBC376C-CD54-1147-BE5F-D254E2F19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C7CD3A1-9861-55FC-ABB8-0EB56159E87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BB2E58-86E2-9947-8B53-49A51AD97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4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直接连接符 145">
            <a:extLst>
              <a:ext uri="{FF2B5EF4-FFF2-40B4-BE49-F238E27FC236}">
                <a16:creationId xmlns:a16="http://schemas.microsoft.com/office/drawing/2014/main" id="{75C23D5C-6C8C-DDB3-038B-355DC64741C4}"/>
              </a:ext>
            </a:extLst>
          </p:cNvPr>
          <p:cNvCxnSpPr/>
          <p:nvPr/>
        </p:nvCxnSpPr>
        <p:spPr>
          <a:xfrm>
            <a:off x="3483538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6">
            <a:extLst>
              <a:ext uri="{FF2B5EF4-FFF2-40B4-BE49-F238E27FC236}">
                <a16:creationId xmlns:a16="http://schemas.microsoft.com/office/drawing/2014/main" id="{9F37B229-ECEF-4F4C-63D3-8BCF470F2E7D}"/>
              </a:ext>
            </a:extLst>
          </p:cNvPr>
          <p:cNvCxnSpPr/>
          <p:nvPr/>
        </p:nvCxnSpPr>
        <p:spPr>
          <a:xfrm>
            <a:off x="3483538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7">
            <a:extLst>
              <a:ext uri="{FF2B5EF4-FFF2-40B4-BE49-F238E27FC236}">
                <a16:creationId xmlns:a16="http://schemas.microsoft.com/office/drawing/2014/main" id="{87CADD29-EB22-EB42-AC7A-6BFAAEEC7E32}"/>
              </a:ext>
            </a:extLst>
          </p:cNvPr>
          <p:cNvCxnSpPr/>
          <p:nvPr/>
        </p:nvCxnSpPr>
        <p:spPr>
          <a:xfrm>
            <a:off x="43979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48">
            <a:extLst>
              <a:ext uri="{FF2B5EF4-FFF2-40B4-BE49-F238E27FC236}">
                <a16:creationId xmlns:a16="http://schemas.microsoft.com/office/drawing/2014/main" id="{D03D5A2A-D9EA-2FDD-AFE0-2BF20458B682}"/>
              </a:ext>
            </a:extLst>
          </p:cNvPr>
          <p:cNvCxnSpPr/>
          <p:nvPr/>
        </p:nvCxnSpPr>
        <p:spPr>
          <a:xfrm>
            <a:off x="61505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76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A244-F91F-93CE-E4D9-25BC2CBF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5043FB-4FB2-428A-2983-B24CD2C34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654719"/>
              </a:xfrm>
            </p:spPr>
            <p:txBody>
              <a:bodyPr/>
              <a:lstStyle/>
              <a:p>
                <a:r>
                  <a:rPr lang="en-US" dirty="0"/>
                  <a:t>Step #1: Initial Data Alignment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347663" indent="-635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row – circular left shift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 (0≤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1"/>
                        </a:solidFill>
                        <a:latin typeface="Cambria Math"/>
                      </a:rPr>
                      <m:t>𝑩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341313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column – circular up shift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0≤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&lt;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ra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5043FB-4FB2-428A-2983-B24CD2C34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654719"/>
              </a:xfrm>
              <a:blipFill>
                <a:blip r:embed="rId2"/>
                <a:stretch>
                  <a:fillRect l="-1217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810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E942-40E1-0D99-0D36-8E5F3B3E0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BD55-C35F-6CD6-FFD2-8EB28785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52D6-7A2F-D456-1652-87497419C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96627"/>
          </a:xfrm>
        </p:spPr>
        <p:txBody>
          <a:bodyPr>
            <a:normAutofit/>
          </a:bodyPr>
          <a:lstStyle/>
          <a:p>
            <a:r>
              <a:rPr lang="en-US" dirty="0"/>
              <a:t>Data Distributed after Step 1?</a:t>
            </a: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B25BC7FD-A739-9AF6-5962-D5D14D639EB5}"/>
              </a:ext>
            </a:extLst>
          </p:cNvPr>
          <p:cNvSpPr/>
          <p:nvPr/>
        </p:nvSpPr>
        <p:spPr>
          <a:xfrm>
            <a:off x="3476435" y="2740150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连接符 5">
            <a:extLst>
              <a:ext uri="{FF2B5EF4-FFF2-40B4-BE49-F238E27FC236}">
                <a16:creationId xmlns:a16="http://schemas.microsoft.com/office/drawing/2014/main" id="{EEF44DB5-E7E7-0987-822E-A6C4423096F2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3476435" y="4370026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23">
            <a:extLst>
              <a:ext uri="{FF2B5EF4-FFF2-40B4-BE49-F238E27FC236}">
                <a16:creationId xmlns:a16="http://schemas.microsoft.com/office/drawing/2014/main" id="{C7B0E380-412D-E912-012B-2E214DDE2B61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52671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5">
            <a:extLst>
              <a:ext uri="{FF2B5EF4-FFF2-40B4-BE49-F238E27FC236}">
                <a16:creationId xmlns:a16="http://schemas.microsoft.com/office/drawing/2014/main" id="{55085C1F-C955-364A-65AC-7C6411080040}"/>
              </a:ext>
            </a:extLst>
          </p:cNvPr>
          <p:cNvCxnSpPr/>
          <p:nvPr/>
        </p:nvCxnSpPr>
        <p:spPr>
          <a:xfrm>
            <a:off x="3476435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6">
            <a:extLst>
              <a:ext uri="{FF2B5EF4-FFF2-40B4-BE49-F238E27FC236}">
                <a16:creationId xmlns:a16="http://schemas.microsoft.com/office/drawing/2014/main" id="{66A4A113-7342-DE10-AA00-A775C96D5857}"/>
              </a:ext>
            </a:extLst>
          </p:cNvPr>
          <p:cNvCxnSpPr/>
          <p:nvPr/>
        </p:nvCxnSpPr>
        <p:spPr>
          <a:xfrm>
            <a:off x="3476435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7">
            <a:extLst>
              <a:ext uri="{FF2B5EF4-FFF2-40B4-BE49-F238E27FC236}">
                <a16:creationId xmlns:a16="http://schemas.microsoft.com/office/drawing/2014/main" id="{1DC29447-7B7A-E994-7CF1-7EB6FF104DDC}"/>
              </a:ext>
            </a:extLst>
          </p:cNvPr>
          <p:cNvCxnSpPr/>
          <p:nvPr/>
        </p:nvCxnSpPr>
        <p:spPr>
          <a:xfrm>
            <a:off x="43908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8">
            <a:extLst>
              <a:ext uri="{FF2B5EF4-FFF2-40B4-BE49-F238E27FC236}">
                <a16:creationId xmlns:a16="http://schemas.microsoft.com/office/drawing/2014/main" id="{1DFE2FFC-F86C-8F2E-BB5F-B5A3FE00B564}"/>
              </a:ext>
            </a:extLst>
          </p:cNvPr>
          <p:cNvCxnSpPr/>
          <p:nvPr/>
        </p:nvCxnSpPr>
        <p:spPr>
          <a:xfrm>
            <a:off x="6143435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组合 10">
            <a:extLst>
              <a:ext uri="{FF2B5EF4-FFF2-40B4-BE49-F238E27FC236}">
                <a16:creationId xmlns:a16="http://schemas.microsoft.com/office/drawing/2014/main" id="{CF798660-0321-3929-D26B-34C082201920}"/>
              </a:ext>
            </a:extLst>
          </p:cNvPr>
          <p:cNvGrpSpPr/>
          <p:nvPr/>
        </p:nvGrpSpPr>
        <p:grpSpPr>
          <a:xfrm>
            <a:off x="3672747" y="2767271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B121982-32F5-CEEE-C202-974BDB039367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B121982-32F5-CEEE-C202-974BDB039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A70C5A-F675-E80D-9030-386DD65497C1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A70C5A-F675-E80D-9030-386DD6549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AA9493-6647-97FD-CF55-290F14BEBC8E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9AA9493-6647-97FD-CF55-290F14BEB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F805A7-6E81-B18A-FC10-83CFC9AEFE64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2F805A7-6E81-B18A-FC10-83CFC9AEF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2">
            <a:extLst>
              <a:ext uri="{FF2B5EF4-FFF2-40B4-BE49-F238E27FC236}">
                <a16:creationId xmlns:a16="http://schemas.microsoft.com/office/drawing/2014/main" id="{9173CF84-1A25-2FA1-9CE2-2DDC5CDCBD2E}"/>
              </a:ext>
            </a:extLst>
          </p:cNvPr>
          <p:cNvGrpSpPr/>
          <p:nvPr/>
        </p:nvGrpSpPr>
        <p:grpSpPr>
          <a:xfrm>
            <a:off x="4616852" y="2745638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0BAA90-6BFE-A822-B4EB-49E8CFF54B91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30BAA90-6BFE-A822-B4EB-49E8CFF54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30FB5B1-98F5-2294-BEC5-D5A90D8A32E9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30FB5B1-98F5-2294-BEC5-D5A90D8A3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D33DA5-8A3D-8458-5464-43D6AABC3772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D33DA5-8A3D-8458-5464-43D6AABC3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7E8E2CE-BAFE-06EA-E58B-E9AB4F3787C7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7E8E2CE-BAFE-06EA-E58B-E9AB4F3787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14">
            <a:extLst>
              <a:ext uri="{FF2B5EF4-FFF2-40B4-BE49-F238E27FC236}">
                <a16:creationId xmlns:a16="http://schemas.microsoft.com/office/drawing/2014/main" id="{F1654DF9-8ACD-CBE2-5890-F9B5DC60010B}"/>
              </a:ext>
            </a:extLst>
          </p:cNvPr>
          <p:cNvGrpSpPr/>
          <p:nvPr/>
        </p:nvGrpSpPr>
        <p:grpSpPr>
          <a:xfrm>
            <a:off x="5455052" y="2740150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9DC1FD2-9489-966D-CCFF-6E0026B9874F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9DC1FD2-9489-966D-CCFF-6E0026B98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B92183C-D934-5D36-3C9B-BF9CF274DB87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B92183C-D934-5D36-3C9B-BF9CF274D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8E5623-1559-3A51-4858-BA8C124C6A1E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E8E5623-1559-3A51-4858-BA8C124C6A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5161BA-5E4A-1C98-C47F-2350F6ADD09C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95161BA-5E4A-1C98-C47F-2350F6ADD0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17">
            <a:extLst>
              <a:ext uri="{FF2B5EF4-FFF2-40B4-BE49-F238E27FC236}">
                <a16:creationId xmlns:a16="http://schemas.microsoft.com/office/drawing/2014/main" id="{077B9C1F-B197-37DD-E740-E56B3D4EED1C}"/>
              </a:ext>
            </a:extLst>
          </p:cNvPr>
          <p:cNvGrpSpPr/>
          <p:nvPr/>
        </p:nvGrpSpPr>
        <p:grpSpPr>
          <a:xfrm>
            <a:off x="6369452" y="2740150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566E2C-9A31-3E37-9153-80DD12726B36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566E2C-9A31-3E37-9153-80DD12726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29BAB2-FE8F-9EA9-2A9F-E96FBD904524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29BAB2-FE8F-9EA9-2A9F-E96FBD904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4497257-AD1A-EF2E-FCD9-7195AF25E471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4497257-AD1A-EF2E-FCD9-7195AF25E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C56A296-A08C-2941-3629-9DA576A55954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C56A296-A08C-2941-3629-9DA576A55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18">
            <a:extLst>
              <a:ext uri="{FF2B5EF4-FFF2-40B4-BE49-F238E27FC236}">
                <a16:creationId xmlns:a16="http://schemas.microsoft.com/office/drawing/2014/main" id="{73C06995-EF0F-F50E-760B-1D4A19768594}"/>
              </a:ext>
            </a:extLst>
          </p:cNvPr>
          <p:cNvGrpSpPr/>
          <p:nvPr/>
        </p:nvGrpSpPr>
        <p:grpSpPr>
          <a:xfrm>
            <a:off x="3675330" y="321588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449215B-79AB-BF21-168E-7EB2BF783F10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449215B-79AB-BF21-168E-7EB2BF783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5C622A8-7778-EA5B-0829-B0E8718DF424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5C622A8-7778-EA5B-0829-B0E8718DF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66AC39-B3A0-2A3A-9E2F-C257370CE721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66AC39-B3A0-2A3A-9E2F-C257370CE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F3E7E0-0F06-290C-C7D7-FC4AB68B9D07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3F3E7E0-0F06-290C-C7D7-FC4AB68B9D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60">
            <a:extLst>
              <a:ext uri="{FF2B5EF4-FFF2-40B4-BE49-F238E27FC236}">
                <a16:creationId xmlns:a16="http://schemas.microsoft.com/office/drawing/2014/main" id="{490A3244-37E5-F785-8173-92E21745011A}"/>
              </a:ext>
            </a:extLst>
          </p:cNvPr>
          <p:cNvGrpSpPr/>
          <p:nvPr/>
        </p:nvGrpSpPr>
        <p:grpSpPr>
          <a:xfrm>
            <a:off x="3675330" y="399735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79D3BD0-BF90-F779-C7CC-0F28FB33AEF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79D3BD0-BF90-F779-C7CC-0F28FB33A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8D6215-8663-08DE-C93C-FA346D5845D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A8D6215-8663-08DE-C93C-FA346D584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2BA809B-8820-6063-F55F-A0D5ACCCF5A9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2BA809B-8820-6063-F55F-A0D5ACCCF5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3756677-FD36-DF94-BAB8-62CA9532ECF7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3756677-FD36-DF94-BAB8-62CA9532E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65">
            <a:extLst>
              <a:ext uri="{FF2B5EF4-FFF2-40B4-BE49-F238E27FC236}">
                <a16:creationId xmlns:a16="http://schemas.microsoft.com/office/drawing/2014/main" id="{128F216B-1EE3-B744-4A9B-3DB646847D1A}"/>
              </a:ext>
            </a:extLst>
          </p:cNvPr>
          <p:cNvGrpSpPr/>
          <p:nvPr/>
        </p:nvGrpSpPr>
        <p:grpSpPr>
          <a:xfrm>
            <a:off x="3705035" y="480410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7C63A9-B095-E83D-CB37-9041E9258248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37C63A9-B095-E83D-CB37-9041E9258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A9F2E62-B3A2-92EA-1763-5227A398917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A9F2E62-B3A2-92EA-1763-5227A39891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3C185A-F754-543C-46B3-A2A6A3CE0B2E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33C185A-F754-543C-46B3-A2A6A3CE0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E5CD2C-E853-DD0D-81CD-0526CFE4FB79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FE5CD2C-E853-DD0D-81CD-0526CFE4F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70">
            <a:extLst>
              <a:ext uri="{FF2B5EF4-FFF2-40B4-BE49-F238E27FC236}">
                <a16:creationId xmlns:a16="http://schemas.microsoft.com/office/drawing/2014/main" id="{81192714-8F56-811A-F91F-F90966ADFC8F}"/>
              </a:ext>
            </a:extLst>
          </p:cNvPr>
          <p:cNvGrpSpPr/>
          <p:nvPr/>
        </p:nvGrpSpPr>
        <p:grpSpPr>
          <a:xfrm>
            <a:off x="3675330" y="561453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9A56024-CB09-13ED-E72F-1D409F5319B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9A56024-CB09-13ED-E72F-1D409F531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15CBD1F-6BDF-5170-88B3-F51D56DF2CCD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15CBD1F-6BDF-5170-88B3-F51D56DF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E2E02-7128-B7DB-0B72-0084BA2488E6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75E2E02-7128-B7DB-0B72-0084BA248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F076A5A-0329-9CA2-6433-D2809479F49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??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F076A5A-0329-9CA2-6433-D2809479F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直接连接符 145">
            <a:extLst>
              <a:ext uri="{FF2B5EF4-FFF2-40B4-BE49-F238E27FC236}">
                <a16:creationId xmlns:a16="http://schemas.microsoft.com/office/drawing/2014/main" id="{2E74FCE4-6F7D-C4CE-5D7C-3F2064A6420E}"/>
              </a:ext>
            </a:extLst>
          </p:cNvPr>
          <p:cNvCxnSpPr/>
          <p:nvPr/>
        </p:nvCxnSpPr>
        <p:spPr>
          <a:xfrm>
            <a:off x="3483538" y="35974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6">
            <a:extLst>
              <a:ext uri="{FF2B5EF4-FFF2-40B4-BE49-F238E27FC236}">
                <a16:creationId xmlns:a16="http://schemas.microsoft.com/office/drawing/2014/main" id="{057F6E5C-F406-B2B1-6624-6AB908366AB3}"/>
              </a:ext>
            </a:extLst>
          </p:cNvPr>
          <p:cNvCxnSpPr/>
          <p:nvPr/>
        </p:nvCxnSpPr>
        <p:spPr>
          <a:xfrm>
            <a:off x="3483538" y="519760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7">
            <a:extLst>
              <a:ext uri="{FF2B5EF4-FFF2-40B4-BE49-F238E27FC236}">
                <a16:creationId xmlns:a16="http://schemas.microsoft.com/office/drawing/2014/main" id="{B57BF5A7-0A80-403A-A22A-B7A22DF9BF29}"/>
              </a:ext>
            </a:extLst>
          </p:cNvPr>
          <p:cNvCxnSpPr/>
          <p:nvPr/>
        </p:nvCxnSpPr>
        <p:spPr>
          <a:xfrm>
            <a:off x="43979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148">
            <a:extLst>
              <a:ext uri="{FF2B5EF4-FFF2-40B4-BE49-F238E27FC236}">
                <a16:creationId xmlns:a16="http://schemas.microsoft.com/office/drawing/2014/main" id="{14634B3D-7E6E-C7DF-628F-9C54E82C577B}"/>
              </a:ext>
            </a:extLst>
          </p:cNvPr>
          <p:cNvCxnSpPr/>
          <p:nvPr/>
        </p:nvCxnSpPr>
        <p:spPr>
          <a:xfrm>
            <a:off x="6150538" y="2740150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544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A24-B33E-5F9F-58E3-C7517063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A92C1-A770-CEC3-3649-DBA3B6A03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02236" cy="4351338"/>
              </a:xfrm>
            </p:spPr>
            <p:txBody>
              <a:bodyPr/>
              <a:lstStyle/>
              <a:p>
                <a:r>
                  <a:rPr lang="en-US" dirty="0"/>
                  <a:t>Data Distributed after Step 1?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%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%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you come up with the reverse mapping? (WA4)</a:t>
                </a:r>
              </a:p>
              <a:p>
                <a:pPr lvl="1"/>
                <a:r>
                  <a:rPr lang="en-US" dirty="0"/>
                  <a:t>Processor to block mapping.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EA92C1-A770-CEC3-3649-DBA3B6A03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02236" cy="4351338"/>
              </a:xfrm>
              <a:blipFill>
                <a:blip r:embed="rId2"/>
                <a:stretch>
                  <a:fillRect l="-189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FF2596-9CBF-336A-8FC1-8C49247CA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726371"/>
                  </p:ext>
                </p:extLst>
              </p:nvPr>
            </p:nvGraphicFramePr>
            <p:xfrm>
              <a:off x="6904404" y="3160591"/>
              <a:ext cx="3508796" cy="3016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7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>
                            <a:latin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𝑩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DFF2596-9CBF-336A-8FC1-8C49247CA5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8726371"/>
                  </p:ext>
                </p:extLst>
              </p:nvPr>
            </p:nvGraphicFramePr>
            <p:xfrm>
              <a:off x="6904404" y="3160591"/>
              <a:ext cx="3508796" cy="30163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71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71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806" r="-302083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806" r="-200000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806" r="-101389" b="-3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806" r="-1389" b="-3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100806" r="-302083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0806" r="-200000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100806" r="-101389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100806" r="-1389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200806" r="-302083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806" r="-200000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200806" r="-10138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200806" r="-1389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40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4" t="-300806" r="-302083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00806" r="-200000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389" t="-300806" r="-10138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389" t="-300806" r="-1389" b="-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8708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9526-2914-C2CD-AAA5-1FEFE5FE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32310-2911-3A4A-59DA-5D4B8CE3DF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Step #2: Execute Matrix Multiplication</a:t>
                </a:r>
              </a:p>
              <a:p>
                <a:endParaRPr lang="en-US" dirty="0"/>
              </a:p>
              <a:p>
                <a:r>
                  <a:rPr lang="en-US" dirty="0"/>
                  <a:t>In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Repeat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times</a:t>
                </a:r>
              </a:p>
              <a:p>
                <a:pPr lvl="1"/>
                <a:r>
                  <a:rPr lang="en-US" dirty="0"/>
                  <a:t>Perform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ea typeface="Cambria Math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/>
                  <a:t> matrix multiplication using </a:t>
                </a:r>
                <a:r>
                  <a:rPr lang="en-US" b="1" dirty="0"/>
                  <a:t>local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lvl="1"/>
                <a:r>
                  <a:rPr lang="en-US" dirty="0"/>
                  <a:t>Add the result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Circular_Left_Shift</a:t>
                </a:r>
                <a:r>
                  <a:rPr lang="en-US" dirty="0"/>
                  <a:t> – blocks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across the row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Circular_Up_Shift</a:t>
                </a:r>
                <a:r>
                  <a:rPr lang="en-US" dirty="0"/>
                  <a:t> – blocks of B across the column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32310-2911-3A4A-59DA-5D4B8CE3DF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86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/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/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/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/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/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131332" y="1797045"/>
                <a:ext cx="2373179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>
                    <a:solidFill>
                      <a:srgbClr val="000000"/>
                    </a:solidFill>
                    <a:latin typeface="+mn-lt"/>
                  </a:rPr>
                  <a:t>Illustration</a:t>
                </a:r>
              </a:p>
              <a:p>
                <a:pPr algn="ctr"/>
                <a:r>
                  <a:rPr lang="en-US">
                    <a:solidFill>
                      <a:srgbClr val="000000"/>
                    </a:solidFill>
                    <a:latin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/>
                      </a:rPr>
                      <m:t>4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×4 </m:t>
                    </m:r>
                  </m:oMath>
                </a14:m>
                <a:r>
                  <a:rPr lang="en-US">
                    <a:solidFill>
                      <a:srgbClr val="000000"/>
                    </a:solidFill>
                    <a:latin typeface="+mn-lt"/>
                  </a:rPr>
                  <a:t>matrix, </a:t>
                </a:r>
                <a:endParaRPr lang="en-US" i="1">
                  <a:solidFill>
                    <a:srgbClr val="000000"/>
                  </a:solidFill>
                  <a:latin typeface="+mn-lt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/>
                      </a:rPr>
                      <m:t>4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×4 </m:t>
                    </m:r>
                  </m:oMath>
                </a14:m>
                <a:r>
                  <a:rPr lang="en-US">
                    <a:solidFill>
                      <a:srgbClr val="000000"/>
                    </a:solidFill>
                    <a:latin typeface="+mn-lt"/>
                  </a:rPr>
                  <a:t>processor array)</a:t>
                </a:r>
              </a:p>
              <a:p>
                <a:pPr algn="ctr"/>
                <a:endParaRPr lang="en-US">
                  <a:solidFill>
                    <a:srgbClr val="000000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332" y="1797045"/>
                <a:ext cx="2373179" cy="1231106"/>
              </a:xfrm>
              <a:prstGeom prst="rect">
                <a:avLst/>
              </a:prstGeom>
              <a:blipFill>
                <a:blip r:embed="rId8"/>
                <a:stretch>
                  <a:fillRect t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矩形 2">
            <a:extLst>
              <a:ext uri="{FF2B5EF4-FFF2-40B4-BE49-F238E27FC236}">
                <a16:creationId xmlns:a16="http://schemas.microsoft.com/office/drawing/2014/main" id="{31A8D5CC-A313-2A48-9B36-C39E55DECD89}"/>
              </a:ext>
            </a:extLst>
          </p:cNvPr>
          <p:cNvSpPr/>
          <p:nvPr/>
        </p:nvSpPr>
        <p:spPr>
          <a:xfrm>
            <a:off x="3826532" y="2736141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直接连接符 5">
            <a:extLst>
              <a:ext uri="{FF2B5EF4-FFF2-40B4-BE49-F238E27FC236}">
                <a16:creationId xmlns:a16="http://schemas.microsoft.com/office/drawing/2014/main" id="{13CF49CC-E4B0-BB4E-A9CA-31602BF47094}"/>
              </a:ext>
            </a:extLst>
          </p:cNvPr>
          <p:cNvCxnSpPr>
            <a:stCxn id="79" idx="1"/>
            <a:endCxn id="79" idx="3"/>
          </p:cNvCxnSpPr>
          <p:nvPr/>
        </p:nvCxnSpPr>
        <p:spPr>
          <a:xfrm>
            <a:off x="3826532" y="4366017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23">
            <a:extLst>
              <a:ext uri="{FF2B5EF4-FFF2-40B4-BE49-F238E27FC236}">
                <a16:creationId xmlns:a16="http://schemas.microsoft.com/office/drawing/2014/main" id="{4C242C42-183C-2B4F-8EAB-97167AC85A71}"/>
              </a:ext>
            </a:extLst>
          </p:cNvPr>
          <p:cNvCxnSpPr>
            <a:stCxn id="79" idx="0"/>
            <a:endCxn id="79" idx="2"/>
          </p:cNvCxnSpPr>
          <p:nvPr/>
        </p:nvCxnSpPr>
        <p:spPr>
          <a:xfrm>
            <a:off x="56172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25">
            <a:extLst>
              <a:ext uri="{FF2B5EF4-FFF2-40B4-BE49-F238E27FC236}">
                <a16:creationId xmlns:a16="http://schemas.microsoft.com/office/drawing/2014/main" id="{19D2C276-B8A9-D743-82B9-7639FA3BED66}"/>
              </a:ext>
            </a:extLst>
          </p:cNvPr>
          <p:cNvCxnSpPr/>
          <p:nvPr/>
        </p:nvCxnSpPr>
        <p:spPr>
          <a:xfrm>
            <a:off x="3826532" y="35933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26">
            <a:extLst>
              <a:ext uri="{FF2B5EF4-FFF2-40B4-BE49-F238E27FC236}">
                <a16:creationId xmlns:a16="http://schemas.microsoft.com/office/drawing/2014/main" id="{12C1CAE4-B75A-4746-9A79-FF54ED8C1EE7}"/>
              </a:ext>
            </a:extLst>
          </p:cNvPr>
          <p:cNvCxnSpPr/>
          <p:nvPr/>
        </p:nvCxnSpPr>
        <p:spPr>
          <a:xfrm>
            <a:off x="3826532" y="51935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27">
            <a:extLst>
              <a:ext uri="{FF2B5EF4-FFF2-40B4-BE49-F238E27FC236}">
                <a16:creationId xmlns:a16="http://schemas.microsoft.com/office/drawing/2014/main" id="{054D5B02-5B7B-7B4C-8F38-17F78D43F74F}"/>
              </a:ext>
            </a:extLst>
          </p:cNvPr>
          <p:cNvCxnSpPr/>
          <p:nvPr/>
        </p:nvCxnSpPr>
        <p:spPr>
          <a:xfrm>
            <a:off x="47409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28">
            <a:extLst>
              <a:ext uri="{FF2B5EF4-FFF2-40B4-BE49-F238E27FC236}">
                <a16:creationId xmlns:a16="http://schemas.microsoft.com/office/drawing/2014/main" id="{12814A17-D795-AE4D-9DFF-03E6763900EF}"/>
              </a:ext>
            </a:extLst>
          </p:cNvPr>
          <p:cNvCxnSpPr/>
          <p:nvPr/>
        </p:nvCxnSpPr>
        <p:spPr>
          <a:xfrm>
            <a:off x="6493532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组合 10">
            <a:extLst>
              <a:ext uri="{FF2B5EF4-FFF2-40B4-BE49-F238E27FC236}">
                <a16:creationId xmlns:a16="http://schemas.microsoft.com/office/drawing/2014/main" id="{A7EC2054-D01A-044D-A3A5-27C6D25626A0}"/>
              </a:ext>
            </a:extLst>
          </p:cNvPr>
          <p:cNvGrpSpPr/>
          <p:nvPr/>
        </p:nvGrpSpPr>
        <p:grpSpPr>
          <a:xfrm>
            <a:off x="4022844" y="2763262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4A994C0-A9DC-B34F-B8FD-2FA11C31C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08B9AF2-2E39-454F-A653-6699C9341B38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08B9AF2-2E39-454F-A653-6699C934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BFB0174-82BE-354F-AD19-58F28E30E0DF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BFB0174-82BE-354F-AD19-58F28E30E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2B81F79-0409-294C-820E-CFF5AF1BC2BA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2B81F79-0409-294C-820E-CFF5AF1BC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12">
            <a:extLst>
              <a:ext uri="{FF2B5EF4-FFF2-40B4-BE49-F238E27FC236}">
                <a16:creationId xmlns:a16="http://schemas.microsoft.com/office/drawing/2014/main" id="{6F837CFD-0340-2644-98AB-69E2012F1808}"/>
              </a:ext>
            </a:extLst>
          </p:cNvPr>
          <p:cNvGrpSpPr/>
          <p:nvPr/>
        </p:nvGrpSpPr>
        <p:grpSpPr>
          <a:xfrm>
            <a:off x="4966949" y="2741629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D209065-3C22-0E41-995D-5CB950FE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EB33DE4-6430-D048-B892-2F027B527890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EB33DE4-6430-D048-B892-2F027B527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C769763-30F3-7B44-8609-832D41D4F72F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C769763-30F3-7B44-8609-832D41D4F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0E6BCC7-B559-EB4A-9C9D-D145FC798AB8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0E6BCC7-B559-EB4A-9C9D-D145FC798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组合 14">
            <a:extLst>
              <a:ext uri="{FF2B5EF4-FFF2-40B4-BE49-F238E27FC236}">
                <a16:creationId xmlns:a16="http://schemas.microsoft.com/office/drawing/2014/main" id="{929F7DB2-2411-9344-BE29-F9C9A9E7CEC0}"/>
              </a:ext>
            </a:extLst>
          </p:cNvPr>
          <p:cNvGrpSpPr/>
          <p:nvPr/>
        </p:nvGrpSpPr>
        <p:grpSpPr>
          <a:xfrm>
            <a:off x="5805149" y="2736141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2B58148-A7A4-044B-A773-B92EF8B49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7C69984-C973-404F-A660-176A34040A25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77C69984-C973-404F-A660-176A34040A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8C2FDB-1E5B-494B-80E8-C5BAE205DBCC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28C2FDB-1E5B-494B-80E8-C5BAE205D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0B200E-6A76-4B4A-958F-58AB8F2071CE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0B200E-6A76-4B4A-958F-58AB8F207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组合 17">
            <a:extLst>
              <a:ext uri="{FF2B5EF4-FFF2-40B4-BE49-F238E27FC236}">
                <a16:creationId xmlns:a16="http://schemas.microsoft.com/office/drawing/2014/main" id="{E8CE24D9-9DB7-504B-B003-3681D5541AF5}"/>
              </a:ext>
            </a:extLst>
          </p:cNvPr>
          <p:cNvGrpSpPr/>
          <p:nvPr/>
        </p:nvGrpSpPr>
        <p:grpSpPr>
          <a:xfrm>
            <a:off x="6719549" y="2736141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832A6FF4-BB15-7749-857F-A996D9D3A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809ABAA-296B-A74F-8CD2-C13C9B163723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809ABAA-296B-A74F-8CD2-C13C9B16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EEEFBC7-4E22-C24D-80AB-F58694D901BC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EEEFBC7-4E22-C24D-80AB-F58694D90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7AE748-4770-1742-A19C-3B3734D68B5D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867AE748-4770-1742-A19C-3B3734D68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8">
            <a:extLst>
              <a:ext uri="{FF2B5EF4-FFF2-40B4-BE49-F238E27FC236}">
                <a16:creationId xmlns:a16="http://schemas.microsoft.com/office/drawing/2014/main" id="{7457113A-E3C3-E445-AE7E-11E7C95628DB}"/>
              </a:ext>
            </a:extLst>
          </p:cNvPr>
          <p:cNvGrpSpPr/>
          <p:nvPr/>
        </p:nvGrpSpPr>
        <p:grpSpPr>
          <a:xfrm>
            <a:off x="4025427" y="321187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E1E0326-33BD-E549-80E7-C83FFE885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D597713-15F5-C244-AE9F-50BD39270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33DDC7F2-32BE-2543-B9DC-E9996C5FC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4FD60B-4E32-964D-8C6B-BA0CD560B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组合 60">
            <a:extLst>
              <a:ext uri="{FF2B5EF4-FFF2-40B4-BE49-F238E27FC236}">
                <a16:creationId xmlns:a16="http://schemas.microsoft.com/office/drawing/2014/main" id="{22123D84-94B8-8C45-8EAB-68D1E2ABC317}"/>
              </a:ext>
            </a:extLst>
          </p:cNvPr>
          <p:cNvGrpSpPr/>
          <p:nvPr/>
        </p:nvGrpSpPr>
        <p:grpSpPr>
          <a:xfrm>
            <a:off x="4025427" y="399334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EFA0451-E8B9-B643-BFE1-A2E48BFF3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39618D2-076F-D24D-A53E-53F0E8DCC9DF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39618D2-076F-D24D-A53E-53F0E8DCC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B99649E-DB3F-C84D-8A39-1E040E503CB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B99649E-DB3F-C84D-8A39-1E040E503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AC203B5-7941-B841-9592-8E0F8C850E9A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AC203B5-7941-B841-9592-8E0F8C850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65">
            <a:extLst>
              <a:ext uri="{FF2B5EF4-FFF2-40B4-BE49-F238E27FC236}">
                <a16:creationId xmlns:a16="http://schemas.microsoft.com/office/drawing/2014/main" id="{778CBAE3-2B1D-C140-8B44-4097A4FF8A11}"/>
              </a:ext>
            </a:extLst>
          </p:cNvPr>
          <p:cNvGrpSpPr/>
          <p:nvPr/>
        </p:nvGrpSpPr>
        <p:grpSpPr>
          <a:xfrm>
            <a:off x="4055132" y="4800095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ACC289A-6F48-184F-9134-E6DD91E7A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5A3684-7141-BD48-861D-224FECACC5A0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5A3684-7141-BD48-861D-224FECACC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DC2AA91-6795-5F4E-9CEC-537146A3CCEB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0DC2AA91-6795-5F4E-9CEC-537146A3C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DF4C59-F7D1-7048-9134-B5D55AB1A83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8DF4C59-F7D1-7048-9134-B5D55AB1A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70">
            <a:extLst>
              <a:ext uri="{FF2B5EF4-FFF2-40B4-BE49-F238E27FC236}">
                <a16:creationId xmlns:a16="http://schemas.microsoft.com/office/drawing/2014/main" id="{91B69303-5B19-3B4D-B69C-6D277C46964F}"/>
              </a:ext>
            </a:extLst>
          </p:cNvPr>
          <p:cNvGrpSpPr/>
          <p:nvPr/>
        </p:nvGrpSpPr>
        <p:grpSpPr>
          <a:xfrm>
            <a:off x="4025427" y="5610521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E45C841-9388-1046-B1F8-6B90BFC41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D1AC6D9-3822-1747-97FF-304FF1B4B455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D1AC6D9-3822-1747-97FF-304FF1B4B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EBC376C-CD54-1147-BE5F-D254E2F19D6B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8EBC376C-CD54-1147-BE5F-D254E2F19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BB2E58-86E2-9947-8B53-49A51AD972F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EBBB2E58-86E2-9947-8B53-49A51AD97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4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接连接符 145">
            <a:extLst>
              <a:ext uri="{FF2B5EF4-FFF2-40B4-BE49-F238E27FC236}">
                <a16:creationId xmlns:a16="http://schemas.microsoft.com/office/drawing/2014/main" id="{6DF12A56-C4E5-9344-A8E7-5871E1651028}"/>
              </a:ext>
            </a:extLst>
          </p:cNvPr>
          <p:cNvCxnSpPr/>
          <p:nvPr/>
        </p:nvCxnSpPr>
        <p:spPr>
          <a:xfrm>
            <a:off x="3833635" y="35933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46">
            <a:extLst>
              <a:ext uri="{FF2B5EF4-FFF2-40B4-BE49-F238E27FC236}">
                <a16:creationId xmlns:a16="http://schemas.microsoft.com/office/drawing/2014/main" id="{5DF12557-9029-CD47-96DC-C5706DB88AA0}"/>
              </a:ext>
            </a:extLst>
          </p:cNvPr>
          <p:cNvCxnSpPr/>
          <p:nvPr/>
        </p:nvCxnSpPr>
        <p:spPr>
          <a:xfrm>
            <a:off x="3833635" y="5193591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47">
            <a:extLst>
              <a:ext uri="{FF2B5EF4-FFF2-40B4-BE49-F238E27FC236}">
                <a16:creationId xmlns:a16="http://schemas.microsoft.com/office/drawing/2014/main" id="{BC155FBD-790A-A840-9947-6026CE20E798}"/>
              </a:ext>
            </a:extLst>
          </p:cNvPr>
          <p:cNvCxnSpPr/>
          <p:nvPr/>
        </p:nvCxnSpPr>
        <p:spPr>
          <a:xfrm>
            <a:off x="4748035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48">
            <a:extLst>
              <a:ext uri="{FF2B5EF4-FFF2-40B4-BE49-F238E27FC236}">
                <a16:creationId xmlns:a16="http://schemas.microsoft.com/office/drawing/2014/main" id="{BD57B7F1-22CC-2A41-AA1C-E59542F3A3B4}"/>
              </a:ext>
            </a:extLst>
          </p:cNvPr>
          <p:cNvCxnSpPr/>
          <p:nvPr/>
        </p:nvCxnSpPr>
        <p:spPr>
          <a:xfrm>
            <a:off x="6500635" y="2736141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D6FCA6-636B-51D0-6425-FADE762BB01B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7816824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7037E-6 L 0.07851 0.04121 C 0.09518 0.0507 0.11992 0.05602 0.1457 0.05602 C 0.17513 0.05602 0.19896 0.0507 0.21562 0.04121 L 0.29518 -3.7037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48148E-6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22222E-6 L 0.09271 0.09236 C 0.11367 0.11227 0.125 0.14167 0.125 0.17199 C 0.125 0.20695 0.11367 0.23496 0.09271 0.25486 L 2.91667E-6 0.34861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116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-8.33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59259E-6 L -0.00104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805A-D048-4653-6E09-9172ED69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1E76BC87-D042-60D7-C971-1EB83E2D7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8B3F04A4-B0D5-2484-2AE0-641216C187D1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DEF8B658-8805-2D03-66F3-A5A837584E3C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22B3119C-39FC-729E-419B-5E263421CC9E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39068A07-F47E-5114-7844-96A05AC63A3D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EB61EFE8-1A82-BAA0-E20D-62076FCB9118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4A869F-18EC-F781-29F1-C3C3B2A4F2E5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EC3156-18AB-E196-42B6-7FF54D769804}"/>
              </a:ext>
            </a:extLst>
          </p:cNvPr>
          <p:cNvSpPr/>
          <p:nvPr/>
        </p:nvSpPr>
        <p:spPr>
          <a:xfrm>
            <a:off x="3436621" y="1998314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连接符 5">
            <a:extLst>
              <a:ext uri="{FF2B5EF4-FFF2-40B4-BE49-F238E27FC236}">
                <a16:creationId xmlns:a16="http://schemas.microsoft.com/office/drawing/2014/main" id="{729197CE-9BA4-4DDB-3A14-3D953CA764DF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436621" y="362819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3">
            <a:extLst>
              <a:ext uri="{FF2B5EF4-FFF2-40B4-BE49-F238E27FC236}">
                <a16:creationId xmlns:a16="http://schemas.microsoft.com/office/drawing/2014/main" id="{F0E4EB41-4CDB-1AA4-DE0D-446292E76F33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52273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32782BA0-63AD-0B44-162A-C61039419D9A}"/>
              </a:ext>
            </a:extLst>
          </p:cNvPr>
          <p:cNvCxnSpPr/>
          <p:nvPr/>
        </p:nvCxnSpPr>
        <p:spPr>
          <a:xfrm>
            <a:off x="3436621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6">
            <a:extLst>
              <a:ext uri="{FF2B5EF4-FFF2-40B4-BE49-F238E27FC236}">
                <a16:creationId xmlns:a16="http://schemas.microsoft.com/office/drawing/2014/main" id="{F76EBA47-12B7-9482-9412-6A4DF5ECF94A}"/>
              </a:ext>
            </a:extLst>
          </p:cNvPr>
          <p:cNvCxnSpPr/>
          <p:nvPr/>
        </p:nvCxnSpPr>
        <p:spPr>
          <a:xfrm>
            <a:off x="3436621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7">
            <a:extLst>
              <a:ext uri="{FF2B5EF4-FFF2-40B4-BE49-F238E27FC236}">
                <a16:creationId xmlns:a16="http://schemas.microsoft.com/office/drawing/2014/main" id="{BA8585F0-4762-0566-5C02-E5AE0713FBD3}"/>
              </a:ext>
            </a:extLst>
          </p:cNvPr>
          <p:cNvCxnSpPr/>
          <p:nvPr/>
        </p:nvCxnSpPr>
        <p:spPr>
          <a:xfrm>
            <a:off x="43510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8">
            <a:extLst>
              <a:ext uri="{FF2B5EF4-FFF2-40B4-BE49-F238E27FC236}">
                <a16:creationId xmlns:a16="http://schemas.microsoft.com/office/drawing/2014/main" id="{5242692E-90ED-72D1-5392-A48B3CEF2DC2}"/>
              </a:ext>
            </a:extLst>
          </p:cNvPr>
          <p:cNvCxnSpPr/>
          <p:nvPr/>
        </p:nvCxnSpPr>
        <p:spPr>
          <a:xfrm>
            <a:off x="61036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2AF14C-EF10-8CEA-7598-4D02453FC402}"/>
              </a:ext>
            </a:extLst>
          </p:cNvPr>
          <p:cNvGrpSpPr/>
          <p:nvPr/>
        </p:nvGrpSpPr>
        <p:grpSpPr>
          <a:xfrm>
            <a:off x="3632933" y="2025435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8AE4BE-7E8A-47E8-A074-458F0F0E5F91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7049476-1053-BC4F-BD4C-0DA72BA68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1D8B0A-A2D5-86B1-B33F-DCEFD617F232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7526914-2657-2C42-8295-CD0240E98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8D62E4-86B0-1131-241A-A70A865FE35C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A1FB07-9EAE-214E-B58E-38D381CA7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24413CA-63D0-6E8D-7CC1-208D9D6C4205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4F76F75-0EAB-4045-A43B-7DD683C8D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2">
            <a:extLst>
              <a:ext uri="{FF2B5EF4-FFF2-40B4-BE49-F238E27FC236}">
                <a16:creationId xmlns:a16="http://schemas.microsoft.com/office/drawing/2014/main" id="{0E3601F6-40E0-F3D1-D2D0-6D0484D6A620}"/>
              </a:ext>
            </a:extLst>
          </p:cNvPr>
          <p:cNvGrpSpPr/>
          <p:nvPr/>
        </p:nvGrpSpPr>
        <p:grpSpPr>
          <a:xfrm>
            <a:off x="4577038" y="2003802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193F781-ABCE-8DCD-C9A3-84556CDDB827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3C87E29-E422-8C41-987B-81C07320E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5AB7F7-A851-FBD9-6F04-0568189BC2BE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ACDA968-6726-1B46-B571-397AE56F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57932F1-A0CD-62B0-4615-A90E68211660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4BBE1C4-23AA-E148-B0E4-CFF8D4EF3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BB32835-D83B-AF10-5314-BAE96B8D2E1A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8308005-3366-084B-8392-C617687E4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14">
            <a:extLst>
              <a:ext uri="{FF2B5EF4-FFF2-40B4-BE49-F238E27FC236}">
                <a16:creationId xmlns:a16="http://schemas.microsoft.com/office/drawing/2014/main" id="{4438E168-3E68-4648-C1B9-1D08481C078C}"/>
              </a:ext>
            </a:extLst>
          </p:cNvPr>
          <p:cNvGrpSpPr/>
          <p:nvPr/>
        </p:nvGrpSpPr>
        <p:grpSpPr>
          <a:xfrm>
            <a:off x="5415238" y="1998314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6A8BCE4-10E5-72C2-E8D4-4797A3C2B771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CE43B45-2719-9C45-AD9F-DAC6FFA00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385C9C-89B5-3477-1B4B-EEBA4BB89E79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273E87D-6003-3449-BEB2-CBDC0073F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4CEC633-85F9-56B5-9B22-A325F46E2636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A5B8EC3-3407-854A-A464-DB0560EA5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5FE243C-A742-7318-D99B-68D4AE9B0B59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C18E6636-4E7F-7248-9CBF-6F91D3E8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81D95536-6FF3-2BCA-55D2-7ECF8CB09692}"/>
              </a:ext>
            </a:extLst>
          </p:cNvPr>
          <p:cNvGrpSpPr/>
          <p:nvPr/>
        </p:nvGrpSpPr>
        <p:grpSpPr>
          <a:xfrm>
            <a:off x="6329638" y="1998314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A2F02D-D876-21B2-11BA-AAC70B12328A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1AAEBB9-C416-114F-AA0C-203BB87F8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C570D6E-536D-5133-CF48-9E1CEEF7DE14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D1B3760-6B41-F941-9310-924D5944A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B713F3-569E-5964-2409-E92AE40620A2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1A1D4E56-F0A2-7349-9794-E494EA8BA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BFDFF85-D012-C3DB-CDEE-4680027BADFD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C8A2BBE-128F-5947-A857-B4319C0AB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18">
            <a:extLst>
              <a:ext uri="{FF2B5EF4-FFF2-40B4-BE49-F238E27FC236}">
                <a16:creationId xmlns:a16="http://schemas.microsoft.com/office/drawing/2014/main" id="{F7B65C58-283E-B84E-EFB3-D045C48DF428}"/>
              </a:ext>
            </a:extLst>
          </p:cNvPr>
          <p:cNvGrpSpPr/>
          <p:nvPr/>
        </p:nvGrpSpPr>
        <p:grpSpPr>
          <a:xfrm>
            <a:off x="3635516" y="247404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F54CB58-7C26-C45F-E975-8C7C26D7379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809B64DD-317A-5840-9EA1-C2BDBBD10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81299DF-01B3-9134-607F-399A23E964CA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9382CEC-E2B6-0F41-AB65-F8EB3DBEC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3A7FBD1-5145-2B18-E26E-7E710AC8170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7BDA862-A047-2F42-B698-1DA63DEEC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9585A5-2D79-7EC8-30F5-1AA4AC5545D9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DA1183-22AC-E042-81C6-A6836691A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60">
            <a:extLst>
              <a:ext uri="{FF2B5EF4-FFF2-40B4-BE49-F238E27FC236}">
                <a16:creationId xmlns:a16="http://schemas.microsoft.com/office/drawing/2014/main" id="{2DA1324A-8DAA-E020-BDA4-A729F9FA40FD}"/>
              </a:ext>
            </a:extLst>
          </p:cNvPr>
          <p:cNvGrpSpPr/>
          <p:nvPr/>
        </p:nvGrpSpPr>
        <p:grpSpPr>
          <a:xfrm>
            <a:off x="3635516" y="325551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F2C0B56-9136-116E-D54A-984166572D10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743694D-6C32-5941-8CB6-760FC3109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37BF50F-EBB9-6B88-3806-42426FCC96F3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51C7B54-E07C-B44F-804D-99808E0AC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C26F209-432C-AC7B-8E86-6BB036CE1713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6BDB779-D476-8443-B198-9C39250BF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5F3BA64-AA2C-D57D-F5DF-C4D93DA08C8E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8569209-04B5-9E4B-86F2-1ED34BCF4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65">
            <a:extLst>
              <a:ext uri="{FF2B5EF4-FFF2-40B4-BE49-F238E27FC236}">
                <a16:creationId xmlns:a16="http://schemas.microsoft.com/office/drawing/2014/main" id="{2CC67A69-A2D4-07FA-3E23-D29C42EE4113}"/>
              </a:ext>
            </a:extLst>
          </p:cNvPr>
          <p:cNvGrpSpPr/>
          <p:nvPr/>
        </p:nvGrpSpPr>
        <p:grpSpPr>
          <a:xfrm>
            <a:off x="3665221" y="406226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BB0A7D3-AA4C-6FC1-0BCD-1F30443FDBC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656E36A2-21EB-314A-8E75-C38BA20D5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8220D04-C5EB-0AB7-F0F5-61ECE374A7FF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48D9111-5A9A-8541-80BC-FE1A5422D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58F7DB1-7E7C-DE56-ABFB-A058694080E5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BC1E99E-586F-C345-BDC7-784D44659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5A97682-3C0C-BC73-FB51-A94D2FF568CC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FB8C039-4DAD-8146-9A11-5AD5C6874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70">
            <a:extLst>
              <a:ext uri="{FF2B5EF4-FFF2-40B4-BE49-F238E27FC236}">
                <a16:creationId xmlns:a16="http://schemas.microsoft.com/office/drawing/2014/main" id="{F7032B7F-5301-7CF5-1ABF-3B988B069198}"/>
              </a:ext>
            </a:extLst>
          </p:cNvPr>
          <p:cNvGrpSpPr/>
          <p:nvPr/>
        </p:nvGrpSpPr>
        <p:grpSpPr>
          <a:xfrm>
            <a:off x="3635516" y="487269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1D52CC3-ADD3-577A-208C-D7E395A90485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9464F04-D25E-F343-9BB1-B9D5ADAB8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4C33332-7E66-474E-2E49-E59E2F70DA65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222BA73B-740E-984C-9C54-FC9C785CC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2DC2CB8-AE6F-76D9-FAE8-D063CA6F9F64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C4E5CF09-898E-1040-BFE9-4B7930FC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8432113-C59C-AE45-74BF-35E1E5840624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B03F208-B9DF-334E-8B6D-51294C733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145">
            <a:extLst>
              <a:ext uri="{FF2B5EF4-FFF2-40B4-BE49-F238E27FC236}">
                <a16:creationId xmlns:a16="http://schemas.microsoft.com/office/drawing/2014/main" id="{9202FE06-EFC2-437C-6FF7-0DB33CA6108A}"/>
              </a:ext>
            </a:extLst>
          </p:cNvPr>
          <p:cNvCxnSpPr/>
          <p:nvPr/>
        </p:nvCxnSpPr>
        <p:spPr>
          <a:xfrm>
            <a:off x="3443724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46">
            <a:extLst>
              <a:ext uri="{FF2B5EF4-FFF2-40B4-BE49-F238E27FC236}">
                <a16:creationId xmlns:a16="http://schemas.microsoft.com/office/drawing/2014/main" id="{45E76097-5378-65AD-5358-D93A7EAC057E}"/>
              </a:ext>
            </a:extLst>
          </p:cNvPr>
          <p:cNvCxnSpPr/>
          <p:nvPr/>
        </p:nvCxnSpPr>
        <p:spPr>
          <a:xfrm>
            <a:off x="3443724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7">
            <a:extLst>
              <a:ext uri="{FF2B5EF4-FFF2-40B4-BE49-F238E27FC236}">
                <a16:creationId xmlns:a16="http://schemas.microsoft.com/office/drawing/2014/main" id="{EC40598C-21D2-BCDB-CB24-5CBC65A0C76E}"/>
              </a:ext>
            </a:extLst>
          </p:cNvPr>
          <p:cNvCxnSpPr/>
          <p:nvPr/>
        </p:nvCxnSpPr>
        <p:spPr>
          <a:xfrm>
            <a:off x="43581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8">
            <a:extLst>
              <a:ext uri="{FF2B5EF4-FFF2-40B4-BE49-F238E27FC236}">
                <a16:creationId xmlns:a16="http://schemas.microsoft.com/office/drawing/2014/main" id="{7793BDF8-F991-D566-CF90-45C55902FDC3}"/>
              </a:ext>
            </a:extLst>
          </p:cNvPr>
          <p:cNvCxnSpPr/>
          <p:nvPr/>
        </p:nvCxnSpPr>
        <p:spPr>
          <a:xfrm>
            <a:off x="61107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85723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07851 0.04121 C 0.09518 0.0507 0.11992 0.05602 0.1457 0.05602 C 0.17513 0.05602 0.19896 0.0507 0.21562 0.04121 L 0.29518 -4.81481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0.0927 0.09237 C 0.11367 0.11227 0.125 0.14167 0.125 0.172 C 0.125 0.20695 0.11367 0.23496 0.0927 0.25487 L 4.16667E-6 0.34862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00115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2.08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00105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B6E7-79B6-82AC-4337-46184581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91AED65A-EDE0-5F1B-49D7-2155D2ADD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964ADA4E-586B-5DE1-1DE2-A0B2D5B43F6F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12AE6D35-B7CF-A26B-5A15-FF76C681BE33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4788CACE-A8C6-7F37-131F-1B569B2ACC19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917E9790-1CA6-EB71-6EC0-40B2E9CFBDD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F52DEC92-B21C-1BAE-2431-3C0BD933BD35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4F5E8AB-8730-8D25-B48D-ED63823D0F72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Repeat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AE989-F88C-E2F9-573D-14760E53F200}"/>
              </a:ext>
            </a:extLst>
          </p:cNvPr>
          <p:cNvSpPr/>
          <p:nvPr/>
        </p:nvSpPr>
        <p:spPr>
          <a:xfrm>
            <a:off x="3436621" y="1998314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直接连接符 5">
            <a:extLst>
              <a:ext uri="{FF2B5EF4-FFF2-40B4-BE49-F238E27FC236}">
                <a16:creationId xmlns:a16="http://schemas.microsoft.com/office/drawing/2014/main" id="{249FC7F2-07E9-9929-B81D-B759EC88EC6B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436621" y="3628190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3">
            <a:extLst>
              <a:ext uri="{FF2B5EF4-FFF2-40B4-BE49-F238E27FC236}">
                <a16:creationId xmlns:a16="http://schemas.microsoft.com/office/drawing/2014/main" id="{CB76F1C4-9E5C-086F-71CF-9EF389629A4E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52273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5">
            <a:extLst>
              <a:ext uri="{FF2B5EF4-FFF2-40B4-BE49-F238E27FC236}">
                <a16:creationId xmlns:a16="http://schemas.microsoft.com/office/drawing/2014/main" id="{C72D93EE-2B7A-DE56-AEAB-6B2F392C2ED5}"/>
              </a:ext>
            </a:extLst>
          </p:cNvPr>
          <p:cNvCxnSpPr/>
          <p:nvPr/>
        </p:nvCxnSpPr>
        <p:spPr>
          <a:xfrm>
            <a:off x="3436621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6">
            <a:extLst>
              <a:ext uri="{FF2B5EF4-FFF2-40B4-BE49-F238E27FC236}">
                <a16:creationId xmlns:a16="http://schemas.microsoft.com/office/drawing/2014/main" id="{548226AC-6224-755D-01F3-B59DE824AADD}"/>
              </a:ext>
            </a:extLst>
          </p:cNvPr>
          <p:cNvCxnSpPr/>
          <p:nvPr/>
        </p:nvCxnSpPr>
        <p:spPr>
          <a:xfrm>
            <a:off x="3436621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7">
            <a:extLst>
              <a:ext uri="{FF2B5EF4-FFF2-40B4-BE49-F238E27FC236}">
                <a16:creationId xmlns:a16="http://schemas.microsoft.com/office/drawing/2014/main" id="{A403DEEE-7CF6-A104-1658-AAE8DC9AB692}"/>
              </a:ext>
            </a:extLst>
          </p:cNvPr>
          <p:cNvCxnSpPr/>
          <p:nvPr/>
        </p:nvCxnSpPr>
        <p:spPr>
          <a:xfrm>
            <a:off x="43510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8">
            <a:extLst>
              <a:ext uri="{FF2B5EF4-FFF2-40B4-BE49-F238E27FC236}">
                <a16:creationId xmlns:a16="http://schemas.microsoft.com/office/drawing/2014/main" id="{0C6996A1-55AF-9479-60FE-10C260B2D159}"/>
              </a:ext>
            </a:extLst>
          </p:cNvPr>
          <p:cNvCxnSpPr/>
          <p:nvPr/>
        </p:nvCxnSpPr>
        <p:spPr>
          <a:xfrm>
            <a:off x="6103621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6385804-6C5D-106E-D4AC-FB464B134BA5}"/>
              </a:ext>
            </a:extLst>
          </p:cNvPr>
          <p:cNvGrpSpPr/>
          <p:nvPr/>
        </p:nvGrpSpPr>
        <p:grpSpPr>
          <a:xfrm>
            <a:off x="3632933" y="2025435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0A90B71-D840-9B55-D602-6A725E972E83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7049476-1053-BC4F-BD4C-0DA72BA68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185CB3D-05E3-3DBC-65E3-07645AA320A7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7526914-2657-2C42-8295-CD0240E98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064929A-EACF-43E4-1840-168E68D07BCE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A1FB07-9EAE-214E-B58E-38D381CA7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9DB3F60-9277-9755-3727-976C4ECB00A0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4F76F75-0EAB-4045-A43B-7DD683C8D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2">
            <a:extLst>
              <a:ext uri="{FF2B5EF4-FFF2-40B4-BE49-F238E27FC236}">
                <a16:creationId xmlns:a16="http://schemas.microsoft.com/office/drawing/2014/main" id="{5D1E7F14-5DA2-3AF9-014C-AA9E74219DF5}"/>
              </a:ext>
            </a:extLst>
          </p:cNvPr>
          <p:cNvGrpSpPr/>
          <p:nvPr/>
        </p:nvGrpSpPr>
        <p:grpSpPr>
          <a:xfrm>
            <a:off x="4577038" y="2003802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84A740E-19D5-9EE2-7EF6-7326BC0C54FC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3C87E29-E422-8C41-987B-81C07320E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8F4D33-FAF4-A2D2-E10F-E35B139D00B8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ACDA968-6726-1B46-B571-397AE56F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9703A7D-2131-C826-FEC9-D33364964056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4BBE1C4-23AA-E148-B0E4-CFF8D4EF3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1763F1B-01A0-DFDE-F9D4-B3E5A37CE783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8308005-3366-084B-8392-C617687E4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14">
            <a:extLst>
              <a:ext uri="{FF2B5EF4-FFF2-40B4-BE49-F238E27FC236}">
                <a16:creationId xmlns:a16="http://schemas.microsoft.com/office/drawing/2014/main" id="{6CE89775-D344-4DBE-15DE-43702AE4E931}"/>
              </a:ext>
            </a:extLst>
          </p:cNvPr>
          <p:cNvGrpSpPr/>
          <p:nvPr/>
        </p:nvGrpSpPr>
        <p:grpSpPr>
          <a:xfrm>
            <a:off x="5415238" y="1998314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6821A48-6462-3FE2-7974-66A20F3C498E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CE43B45-2719-9C45-AD9F-DAC6FFA00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70D85A9-06FA-AEF6-A699-8C73F4B6151D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273E87D-6003-3449-BEB2-CBDC0073F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1D6581D-D1B5-D414-EA04-E23523972B81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1A5B8EC3-3407-854A-A464-DB0560EA59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25F53B-F243-F1C6-D3A8-0084DBA2AEEA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C18E6636-4E7F-7248-9CBF-6F91D3E8D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A030BDA3-7ABD-7C17-24AA-E6A2A6BD6EEA}"/>
              </a:ext>
            </a:extLst>
          </p:cNvPr>
          <p:cNvGrpSpPr/>
          <p:nvPr/>
        </p:nvGrpSpPr>
        <p:grpSpPr>
          <a:xfrm>
            <a:off x="6329638" y="1998314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911C5E9-FB32-07F2-D6E2-352302C808DC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1AAEBB9-C416-114F-AA0C-203BB87F8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5030350-D92A-1A6F-B487-26ECDA5FEFDE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D1B3760-6B41-F941-9310-924D5944A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5255A93-0C20-14A1-C85C-184FA3C1BA17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1A1D4E56-F0A2-7349-9794-E494EA8BA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499E936-7417-67A7-6501-5B1785DCDCA4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C8A2BBE-128F-5947-A857-B4319C0AB2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组合 18">
            <a:extLst>
              <a:ext uri="{FF2B5EF4-FFF2-40B4-BE49-F238E27FC236}">
                <a16:creationId xmlns:a16="http://schemas.microsoft.com/office/drawing/2014/main" id="{8573389E-B338-B890-3B67-6FCE88177588}"/>
              </a:ext>
            </a:extLst>
          </p:cNvPr>
          <p:cNvGrpSpPr/>
          <p:nvPr/>
        </p:nvGrpSpPr>
        <p:grpSpPr>
          <a:xfrm>
            <a:off x="3635516" y="247404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9333A62-C2A3-B2AD-7E55-67ECA2E7FA4E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809B64DD-317A-5840-9EA1-C2BDBBD10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32FBDBE-930B-ADFE-3E93-88ED09457F0D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9382CEC-E2B6-0F41-AB65-F8EB3DBEC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A9449C7-722F-BE87-D9E0-658FC00C047E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7BDA862-A047-2F42-B698-1DA63DEEC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C5E1102-7AA8-0C61-4984-E64881F4F960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C5DA1183-22AC-E042-81C6-A6836691A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60">
            <a:extLst>
              <a:ext uri="{FF2B5EF4-FFF2-40B4-BE49-F238E27FC236}">
                <a16:creationId xmlns:a16="http://schemas.microsoft.com/office/drawing/2014/main" id="{E0C07377-3256-8D91-0181-2846738FC9E6}"/>
              </a:ext>
            </a:extLst>
          </p:cNvPr>
          <p:cNvGrpSpPr/>
          <p:nvPr/>
        </p:nvGrpSpPr>
        <p:grpSpPr>
          <a:xfrm>
            <a:off x="3635516" y="325551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7BE204E-2343-7F6C-45F6-6440274C8907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743694D-6C32-5941-8CB6-760FC31093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5A1C24B-7C3B-2CAA-8BBC-381AC00350F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51C7B54-E07C-B44F-804D-99808E0AC5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6990B6B-7AFD-E23B-7773-15299AF25DF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6BDB779-D476-8443-B198-9C39250BFE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A2446BA-8617-30F8-BEBF-CCD5CA82960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B8569209-04B5-9E4B-86F2-1ED34BCF4A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组合 65">
            <a:extLst>
              <a:ext uri="{FF2B5EF4-FFF2-40B4-BE49-F238E27FC236}">
                <a16:creationId xmlns:a16="http://schemas.microsoft.com/office/drawing/2014/main" id="{FABA8654-3561-71C6-9F9A-B8DBEC37C3AD}"/>
              </a:ext>
            </a:extLst>
          </p:cNvPr>
          <p:cNvGrpSpPr/>
          <p:nvPr/>
        </p:nvGrpSpPr>
        <p:grpSpPr>
          <a:xfrm>
            <a:off x="3665221" y="4062268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51F0B0A-C8E6-BC9B-E3A8-E63BAF92CFE4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656E36A2-21EB-314A-8E75-C38BA20D5E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8D950DC-EA8E-B9D2-83A5-CE97FA17BA5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48D9111-5A9A-8541-80BC-FE1A5422D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5AFA2805-2798-75BD-A947-8E27D2530304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0BC1E99E-586F-C345-BDC7-784D44659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A6B839-1EAE-2340-4E3C-3CB252D149A5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FB8C039-4DAD-8146-9A11-5AD5C6874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70">
            <a:extLst>
              <a:ext uri="{FF2B5EF4-FFF2-40B4-BE49-F238E27FC236}">
                <a16:creationId xmlns:a16="http://schemas.microsoft.com/office/drawing/2014/main" id="{0894BF6B-75E7-AB1A-6E57-92AC917C55C1}"/>
              </a:ext>
            </a:extLst>
          </p:cNvPr>
          <p:cNvGrpSpPr/>
          <p:nvPr/>
        </p:nvGrpSpPr>
        <p:grpSpPr>
          <a:xfrm>
            <a:off x="3635516" y="4872694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BA7477E-4621-4600-C1B9-9D57132A0698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9464F04-D25E-F343-9BB1-B9D5ADAB8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98DEC7A-4D1F-0EA8-8E47-C521B100F5F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222BA73B-740E-984C-9C54-FC9C785CC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29C2410-A21D-38E4-496E-90BA0317ED2F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C4E5CF09-898E-1040-BFE9-4B7930FC5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9A2965B-EE5F-190D-B713-220672D82C0A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B03F208-B9DF-334E-8B6D-51294C733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145">
            <a:extLst>
              <a:ext uri="{FF2B5EF4-FFF2-40B4-BE49-F238E27FC236}">
                <a16:creationId xmlns:a16="http://schemas.microsoft.com/office/drawing/2014/main" id="{33511260-1C50-0BF6-6B49-D57992B2045C}"/>
              </a:ext>
            </a:extLst>
          </p:cNvPr>
          <p:cNvCxnSpPr/>
          <p:nvPr/>
        </p:nvCxnSpPr>
        <p:spPr>
          <a:xfrm>
            <a:off x="3443724" y="28555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146">
            <a:extLst>
              <a:ext uri="{FF2B5EF4-FFF2-40B4-BE49-F238E27FC236}">
                <a16:creationId xmlns:a16="http://schemas.microsoft.com/office/drawing/2014/main" id="{B38624F2-499E-292F-4C64-F2C4BAA9D603}"/>
              </a:ext>
            </a:extLst>
          </p:cNvPr>
          <p:cNvCxnSpPr/>
          <p:nvPr/>
        </p:nvCxnSpPr>
        <p:spPr>
          <a:xfrm>
            <a:off x="3443724" y="4455764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147">
            <a:extLst>
              <a:ext uri="{FF2B5EF4-FFF2-40B4-BE49-F238E27FC236}">
                <a16:creationId xmlns:a16="http://schemas.microsoft.com/office/drawing/2014/main" id="{DA71547B-B2F8-B096-3E06-D2CFE7F71B0D}"/>
              </a:ext>
            </a:extLst>
          </p:cNvPr>
          <p:cNvCxnSpPr/>
          <p:nvPr/>
        </p:nvCxnSpPr>
        <p:spPr>
          <a:xfrm>
            <a:off x="43581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148">
            <a:extLst>
              <a:ext uri="{FF2B5EF4-FFF2-40B4-BE49-F238E27FC236}">
                <a16:creationId xmlns:a16="http://schemas.microsoft.com/office/drawing/2014/main" id="{0148B775-78A4-1931-0A5C-879B53552DCB}"/>
              </a:ext>
            </a:extLst>
          </p:cNvPr>
          <p:cNvCxnSpPr/>
          <p:nvPr/>
        </p:nvCxnSpPr>
        <p:spPr>
          <a:xfrm>
            <a:off x="6110724" y="1998314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81215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07851 0.04121 C 0.09518 0.0507 0.11992 0.05602 0.1457 0.05602 C 0.17513 0.05602 0.19896 0.0507 0.21562 0.04121 L 0.29518 -4.81481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-0.09622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-0.10364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0.0927 0.09237 C 0.11367 0.11227 0.125 0.14167 0.125 0.172 C 0.125 0.20695 0.11367 0.23496 0.0927 0.25487 L 4.16667E-6 0.34862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0.00115 L 0.00429 -0.12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7037E-6 L 2.08333E-7 -0.1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00105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E542-341A-8FDA-6949-68A800D3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806477C5-7032-3231-7662-961AA5BEB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528" y="635694"/>
            <a:ext cx="10406214" cy="993158"/>
          </a:xfrm>
        </p:spPr>
        <p:txBody>
          <a:bodyPr/>
          <a:lstStyle/>
          <a:p>
            <a:r>
              <a:rPr lang="en-US" dirty="0"/>
              <a:t>MM on 2D Mesh – Cannon’s Algorithm</a:t>
            </a:r>
          </a:p>
        </p:txBody>
      </p: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10186637-FDEE-4385-8A8A-316C46204E5E}"/>
              </a:ext>
            </a:extLst>
          </p:cNvPr>
          <p:cNvGrpSpPr/>
          <p:nvPr/>
        </p:nvGrpSpPr>
        <p:grpSpPr>
          <a:xfrm>
            <a:off x="5616716" y="10341980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81BB9D46-CF46-5163-467E-EC642780FCBB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663D0206-B842-8441-0FC9-1667184A08BB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AF081562-91D9-F86C-C58D-A22E0680E1C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35145D8C-5749-C17E-6578-49F60F326703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B282792-EC41-D868-1962-51A005D59DDA}"/>
              </a:ext>
            </a:extLst>
          </p:cNvPr>
          <p:cNvSpPr txBox="1"/>
          <p:nvPr/>
        </p:nvSpPr>
        <p:spPr>
          <a:xfrm>
            <a:off x="8242212" y="2301766"/>
            <a:ext cx="3581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Initial Alignment</a:t>
            </a:r>
          </a:p>
          <a:p>
            <a:endParaRPr lang="en-US" dirty="0"/>
          </a:p>
          <a:p>
            <a:r>
              <a:rPr lang="en-US" dirty="0"/>
              <a:t>Step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product of local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left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Circular  up shift</a:t>
            </a:r>
          </a:p>
          <a:p>
            <a:endParaRPr lang="en-US" dirty="0"/>
          </a:p>
          <a:p>
            <a:r>
              <a:rPr lang="en-US" dirty="0"/>
              <a:t>End</a:t>
            </a:r>
          </a:p>
        </p:txBody>
      </p:sp>
      <p:sp>
        <p:nvSpPr>
          <p:cNvPr id="2" name="矩形 2">
            <a:extLst>
              <a:ext uri="{FF2B5EF4-FFF2-40B4-BE49-F238E27FC236}">
                <a16:creationId xmlns:a16="http://schemas.microsoft.com/office/drawing/2014/main" id="{CCD7E1DE-8891-4857-3900-E9ACD57F122B}"/>
              </a:ext>
            </a:extLst>
          </p:cNvPr>
          <p:cNvSpPr/>
          <p:nvPr/>
        </p:nvSpPr>
        <p:spPr>
          <a:xfrm>
            <a:off x="3179349" y="2124439"/>
            <a:ext cx="3581400" cy="3259752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直接连接符 5">
            <a:extLst>
              <a:ext uri="{FF2B5EF4-FFF2-40B4-BE49-F238E27FC236}">
                <a16:creationId xmlns:a16="http://schemas.microsoft.com/office/drawing/2014/main" id="{665B726B-9DD9-F5BA-5774-0A3B6B695474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3179349" y="3754315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23">
            <a:extLst>
              <a:ext uri="{FF2B5EF4-FFF2-40B4-BE49-F238E27FC236}">
                <a16:creationId xmlns:a16="http://schemas.microsoft.com/office/drawing/2014/main" id="{6F9ACEAD-FA70-995B-33B9-7AD559F26CD6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49700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25">
            <a:extLst>
              <a:ext uri="{FF2B5EF4-FFF2-40B4-BE49-F238E27FC236}">
                <a16:creationId xmlns:a16="http://schemas.microsoft.com/office/drawing/2014/main" id="{E6AEA9B9-D293-4398-20B6-273622C00130}"/>
              </a:ext>
            </a:extLst>
          </p:cNvPr>
          <p:cNvCxnSpPr/>
          <p:nvPr/>
        </p:nvCxnSpPr>
        <p:spPr>
          <a:xfrm>
            <a:off x="3179349" y="29816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26">
            <a:extLst>
              <a:ext uri="{FF2B5EF4-FFF2-40B4-BE49-F238E27FC236}">
                <a16:creationId xmlns:a16="http://schemas.microsoft.com/office/drawing/2014/main" id="{2B560834-D481-9C1D-F493-E378E3C8C191}"/>
              </a:ext>
            </a:extLst>
          </p:cNvPr>
          <p:cNvCxnSpPr/>
          <p:nvPr/>
        </p:nvCxnSpPr>
        <p:spPr>
          <a:xfrm>
            <a:off x="3179349" y="45818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27">
            <a:extLst>
              <a:ext uri="{FF2B5EF4-FFF2-40B4-BE49-F238E27FC236}">
                <a16:creationId xmlns:a16="http://schemas.microsoft.com/office/drawing/2014/main" id="{6D5A8D40-08F7-B8EB-0F5D-18AFC98373F3}"/>
              </a:ext>
            </a:extLst>
          </p:cNvPr>
          <p:cNvCxnSpPr/>
          <p:nvPr/>
        </p:nvCxnSpPr>
        <p:spPr>
          <a:xfrm>
            <a:off x="40937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28">
            <a:extLst>
              <a:ext uri="{FF2B5EF4-FFF2-40B4-BE49-F238E27FC236}">
                <a16:creationId xmlns:a16="http://schemas.microsoft.com/office/drawing/2014/main" id="{D58D1ABF-82AA-0D39-9385-FB4E822C3611}"/>
              </a:ext>
            </a:extLst>
          </p:cNvPr>
          <p:cNvCxnSpPr/>
          <p:nvPr/>
        </p:nvCxnSpPr>
        <p:spPr>
          <a:xfrm>
            <a:off x="5846349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组合 10">
            <a:extLst>
              <a:ext uri="{FF2B5EF4-FFF2-40B4-BE49-F238E27FC236}">
                <a16:creationId xmlns:a16="http://schemas.microsoft.com/office/drawing/2014/main" id="{0581FBE9-141E-0A66-7CFB-77E8D41B3D7B}"/>
              </a:ext>
            </a:extLst>
          </p:cNvPr>
          <p:cNvGrpSpPr/>
          <p:nvPr/>
        </p:nvGrpSpPr>
        <p:grpSpPr>
          <a:xfrm>
            <a:off x="3375661" y="2151560"/>
            <a:ext cx="459783" cy="2838672"/>
            <a:chOff x="729712" y="1836871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F684EDF-B35A-E9F4-4A3D-DBFE5DA5417D}"/>
                    </a:ext>
                  </a:extLst>
                </p:cNvPr>
                <p:cNvSpPr txBox="1"/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8E68B4F-86E9-934A-BAAD-EB332E18D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1836871"/>
                  <a:ext cx="457200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23EDD963-0F11-B497-C245-E0DBE1197443}"/>
                    </a:ext>
                  </a:extLst>
                </p:cNvPr>
                <p:cNvSpPr txBox="1"/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17927B8-9E02-F74D-91C0-E1D8898CA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699931"/>
                  <a:ext cx="457200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3FE545B-EE18-D603-82E5-2864DB650C51}"/>
                    </a:ext>
                  </a:extLst>
                </p:cNvPr>
                <p:cNvSpPr txBox="1"/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009F455-9CB3-D546-9452-54141D5ED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3465645"/>
                  <a:ext cx="457200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18A190E2-C81A-E178-56AD-43CFEFF88711}"/>
                    </a:ext>
                  </a:extLst>
                </p:cNvPr>
                <p:cNvSpPr txBox="1"/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F45687F-66C7-CB44-A127-239F4E4F4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12" y="4294028"/>
                  <a:ext cx="457200" cy="381515"/>
                </a:xfrm>
                <a:prstGeom prst="rect">
                  <a:avLst/>
                </a:prstGeom>
                <a:blipFill>
                  <a:blip r:embed="rId11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组合 12">
            <a:extLst>
              <a:ext uri="{FF2B5EF4-FFF2-40B4-BE49-F238E27FC236}">
                <a16:creationId xmlns:a16="http://schemas.microsoft.com/office/drawing/2014/main" id="{7B389F5E-54B0-25FA-9206-F743260A5796}"/>
              </a:ext>
            </a:extLst>
          </p:cNvPr>
          <p:cNvGrpSpPr/>
          <p:nvPr/>
        </p:nvGrpSpPr>
        <p:grpSpPr>
          <a:xfrm>
            <a:off x="4319766" y="2129927"/>
            <a:ext cx="459783" cy="2838672"/>
            <a:chOff x="1673817" y="1815238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4F9C60B3-2B0A-80E2-CCC4-A304D9624ED3}"/>
                    </a:ext>
                  </a:extLst>
                </p:cNvPr>
                <p:cNvSpPr txBox="1"/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833A4D4B-8983-594E-AF3C-934B78849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1815238"/>
                  <a:ext cx="457200" cy="381515"/>
                </a:xfrm>
                <a:prstGeom prst="rect">
                  <a:avLst/>
                </a:prstGeom>
                <a:blipFill>
                  <a:blip r:embed="rId12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E75969B5-0A76-4DC8-8672-B01B58306FAF}"/>
                    </a:ext>
                  </a:extLst>
                </p:cNvPr>
                <p:cNvSpPr txBox="1"/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13AB5513-D654-5040-B6E1-4F722C7BC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678298"/>
                  <a:ext cx="457200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A4783980-F0CC-3F29-79D3-8AC8630986AA}"/>
                    </a:ext>
                  </a:extLst>
                </p:cNvPr>
                <p:cNvSpPr txBox="1"/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15677BD-BD36-3742-BD46-7E261466D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3444012"/>
                  <a:ext cx="457200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FEA4129-7B50-1B80-CA26-21B1F5A7B5C2}"/>
                    </a:ext>
                  </a:extLst>
                </p:cNvPr>
                <p:cNvSpPr txBox="1"/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0217397B-693E-1943-9F63-5C270783A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3817" y="4272395"/>
                  <a:ext cx="457200" cy="381515"/>
                </a:xfrm>
                <a:prstGeom prst="rect">
                  <a:avLst/>
                </a:prstGeom>
                <a:blipFill>
                  <a:blip r:embed="rId15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0" name="组合 14">
            <a:extLst>
              <a:ext uri="{FF2B5EF4-FFF2-40B4-BE49-F238E27FC236}">
                <a16:creationId xmlns:a16="http://schemas.microsoft.com/office/drawing/2014/main" id="{47132C01-BE18-1605-3329-618457BE0A5E}"/>
              </a:ext>
            </a:extLst>
          </p:cNvPr>
          <p:cNvGrpSpPr/>
          <p:nvPr/>
        </p:nvGrpSpPr>
        <p:grpSpPr>
          <a:xfrm>
            <a:off x="5157966" y="2124439"/>
            <a:ext cx="459783" cy="2838672"/>
            <a:chOff x="25120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730F7FD-A4ED-9776-D10F-9B558C05D29D}"/>
                    </a:ext>
                  </a:extLst>
                </p:cNvPr>
                <p:cNvSpPr txBox="1"/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CF48D20-06D9-4549-9028-BDBFA4F73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1809750"/>
                  <a:ext cx="457200" cy="381515"/>
                </a:xfrm>
                <a:prstGeom prst="rect">
                  <a:avLst/>
                </a:prstGeom>
                <a:blipFill>
                  <a:blip r:embed="rId16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29E7BD35-F802-34E3-FB9C-22F4768DD1EE}"/>
                    </a:ext>
                  </a:extLst>
                </p:cNvPr>
                <p:cNvSpPr txBox="1"/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415E8C09-EC0C-A846-A36D-595DBB4A1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2672810"/>
                  <a:ext cx="457200" cy="381515"/>
                </a:xfrm>
                <a:prstGeom prst="rect">
                  <a:avLst/>
                </a:prstGeom>
                <a:blipFill>
                  <a:blip r:embed="rId17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705315F6-C05F-9FB6-EA55-C59FD3654366}"/>
                    </a:ext>
                  </a:extLst>
                </p:cNvPr>
                <p:cNvSpPr txBox="1"/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6CAC7B3D-7006-8942-B920-938EE19A6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38524"/>
                  <a:ext cx="457200" cy="381515"/>
                </a:xfrm>
                <a:prstGeom prst="rect">
                  <a:avLst/>
                </a:prstGeom>
                <a:blipFill>
                  <a:blip r:embed="rId18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06F5EBC1-8BEE-BF99-E89B-F6712AEAADFD}"/>
                    </a:ext>
                  </a:extLst>
                </p:cNvPr>
                <p:cNvSpPr txBox="1"/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0CBE544A-74D9-A34C-A4EB-329D39BEA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017" y="4266907"/>
                  <a:ext cx="457200" cy="381515"/>
                </a:xfrm>
                <a:prstGeom prst="rect">
                  <a:avLst/>
                </a:prstGeom>
                <a:blipFill>
                  <a:blip r:embed="rId19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" name="组合 17">
            <a:extLst>
              <a:ext uri="{FF2B5EF4-FFF2-40B4-BE49-F238E27FC236}">
                <a16:creationId xmlns:a16="http://schemas.microsoft.com/office/drawing/2014/main" id="{212DBD68-B69E-50D5-C1FA-28F10A46597D}"/>
              </a:ext>
            </a:extLst>
          </p:cNvPr>
          <p:cNvGrpSpPr/>
          <p:nvPr/>
        </p:nvGrpSpPr>
        <p:grpSpPr>
          <a:xfrm>
            <a:off x="6072366" y="2124439"/>
            <a:ext cx="459783" cy="2838672"/>
            <a:chOff x="3426417" y="1809750"/>
            <a:chExt cx="459783" cy="2838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EAE8B3CD-C555-9D35-68A4-AB23DC05CB0D}"/>
                    </a:ext>
                  </a:extLst>
                </p:cNvPr>
                <p:cNvSpPr txBox="1"/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488B7E96-5CFF-4E40-998C-EE6812459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1809750"/>
                  <a:ext cx="457200" cy="381515"/>
                </a:xfrm>
                <a:prstGeom prst="rect">
                  <a:avLst/>
                </a:prstGeom>
                <a:blipFill>
                  <a:blip r:embed="rId20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909DF07C-CC13-DC4E-1082-A70D365F290E}"/>
                    </a:ext>
                  </a:extLst>
                </p:cNvPr>
                <p:cNvSpPr txBox="1"/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0F946319-960C-A845-ABFA-53A2BFE17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2672810"/>
                  <a:ext cx="457200" cy="381515"/>
                </a:xfrm>
                <a:prstGeom prst="rect">
                  <a:avLst/>
                </a:prstGeom>
                <a:blipFill>
                  <a:blip r:embed="rId21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E04E73D5-3E83-5A76-6EEA-04AE37BC1A93}"/>
                    </a:ext>
                  </a:extLst>
                </p:cNvPr>
                <p:cNvSpPr txBox="1"/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6CCE9009-B14B-5245-B725-3D10B40FDE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38524"/>
                  <a:ext cx="457200" cy="381515"/>
                </a:xfrm>
                <a:prstGeom prst="rect">
                  <a:avLst/>
                </a:prstGeom>
                <a:blipFill>
                  <a:blip r:embed="rId22"/>
                  <a:stretch>
                    <a:fillRect r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CE99A521-2466-1E6C-79A3-5C0EA631FD41}"/>
                    </a:ext>
                  </a:extLst>
                </p:cNvPr>
                <p:cNvSpPr txBox="1"/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FC54637-E3D3-F04E-B7DA-FD3806DD3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417" y="4266907"/>
                  <a:ext cx="457200" cy="381515"/>
                </a:xfrm>
                <a:prstGeom prst="rect">
                  <a:avLst/>
                </a:prstGeom>
                <a:blipFill>
                  <a:blip r:embed="rId23"/>
                  <a:stretch>
                    <a:fillRect r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0" name="组合 18">
            <a:extLst>
              <a:ext uri="{FF2B5EF4-FFF2-40B4-BE49-F238E27FC236}">
                <a16:creationId xmlns:a16="http://schemas.microsoft.com/office/drawing/2014/main" id="{EA97AE95-7BBA-88C7-DC18-61DD28D7D4D0}"/>
              </a:ext>
            </a:extLst>
          </p:cNvPr>
          <p:cNvGrpSpPr/>
          <p:nvPr/>
        </p:nvGrpSpPr>
        <p:grpSpPr>
          <a:xfrm>
            <a:off x="3378244" y="260017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405C37C8-C7EE-936D-864E-554095226089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91597A68-F094-C243-AAF8-6D4AD391A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2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FA36A52-6790-BE26-85B6-5A41EA328251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ECFEA266-5536-AF4E-8D27-8B7E55C87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F69909C1-D8FB-C581-41C4-254356B8B1CC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800059BB-1924-E841-8C8C-9BF328ED2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BC12CDD5-54DE-A05F-72A9-3FC2EC86D0BD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312A94B5-F7A3-764F-B8E0-C308D029F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2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5" name="组合 60">
            <a:extLst>
              <a:ext uri="{FF2B5EF4-FFF2-40B4-BE49-F238E27FC236}">
                <a16:creationId xmlns:a16="http://schemas.microsoft.com/office/drawing/2014/main" id="{C6C899D6-61D9-297F-A939-03FB69E922E8}"/>
              </a:ext>
            </a:extLst>
          </p:cNvPr>
          <p:cNvGrpSpPr/>
          <p:nvPr/>
        </p:nvGrpSpPr>
        <p:grpSpPr>
          <a:xfrm>
            <a:off x="3378244" y="338164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DEC0958A-BD48-97CA-06A5-C45AA94CC3A2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1D682ED7-EAA5-8340-8FA2-3E0EEFC69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2198E82C-626B-ED91-883A-49FD9ADA5036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7CA4D7B-4F3B-B948-885E-6DFFFC431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2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129C9D56-C076-57AA-7C9D-7587A7EE1778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B7FE3FA6-3D38-DD42-9CB0-DFD170E24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29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D5AC5271-D534-D88F-1F0B-85B9FEC0F7F6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69234FFA-01E9-CF40-A2F6-85BA98E09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0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组合 65">
            <a:extLst>
              <a:ext uri="{FF2B5EF4-FFF2-40B4-BE49-F238E27FC236}">
                <a16:creationId xmlns:a16="http://schemas.microsoft.com/office/drawing/2014/main" id="{636AF03F-3B40-F376-56C7-D2110AA60E19}"/>
              </a:ext>
            </a:extLst>
          </p:cNvPr>
          <p:cNvGrpSpPr/>
          <p:nvPr/>
        </p:nvGrpSpPr>
        <p:grpSpPr>
          <a:xfrm>
            <a:off x="3407949" y="4188393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A0F5179D-2E44-D60D-BAFA-32E8CB03F4BD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9365C83-3D6F-384C-819B-918D16FA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1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283B23B2-1FF7-2420-6B41-E7B838ECC469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72B21D6A-06B4-A142-BCAF-B41AD1BA5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2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376D9D3B-ED59-9B0A-E82C-5E6ADEBF523A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70899822-8E44-974F-8810-17FC1864D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3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C5838C60-A1C7-F3CE-9018-BA2374AFCCC6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A7F121B5-2F3C-534A-991A-17554D759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4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5" name="组合 70">
            <a:extLst>
              <a:ext uri="{FF2B5EF4-FFF2-40B4-BE49-F238E27FC236}">
                <a16:creationId xmlns:a16="http://schemas.microsoft.com/office/drawing/2014/main" id="{22577D09-55C1-42ED-D2E6-6EA174F93508}"/>
              </a:ext>
            </a:extLst>
          </p:cNvPr>
          <p:cNvGrpSpPr/>
          <p:nvPr/>
        </p:nvGrpSpPr>
        <p:grpSpPr>
          <a:xfrm>
            <a:off x="3378244" y="4998819"/>
            <a:ext cx="3182577" cy="398691"/>
            <a:chOff x="732295" y="2285484"/>
            <a:chExt cx="3182577" cy="3986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BDD0EA26-5438-F907-F6CB-F7F12A4FDCCF}"/>
                    </a:ext>
                  </a:extLst>
                </p:cNvPr>
                <p:cNvSpPr txBox="1"/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B6121AD1-9BFB-E443-A27A-0C13FB434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295" y="2285484"/>
                  <a:ext cx="457200" cy="381515"/>
                </a:xfrm>
                <a:prstGeom prst="rect">
                  <a:avLst/>
                </a:prstGeom>
                <a:blipFill>
                  <a:blip r:embed="rId35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220156AD-238E-5D9A-F1AB-2D49F548DE52}"/>
                    </a:ext>
                  </a:extLst>
                </p:cNvPr>
                <p:cNvSpPr txBox="1"/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DBF3EB7-6BEC-6F40-AF89-7C44A1D9E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2302660"/>
                  <a:ext cx="457200" cy="381515"/>
                </a:xfrm>
                <a:prstGeom prst="rect">
                  <a:avLst/>
                </a:prstGeom>
                <a:blipFill>
                  <a:blip r:embed="rId36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1D99B962-8ACF-9374-914C-D9AD8FD64547}"/>
                    </a:ext>
                  </a:extLst>
                </p:cNvPr>
                <p:cNvSpPr txBox="1"/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51DE5670-6C03-0C4C-88DF-29E8B3C47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0412" y="2285484"/>
                  <a:ext cx="457200" cy="381515"/>
                </a:xfrm>
                <a:prstGeom prst="rect">
                  <a:avLst/>
                </a:prstGeom>
                <a:blipFill>
                  <a:blip r:embed="rId37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D711C8D6-0373-7FB8-933E-E621C24553B2}"/>
                    </a:ext>
                  </a:extLst>
                </p:cNvPr>
                <p:cNvSpPr txBox="1"/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AF10BDE-E802-0240-8AA8-AD660415B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672" y="2285484"/>
                  <a:ext cx="457200" cy="381515"/>
                </a:xfrm>
                <a:prstGeom prst="rect">
                  <a:avLst/>
                </a:prstGeom>
                <a:blipFill>
                  <a:blip r:embed="rId38"/>
                  <a:stretch>
                    <a:fillRect r="-2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30" name="直接连接符 145">
            <a:extLst>
              <a:ext uri="{FF2B5EF4-FFF2-40B4-BE49-F238E27FC236}">
                <a16:creationId xmlns:a16="http://schemas.microsoft.com/office/drawing/2014/main" id="{4FDF6325-1937-C3D9-CD62-038AABFEA04C}"/>
              </a:ext>
            </a:extLst>
          </p:cNvPr>
          <p:cNvCxnSpPr/>
          <p:nvPr/>
        </p:nvCxnSpPr>
        <p:spPr>
          <a:xfrm>
            <a:off x="3186452" y="29816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146">
            <a:extLst>
              <a:ext uri="{FF2B5EF4-FFF2-40B4-BE49-F238E27FC236}">
                <a16:creationId xmlns:a16="http://schemas.microsoft.com/office/drawing/2014/main" id="{2D30F6E3-D519-AE1C-AAAE-A907234AEEA4}"/>
              </a:ext>
            </a:extLst>
          </p:cNvPr>
          <p:cNvCxnSpPr/>
          <p:nvPr/>
        </p:nvCxnSpPr>
        <p:spPr>
          <a:xfrm>
            <a:off x="3186452" y="4581889"/>
            <a:ext cx="3581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147">
            <a:extLst>
              <a:ext uri="{FF2B5EF4-FFF2-40B4-BE49-F238E27FC236}">
                <a16:creationId xmlns:a16="http://schemas.microsoft.com/office/drawing/2014/main" id="{0BC00354-1111-6876-CA7A-27F70BCEF855}"/>
              </a:ext>
            </a:extLst>
          </p:cNvPr>
          <p:cNvCxnSpPr/>
          <p:nvPr/>
        </p:nvCxnSpPr>
        <p:spPr>
          <a:xfrm>
            <a:off x="4100852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148">
            <a:extLst>
              <a:ext uri="{FF2B5EF4-FFF2-40B4-BE49-F238E27FC236}">
                <a16:creationId xmlns:a16="http://schemas.microsoft.com/office/drawing/2014/main" id="{734D13C5-F9DA-7639-94A1-403709C1391D}"/>
              </a:ext>
            </a:extLst>
          </p:cNvPr>
          <p:cNvCxnSpPr/>
          <p:nvPr/>
        </p:nvCxnSpPr>
        <p:spPr>
          <a:xfrm>
            <a:off x="5853452" y="2124439"/>
            <a:ext cx="0" cy="32597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8631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1.85185E-6 L 0.07852 0.04121 C 0.09519 0.0507 0.11993 0.05602 0.14571 0.05602 C 0.17513 0.05602 0.19896 0.0507 0.21563 0.04121 L 0.29519 -1.85185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53" y="28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59259E-6 L -0.09623 0.005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8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-0.10365 0.001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82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393 L -0.09961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85185E-6 L 0.09271 0.09236 C 0.11367 0.11227 0.125 0.14167 0.125 0.17199 C 0.125 0.20695 0.11367 0.23496 0.09271 0.25486 L -2.08333E-6 0.34861 " pathEditMode="relative" rAng="5400000" ptsTypes="AAAAA">
                                      <p:cBhvr>
                                        <p:cTn id="16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743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0.00116 L 0.0043 -0.1243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615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3.95833E-6 -0.1233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7.40741E-7 L -0.00104 -0.1296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656A-9373-E742-A81B-B7C533AA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CCEEB-6799-7687-B142-44AD119F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CFB303C-3548-D0D6-A886-2EA9895F1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Computation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Time per round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Total Computation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CFB303C-3548-D0D6-A886-2EA9895F1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6963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EABB67-AD6C-91D3-BA71-E748D744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72B291-8D5C-C169-CE08-FD932DCBD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Computation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Time per round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Total Computation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72B291-8D5C-C169-CE08-FD932DCBD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695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CCBD-B9AB-71B5-0147-1CF54F9F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2FEA-C3C6-17E0-E936-6C93E70B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AA636-8403-F572-A209-8D8FF0614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Total Communication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Communication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Communication time per round on a Fully connected Network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Communication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AA636-8403-F572-A209-8D8FF0614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289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CFD3-AE16-037B-1427-37ACDC18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4D2B0-E48B-E2E0-CB15-801A6F2DF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Total Communication time = Number of 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Communication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Communication time per round on a Fully connected Network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Communication time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04D2B0-E48B-E2E0-CB15-801A6F2DF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559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E03C-6607-B83F-A34B-9B0D647D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003A-3531-B1C4-CD47-ED5F86F0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B2D3E-A56D-D7A4-9F42-8826F25C2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Bandwidth Needed on a Fully Connected Network</a:t>
                </a:r>
              </a:p>
              <a:p>
                <a:endParaRPr lang="en-US" dirty="0"/>
              </a:p>
              <a:p>
                <a:r>
                  <a:rPr lang="en-US" dirty="0"/>
                  <a:t>Total data transferred in each communication step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??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To ensure communication is not a bottleneck, system bandwidth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 ??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9B2D3E-A56D-D7A4-9F42-8826F25C2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691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E5E4-5D70-12E0-16AF-8F0B724A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E89BC-F37D-71DC-835C-C3582A4B39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Communication Bandwidth Needed on a Fully Connected Network</a:t>
                </a:r>
              </a:p>
              <a:p>
                <a:endParaRPr lang="en-US" dirty="0"/>
              </a:p>
              <a:p>
                <a:r>
                  <a:rPr lang="en-US" dirty="0"/>
                  <a:t>Total data transferred in each communication step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ensure communication is not a bottleneck, system bandwidth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8E89BC-F37D-71DC-835C-C3582A4B3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244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AA8B-D663-6A1E-A28B-BA21EAD6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other words, the largest size of matrix that can be solved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processors on this system, using this algorithm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??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91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AA8B-D663-6A1E-A28B-BA21EAD6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other words, the largest size of matrix that can be solved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processors on this system, using this algorithm is: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×√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FAF75D-9C9A-575E-FE80-455DDB7A5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968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Distributed Matrix Multiplication on Cluster</a:t>
            </a:r>
          </a:p>
          <a:p>
            <a:r>
              <a:rPr lang="en-US" dirty="0"/>
              <a:t>Collective Communication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31202147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2200-72C3-6630-1D86-04606E41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3FAA-FE85-A0BA-5637-BE1D5C2F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programs with send/receive can get too cumbersome</a:t>
            </a:r>
          </a:p>
          <a:p>
            <a:pPr lvl="1"/>
            <a:r>
              <a:rPr lang="en-US" dirty="0"/>
              <a:t>Difficult to optimize</a:t>
            </a:r>
          </a:p>
          <a:p>
            <a:endParaRPr lang="en-US" dirty="0"/>
          </a:p>
          <a:p>
            <a:r>
              <a:rPr lang="en-US" dirty="0"/>
              <a:t>If every process needs to be involved in communication, a higher level of abstraction is desired</a:t>
            </a:r>
          </a:p>
          <a:p>
            <a:endParaRPr lang="en-US" dirty="0"/>
          </a:p>
          <a:p>
            <a:r>
              <a:rPr lang="en-US" dirty="0"/>
              <a:t>Collective Communication API: Communications involving group of processors</a:t>
            </a:r>
          </a:p>
        </p:txBody>
      </p:sp>
    </p:spTree>
    <p:extLst>
      <p:ext uri="{BB962C8B-B14F-4D97-AF65-F5344CB8AC3E}">
        <p14:creationId xmlns:p14="http://schemas.microsoft.com/office/powerpoint/2010/main" val="34619177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BE88-4EBD-57D5-EFCF-9650B0E0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17F80-BE50-713A-ADDD-F7F06F469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Called by </a:t>
            </a:r>
            <a:r>
              <a:rPr lang="en-US" b="1" dirty="0"/>
              <a:t>ALL</a:t>
            </a:r>
            <a:r>
              <a:rPr lang="en-US" dirty="0"/>
              <a:t> the processors</a:t>
            </a:r>
          </a:p>
          <a:p>
            <a:pPr lvl="1"/>
            <a:r>
              <a:rPr lang="en-US" dirty="0"/>
              <a:t>Each processor should call the same API with same size of buffer</a:t>
            </a:r>
          </a:p>
          <a:p>
            <a:pPr lvl="1"/>
            <a:r>
              <a:rPr lang="en-US" dirty="0"/>
              <a:t>If a call is missing in one of the processors, it may lead to undefined behavior </a:t>
            </a:r>
          </a:p>
          <a:p>
            <a:endParaRPr lang="en-US" dirty="0"/>
          </a:p>
          <a:p>
            <a:r>
              <a:rPr lang="en-US" dirty="0"/>
              <a:t>One program in </a:t>
            </a:r>
            <a:r>
              <a:rPr lang="en-US" b="1" dirty="0"/>
              <a:t>EACH</a:t>
            </a:r>
            <a:r>
              <a:rPr lang="en-US" dirty="0"/>
              <a:t> processor reaches the call, the communication occurs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Barrier Synchronization (usually not used because other communication operations lead to synchronization)</a:t>
            </a:r>
          </a:p>
          <a:p>
            <a:pPr lvl="1"/>
            <a:r>
              <a:rPr lang="en-US" dirty="0"/>
              <a:t>Broadcast, Scatter, Gather, …</a:t>
            </a:r>
          </a:p>
          <a:p>
            <a:pPr lvl="1"/>
            <a:r>
              <a:rPr lang="en-US" dirty="0"/>
              <a:t>Reduction, </a:t>
            </a:r>
            <a:r>
              <a:rPr lang="en-US" dirty="0" err="1"/>
              <a:t>All_reduce</a:t>
            </a:r>
            <a:r>
              <a:rPr lang="en-US" dirty="0"/>
              <a:t>,…</a:t>
            </a:r>
          </a:p>
        </p:txBody>
      </p:sp>
    </p:spTree>
    <p:extLst>
      <p:ext uri="{BB962C8B-B14F-4D97-AF65-F5344CB8AC3E}">
        <p14:creationId xmlns:p14="http://schemas.microsoft.com/office/powerpoint/2010/main" val="1379342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1101-8529-74E8-F3BA-56043015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34CF4-FAF9-F992-7291-7C25E318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6476"/>
          </a:xfrm>
        </p:spPr>
        <p:txBody>
          <a:bodyPr/>
          <a:lstStyle/>
          <a:p>
            <a:r>
              <a:rPr lang="en-US" dirty="0" err="1"/>
              <a:t>MPI_Broadcast</a:t>
            </a:r>
            <a:r>
              <a:rPr lang="en-US" dirty="0"/>
              <a:t>(buffer, size, root)</a:t>
            </a:r>
          </a:p>
          <a:p>
            <a:endParaRPr lang="en-US" dirty="0"/>
          </a:p>
          <a:p>
            <a:r>
              <a:rPr lang="en-US" dirty="0"/>
              <a:t>Send the data stored in </a:t>
            </a:r>
            <a:r>
              <a:rPr lang="en-US" b="1" dirty="0"/>
              <a:t>buffer </a:t>
            </a:r>
            <a:r>
              <a:rPr lang="en-US" dirty="0"/>
              <a:t>at the </a:t>
            </a:r>
            <a:r>
              <a:rPr lang="en-US" b="1" dirty="0"/>
              <a:t>root </a:t>
            </a:r>
            <a:r>
              <a:rPr lang="en-US" dirty="0"/>
              <a:t>processor to all the processors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1D322-B1B3-5A4E-A993-72F7E49F9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27" y="3970159"/>
            <a:ext cx="6767245" cy="2756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C6D1B6-2937-75FE-601E-121524532394}"/>
              </a:ext>
            </a:extLst>
          </p:cNvPr>
          <p:cNvSpPr txBox="1"/>
          <p:nvPr/>
        </p:nvSpPr>
        <p:spPr>
          <a:xfrm>
            <a:off x="7012502" y="1753125"/>
            <a:ext cx="300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Note: ALL processors are calling this function</a:t>
            </a:r>
          </a:p>
        </p:txBody>
      </p:sp>
    </p:spTree>
    <p:extLst>
      <p:ext uri="{BB962C8B-B14F-4D97-AF65-F5344CB8AC3E}">
        <p14:creationId xmlns:p14="http://schemas.microsoft.com/office/powerpoint/2010/main" val="38811794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462D-8539-5652-FE88-3437BEE5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9D6CE-35D5-B820-3D47-AABAC21C97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MPI_</a:t>
                </a:r>
                <a:r>
                  <a:rPr lang="en-US" dirty="0" err="1"/>
                  <a:t>Scatter</a:t>
                </a:r>
                <a:r>
                  <a:rPr lang="en-US" dirty="0"/>
                  <a:t>(</a:t>
                </a:r>
                <a:r>
                  <a:rPr lang="en-US" dirty="0" err="1"/>
                  <a:t>sendbuffer</a:t>
                </a:r>
                <a:r>
                  <a:rPr lang="en-US" dirty="0"/>
                  <a:t>, </a:t>
                </a:r>
                <a:r>
                  <a:rPr lang="en-US" dirty="0" err="1"/>
                  <a:t>sbsize</a:t>
                </a:r>
                <a:r>
                  <a:rPr lang="en-US" dirty="0"/>
                  <a:t>, </a:t>
                </a:r>
                <a:r>
                  <a:rPr lang="en-US" dirty="0" err="1"/>
                  <a:t>recvbuffer</a:t>
                </a:r>
                <a:r>
                  <a:rPr lang="en-US" dirty="0"/>
                  <a:t>, </a:t>
                </a:r>
                <a:r>
                  <a:rPr lang="en-US" dirty="0" err="1"/>
                  <a:t>rbsize</a:t>
                </a:r>
                <a:r>
                  <a:rPr lang="en-US" dirty="0"/>
                  <a:t>, root)</a:t>
                </a:r>
              </a:p>
              <a:p>
                <a:endParaRPr lang="en-US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 processors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Objective: Distributed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across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processors</a:t>
                </a:r>
              </a:p>
              <a:p>
                <a:pPr lvl="1"/>
                <a:r>
                  <a:rPr lang="en-US" dirty="0"/>
                  <a:t>Each processor receives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F9D6CE-35D5-B820-3D47-AABAC21C9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2138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5680-7FD4-E1A2-7DBE-52436F60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8D788-9003-BB4E-43A4-917EFE6DA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MPI_Scatter(</a:t>
                </a:r>
                <a:r>
                  <a:rPr lang="en-US" dirty="0" err="1"/>
                  <a:t>sendbuffer</a:t>
                </a:r>
                <a:r>
                  <a:rPr lang="en-US" dirty="0"/>
                  <a:t>, </a:t>
                </a:r>
                <a:r>
                  <a:rPr lang="en-US" dirty="0" err="1"/>
                  <a:t>sbsize</a:t>
                </a:r>
                <a:r>
                  <a:rPr lang="en-US" dirty="0"/>
                  <a:t>, </a:t>
                </a:r>
                <a:r>
                  <a:rPr lang="en-US" dirty="0" err="1"/>
                  <a:t>recvbuffer</a:t>
                </a:r>
                <a:r>
                  <a:rPr lang="en-US" dirty="0"/>
                  <a:t>, </a:t>
                </a:r>
                <a:r>
                  <a:rPr lang="en-US" dirty="0" err="1"/>
                  <a:t>rbsize</a:t>
                </a:r>
                <a:r>
                  <a:rPr lang="en-US" dirty="0"/>
                  <a:t>, root)</a:t>
                </a:r>
              </a:p>
              <a:p>
                <a:endParaRPr lang="en-US" dirty="0"/>
              </a:p>
              <a:p>
                <a:r>
                  <a:rPr lang="en-US" dirty="0"/>
                  <a:t>Sendbuffer contains </a:t>
                </a:r>
                <a:r>
                  <a:rPr lang="en-US" dirty="0" err="1"/>
                  <a:t>sbsize</a:t>
                </a:r>
                <a:r>
                  <a:rPr lang="en-US" dirty="0"/>
                  <a:t> elements</a:t>
                </a:r>
              </a:p>
              <a:p>
                <a:endParaRPr lang="en-US" dirty="0"/>
              </a:p>
              <a:p>
                <a:r>
                  <a:rPr lang="en-US" dirty="0"/>
                  <a:t>A processor with 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will receive elements in the range: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𝑠𝑏𝑠𝑖𝑧𝑒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𝑠𝑏𝑠𝑖𝑧𝑒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Rbsize</a:t>
                </a:r>
                <a:r>
                  <a:rPr lang="en-US" dirty="0"/>
                  <a:t> = </a:t>
                </a:r>
                <a:r>
                  <a:rPr lang="en-US" dirty="0" err="1"/>
                  <a:t>sbsize</a:t>
                </a:r>
                <a:r>
                  <a:rPr lang="en-US" dirty="0"/>
                  <a:t>/P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8D788-9003-BB4E-43A4-917EFE6DA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6018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AFDF-715D-5FE4-5902-F701C3C6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16579-BF4D-A3B3-CCD1-C7BDB37E5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957" y="2275425"/>
            <a:ext cx="8998212" cy="2875470"/>
          </a:xfrm>
        </p:spPr>
      </p:pic>
    </p:spTree>
    <p:extLst>
      <p:ext uri="{BB962C8B-B14F-4D97-AF65-F5344CB8AC3E}">
        <p14:creationId xmlns:p14="http://schemas.microsoft.com/office/powerpoint/2010/main" val="41225294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9A65A-79B3-896A-B876-F35AF09A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7BDF8-CD2D-19B2-1FB1-1C4470325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MPI_Gather(</a:t>
                </a:r>
                <a:r>
                  <a:rPr lang="en-US" dirty="0" err="1"/>
                  <a:t>sendbuffer</a:t>
                </a:r>
                <a:r>
                  <a:rPr lang="en-US" dirty="0"/>
                  <a:t>, </a:t>
                </a:r>
                <a:r>
                  <a:rPr lang="en-US" dirty="0" err="1"/>
                  <a:t>sbsize</a:t>
                </a:r>
                <a:r>
                  <a:rPr lang="en-US" dirty="0"/>
                  <a:t>, </a:t>
                </a:r>
                <a:r>
                  <a:rPr lang="en-US" dirty="0" err="1"/>
                  <a:t>recvbuffer</a:t>
                </a:r>
                <a:r>
                  <a:rPr lang="en-US" dirty="0"/>
                  <a:t>, </a:t>
                </a:r>
                <a:r>
                  <a:rPr lang="en-US" dirty="0" err="1"/>
                  <a:t>rbsize</a:t>
                </a:r>
                <a:r>
                  <a:rPr lang="en-US" dirty="0"/>
                  <a:t>, root)</a:t>
                </a:r>
              </a:p>
              <a:p>
                <a:endParaRPr lang="en-US" dirty="0"/>
              </a:p>
              <a:p>
                <a:r>
                  <a:rPr lang="en-US" dirty="0"/>
                  <a:t>Inverse of </a:t>
                </a:r>
                <a:r>
                  <a:rPr lang="en-US" dirty="0" err="1"/>
                  <a:t>MPI_Scatter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 processors, each processor has </a:t>
                </a:r>
                <a:r>
                  <a:rPr lang="en-US" dirty="0" err="1"/>
                  <a:t>sbsize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elements in in their </a:t>
                </a:r>
                <a:r>
                  <a:rPr lang="en-US" dirty="0" err="1"/>
                  <a:t>sendbuffer</a:t>
                </a:r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r>
                  <a:rPr lang="en-US" dirty="0"/>
                  <a:t>Objective: collect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elements (from all processors) into a single </a:t>
                </a:r>
                <a:r>
                  <a:rPr lang="en-US" dirty="0" err="1"/>
                  <a:t>recvbuffer</a:t>
                </a:r>
                <a:r>
                  <a:rPr lang="en-US" dirty="0"/>
                  <a:t> of size </a:t>
                </a:r>
                <a:r>
                  <a:rPr lang="en-US" dirty="0" err="1"/>
                  <a:t>rbsize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sbsize</a:t>
                </a:r>
                <a:r>
                  <a:rPr lang="en-US" dirty="0"/>
                  <a:t> at the root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47BDF8-CD2D-19B2-1FB1-1C4470325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6665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E24D-52EA-0BE7-14C2-5C8603E9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MPI_Gather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7B5C7E-3814-3E68-A8B6-84803108C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4603" y="2516596"/>
            <a:ext cx="8747751" cy="2853707"/>
          </a:xfrm>
        </p:spPr>
      </p:pic>
    </p:spTree>
    <p:extLst>
      <p:ext uri="{BB962C8B-B14F-4D97-AF65-F5344CB8AC3E}">
        <p14:creationId xmlns:p14="http://schemas.microsoft.com/office/powerpoint/2010/main" val="31655230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024F-F12F-89DB-856D-0FEAF6510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7EF3-00B1-1174-106F-248A138D2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endParaRPr lang="en-US" dirty="0"/>
          </a:p>
          <a:p>
            <a:r>
              <a:rPr lang="en-US" dirty="0"/>
              <a:t>Performs a global reduction operation with a specified aggregation function and stores the result at the root</a:t>
            </a:r>
          </a:p>
          <a:p>
            <a:endParaRPr lang="en-US" dirty="0"/>
          </a:p>
          <a:p>
            <a:r>
              <a:rPr lang="en-US" dirty="0" err="1"/>
              <a:t>Inbuf</a:t>
            </a:r>
            <a:r>
              <a:rPr lang="en-US" dirty="0"/>
              <a:t>: buffer that stores elements in each processor that will be aggregated</a:t>
            </a:r>
          </a:p>
          <a:p>
            <a:endParaRPr lang="en-US" dirty="0"/>
          </a:p>
          <a:p>
            <a:r>
              <a:rPr lang="en-US" dirty="0" err="1"/>
              <a:t>Resultbuf</a:t>
            </a:r>
            <a:r>
              <a:rPr lang="en-US" dirty="0"/>
              <a:t>: buffer in the root processor that stores the aggregated results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821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8013-805E-69F4-7A9F-31782270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556A5-F1A1-BCCE-F53E-9D082AD6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Examples of Aggregation Operations?</a:t>
            </a:r>
          </a:p>
        </p:txBody>
      </p:sp>
    </p:spTree>
    <p:extLst>
      <p:ext uri="{BB962C8B-B14F-4D97-AF65-F5344CB8AC3E}">
        <p14:creationId xmlns:p14="http://schemas.microsoft.com/office/powerpoint/2010/main" val="2128413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8013-805E-69F4-7A9F-31782270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556A5-F1A1-BCCE-F53E-9D082AD6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Aggregation Operations?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Sum</a:t>
            </a:r>
          </a:p>
          <a:p>
            <a:r>
              <a:rPr lang="en-US" dirty="0">
                <a:solidFill>
                  <a:srgbClr val="C00000"/>
                </a:solidFill>
              </a:rPr>
              <a:t>Product</a:t>
            </a:r>
          </a:p>
          <a:p>
            <a:r>
              <a:rPr lang="en-US" dirty="0">
                <a:solidFill>
                  <a:srgbClr val="C00000"/>
                </a:solidFill>
              </a:rPr>
              <a:t>Min</a:t>
            </a:r>
          </a:p>
          <a:p>
            <a:r>
              <a:rPr lang="en-US" dirty="0">
                <a:solidFill>
                  <a:srgbClr val="C00000"/>
                </a:solidFill>
              </a:rPr>
              <a:t>Max</a:t>
            </a:r>
          </a:p>
          <a:p>
            <a:r>
              <a:rPr lang="en-US" dirty="0">
                <a:solidFill>
                  <a:srgbClr val="C0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22402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D0C0-598C-244C-8440-81DEE09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E0EFA-4495-A2AB-FFDD-BF88CFF6133F}"/>
              </a:ext>
            </a:extLst>
          </p:cNvPr>
          <p:cNvGrpSpPr/>
          <p:nvPr/>
        </p:nvGrpSpPr>
        <p:grpSpPr>
          <a:xfrm>
            <a:off x="1368573" y="1690688"/>
            <a:ext cx="829620" cy="2482808"/>
            <a:chOff x="1804578" y="2077081"/>
            <a:chExt cx="829620" cy="24828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66753F-9B11-EAAC-1AD7-EFC29EF7C9D6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DE9FE0-5294-2F4D-2E62-BA278A1CB52A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CF07D28-37BA-6586-CD5D-4AD5A0BDF074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D83E06-4BA9-4998-1056-C50671844AFC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91DEBD-749F-340F-7A35-58B2E57AD4FB}"/>
              </a:ext>
            </a:extLst>
          </p:cNvPr>
          <p:cNvGrpSpPr/>
          <p:nvPr/>
        </p:nvGrpSpPr>
        <p:grpSpPr>
          <a:xfrm>
            <a:off x="4233895" y="1690688"/>
            <a:ext cx="829620" cy="2482808"/>
            <a:chOff x="1804578" y="2077081"/>
            <a:chExt cx="829620" cy="248280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C7D3C2-F56E-114A-61F6-748ACB9A252F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7C5F50-2482-C391-EC80-2EAC491C18AB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42F4C95-C2D9-7A06-4612-7A8C6B47D0BA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6073FA-A68A-F113-4D14-F5B20718EF7E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6A58DD-C05A-411D-DCB9-13A7924BFF09}"/>
              </a:ext>
            </a:extLst>
          </p:cNvPr>
          <p:cNvGrpSpPr/>
          <p:nvPr/>
        </p:nvGrpSpPr>
        <p:grpSpPr>
          <a:xfrm>
            <a:off x="7775681" y="1690688"/>
            <a:ext cx="829620" cy="2482808"/>
            <a:chOff x="1804578" y="2077081"/>
            <a:chExt cx="829620" cy="248280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1EC07A-8BFB-AD64-9DBB-87644352D46B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FA4E28-4103-E215-B23C-96103655EBE2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521A59-6913-2096-0F1A-838187BD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40A46E-6C32-A4EF-FDA4-0A354522A999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90A0F50-2ED0-5E2A-320C-DD8A2DE70501}"/>
              </a:ext>
            </a:extLst>
          </p:cNvPr>
          <p:cNvSpPr txBox="1"/>
          <p:nvPr/>
        </p:nvSpPr>
        <p:spPr>
          <a:xfrm>
            <a:off x="2888536" y="5867463"/>
            <a:ext cx="4487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Occurs Elementwise in vectors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6D940-3D4D-465D-FBA7-7D766734AA23}"/>
              </a:ext>
            </a:extLst>
          </p:cNvPr>
          <p:cNvSpPr txBox="1"/>
          <p:nvPr/>
        </p:nvSpPr>
        <p:spPr>
          <a:xfrm>
            <a:off x="838200" y="4610195"/>
            <a:ext cx="171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Inbuf</a:t>
            </a:r>
            <a:r>
              <a:rPr lang="en-US" dirty="0"/>
              <a:t> P0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E6D3D-34E0-C671-27B9-0FB6EF48C23F}"/>
              </a:ext>
            </a:extLst>
          </p:cNvPr>
          <p:cNvSpPr txBox="1"/>
          <p:nvPr/>
        </p:nvSpPr>
        <p:spPr>
          <a:xfrm>
            <a:off x="3808233" y="4577929"/>
            <a:ext cx="171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Inbuf</a:t>
            </a:r>
            <a:r>
              <a:rPr lang="en-US" dirty="0"/>
              <a:t> P1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335FF-55D4-192C-9DD2-69E957BEC97E}"/>
                  </a:ext>
                </a:extLst>
              </p:cNvPr>
              <p:cNvSpPr txBox="1"/>
              <p:nvPr/>
            </p:nvSpPr>
            <p:spPr>
              <a:xfrm>
                <a:off x="7428077" y="4616124"/>
                <a:ext cx="1561159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Inbuf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335FF-55D4-192C-9DD2-69E957BEC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077" y="4616124"/>
                <a:ext cx="1561159" cy="390748"/>
              </a:xfrm>
              <a:prstGeom prst="rect">
                <a:avLst/>
              </a:prstGeom>
              <a:blipFill>
                <a:blip r:embed="rId2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6486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D0C0-598C-244C-8440-81DEE09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E0EFA-4495-A2AB-FFDD-BF88CFF6133F}"/>
              </a:ext>
            </a:extLst>
          </p:cNvPr>
          <p:cNvGrpSpPr/>
          <p:nvPr/>
        </p:nvGrpSpPr>
        <p:grpSpPr>
          <a:xfrm>
            <a:off x="1368573" y="1690688"/>
            <a:ext cx="829620" cy="2482808"/>
            <a:chOff x="1804578" y="2077081"/>
            <a:chExt cx="829620" cy="24828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66753F-9B11-EAAC-1AD7-EFC29EF7C9D6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DE9FE0-5294-2F4D-2E62-BA278A1CB52A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CF07D28-37BA-6586-CD5D-4AD5A0BDF074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D83E06-4BA9-4998-1056-C50671844AFC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91DEBD-749F-340F-7A35-58B2E57AD4FB}"/>
              </a:ext>
            </a:extLst>
          </p:cNvPr>
          <p:cNvGrpSpPr/>
          <p:nvPr/>
        </p:nvGrpSpPr>
        <p:grpSpPr>
          <a:xfrm>
            <a:off x="4233895" y="1690688"/>
            <a:ext cx="829620" cy="2482808"/>
            <a:chOff x="1804578" y="2077081"/>
            <a:chExt cx="829620" cy="248280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C7D3C2-F56E-114A-61F6-748ACB9A252F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7C5F50-2482-C391-EC80-2EAC491C18AB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42F4C95-C2D9-7A06-4612-7A8C6B47D0BA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6073FA-A68A-F113-4D14-F5B20718EF7E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6A58DD-C05A-411D-DCB9-13A7924BFF09}"/>
              </a:ext>
            </a:extLst>
          </p:cNvPr>
          <p:cNvGrpSpPr/>
          <p:nvPr/>
        </p:nvGrpSpPr>
        <p:grpSpPr>
          <a:xfrm>
            <a:off x="7775681" y="1690688"/>
            <a:ext cx="829620" cy="2482808"/>
            <a:chOff x="1804578" y="2077081"/>
            <a:chExt cx="829620" cy="248280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1EC07A-8BFB-AD64-9DBB-87644352D46B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0FA4E28-4103-E215-B23C-96103655EBE2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521A59-6913-2096-0F1A-838187BD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40A46E-6C32-A4EF-FDA4-0A354522A999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90A0F50-2ED0-5E2A-320C-DD8A2DE70501}"/>
              </a:ext>
            </a:extLst>
          </p:cNvPr>
          <p:cNvSpPr txBox="1"/>
          <p:nvPr/>
        </p:nvSpPr>
        <p:spPr>
          <a:xfrm>
            <a:off x="2888536" y="5867463"/>
            <a:ext cx="4487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Occurs Elementwise in vectors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6D940-3D4D-465D-FBA7-7D766734AA23}"/>
              </a:ext>
            </a:extLst>
          </p:cNvPr>
          <p:cNvSpPr txBox="1"/>
          <p:nvPr/>
        </p:nvSpPr>
        <p:spPr>
          <a:xfrm>
            <a:off x="838200" y="4610195"/>
            <a:ext cx="171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Inbuf</a:t>
            </a:r>
            <a:r>
              <a:rPr lang="en-US" dirty="0"/>
              <a:t> P0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E6D3D-34E0-C671-27B9-0FB6EF48C23F}"/>
              </a:ext>
            </a:extLst>
          </p:cNvPr>
          <p:cNvSpPr txBox="1"/>
          <p:nvPr/>
        </p:nvSpPr>
        <p:spPr>
          <a:xfrm>
            <a:off x="3808233" y="4577929"/>
            <a:ext cx="171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Inbuf</a:t>
            </a:r>
            <a:r>
              <a:rPr lang="en-US" dirty="0"/>
              <a:t> P1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335FF-55D4-192C-9DD2-69E957BEC97E}"/>
                  </a:ext>
                </a:extLst>
              </p:cNvPr>
              <p:cNvSpPr txBox="1"/>
              <p:nvPr/>
            </p:nvSpPr>
            <p:spPr>
              <a:xfrm>
                <a:off x="7428077" y="4616124"/>
                <a:ext cx="1561159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Inbuf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7335FF-55D4-192C-9DD2-69E957BEC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077" y="4616124"/>
                <a:ext cx="1561159" cy="390748"/>
              </a:xfrm>
              <a:prstGeom prst="rect">
                <a:avLst/>
              </a:prstGeom>
              <a:blipFill>
                <a:blip r:embed="rId2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1E459E-D5FF-4F96-69E1-29EB117502EA}"/>
              </a:ext>
            </a:extLst>
          </p:cNvPr>
          <p:cNvCxnSpPr>
            <a:cxnSpLocks/>
          </p:cNvCxnSpPr>
          <p:nvPr/>
        </p:nvCxnSpPr>
        <p:spPr>
          <a:xfrm>
            <a:off x="1750077" y="2016525"/>
            <a:ext cx="28670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411600-B906-F3BD-4AC9-6762F22C3469}"/>
              </a:ext>
            </a:extLst>
          </p:cNvPr>
          <p:cNvCxnSpPr>
            <a:cxnSpLocks/>
          </p:cNvCxnSpPr>
          <p:nvPr/>
        </p:nvCxnSpPr>
        <p:spPr>
          <a:xfrm>
            <a:off x="4617163" y="2016525"/>
            <a:ext cx="35337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E546A3-8B5E-115A-2B01-4AB653433BC1}"/>
              </a:ext>
            </a:extLst>
          </p:cNvPr>
          <p:cNvCxnSpPr>
            <a:cxnSpLocks/>
          </p:cNvCxnSpPr>
          <p:nvPr/>
        </p:nvCxnSpPr>
        <p:spPr>
          <a:xfrm>
            <a:off x="1750077" y="2653375"/>
            <a:ext cx="28670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6930AF-888A-5638-DF71-0487D85A0B99}"/>
              </a:ext>
            </a:extLst>
          </p:cNvPr>
          <p:cNvCxnSpPr>
            <a:cxnSpLocks/>
          </p:cNvCxnSpPr>
          <p:nvPr/>
        </p:nvCxnSpPr>
        <p:spPr>
          <a:xfrm>
            <a:off x="4617163" y="2653375"/>
            <a:ext cx="35337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F0D09B-FF9E-6692-A80C-7DF305071099}"/>
              </a:ext>
            </a:extLst>
          </p:cNvPr>
          <p:cNvCxnSpPr>
            <a:cxnSpLocks/>
          </p:cNvCxnSpPr>
          <p:nvPr/>
        </p:nvCxnSpPr>
        <p:spPr>
          <a:xfrm>
            <a:off x="1750077" y="3211502"/>
            <a:ext cx="28670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4A0F7A-0976-1C0F-93AC-316014C0FE44}"/>
              </a:ext>
            </a:extLst>
          </p:cNvPr>
          <p:cNvCxnSpPr>
            <a:cxnSpLocks/>
          </p:cNvCxnSpPr>
          <p:nvPr/>
        </p:nvCxnSpPr>
        <p:spPr>
          <a:xfrm>
            <a:off x="4617163" y="3211502"/>
            <a:ext cx="35337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5E8B06-9A45-E742-FDCD-B209F41DA72A}"/>
              </a:ext>
            </a:extLst>
          </p:cNvPr>
          <p:cNvCxnSpPr>
            <a:cxnSpLocks/>
          </p:cNvCxnSpPr>
          <p:nvPr/>
        </p:nvCxnSpPr>
        <p:spPr>
          <a:xfrm>
            <a:off x="1750077" y="3848353"/>
            <a:ext cx="28670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27CF9C-CBE8-4381-053B-DEC99130AD9F}"/>
              </a:ext>
            </a:extLst>
          </p:cNvPr>
          <p:cNvCxnSpPr>
            <a:cxnSpLocks/>
          </p:cNvCxnSpPr>
          <p:nvPr/>
        </p:nvCxnSpPr>
        <p:spPr>
          <a:xfrm>
            <a:off x="4617163" y="3848353"/>
            <a:ext cx="35337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6647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D0C0-598C-244C-8440-81DEE096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91DEBD-749F-340F-7A35-58B2E57AD4FB}"/>
              </a:ext>
            </a:extLst>
          </p:cNvPr>
          <p:cNvGrpSpPr/>
          <p:nvPr/>
        </p:nvGrpSpPr>
        <p:grpSpPr>
          <a:xfrm>
            <a:off x="4233895" y="1690688"/>
            <a:ext cx="829620" cy="2482808"/>
            <a:chOff x="1804578" y="2077081"/>
            <a:chExt cx="829620" cy="248280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C7D3C2-F56E-114A-61F6-748ACB9A252F}"/>
                </a:ext>
              </a:extLst>
            </p:cNvPr>
            <p:cNvSpPr/>
            <p:nvPr/>
          </p:nvSpPr>
          <p:spPr>
            <a:xfrm>
              <a:off x="1840911" y="2077081"/>
              <a:ext cx="756954" cy="24828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07C5F50-2482-C391-EC80-2EAC491C18AB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2634198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42F4C95-C2D9-7A06-4612-7A8C6B47D0BA}"/>
                </a:ext>
              </a:extLst>
            </p:cNvPr>
            <p:cNvCxnSpPr>
              <a:cxnSpLocks/>
            </p:cNvCxnSpPr>
            <p:nvPr/>
          </p:nvCxnSpPr>
          <p:spPr>
            <a:xfrm>
              <a:off x="1840911" y="3277104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6073FA-A68A-F113-4D14-F5B20718EF7E}"/>
                </a:ext>
              </a:extLst>
            </p:cNvPr>
            <p:cNvCxnSpPr>
              <a:cxnSpLocks/>
            </p:cNvCxnSpPr>
            <p:nvPr/>
          </p:nvCxnSpPr>
          <p:spPr>
            <a:xfrm>
              <a:off x="1804578" y="3859453"/>
              <a:ext cx="7932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90A0F50-2ED0-5E2A-320C-DD8A2DE70501}"/>
              </a:ext>
            </a:extLst>
          </p:cNvPr>
          <p:cNvSpPr txBox="1"/>
          <p:nvPr/>
        </p:nvSpPr>
        <p:spPr>
          <a:xfrm>
            <a:off x="2888536" y="5867463"/>
            <a:ext cx="4487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Reduction Occurs Elementwise in vectors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FE6D3D-34E0-C671-27B9-0FB6EF48C23F}"/>
              </a:ext>
            </a:extLst>
          </p:cNvPr>
          <p:cNvSpPr txBox="1"/>
          <p:nvPr/>
        </p:nvSpPr>
        <p:spPr>
          <a:xfrm>
            <a:off x="3808233" y="4577929"/>
            <a:ext cx="171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ResultBuf</a:t>
            </a:r>
            <a:r>
              <a:rPr lang="en-US" dirty="0"/>
              <a:t> root-processor</a:t>
            </a:r>
          </a:p>
        </p:txBody>
      </p:sp>
    </p:spTree>
    <p:extLst>
      <p:ext uri="{BB962C8B-B14F-4D97-AF65-F5344CB8AC3E}">
        <p14:creationId xmlns:p14="http://schemas.microsoft.com/office/powerpoint/2010/main" val="6472330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593C-54D9-FC4A-7F6F-C2DABA35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83806A-4684-3F39-4909-09C95367F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679" y="1828800"/>
            <a:ext cx="9196755" cy="3978219"/>
          </a:xfrm>
        </p:spPr>
      </p:pic>
    </p:spTree>
    <p:extLst>
      <p:ext uri="{BB962C8B-B14F-4D97-AF65-F5344CB8AC3E}">
        <p14:creationId xmlns:p14="http://schemas.microsoft.com/office/powerpoint/2010/main" val="2835604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C54A-0B67-E93A-0777-952E331C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EAE4-4BE0-F185-B4DC-493FB5FF7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Does the order of Rank matter in Reduction?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P0: A, P1: B, P2: C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P0: B P1: C, P2: A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err="1">
                <a:solidFill>
                  <a:srgbClr val="C00000"/>
                </a:solidFill>
              </a:rPr>
              <a:t>MPI_Reduce</a:t>
            </a:r>
            <a:r>
              <a:rPr lang="en-US" dirty="0">
                <a:solidFill>
                  <a:srgbClr val="C00000"/>
                </a:solidFill>
              </a:rPr>
              <a:t>() – same results or different?</a:t>
            </a:r>
          </a:p>
        </p:txBody>
      </p:sp>
    </p:spTree>
    <p:extLst>
      <p:ext uri="{BB962C8B-B14F-4D97-AF65-F5344CB8AC3E}">
        <p14:creationId xmlns:p14="http://schemas.microsoft.com/office/powerpoint/2010/main" val="24896846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C54A-0B67-E93A-0777-952E331C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EAE4-4BE0-F185-B4DC-493FB5FF7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order of Rank matter in Reduction?</a:t>
            </a:r>
          </a:p>
          <a:p>
            <a:endParaRPr lang="en-US" dirty="0"/>
          </a:p>
          <a:p>
            <a:r>
              <a:rPr lang="en-US" dirty="0"/>
              <a:t>P0: A, P1: B, P2: C</a:t>
            </a:r>
          </a:p>
          <a:p>
            <a:endParaRPr lang="en-US" dirty="0"/>
          </a:p>
          <a:p>
            <a:r>
              <a:rPr lang="en-US" dirty="0"/>
              <a:t>P0: B P1: C, P2: A</a:t>
            </a:r>
          </a:p>
          <a:p>
            <a:endParaRPr lang="en-US" dirty="0"/>
          </a:p>
          <a:p>
            <a:r>
              <a:rPr lang="en-US" dirty="0" err="1"/>
              <a:t>MPI_Reduce</a:t>
            </a:r>
            <a:r>
              <a:rPr lang="en-US" dirty="0"/>
              <a:t>() – </a:t>
            </a:r>
            <a:r>
              <a:rPr lang="en-US" dirty="0">
                <a:solidFill>
                  <a:srgbClr val="C00000"/>
                </a:solidFill>
              </a:rPr>
              <a:t>same results.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833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F2B9-974B-A5D3-8F66-7602AC62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0642-4848-9991-046E-F05A7BE11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MPI_AllReduce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size)</a:t>
            </a:r>
          </a:p>
          <a:p>
            <a:endParaRPr lang="en-US" dirty="0"/>
          </a:p>
          <a:p>
            <a:r>
              <a:rPr lang="en-US" dirty="0"/>
              <a:t>Same as </a:t>
            </a:r>
            <a:r>
              <a:rPr lang="en-US" dirty="0" err="1"/>
              <a:t>MPI_Reduce</a:t>
            </a:r>
            <a:r>
              <a:rPr lang="en-US" dirty="0"/>
              <a:t>() but stores the results in all the processors</a:t>
            </a:r>
          </a:p>
          <a:p>
            <a:endParaRPr lang="en-US" dirty="0"/>
          </a:p>
          <a:p>
            <a:r>
              <a:rPr lang="en-US" dirty="0"/>
              <a:t>Equivalent to:</a:t>
            </a:r>
          </a:p>
          <a:p>
            <a:pPr lvl="1"/>
            <a:r>
              <a:rPr lang="en-US" dirty="0" err="1"/>
              <a:t>MPI_Reduce</a:t>
            </a:r>
            <a:r>
              <a:rPr lang="en-US" dirty="0"/>
              <a:t>(</a:t>
            </a:r>
            <a:r>
              <a:rPr lang="en-US" dirty="0" err="1"/>
              <a:t>inbuf</a:t>
            </a:r>
            <a:r>
              <a:rPr lang="en-US" dirty="0"/>
              <a:t>, </a:t>
            </a:r>
            <a:r>
              <a:rPr lang="en-US" dirty="0" err="1"/>
              <a:t>ibsize</a:t>
            </a:r>
            <a:r>
              <a:rPr lang="en-US" dirty="0"/>
              <a:t>, 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</a:t>
            </a:r>
            <a:r>
              <a:rPr lang="en-US" dirty="0" err="1"/>
              <a:t>Aggr_op</a:t>
            </a:r>
            <a:r>
              <a:rPr lang="en-US" dirty="0"/>
              <a:t>, root)</a:t>
            </a:r>
          </a:p>
          <a:p>
            <a:pPr lvl="1"/>
            <a:r>
              <a:rPr lang="en-US" dirty="0" err="1"/>
              <a:t>MPI_Scatter</a:t>
            </a:r>
            <a:r>
              <a:rPr lang="en-US" dirty="0"/>
              <a:t>(</a:t>
            </a:r>
            <a:r>
              <a:rPr lang="en-US" dirty="0" err="1"/>
              <a:t>resultbuf</a:t>
            </a:r>
            <a:r>
              <a:rPr lang="en-US" dirty="0"/>
              <a:t>, </a:t>
            </a:r>
            <a:r>
              <a:rPr lang="en-US" dirty="0" err="1"/>
              <a:t>rbsize</a:t>
            </a:r>
            <a:r>
              <a:rPr lang="en-US" dirty="0"/>
              <a:t>, root )</a:t>
            </a:r>
          </a:p>
        </p:txBody>
      </p:sp>
    </p:spTree>
    <p:extLst>
      <p:ext uri="{BB962C8B-B14F-4D97-AF65-F5344CB8AC3E}">
        <p14:creationId xmlns:p14="http://schemas.microsoft.com/office/powerpoint/2010/main" val="35639962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1DBE-65AC-F6E8-61CD-5C330E74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Operations Communication Complexity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E669F-C1B5-7731-8DC4-F5EB6B33C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Operations are implemented using recursive doubling/divide-conquer type of algorithms</a:t>
                </a:r>
              </a:p>
              <a:p>
                <a:endParaRPr lang="en-US" dirty="0"/>
              </a:p>
              <a:p>
                <a:r>
                  <a:rPr lang="en-US" dirty="0"/>
                  <a:t>May ask algorithms and computation of the complexity in WA 4 (with sufficient details for you to proceed)</a:t>
                </a:r>
              </a:p>
              <a:p>
                <a:endParaRPr lang="en-US" dirty="0"/>
              </a:p>
              <a:p>
                <a:r>
                  <a:rPr lang="en-US" dirty="0" err="1"/>
                  <a:t>MPI_Broadcast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size of data to broadcast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 Number of processors</a:t>
                </a:r>
              </a:p>
              <a:p>
                <a:pPr lvl="1"/>
                <a:r>
                  <a:rPr lang="en-US" dirty="0"/>
                  <a:t>Algorithm proceeds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steps, each step communicates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amount of data	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E669F-C1B5-7731-8DC4-F5EB6B33C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5316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5F93-5E75-20A6-B9AE-543F9FAF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Operations Communication Complexity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1252C-7183-E15A-111C-D61D93568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MPI_Scatter/</a:t>
                </a:r>
                <a:r>
                  <a:rPr lang="en-US" dirty="0" err="1"/>
                  <a:t>MPI_Gather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: number of elements at each individual processor after scatter (or before gather)</a:t>
                </a:r>
              </a:p>
              <a:p>
                <a:pPr lvl="1"/>
                <a:r>
                  <a:rPr lang="en-US" dirty="0"/>
                  <a:t>In each step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steps), the number of elements that are communicated in doubles (or halved in gather)</a:t>
                </a:r>
              </a:p>
              <a:p>
                <a:endParaRPr lang="en-US" dirty="0"/>
              </a:p>
              <a:p>
                <a:r>
                  <a:rPr lang="en-US" dirty="0" err="1"/>
                  <a:t>MPI_Reduce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number of elements in the vector used for reduction</a:t>
                </a:r>
              </a:p>
              <a:p>
                <a:pPr lvl="1"/>
                <a:r>
                  <a:rPr lang="en-US" dirty="0"/>
                  <a:t>Algorithm proceeds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dirty="0"/>
                  <a:t> steps, each step communicates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amount of data. The partial results are aggregated.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D1252C-7183-E15A-111C-D61D93568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5455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369332"/>
              </a:xfrm>
              <a:prstGeom prst="rect">
                <a:avLst/>
              </a:prstGeom>
              <a:blipFill>
                <a:blip r:embed="rId10"/>
                <a:stretch>
                  <a:fillRect l="-140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9028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FD0AB-3719-9079-81C0-DF1D41C303CB}"/>
              </a:ext>
            </a:extLst>
          </p:cNvPr>
          <p:cNvSpPr/>
          <p:nvPr/>
        </p:nvSpPr>
        <p:spPr>
          <a:xfrm>
            <a:off x="6070862" y="288931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A2E522-E421-A692-D150-4BE6D2926B89}"/>
              </a:ext>
            </a:extLst>
          </p:cNvPr>
          <p:cNvCxnSpPr/>
          <p:nvPr/>
        </p:nvCxnSpPr>
        <p:spPr>
          <a:xfrm>
            <a:off x="1753386" y="3054285"/>
            <a:ext cx="423263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4287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FD0AB-3719-9079-81C0-DF1D41C303CB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29FBE-0C24-1F26-CFD4-7FD99BB9F53B}"/>
              </a:ext>
            </a:extLst>
          </p:cNvPr>
          <p:cNvSpPr/>
          <p:nvPr/>
        </p:nvSpPr>
        <p:spPr>
          <a:xfrm>
            <a:off x="365524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DC0F3-B99D-5977-862A-1614A5165FD6}"/>
              </a:ext>
            </a:extLst>
          </p:cNvPr>
          <p:cNvSpPr/>
          <p:nvPr/>
        </p:nvSpPr>
        <p:spPr>
          <a:xfrm>
            <a:off x="8447988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E12F6A-0A79-787B-421E-5E3AADC14F05}"/>
              </a:ext>
            </a:extLst>
          </p:cNvPr>
          <p:cNvCxnSpPr>
            <a:cxnSpLocks/>
            <a:stCxn id="23" idx="3"/>
            <a:endCxn id="4" idx="1"/>
          </p:cNvCxnSpPr>
          <p:nvPr/>
        </p:nvCxnSpPr>
        <p:spPr>
          <a:xfrm flipV="1">
            <a:off x="1644978" y="3032362"/>
            <a:ext cx="2010266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31B71E-E0E4-3E4E-537F-3CC0E58D4DA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476214" y="3032362"/>
            <a:ext cx="197177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8632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MPI_Broadcast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FD0AB-3719-9079-81C0-DF1D41C303CB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29FBE-0C24-1F26-CFD4-7FD99BB9F53B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DC0F3-B99D-5977-862A-1614A5165FD6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5D227-21D3-3B72-13E8-89CF0A5930F3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21FFC5-8356-0EE8-2E21-8B741BF73AAB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4522B-080E-020B-461D-0117964BCC42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A0FA5-16DF-A5F8-38FB-209E76DEF828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C8726A-FC7B-3205-3934-1B65D36631D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6223CF-8C6C-F003-731D-97262CAFE89B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B2B34F-0F0E-CE48-9740-3BAB2DA98ACB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5E2E86-A4BF-CEE4-3657-FC476EAD4626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2036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58479" y="322396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/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initially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Notice the size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065337-F9B0-BA53-5772-E08BD133B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30219"/>
                <a:ext cx="3465921" cy="646331"/>
              </a:xfrm>
              <a:prstGeom prst="rect">
                <a:avLst/>
              </a:prstGeom>
              <a:blipFill>
                <a:blip r:embed="rId10"/>
                <a:stretch>
                  <a:fillRect l="-140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65D2A17-73EB-2710-2844-7AA8061C94BB}"/>
              </a:ext>
            </a:extLst>
          </p:cNvPr>
          <p:cNvSpPr/>
          <p:nvPr/>
        </p:nvSpPr>
        <p:spPr>
          <a:xfrm>
            <a:off x="1258479" y="295530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E5E2F-7C9A-48F8-08D6-2D3EDCA37355}"/>
              </a:ext>
            </a:extLst>
          </p:cNvPr>
          <p:cNvSpPr/>
          <p:nvPr/>
        </p:nvSpPr>
        <p:spPr>
          <a:xfrm>
            <a:off x="1258479" y="268663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2EF05-B6B0-D039-0793-53FF70AA5C7F}"/>
              </a:ext>
            </a:extLst>
          </p:cNvPr>
          <p:cNvSpPr/>
          <p:nvPr/>
        </p:nvSpPr>
        <p:spPr>
          <a:xfrm>
            <a:off x="1258479" y="241797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263E29-0191-7C29-DDD5-FA7CB32082C2}"/>
              </a:ext>
            </a:extLst>
          </p:cNvPr>
          <p:cNvSpPr/>
          <p:nvPr/>
        </p:nvSpPr>
        <p:spPr>
          <a:xfrm>
            <a:off x="1263193" y="21493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2160D-7248-69BF-740C-38C8207F8278}"/>
              </a:ext>
            </a:extLst>
          </p:cNvPr>
          <p:cNvSpPr/>
          <p:nvPr/>
        </p:nvSpPr>
        <p:spPr>
          <a:xfrm>
            <a:off x="1263193" y="18806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8E7C9-0129-F55F-29EA-E1333317A1A0}"/>
              </a:ext>
            </a:extLst>
          </p:cNvPr>
          <p:cNvSpPr/>
          <p:nvPr/>
        </p:nvSpPr>
        <p:spPr>
          <a:xfrm>
            <a:off x="1263193" y="161198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0FE542-6C4D-C276-228E-4F64964369FE}"/>
              </a:ext>
            </a:extLst>
          </p:cNvPr>
          <p:cNvSpPr/>
          <p:nvPr/>
        </p:nvSpPr>
        <p:spPr>
          <a:xfrm>
            <a:off x="1263193" y="134331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714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A2E522-E421-A692-D150-4BE6D2926B89}"/>
              </a:ext>
            </a:extLst>
          </p:cNvPr>
          <p:cNvCxnSpPr/>
          <p:nvPr/>
        </p:nvCxnSpPr>
        <p:spPr>
          <a:xfrm>
            <a:off x="1753386" y="3054285"/>
            <a:ext cx="423263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7F390BF-4CA4-13BF-90BE-42F4A9681476}"/>
              </a:ext>
            </a:extLst>
          </p:cNvPr>
          <p:cNvSpPr/>
          <p:nvPr/>
        </p:nvSpPr>
        <p:spPr>
          <a:xfrm>
            <a:off x="1258479" y="3096705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588800-0364-BBAF-DF6F-7E70378B81AB}"/>
              </a:ext>
            </a:extLst>
          </p:cNvPr>
          <p:cNvSpPr/>
          <p:nvPr/>
        </p:nvSpPr>
        <p:spPr>
          <a:xfrm>
            <a:off x="1258479" y="282804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0FA355-BEB7-9FFE-9AF3-792DEF1DC9D8}"/>
              </a:ext>
            </a:extLst>
          </p:cNvPr>
          <p:cNvSpPr/>
          <p:nvPr/>
        </p:nvSpPr>
        <p:spPr>
          <a:xfrm>
            <a:off x="1258479" y="255937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00B2C-7976-7513-99F5-AC9165605B3E}"/>
              </a:ext>
            </a:extLst>
          </p:cNvPr>
          <p:cNvSpPr/>
          <p:nvPr/>
        </p:nvSpPr>
        <p:spPr>
          <a:xfrm>
            <a:off x="1258479" y="2290713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0DDF6-6DA2-4331-B779-707AD1B0A5FE}"/>
              </a:ext>
            </a:extLst>
          </p:cNvPr>
          <p:cNvSpPr/>
          <p:nvPr/>
        </p:nvSpPr>
        <p:spPr>
          <a:xfrm>
            <a:off x="6075576" y="317541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0A4B0F-F3E3-805D-A5E2-8F1119533B01}"/>
              </a:ext>
            </a:extLst>
          </p:cNvPr>
          <p:cNvSpPr/>
          <p:nvPr/>
        </p:nvSpPr>
        <p:spPr>
          <a:xfrm>
            <a:off x="6075576" y="290674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BC3747-9540-7E01-EDD5-AAA3B3701DAB}"/>
              </a:ext>
            </a:extLst>
          </p:cNvPr>
          <p:cNvSpPr/>
          <p:nvPr/>
        </p:nvSpPr>
        <p:spPr>
          <a:xfrm>
            <a:off x="6075576" y="263808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58221F-848E-32B1-7629-3BB2F858E191}"/>
              </a:ext>
            </a:extLst>
          </p:cNvPr>
          <p:cNvSpPr/>
          <p:nvPr/>
        </p:nvSpPr>
        <p:spPr>
          <a:xfrm>
            <a:off x="6075576" y="2369418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281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E12F6A-0A79-787B-421E-5E3AADC14F05}"/>
              </a:ext>
            </a:extLst>
          </p:cNvPr>
          <p:cNvCxnSpPr>
            <a:cxnSpLocks/>
          </p:cNvCxnSpPr>
          <p:nvPr/>
        </p:nvCxnSpPr>
        <p:spPr>
          <a:xfrm flipV="1">
            <a:off x="1644978" y="3032362"/>
            <a:ext cx="2010266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31B71E-E0E4-3E4E-537F-3CC0E58D4DAB}"/>
              </a:ext>
            </a:extLst>
          </p:cNvPr>
          <p:cNvCxnSpPr>
            <a:cxnSpLocks/>
          </p:cNvCxnSpPr>
          <p:nvPr/>
        </p:nvCxnSpPr>
        <p:spPr>
          <a:xfrm>
            <a:off x="6476214" y="3032362"/>
            <a:ext cx="1971774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B88DF55-EA93-161C-2BB9-E74C5ABC6300}"/>
              </a:ext>
            </a:extLst>
          </p:cNvPr>
          <p:cNvSpPr/>
          <p:nvPr/>
        </p:nvSpPr>
        <p:spPr>
          <a:xfrm>
            <a:off x="1258872" y="305121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A695F-DEF9-FEE8-879A-B659C417035D}"/>
              </a:ext>
            </a:extLst>
          </p:cNvPr>
          <p:cNvSpPr/>
          <p:nvPr/>
        </p:nvSpPr>
        <p:spPr>
          <a:xfrm>
            <a:off x="1258872" y="278255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EF722-5858-56CC-45B1-F3A98F1CF47D}"/>
              </a:ext>
            </a:extLst>
          </p:cNvPr>
          <p:cNvSpPr/>
          <p:nvPr/>
        </p:nvSpPr>
        <p:spPr>
          <a:xfrm>
            <a:off x="3674490" y="3042611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3EFA77-46B7-997C-56C7-48E6D71AAF65}"/>
              </a:ext>
            </a:extLst>
          </p:cNvPr>
          <p:cNvSpPr/>
          <p:nvPr/>
        </p:nvSpPr>
        <p:spPr>
          <a:xfrm>
            <a:off x="3674490" y="2773947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5E2B26-9F97-0BFD-6AAC-C512879F4444}"/>
              </a:ext>
            </a:extLst>
          </p:cNvPr>
          <p:cNvSpPr/>
          <p:nvPr/>
        </p:nvSpPr>
        <p:spPr>
          <a:xfrm>
            <a:off x="6032370" y="3032362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E1323-1753-9990-9F6B-AB188D0DF122}"/>
              </a:ext>
            </a:extLst>
          </p:cNvPr>
          <p:cNvSpPr/>
          <p:nvPr/>
        </p:nvSpPr>
        <p:spPr>
          <a:xfrm>
            <a:off x="6032370" y="2763698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D3E40-E1AB-E367-BCCD-13B45906CF06}"/>
              </a:ext>
            </a:extLst>
          </p:cNvPr>
          <p:cNvSpPr/>
          <p:nvPr/>
        </p:nvSpPr>
        <p:spPr>
          <a:xfrm>
            <a:off x="8474698" y="306311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3670BC-E69B-8400-6887-2FDE8C222F28}"/>
              </a:ext>
            </a:extLst>
          </p:cNvPr>
          <p:cNvSpPr/>
          <p:nvPr/>
        </p:nvSpPr>
        <p:spPr>
          <a:xfrm>
            <a:off x="8474698" y="2794446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971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F8B8-101F-9E1C-3BE1-0786BE20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MPI_Scatter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1125B1-6674-79E4-CBDF-5BE75B965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B073F7B-EE96-C25B-A89A-8BB90D23C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7CF5B8E-9395-BB84-6642-70C1ECD04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DDF038F-D11B-CC20-6006-A54277913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E289091-AC8C-6EC1-1D71-6FE2854A4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06A1A21-CBCF-D95D-D4E7-B123EFFA42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BD590E-CE5F-F974-9E89-F0AD3DBAE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8654743-9771-2A80-A0B5-BD49246A9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8EDA4400-92E5-9B75-4BE7-84CE7520C197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065337-F9B0-BA53-5772-E08BD133B27B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FD0AB-3719-9079-81C0-DF1D41C303CB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29FBE-0C24-1F26-CFD4-7FD99BB9F53B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4DC0F3-B99D-5977-862A-1614A5165FD6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5D227-21D3-3B72-13E8-89CF0A5930F3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21FFC5-8356-0EE8-2E21-8B741BF73AAB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4522B-080E-020B-461D-0117964BCC42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A0FA5-16DF-A5F8-38FB-209E76DEF828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C8726A-FC7B-3205-3934-1B65D36631D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44978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6223CF-8C6C-F003-731D-97262CAFE89B}"/>
              </a:ext>
            </a:extLst>
          </p:cNvPr>
          <p:cNvCxnSpPr>
            <a:cxnSpLocks/>
          </p:cNvCxnSpPr>
          <p:nvPr/>
        </p:nvCxnSpPr>
        <p:spPr>
          <a:xfrm flipV="1">
            <a:off x="3940404" y="3032362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B2B34F-0F0E-CE48-9740-3BAB2DA98ACB}"/>
              </a:ext>
            </a:extLst>
          </p:cNvPr>
          <p:cNvCxnSpPr>
            <a:cxnSpLocks/>
          </p:cNvCxnSpPr>
          <p:nvPr/>
        </p:nvCxnSpPr>
        <p:spPr>
          <a:xfrm flipV="1">
            <a:off x="6476214" y="3038008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5E2E86-A4BF-CEE4-3657-FC476EAD4626}"/>
              </a:ext>
            </a:extLst>
          </p:cNvPr>
          <p:cNvCxnSpPr>
            <a:cxnSpLocks/>
          </p:cNvCxnSpPr>
          <p:nvPr/>
        </p:nvCxnSpPr>
        <p:spPr>
          <a:xfrm flipV="1">
            <a:off x="8843913" y="3029293"/>
            <a:ext cx="887691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964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55DDCF-4104-0EFA-4EF6-C513D63E4363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4333BE-D611-D7B4-CBB4-21B439912378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5725D-B69C-FD37-5B38-D9CAA79545F1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ECFB1-A7C1-582A-3B14-B5DFA4461D7D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97B111-6AC2-7E69-ADF9-39E66B9089D3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7CD0BE-236C-FC95-BF82-9BFB4F66DF6C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653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55DDCF-4104-0EFA-4EF6-C513D63E4363}"/>
              </a:ext>
            </a:extLst>
          </p:cNvPr>
          <p:cNvSpPr/>
          <p:nvPr/>
        </p:nvSpPr>
        <p:spPr>
          <a:xfrm>
            <a:off x="2532669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4333BE-D611-D7B4-CBB4-21B439912378}"/>
              </a:ext>
            </a:extLst>
          </p:cNvPr>
          <p:cNvSpPr/>
          <p:nvPr/>
        </p:nvSpPr>
        <p:spPr>
          <a:xfrm>
            <a:off x="7363906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5725D-B69C-FD37-5B38-D9CAA79545F1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ECFB1-A7C1-582A-3B14-B5DFA4461D7D}"/>
              </a:ext>
            </a:extLst>
          </p:cNvPr>
          <p:cNvSpPr/>
          <p:nvPr/>
        </p:nvSpPr>
        <p:spPr>
          <a:xfrm>
            <a:off x="4828095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97B111-6AC2-7E69-ADF9-39E66B9089D3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7CD0BE-236C-FC95-BF82-9BFB4F66DF6C}"/>
              </a:ext>
            </a:extLst>
          </p:cNvPr>
          <p:cNvSpPr/>
          <p:nvPr/>
        </p:nvSpPr>
        <p:spPr>
          <a:xfrm>
            <a:off x="9731604" y="2905100"/>
            <a:ext cx="405352" cy="2545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9A9D655-62C6-1B0F-C2E1-B267C1B6DAA3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8843913" y="3035431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49763D-854A-F694-5A41-3E932FDA7CE8}"/>
              </a:ext>
            </a:extLst>
          </p:cNvPr>
          <p:cNvCxnSpPr>
            <a:cxnSpLocks/>
          </p:cNvCxnSpPr>
          <p:nvPr/>
        </p:nvCxnSpPr>
        <p:spPr>
          <a:xfrm flipH="1">
            <a:off x="6491926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39CAC-3246-A4C9-4CA4-F721981075FE}"/>
              </a:ext>
            </a:extLst>
          </p:cNvPr>
          <p:cNvCxnSpPr>
            <a:cxnSpLocks/>
          </p:cNvCxnSpPr>
          <p:nvPr/>
        </p:nvCxnSpPr>
        <p:spPr>
          <a:xfrm flipH="1">
            <a:off x="3956115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CDF08C-342B-9554-8120-15C40861B237}"/>
              </a:ext>
            </a:extLst>
          </p:cNvPr>
          <p:cNvCxnSpPr>
            <a:cxnSpLocks/>
          </p:cNvCxnSpPr>
          <p:nvPr/>
        </p:nvCxnSpPr>
        <p:spPr>
          <a:xfrm flipH="1">
            <a:off x="1660689" y="3032362"/>
            <a:ext cx="87198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7345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5725D-B69C-FD37-5B38-D9CAA79545F1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97B111-6AC2-7E69-ADF9-39E66B9089D3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434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5725D-B69C-FD37-5B38-D9CAA79545F1}"/>
              </a:ext>
            </a:extLst>
          </p:cNvPr>
          <p:cNvSpPr/>
          <p:nvPr/>
        </p:nvSpPr>
        <p:spPr>
          <a:xfrm>
            <a:off x="3535052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97B111-6AC2-7E69-ADF9-39E66B9089D3}"/>
              </a:ext>
            </a:extLst>
          </p:cNvPr>
          <p:cNvSpPr/>
          <p:nvPr/>
        </p:nvSpPr>
        <p:spPr>
          <a:xfrm>
            <a:off x="8438561" y="2908169"/>
            <a:ext cx="405352" cy="2545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07D462-AF5F-AE6C-F28A-CF2C457D3723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476214" y="3007722"/>
            <a:ext cx="1927162" cy="2464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94948D-9E51-C412-B653-B4FD8A6D6880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1644978" y="3004653"/>
            <a:ext cx="1870600" cy="3077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8600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59F63D-7ADC-FE88-6E1F-534732A1F1E8}"/>
              </a:ext>
            </a:extLst>
          </p:cNvPr>
          <p:cNvSpPr/>
          <p:nvPr/>
        </p:nvSpPr>
        <p:spPr>
          <a:xfrm>
            <a:off x="6070862" y="2905100"/>
            <a:ext cx="405352" cy="2545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5878873-33A0-766D-AD0F-3D48F1DDA09A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1644978" y="3032362"/>
            <a:ext cx="4422122" cy="30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1272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0022-3D2F-FB59-8305-203C3EF3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MPI_Reduce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/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D9AB4B1-0216-9F7E-FAB5-436F5951C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30" y="3506771"/>
                <a:ext cx="754144" cy="74471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/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4A51947-EB89-F11A-F602-D879665C32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285" y="3506771"/>
                <a:ext cx="754144" cy="74471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/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05C21F-F3B2-FA39-6F4B-A479E037D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356" y="3506771"/>
                <a:ext cx="754144" cy="74471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/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7141C94-D414-F4E4-EC47-94D1F8C14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1" y="3506771"/>
                <a:ext cx="754144" cy="74471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/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C75A49-8114-6186-8B1A-89BC66FAE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466" y="3506771"/>
                <a:ext cx="754144" cy="74471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/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AE08D04-9D7C-E14B-F2A9-96FE98932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21" y="3506771"/>
                <a:ext cx="754144" cy="74471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/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75043D-B11F-10C1-5B12-896AB04AB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592" y="3506771"/>
                <a:ext cx="754144" cy="74471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/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01F415A-9559-6FCA-AAC9-23F90AE9F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647" y="3506771"/>
                <a:ext cx="754144" cy="74471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FABDB0B-BDD6-45C8-88B4-5614E269DF3F}"/>
              </a:ext>
            </a:extLst>
          </p:cNvPr>
          <p:cNvSpPr/>
          <p:nvPr/>
        </p:nvSpPr>
        <p:spPr>
          <a:xfrm>
            <a:off x="1239626" y="2908169"/>
            <a:ext cx="405352" cy="2545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0CF50F-64FC-11F9-5330-708C1750195A}"/>
              </a:ext>
            </a:extLst>
          </p:cNvPr>
          <p:cNvSpPr txBox="1"/>
          <p:nvPr/>
        </p:nvSpPr>
        <p:spPr>
          <a:xfrm>
            <a:off x="3657600" y="4930219"/>
            <a:ext cx="346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31048687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9A0F-2F5D-78FF-D245-D07A5766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Operation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BA7AE-483E-CBCB-3FB9-14318DACF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Ungraded HW Assignment (may ask in WA 4)</a:t>
                </a:r>
              </a:p>
              <a:p>
                <a:endParaRPr lang="en-US" dirty="0"/>
              </a:p>
              <a:p>
                <a:r>
                  <a:rPr lang="en-US" dirty="0"/>
                  <a:t>Calculate the average of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processors</a:t>
                </a:r>
              </a:p>
              <a:p>
                <a:pPr lvl="1"/>
                <a:r>
                  <a:rPr lang="en-US" dirty="0"/>
                  <a:t>Initial data mapping: Each processor owns one element of the array</a:t>
                </a:r>
              </a:p>
              <a:p>
                <a:endParaRPr lang="en-US" dirty="0"/>
              </a:p>
              <a:p>
                <a:r>
                  <a:rPr lang="en-US" dirty="0"/>
                  <a:t>Approach #1: 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MPI_Gather</a:t>
                </a:r>
                <a:endParaRPr lang="en-US" dirty="0"/>
              </a:p>
              <a:p>
                <a:pPr lvl="1"/>
                <a:r>
                  <a:rPr lang="en-US" dirty="0"/>
                  <a:t>P0 calculates the average of the gathered array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MPI_Scatter</a:t>
                </a:r>
                <a:r>
                  <a:rPr lang="en-US" dirty="0"/>
                  <a:t> of the average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BA7AE-483E-CBCB-3FB9-14318DACF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6225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B865-F578-1211-5843-E5F04D73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Collective Communication Operation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8A6AC-4258-9744-3A94-467E08DDE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Approach #2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MPI_Reduce</a:t>
                </a:r>
                <a:r>
                  <a:rPr lang="en-US" dirty="0"/>
                  <a:t> with MPI_SUM as aggregation operation</a:t>
                </a:r>
              </a:p>
              <a:p>
                <a:pPr lvl="1"/>
                <a:r>
                  <a:rPr lang="en-US" dirty="0"/>
                  <a:t>P0 divides the aggregated value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(number of processors) to obtain </a:t>
                </a:r>
              </a:p>
              <a:p>
                <a:pPr lvl="1"/>
                <a:r>
                  <a:rPr lang="en-US" dirty="0"/>
                  <a:t>P0 performs </a:t>
                </a:r>
                <a:r>
                  <a:rPr lang="en-US" dirty="0" err="1"/>
                  <a:t>MPI_Broadcast</a:t>
                </a:r>
                <a:r>
                  <a:rPr lang="en-US" dirty="0"/>
                  <a:t> of the average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is the communication time complexity of these two approaches?</a:t>
                </a:r>
              </a:p>
              <a:p>
                <a:endParaRPr lang="en-US" dirty="0"/>
              </a:p>
              <a:p>
                <a:r>
                  <a:rPr lang="en-US" dirty="0"/>
                  <a:t>Which approach is better?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58A6AC-4258-9744-3A94-467E08DDE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9413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11/13 </a:t>
            </a:r>
            <a:r>
              <a:rPr lang="en-US" dirty="0"/>
              <a:t>Lecture 22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Communication Complexity of Communication Collectives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Distribute Training Parallelism Paradigms – Implementation Using Communication Primitives</a:t>
            </a:r>
          </a:p>
          <a:p>
            <a:pPr lvl="1"/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7563</TotalTime>
  <Words>3449</Words>
  <Application>Microsoft Office PowerPoint</Application>
  <PresentationFormat>Widescreen</PresentationFormat>
  <Paragraphs>1016</Paragraphs>
  <Slides>86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2" baseType="lpstr">
      <vt:lpstr>宋体</vt:lpstr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Announcements</vt:lpstr>
      <vt:lpstr>Outline</vt:lpstr>
      <vt:lpstr>Cluster of Accelerators</vt:lpstr>
      <vt:lpstr>Anatomy of an MPI Program</vt:lpstr>
      <vt:lpstr>Inter-Process Communication</vt:lpstr>
      <vt:lpstr>Inter-Process Communication</vt:lpstr>
      <vt:lpstr>Message Passing Program</vt:lpstr>
      <vt:lpstr>Message Passing Program</vt:lpstr>
      <vt:lpstr>Message Passing Program</vt:lpstr>
      <vt:lpstr>Blocking Non-Buffered Send/Receive</vt:lpstr>
      <vt:lpstr>Virtual Topology</vt:lpstr>
      <vt:lpstr>Message Passing Programming Paradigm</vt:lpstr>
      <vt:lpstr>Message Passing Programming Paradigm</vt:lpstr>
      <vt:lpstr>Adding Using Message Passing on 1D Mesh (6)</vt:lpstr>
      <vt:lpstr>Performance Analysis (1)</vt:lpstr>
      <vt:lpstr>Performance Analysis (2)</vt:lpstr>
      <vt:lpstr>Performance Analysis (3)</vt:lpstr>
      <vt:lpstr>Performance Analysis (4)</vt:lpstr>
      <vt:lpstr>Distributed Matrix Multiplication</vt:lpstr>
      <vt:lpstr>MM on 2D Mesh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MM on 2D Mesh – Cannon’s Algorithm</vt:lpstr>
      <vt:lpstr>Performance Analysis (1)</vt:lpstr>
      <vt:lpstr>Performance Analysis (1)</vt:lpstr>
      <vt:lpstr>Performance Analysis (2)</vt:lpstr>
      <vt:lpstr>Performance Analysis (2)</vt:lpstr>
      <vt:lpstr>Performance Analysis (3)</vt:lpstr>
      <vt:lpstr>Performance Analysis (3)</vt:lpstr>
      <vt:lpstr>Performance Analysis (4)</vt:lpstr>
      <vt:lpstr>Performance Analysis (5)</vt:lpstr>
      <vt:lpstr>Outline</vt:lpstr>
      <vt:lpstr>Collective Communication (1)</vt:lpstr>
      <vt:lpstr>Collective Communication (2)</vt:lpstr>
      <vt:lpstr>MPI_Broadcast</vt:lpstr>
      <vt:lpstr>MPI_Scatter</vt:lpstr>
      <vt:lpstr>MPI_Scatter</vt:lpstr>
      <vt:lpstr>MPI_Scatter</vt:lpstr>
      <vt:lpstr>MPI_Gather</vt:lpstr>
      <vt:lpstr>MPI_Gather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MPI_AllReduce</vt:lpstr>
      <vt:lpstr>Collective Operations Communication Complexity (1)</vt:lpstr>
      <vt:lpstr>Collective Operations Communication Complexity (2)</vt:lpstr>
      <vt:lpstr>MPI_Broadcast</vt:lpstr>
      <vt:lpstr>MPI_Broadcast</vt:lpstr>
      <vt:lpstr>MPI_Broadcast</vt:lpstr>
      <vt:lpstr>MPI_Broadcast</vt:lpstr>
      <vt:lpstr>MPI_Scatter</vt:lpstr>
      <vt:lpstr>MPI_Scatter</vt:lpstr>
      <vt:lpstr>MPI_Scatter</vt:lpstr>
      <vt:lpstr>MPI_Scatter</vt:lpstr>
      <vt:lpstr>MPI_Reduce</vt:lpstr>
      <vt:lpstr>MPI_Reduce</vt:lpstr>
      <vt:lpstr>MPI_Reduce</vt:lpstr>
      <vt:lpstr>MPI_Reduce</vt:lpstr>
      <vt:lpstr>MPI_Reduce</vt:lpstr>
      <vt:lpstr>MPI_Reduce</vt:lpstr>
      <vt:lpstr>MPI_Reduce</vt:lpstr>
      <vt:lpstr>Collective Communication Operation Example</vt:lpstr>
      <vt:lpstr>Collective Communication Operation Example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2025-11-11T15:52:52Z</dcterms:modified>
</cp:coreProperties>
</file>